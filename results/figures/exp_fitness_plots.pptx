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1319" y="2267904"/>
              <a:ext cx="6246202" cy="34582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370775" y="2425097"/>
              <a:ext cx="171389" cy="3143868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542165" y="3997032"/>
              <a:ext cx="171389" cy="157193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713555" y="3735043"/>
              <a:ext cx="171389" cy="1833923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884945" y="5306977"/>
              <a:ext cx="171389" cy="261989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417704" y="2425097"/>
              <a:ext cx="171389" cy="3143868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589093" y="3997032"/>
              <a:ext cx="171389" cy="157193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760483" y="4259021"/>
              <a:ext cx="171389" cy="1309945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931873" y="5568966"/>
              <a:ext cx="171389" cy="0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09043" y="2710904"/>
              <a:ext cx="171389" cy="2858062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80433" y="3997032"/>
              <a:ext cx="171389" cy="157193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951823" y="3473054"/>
              <a:ext cx="171389" cy="2095912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123213" y="5306977"/>
              <a:ext cx="171389" cy="261989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655972" y="2687086"/>
              <a:ext cx="171389" cy="2881879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827361" y="3997032"/>
              <a:ext cx="171389" cy="157193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998751" y="3473054"/>
              <a:ext cx="171389" cy="2095912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170141" y="5568966"/>
              <a:ext cx="171389" cy="0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894240" y="2425097"/>
              <a:ext cx="171389" cy="3143868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065629" y="3473054"/>
              <a:ext cx="171389" cy="2095912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237019" y="3211065"/>
              <a:ext cx="171389" cy="2357901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408409" y="5044988"/>
              <a:ext cx="171389" cy="523978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132508" y="2425097"/>
              <a:ext cx="171389" cy="3143868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303897" y="4521010"/>
              <a:ext cx="171389" cy="104795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475287" y="4259021"/>
              <a:ext cx="171389" cy="1309945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646677" y="5568966"/>
              <a:ext cx="171389" cy="0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085579" y="2687086"/>
              <a:ext cx="171389" cy="2881879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256969" y="5306977"/>
              <a:ext cx="171389" cy="261989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428359" y="4711547"/>
              <a:ext cx="171389" cy="857418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99748" y="5568966"/>
              <a:ext cx="171389" cy="0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847311" y="2425097"/>
              <a:ext cx="171389" cy="3143868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018701" y="3211065"/>
              <a:ext cx="171389" cy="2357901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190091" y="2425097"/>
              <a:ext cx="171389" cy="3143868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361480" y="5568966"/>
              <a:ext cx="171389" cy="0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71319" y="2267904"/>
              <a:ext cx="0" cy="3458255"/>
            </a:xfrm>
            <a:custGeom>
              <a:avLst/>
              <a:pathLst>
                <a:path w="0" h="3458255">
                  <a:moveTo>
                    <a:pt x="0" y="34582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5289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1062" y="474299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1062" y="39570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1062" y="317106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1062" y="238509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936525" y="5568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936525" y="47829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936525" y="39970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936525" y="32110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36525" y="24250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71319" y="5726160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428359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19009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5182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13555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475287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37019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9987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76048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1328049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00022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824538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598706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357375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131406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874621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651807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764231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7" name="tx67"/>
            <p:cNvSpPr/>
            <p:nvPr/>
          </p:nvSpPr>
          <p:spPr>
            <a:xfrm rot="-5400000">
              <a:off x="328364" y="3947014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7356700" y="3365451"/>
              <a:ext cx="1260510" cy="12631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7426289" y="3455111"/>
              <a:ext cx="860816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7426289" y="3681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435289" y="3690200"/>
              <a:ext cx="201455" cy="20145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426289" y="390065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435289" y="3909656"/>
              <a:ext cx="201455" cy="20145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426289" y="412011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435289" y="4129112"/>
              <a:ext cx="201455" cy="201456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7426289" y="433956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435289" y="4348568"/>
              <a:ext cx="201455" cy="201456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7715335" y="3750923"/>
              <a:ext cx="83228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W Coast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715335" y="3970379"/>
              <a:ext cx="80138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E Coast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715335" y="4189835"/>
              <a:ext cx="7826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W Coast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715335" y="4409291"/>
              <a:ext cx="75172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E Coast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971319" y="2021744"/>
              <a:ext cx="2318004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Future Comparison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971319" y="1669789"/>
              <a:ext cx="4760549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by Population &amp; Treatment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1319" y="2267904"/>
              <a:ext cx="6467582" cy="34582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202305" y="2425097"/>
              <a:ext cx="173238" cy="3143868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282106" y="3997032"/>
              <a:ext cx="173238" cy="1571934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42205" y="3735043"/>
              <a:ext cx="173238" cy="1833923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822006" y="5306977"/>
              <a:ext cx="173238" cy="261989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375543" y="2425097"/>
              <a:ext cx="173238" cy="3143868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455344" y="3997032"/>
              <a:ext cx="173238" cy="1571934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915444" y="4259021"/>
              <a:ext cx="173238" cy="1309945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995245" y="5568966"/>
              <a:ext cx="173238" cy="0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548782" y="2710904"/>
              <a:ext cx="173238" cy="2858062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28583" y="3997032"/>
              <a:ext cx="173238" cy="1571934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088683" y="3473054"/>
              <a:ext cx="173238" cy="2095912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68484" y="5306977"/>
              <a:ext cx="173238" cy="261989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722021" y="2687086"/>
              <a:ext cx="173238" cy="2881879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801822" y="3997032"/>
              <a:ext cx="173238" cy="1571934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1922" y="3473054"/>
              <a:ext cx="173238" cy="2095912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341723" y="5568966"/>
              <a:ext cx="173238" cy="0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895260" y="2425097"/>
              <a:ext cx="173238" cy="3143868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975061" y="3473054"/>
              <a:ext cx="173238" cy="2095912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435160" y="3211065"/>
              <a:ext cx="173238" cy="2357901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514961" y="5044988"/>
              <a:ext cx="173238" cy="523978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068499" y="2425097"/>
              <a:ext cx="173238" cy="3143868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148300" y="4521010"/>
              <a:ext cx="173238" cy="1047956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608399" y="4259021"/>
              <a:ext cx="173238" cy="1309945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688200" y="5568966"/>
              <a:ext cx="173238" cy="0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241737" y="2687086"/>
              <a:ext cx="173238" cy="2881879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321539" y="5306977"/>
              <a:ext cx="173238" cy="261989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781638" y="4711547"/>
              <a:ext cx="173238" cy="857418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861439" y="5568966"/>
              <a:ext cx="173238" cy="0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414976" y="2425097"/>
              <a:ext cx="173238" cy="3143868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494777" y="3211065"/>
              <a:ext cx="173238" cy="2357901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954877" y="2425097"/>
              <a:ext cx="173238" cy="3143868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034678" y="5568966"/>
              <a:ext cx="173238" cy="0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71319" y="2267904"/>
              <a:ext cx="0" cy="3458255"/>
            </a:xfrm>
            <a:custGeom>
              <a:avLst/>
              <a:pathLst>
                <a:path w="0" h="3458255">
                  <a:moveTo>
                    <a:pt x="0" y="34582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5289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1062" y="474299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1062" y="39570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1062" y="317106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1062" y="238509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936525" y="5568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936525" y="47829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936525" y="39970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936525" y="32110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36525" y="24250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71319" y="5726160"/>
              <a:ext cx="6467582" cy="0"/>
            </a:xfrm>
            <a:custGeom>
              <a:avLst/>
              <a:pathLst>
                <a:path w="6467582" h="0">
                  <a:moveTo>
                    <a:pt x="0" y="0"/>
                  </a:moveTo>
                  <a:lnTo>
                    <a:pt x="646758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95260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435160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97506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51496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1395083" y="5788790"/>
              <a:ext cx="100035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TempControl_21psu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968222" y="5788790"/>
              <a:ext cx="93387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TempWarm_16psu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505974" y="5788790"/>
              <a:ext cx="9381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TempControl_7psu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079113" y="5788790"/>
              <a:ext cx="871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TempWarm_5psu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874921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59" name="tx59"/>
            <p:cNvSpPr/>
            <p:nvPr/>
          </p:nvSpPr>
          <p:spPr>
            <a:xfrm rot="-5400000">
              <a:off x="328364" y="3947014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7578080" y="2926539"/>
              <a:ext cx="1039130" cy="21409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647669" y="3016199"/>
              <a:ext cx="899952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2" name="rc62"/>
            <p:cNvSpPr/>
            <p:nvPr/>
          </p:nvSpPr>
          <p:spPr>
            <a:xfrm>
              <a:off x="7647669" y="324228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656669" y="3251288"/>
              <a:ext cx="201455" cy="201456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647669" y="346174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656669" y="3470744"/>
              <a:ext cx="201455" cy="201455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647669" y="3681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656669" y="3690200"/>
              <a:ext cx="201455" cy="201456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647669" y="390065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656669" y="3909656"/>
              <a:ext cx="201455" cy="201456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647669" y="412011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656669" y="4129112"/>
              <a:ext cx="201455" cy="201456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647669" y="433956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656669" y="4348568"/>
              <a:ext cx="201455" cy="201456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647669" y="455902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656669" y="4568024"/>
              <a:ext cx="201455" cy="201456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7647669" y="47784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656669" y="4787480"/>
              <a:ext cx="201455" cy="201456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7936714" y="331201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936714" y="353146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936714" y="375092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936714" y="397037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936714" y="418983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936714" y="440929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936714" y="462874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936714" y="484820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71319" y="2021744"/>
              <a:ext cx="2540203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Common Garden Comparison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971319" y="1669789"/>
              <a:ext cx="4760549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by Treatment &amp; Population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15871" y="2267904"/>
              <a:ext cx="6401650" cy="34582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275042" y="3583566"/>
              <a:ext cx="175655" cy="1985400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50697" y="3575496"/>
              <a:ext cx="175655" cy="1993470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626352" y="4650284"/>
              <a:ext cx="175655" cy="918682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802007" y="5130585"/>
              <a:ext cx="175655" cy="438380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397799" y="3708862"/>
              <a:ext cx="175655" cy="1860103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573454" y="3513626"/>
              <a:ext cx="175655" cy="2055339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749109" y="4685257"/>
              <a:ext cx="175655" cy="883709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494353" y="4113851"/>
              <a:ext cx="175655" cy="1455115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0008" y="3817482"/>
              <a:ext cx="175655" cy="175148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845663" y="4420993"/>
              <a:ext cx="175655" cy="1147972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021318" y="4645269"/>
              <a:ext cx="175655" cy="923696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5617110" y="3849828"/>
              <a:ext cx="175655" cy="1719138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792765" y="4122252"/>
              <a:ext cx="175655" cy="144671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968420" y="4234068"/>
              <a:ext cx="175655" cy="1334898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836421" y="3901769"/>
              <a:ext cx="175655" cy="1667197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012076" y="3673901"/>
              <a:ext cx="175655" cy="1895065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187731" y="4281906"/>
              <a:ext cx="175655" cy="1287060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363386" y="4606532"/>
              <a:ext cx="175655" cy="962434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55731" y="2670461"/>
              <a:ext cx="175655" cy="2898505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31386" y="2425097"/>
              <a:ext cx="175655" cy="3143868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407041" y="3592779"/>
              <a:ext cx="175655" cy="1976187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932975" y="3742827"/>
              <a:ext cx="175655" cy="1826139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108630" y="5192078"/>
              <a:ext cx="175655" cy="376888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284285" y="4691994"/>
              <a:ext cx="175655" cy="876972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713664" y="3734997"/>
              <a:ext cx="175655" cy="1833969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89319" y="4312076"/>
              <a:ext cx="175655" cy="1256890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064974" y="4449399"/>
              <a:ext cx="175655" cy="1119567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5871" y="2267904"/>
              <a:ext cx="0" cy="3458255"/>
            </a:xfrm>
            <a:custGeom>
              <a:avLst/>
              <a:pathLst>
                <a:path w="0" h="3458255">
                  <a:moveTo>
                    <a:pt x="0" y="34582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91062" y="552896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1062" y="48290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91062" y="41290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1062" y="342915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1062" y="2729218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781077" y="5568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81077" y="48690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1077" y="41690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81077" y="34691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81077" y="2769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15871" y="5726160"/>
              <a:ext cx="6401650" cy="0"/>
            </a:xfrm>
            <a:custGeom>
              <a:avLst/>
              <a:pathLst>
                <a:path w="6401650" h="0">
                  <a:moveTo>
                    <a:pt x="0" y="0"/>
                  </a:moveTo>
                  <a:lnTo>
                    <a:pt x="64016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84285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06497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84566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62635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40704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18773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968420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749109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183975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974906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718379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511504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289130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082117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844290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640432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686507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2" name="tx62"/>
            <p:cNvSpPr/>
            <p:nvPr/>
          </p:nvSpPr>
          <p:spPr>
            <a:xfrm rot="-5400000">
              <a:off x="161211" y="3947014"/>
              <a:ext cx="83118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∆Length (cm)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7356700" y="3365451"/>
              <a:ext cx="1260510" cy="12631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426289" y="3455111"/>
              <a:ext cx="860816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7426289" y="3681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435289" y="3690200"/>
              <a:ext cx="201455" cy="20145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426289" y="390065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435289" y="3909656"/>
              <a:ext cx="201455" cy="20145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426289" y="412011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435289" y="4129112"/>
              <a:ext cx="201455" cy="201456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426289" y="433956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435289" y="4348568"/>
              <a:ext cx="201455" cy="201456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7715335" y="3750923"/>
              <a:ext cx="83228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W Coast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715335" y="3970379"/>
              <a:ext cx="80138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E Coast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15335" y="4189835"/>
              <a:ext cx="7826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W Coast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715335" y="4409291"/>
              <a:ext cx="75172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E Coast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15871" y="2021744"/>
              <a:ext cx="2328519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Comparison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15871" y="1669789"/>
              <a:ext cx="5761268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 by Population &amp; Treatment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15871" y="2267904"/>
              <a:ext cx="6623030" cy="34582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052408" y="3583566"/>
              <a:ext cx="177402" cy="1985400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206232" y="3575496"/>
              <a:ext cx="177402" cy="1993470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629320" y="4650284"/>
              <a:ext cx="177402" cy="918682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783144" y="5130585"/>
              <a:ext cx="177402" cy="438380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229811" y="3708862"/>
              <a:ext cx="177402" cy="1860103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383635" y="3513626"/>
              <a:ext cx="177402" cy="2055339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806723" y="4685257"/>
              <a:ext cx="177402" cy="883709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407213" y="4113851"/>
              <a:ext cx="177402" cy="1455115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61037" y="3817482"/>
              <a:ext cx="177402" cy="1751484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984125" y="4420993"/>
              <a:ext cx="177402" cy="1147972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137949" y="4645269"/>
              <a:ext cx="177402" cy="923696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584616" y="3849828"/>
              <a:ext cx="177402" cy="1719138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738440" y="4122252"/>
              <a:ext cx="177402" cy="1446714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1528" y="4234068"/>
              <a:ext cx="177402" cy="1334898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762019" y="3901769"/>
              <a:ext cx="177402" cy="1667197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15843" y="3673901"/>
              <a:ext cx="177402" cy="1895065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338931" y="4281906"/>
              <a:ext cx="177402" cy="1287060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492755" y="4606532"/>
              <a:ext cx="177402" cy="962434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939421" y="2670461"/>
              <a:ext cx="177402" cy="2898505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093245" y="2425097"/>
              <a:ext cx="177402" cy="3143868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516333" y="3592779"/>
              <a:ext cx="177402" cy="1976187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116824" y="3742827"/>
              <a:ext cx="177402" cy="1826139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270648" y="5192078"/>
              <a:ext cx="177402" cy="376888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693736" y="4691994"/>
              <a:ext cx="177402" cy="876972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294226" y="3734997"/>
              <a:ext cx="177402" cy="1833969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448050" y="4312076"/>
              <a:ext cx="177402" cy="1256890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871138" y="4449399"/>
              <a:ext cx="177402" cy="1119567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5871" y="2267904"/>
              <a:ext cx="0" cy="3458255"/>
            </a:xfrm>
            <a:custGeom>
              <a:avLst/>
              <a:pathLst>
                <a:path w="0" h="3458255">
                  <a:moveTo>
                    <a:pt x="0" y="34582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91062" y="552896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1062" y="48290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91062" y="41290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1062" y="342915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1062" y="2729218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781077" y="5568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81077" y="48690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1077" y="41690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81077" y="34691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81077" y="2769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15871" y="5726160"/>
              <a:ext cx="6623030" cy="0"/>
            </a:xfrm>
            <a:custGeom>
              <a:avLst/>
              <a:pathLst>
                <a:path w="6623030" h="0">
                  <a:moveTo>
                    <a:pt x="0" y="0"/>
                  </a:moveTo>
                  <a:lnTo>
                    <a:pt x="66230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762019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33893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1584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492755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261842" y="5788790"/>
              <a:ext cx="100035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TempControl_21psu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871992" y="5788790"/>
              <a:ext cx="93387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TempWarm_16psu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46755" y="5788790"/>
              <a:ext cx="9381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TempControl_7psu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056906" y="5788790"/>
              <a:ext cx="871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TempWarm_5psu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797197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161211" y="3947014"/>
              <a:ext cx="83118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∆Length (cm)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7578080" y="2926539"/>
              <a:ext cx="1039130" cy="21409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647669" y="3016199"/>
              <a:ext cx="899952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7647669" y="324228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656669" y="3251288"/>
              <a:ext cx="201455" cy="201456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647669" y="346174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656669" y="3470744"/>
              <a:ext cx="201455" cy="201455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647669" y="3681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656669" y="3690200"/>
              <a:ext cx="201455" cy="201456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647669" y="390065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656669" y="3909656"/>
              <a:ext cx="201455" cy="201456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647669" y="412011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656669" y="4129112"/>
              <a:ext cx="201455" cy="201456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647669" y="433956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656669" y="4348568"/>
              <a:ext cx="201455" cy="201456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647669" y="455902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656669" y="4568024"/>
              <a:ext cx="201455" cy="201456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647669" y="47784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656669" y="4787480"/>
              <a:ext cx="201455" cy="201456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7936714" y="331201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936714" y="353146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936714" y="375092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936714" y="397037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936714" y="418983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936714" y="440929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936714" y="462874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936714" y="484820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15871" y="2021744"/>
              <a:ext cx="2540203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Common Garden Comparison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15871" y="1669789"/>
              <a:ext cx="5761268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 by Treatment &amp; Population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6356" y="2267904"/>
              <a:ext cx="6271166" cy="34582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355402" y="3391839"/>
              <a:ext cx="172074" cy="178697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527476" y="3159376"/>
              <a:ext cx="172074" cy="411160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699551" y="3570536"/>
              <a:ext cx="172074" cy="696269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871626" y="3570536"/>
              <a:ext cx="172074" cy="964144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414507" y="3202820"/>
              <a:ext cx="172074" cy="36771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586582" y="3570536"/>
              <a:ext cx="172074" cy="114949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758657" y="3570536"/>
              <a:ext cx="172074" cy="905471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90625" y="3570536"/>
              <a:ext cx="172074" cy="453339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762700" y="3126562"/>
              <a:ext cx="172074" cy="443974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934775" y="3570536"/>
              <a:ext cx="172074" cy="1058910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106850" y="3570536"/>
              <a:ext cx="172074" cy="1753857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5649731" y="3236849"/>
              <a:ext cx="172074" cy="333687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821806" y="3570536"/>
              <a:ext cx="172074" cy="517109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993880" y="3570536"/>
              <a:ext cx="172074" cy="704311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884955" y="3570536"/>
              <a:ext cx="172074" cy="226631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057029" y="3187733"/>
              <a:ext cx="172074" cy="382803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229104" y="3570536"/>
              <a:ext cx="172074" cy="520929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01179" y="3570536"/>
              <a:ext cx="172074" cy="687917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120178" y="2896369"/>
              <a:ext cx="172074" cy="67416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92253" y="2425097"/>
              <a:ext cx="172074" cy="1145438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464328" y="3570536"/>
              <a:ext cx="172074" cy="207229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061073" y="3391777"/>
              <a:ext cx="172074" cy="178759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233147" y="3570536"/>
              <a:ext cx="172074" cy="38554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405222" y="3570536"/>
              <a:ext cx="172074" cy="1998430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25849" y="3570536"/>
              <a:ext cx="172074" cy="22978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997924" y="3570536"/>
              <a:ext cx="172074" cy="770120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169998" y="3570536"/>
              <a:ext cx="172074" cy="1190447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6356" y="2267904"/>
              <a:ext cx="0" cy="3458255"/>
            </a:xfrm>
            <a:custGeom>
              <a:avLst/>
              <a:pathLst>
                <a:path w="0" h="3458255">
                  <a:moveTo>
                    <a:pt x="0" y="34582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91062" y="5644232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-0.6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1062" y="4939665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91062" y="4235098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28278" y="3530531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8278" y="282596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911562" y="56842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11562" y="4979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11562" y="42751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11562" y="35705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11562" y="28659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46356" y="5726160"/>
              <a:ext cx="6271166" cy="0"/>
            </a:xfrm>
            <a:custGeom>
              <a:avLst/>
              <a:pathLst>
                <a:path w="6271166" h="0">
                  <a:moveTo>
                    <a:pt x="0" y="0"/>
                  </a:moveTo>
                  <a:lnTo>
                    <a:pt x="627116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40522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169998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4775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6995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464328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22910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993880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758657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304912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079930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807490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584703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346416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123491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869750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649980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751750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2" name="tx62"/>
            <p:cNvSpPr/>
            <p:nvPr/>
          </p:nvSpPr>
          <p:spPr>
            <a:xfrm rot="-5400000">
              <a:off x="213058" y="3947014"/>
              <a:ext cx="72749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∆Weight (g)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7356700" y="3365451"/>
              <a:ext cx="1260510" cy="12631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426289" y="3455111"/>
              <a:ext cx="860816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7426289" y="3681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435289" y="3690200"/>
              <a:ext cx="201455" cy="20145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426289" y="390065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435289" y="3909656"/>
              <a:ext cx="201455" cy="20145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426289" y="412011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435289" y="4129112"/>
              <a:ext cx="201455" cy="201456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426289" y="433956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435289" y="4348568"/>
              <a:ext cx="201455" cy="201456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7715335" y="3750923"/>
              <a:ext cx="83228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W Coast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715335" y="3970379"/>
              <a:ext cx="80138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E Coast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15335" y="4189835"/>
              <a:ext cx="7826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W Coast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715335" y="4409291"/>
              <a:ext cx="75172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E Coast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46356" y="2021744"/>
              <a:ext cx="2328519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Comparison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946356" y="1669789"/>
              <a:ext cx="5772058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 by Population &amp; Treatment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6356" y="2267904"/>
              <a:ext cx="6492545" cy="34582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178233" y="3391839"/>
              <a:ext cx="173907" cy="178697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269921" y="3159376"/>
              <a:ext cx="173907" cy="411160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24077" y="3570536"/>
              <a:ext cx="173907" cy="696269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815765" y="3570536"/>
              <a:ext cx="173907" cy="964144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352140" y="3202820"/>
              <a:ext cx="173907" cy="367716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443829" y="3570536"/>
              <a:ext cx="173907" cy="114949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897985" y="3570536"/>
              <a:ext cx="173907" cy="905471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526048" y="3570536"/>
              <a:ext cx="173907" cy="453339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617736" y="3126562"/>
              <a:ext cx="173907" cy="443974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071892" y="3570536"/>
              <a:ext cx="173907" cy="1058910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163580" y="3570536"/>
              <a:ext cx="173907" cy="1753857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699955" y="3236849"/>
              <a:ext cx="173907" cy="333687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791644" y="3570536"/>
              <a:ext cx="173907" cy="517109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245800" y="3570536"/>
              <a:ext cx="173907" cy="704311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873863" y="3570536"/>
              <a:ext cx="173907" cy="226631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965551" y="3187733"/>
              <a:ext cx="173907" cy="382803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19707" y="3570536"/>
              <a:ext cx="173907" cy="520929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511395" y="3570536"/>
              <a:ext cx="173907" cy="687917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047770" y="2896369"/>
              <a:ext cx="173907" cy="674166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139459" y="2425097"/>
              <a:ext cx="173907" cy="1145438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593614" y="3570536"/>
              <a:ext cx="173907" cy="207229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221678" y="3391777"/>
              <a:ext cx="173907" cy="178759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313366" y="3570536"/>
              <a:ext cx="173907" cy="385546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767522" y="3570536"/>
              <a:ext cx="173907" cy="1998430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395585" y="3570536"/>
              <a:ext cx="173907" cy="229786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487274" y="3570536"/>
              <a:ext cx="173907" cy="770120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941429" y="3570536"/>
              <a:ext cx="173907" cy="1190447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6356" y="2267904"/>
              <a:ext cx="0" cy="3458255"/>
            </a:xfrm>
            <a:custGeom>
              <a:avLst/>
              <a:pathLst>
                <a:path w="0" h="3458255">
                  <a:moveTo>
                    <a:pt x="0" y="34582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91062" y="5644232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-0.6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1062" y="4939665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91062" y="4235098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28278" y="3530531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8278" y="282596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911562" y="56842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11562" y="4979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11562" y="42751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11562" y="35705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11562" y="28659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46356" y="5726160"/>
              <a:ext cx="6492545" cy="0"/>
            </a:xfrm>
            <a:custGeom>
              <a:avLst/>
              <a:pathLst>
                <a:path w="6492545" h="0">
                  <a:moveTo>
                    <a:pt x="0" y="0"/>
                  </a:moveTo>
                  <a:lnTo>
                    <a:pt x="649254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87386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419707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655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511395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373686" y="5788790"/>
              <a:ext cx="100035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TempControl_21psu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952769" y="5788790"/>
              <a:ext cx="93387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TempWarm_16psu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96464" y="5788790"/>
              <a:ext cx="9381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TempControl_7psu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075547" y="5788790"/>
              <a:ext cx="871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TempWarm_5psu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862439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213058" y="3947014"/>
              <a:ext cx="72749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∆Weight (g)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7578080" y="2926539"/>
              <a:ext cx="1039130" cy="21409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647669" y="3016199"/>
              <a:ext cx="899952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7647669" y="324228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656669" y="3251288"/>
              <a:ext cx="201455" cy="201456"/>
            </a:xfrm>
            <a:prstGeom prst="rect">
              <a:avLst/>
            </a:prstGeom>
            <a:solidFill>
              <a:srgbClr val="023E8A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647669" y="346174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656669" y="3470744"/>
              <a:ext cx="201455" cy="201455"/>
            </a:xfrm>
            <a:prstGeom prst="rect">
              <a:avLst/>
            </a:prstGeom>
            <a:solidFill>
              <a:srgbClr val="0096C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647669" y="3681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656669" y="3690200"/>
              <a:ext cx="201455" cy="201456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647669" y="390065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656669" y="3909656"/>
              <a:ext cx="201455" cy="201456"/>
            </a:xfrm>
            <a:prstGeom prst="rect">
              <a:avLst/>
            </a:prstGeom>
            <a:solidFill>
              <a:srgbClr val="CAF0F8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647669" y="412011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656669" y="4129112"/>
              <a:ext cx="201455" cy="201456"/>
            </a:xfrm>
            <a:prstGeom prst="rect">
              <a:avLst/>
            </a:prstGeom>
            <a:solidFill>
              <a:srgbClr val="D9ED92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647669" y="433956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656669" y="4348568"/>
              <a:ext cx="201455" cy="201456"/>
            </a:xfrm>
            <a:prstGeom prst="rect">
              <a:avLst/>
            </a:prstGeom>
            <a:solidFill>
              <a:srgbClr val="4AD66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647669" y="455902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656669" y="4568024"/>
              <a:ext cx="201455" cy="201456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647669" y="47784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656669" y="4787480"/>
              <a:ext cx="201455" cy="201456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7936714" y="331201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936714" y="353146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936714" y="375092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936714" y="397037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936714" y="418983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936714" y="440929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936714" y="462874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936714" y="484820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946356" y="2021744"/>
              <a:ext cx="2540203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Common Garden Comparison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946356" y="1669789"/>
              <a:ext cx="5772058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 by Treatment &amp; Population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2026-04-16T20:30:42Z</dcterms:modified>
  <cp:category/>
</cp:coreProperties>
</file>