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8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82" r:id="rId20"/>
    <p:sldId id="272" r:id="rId21"/>
    <p:sldId id="273" r:id="rId22"/>
    <p:sldId id="274" r:id="rId23"/>
    <p:sldId id="275" r:id="rId24"/>
    <p:sldId id="283" r:id="rId25"/>
    <p:sldId id="276" r:id="rId26"/>
    <p:sldId id="277" r:id="rId27"/>
    <p:sldId id="278" r:id="rId28"/>
    <p:sldId id="279" r:id="rId29"/>
  </p:sldIdLst>
  <p:sldSz cx="24377650" cy="13716000"/>
  <p:notesSz cx="6858000" cy="9144000"/>
  <p:custDataLst>
    <p:tags r:id="rId30"/>
  </p:custDataLst>
  <p:defaultTextStyle>
    <a:defPPr>
      <a:defRPr lang="en-US"/>
    </a:defPPr>
    <a:lvl1pPr marL="0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1pPr>
    <a:lvl2pPr marL="914125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2pPr>
    <a:lvl3pPr marL="1828252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3pPr>
    <a:lvl4pPr marL="2742377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4pPr>
    <a:lvl5pPr marL="3656503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5pPr>
    <a:lvl6pPr marL="4570628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6pPr>
    <a:lvl7pPr marL="5484755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7pPr>
    <a:lvl8pPr marL="6398880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8pPr>
    <a:lvl9pPr marL="7313005" algn="l" defTabSz="1828252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BFBFBF"/>
    <a:srgbClr val="CDCC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2"/>
  </p:normalViewPr>
  <p:slideViewPr>
    <p:cSldViewPr>
      <p:cViewPr>
        <p:scale>
          <a:sx n="71" d="100"/>
          <a:sy n="71" d="100"/>
        </p:scale>
        <p:origin x="144" y="-432"/>
      </p:cViewPr>
      <p:guideLst>
        <p:guide orient="horz" pos="4320"/>
        <p:guide pos="76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4" y="4260855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6" y="8813805"/>
            <a:ext cx="20721003" cy="27241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6" y="5813427"/>
            <a:ext cx="20721003" cy="30003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2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3200405"/>
            <a:ext cx="10766795" cy="90519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3200405"/>
            <a:ext cx="10766795" cy="905192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4" y="3070226"/>
            <a:ext cx="10771028" cy="12795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4" y="4349750"/>
            <a:ext cx="10771028" cy="79025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13" y="3070226"/>
            <a:ext cx="10775259" cy="12795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54" indent="0">
              <a:buNone/>
              <a:defRPr sz="2000" b="1"/>
            </a:lvl2pPr>
            <a:lvl3pPr marL="914309" indent="0">
              <a:buNone/>
              <a:defRPr sz="1800" b="1"/>
            </a:lvl3pPr>
            <a:lvl4pPr marL="1371463" indent="0">
              <a:buNone/>
              <a:defRPr sz="1600" b="1"/>
            </a:lvl4pPr>
            <a:lvl5pPr marL="1828617" indent="0">
              <a:buNone/>
              <a:defRPr sz="1600" b="1"/>
            </a:lvl5pPr>
            <a:lvl6pPr marL="2285771" indent="0">
              <a:buNone/>
              <a:defRPr sz="1600" b="1"/>
            </a:lvl6pPr>
            <a:lvl7pPr marL="2742926" indent="0">
              <a:buNone/>
              <a:defRPr sz="1600" b="1"/>
            </a:lvl7pPr>
            <a:lvl8pPr marL="3200080" indent="0">
              <a:buNone/>
              <a:defRPr sz="1600" b="1"/>
            </a:lvl8pPr>
            <a:lvl9pPr marL="365723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13" y="4349750"/>
            <a:ext cx="10775259" cy="79025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6"/>
            <a:ext cx="21939885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5"/>
            <a:ext cx="21939885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5"/>
            <a:ext cx="568811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5"/>
            <a:ext cx="7719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5"/>
            <a:ext cx="5688118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30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6" indent="-342866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76" indent="-285721" algn="l" defTabSz="91430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0823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8087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60931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4098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2103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1607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240850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32090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400958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3"/>
            <p:cNvSpPr/>
            <p:nvPr/>
          </p:nvSpPr>
          <p:spPr>
            <a:xfrm>
              <a:off x="48101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4"/>
            <p:cNvSpPr/>
            <p:nvPr/>
          </p:nvSpPr>
          <p:spPr>
            <a:xfrm>
              <a:off x="56106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17716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248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9552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19938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184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8990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19666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8969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17784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1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38997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9611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17870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804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669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40155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4666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2099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17735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6673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5492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2093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548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6689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19666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3822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40128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37831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3818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199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17787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38963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17870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3782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2296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0983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466821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22159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427050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09212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259868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22643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426304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43677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54737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18374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222784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20655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44453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18349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36782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226434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188042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45444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6083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8829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602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43830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64536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6024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6763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2770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26310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22101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18382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183677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68366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409218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0649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25329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54383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22276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46084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3637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1856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22371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17477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2172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39311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2019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3992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3789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45967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0158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4675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639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9282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37818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0200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2255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22332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19900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18550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38731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19893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19617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4598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3791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203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20239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8765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1747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39898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1232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1961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3781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2035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46768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214732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75808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7526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404747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230903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39074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21509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395705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37621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23178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19740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40535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390109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214180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21484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20027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177902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22295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215727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390127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222875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10446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188710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39572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179777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178387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399007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19751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14641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23025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90986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1048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20035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376127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398985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179724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230237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18875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28711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07123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201640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31166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15800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20121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158069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30004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313828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62953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19430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191175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320387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194297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19135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19167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300042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30715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311608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299531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20380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7949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32380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324628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1214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19179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171665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190770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37861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158026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320681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19948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78789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29906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28710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162983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299482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19163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39043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32937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90370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171660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854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193430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369939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369944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18812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20334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34173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36057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163780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213797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356549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355470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356550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36523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202545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376845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367056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191565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34683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16557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36546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360646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193375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1637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64031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4395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469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16553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188081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43525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5554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193489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4197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164042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185449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15172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36696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213004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t309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t310"/>
            <p:cNvSpPr/>
            <p:nvPr/>
          </p:nvSpPr>
          <p:spPr>
            <a:xfrm>
              <a:off x="208437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t311"/>
            <p:cNvSpPr/>
            <p:nvPr/>
          </p:nvSpPr>
          <p:spPr>
            <a:xfrm>
              <a:off x="376602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221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3764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54047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3264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647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24440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25986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25433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601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46876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222449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3274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3790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7384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46283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2539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5812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45467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4417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43272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53695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53708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4582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22276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6901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2450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4625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22128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545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23260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64690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24125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45814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22232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24125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22132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47429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17799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1779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3648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3462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3321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1922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33691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187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16754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1776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16767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36471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35960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33672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43971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17909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19209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34619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1788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3510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19221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19783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1976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16723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3662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3950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35468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35465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1893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16932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1976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35965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16919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35981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1872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18933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16723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35111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332009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3597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4"/>
            <p:cNvSpPr/>
            <p:nvPr/>
          </p:nvSpPr>
          <p:spPr>
            <a:xfrm>
              <a:off x="36601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g405"/>
            <p:cNvSpPr/>
            <p:nvPr/>
          </p:nvSpPr>
          <p:spPr>
            <a:xfrm>
              <a:off x="17772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g406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1733162" y="1809008"/>
              <a:ext cx="2724830" cy="1394117"/>
            </a:xfrm>
            <a:custGeom>
              <a:avLst/>
              <a:gdLst/>
              <a:ahLst/>
              <a:cxnLst/>
              <a:rect l="0" t="0" r="0" b="0"/>
              <a:pathLst>
                <a:path w="2724830" h="1394117">
                  <a:moveTo>
                    <a:pt x="0" y="0"/>
                  </a:moveTo>
                  <a:lnTo>
                    <a:pt x="34491" y="9057"/>
                  </a:lnTo>
                  <a:lnTo>
                    <a:pt x="68983" y="18355"/>
                  </a:lnTo>
                  <a:lnTo>
                    <a:pt x="103474" y="27899"/>
                  </a:lnTo>
                  <a:lnTo>
                    <a:pt x="137966" y="37692"/>
                  </a:lnTo>
                  <a:lnTo>
                    <a:pt x="172457" y="47738"/>
                  </a:lnTo>
                  <a:lnTo>
                    <a:pt x="206949" y="58041"/>
                  </a:lnTo>
                  <a:lnTo>
                    <a:pt x="241440" y="68604"/>
                  </a:lnTo>
                  <a:lnTo>
                    <a:pt x="275932" y="79430"/>
                  </a:lnTo>
                  <a:lnTo>
                    <a:pt x="310423" y="90524"/>
                  </a:lnTo>
                  <a:lnTo>
                    <a:pt x="344915" y="101888"/>
                  </a:lnTo>
                  <a:lnTo>
                    <a:pt x="379406" y="113525"/>
                  </a:lnTo>
                  <a:lnTo>
                    <a:pt x="413898" y="125438"/>
                  </a:lnTo>
                  <a:lnTo>
                    <a:pt x="448389" y="137629"/>
                  </a:lnTo>
                  <a:lnTo>
                    <a:pt x="482881" y="150102"/>
                  </a:lnTo>
                  <a:lnTo>
                    <a:pt x="517372" y="162857"/>
                  </a:lnTo>
                  <a:lnTo>
                    <a:pt x="551864" y="175897"/>
                  </a:lnTo>
                  <a:lnTo>
                    <a:pt x="586355" y="189224"/>
                  </a:lnTo>
                  <a:lnTo>
                    <a:pt x="620847" y="202839"/>
                  </a:lnTo>
                  <a:lnTo>
                    <a:pt x="655338" y="216742"/>
                  </a:lnTo>
                  <a:lnTo>
                    <a:pt x="689830" y="230935"/>
                  </a:lnTo>
                  <a:lnTo>
                    <a:pt x="724322" y="245418"/>
                  </a:lnTo>
                  <a:lnTo>
                    <a:pt x="758813" y="260191"/>
                  </a:lnTo>
                  <a:lnTo>
                    <a:pt x="793305" y="275254"/>
                  </a:lnTo>
                  <a:lnTo>
                    <a:pt x="827796" y="290606"/>
                  </a:lnTo>
                  <a:lnTo>
                    <a:pt x="862288" y="306247"/>
                  </a:lnTo>
                  <a:lnTo>
                    <a:pt x="896779" y="322174"/>
                  </a:lnTo>
                  <a:lnTo>
                    <a:pt x="931271" y="338387"/>
                  </a:lnTo>
                  <a:lnTo>
                    <a:pt x="965762" y="354882"/>
                  </a:lnTo>
                  <a:lnTo>
                    <a:pt x="1000254" y="371657"/>
                  </a:lnTo>
                  <a:lnTo>
                    <a:pt x="1034745" y="388710"/>
                  </a:lnTo>
                  <a:lnTo>
                    <a:pt x="1069237" y="406036"/>
                  </a:lnTo>
                  <a:lnTo>
                    <a:pt x="1103728" y="423632"/>
                  </a:lnTo>
                  <a:lnTo>
                    <a:pt x="1138220" y="441493"/>
                  </a:lnTo>
                  <a:lnTo>
                    <a:pt x="1172711" y="459615"/>
                  </a:lnTo>
                  <a:lnTo>
                    <a:pt x="1207203" y="477992"/>
                  </a:lnTo>
                  <a:lnTo>
                    <a:pt x="1241694" y="496619"/>
                  </a:lnTo>
                  <a:lnTo>
                    <a:pt x="1276186" y="515489"/>
                  </a:lnTo>
                  <a:lnTo>
                    <a:pt x="1310677" y="534595"/>
                  </a:lnTo>
                  <a:lnTo>
                    <a:pt x="1345169" y="553931"/>
                  </a:lnTo>
                  <a:lnTo>
                    <a:pt x="1379660" y="573489"/>
                  </a:lnTo>
                  <a:lnTo>
                    <a:pt x="1414152" y="593260"/>
                  </a:lnTo>
                  <a:lnTo>
                    <a:pt x="1448644" y="613237"/>
                  </a:lnTo>
                  <a:lnTo>
                    <a:pt x="1483135" y="633411"/>
                  </a:lnTo>
                  <a:lnTo>
                    <a:pt x="1517627" y="653772"/>
                  </a:lnTo>
                  <a:lnTo>
                    <a:pt x="1552118" y="674310"/>
                  </a:lnTo>
                  <a:lnTo>
                    <a:pt x="1586610" y="695017"/>
                  </a:lnTo>
                  <a:lnTo>
                    <a:pt x="1621101" y="715880"/>
                  </a:lnTo>
                  <a:lnTo>
                    <a:pt x="1655593" y="736889"/>
                  </a:lnTo>
                  <a:lnTo>
                    <a:pt x="1690084" y="758034"/>
                  </a:lnTo>
                  <a:lnTo>
                    <a:pt x="1724576" y="779302"/>
                  </a:lnTo>
                  <a:lnTo>
                    <a:pt x="1759067" y="800683"/>
                  </a:lnTo>
                  <a:lnTo>
                    <a:pt x="1793559" y="822164"/>
                  </a:lnTo>
                  <a:lnTo>
                    <a:pt x="1828050" y="843733"/>
                  </a:lnTo>
                  <a:lnTo>
                    <a:pt x="1862542" y="865377"/>
                  </a:lnTo>
                  <a:lnTo>
                    <a:pt x="1897033" y="887085"/>
                  </a:lnTo>
                  <a:lnTo>
                    <a:pt x="1931525" y="908842"/>
                  </a:lnTo>
                  <a:lnTo>
                    <a:pt x="1966016" y="930638"/>
                  </a:lnTo>
                  <a:lnTo>
                    <a:pt x="2000508" y="952457"/>
                  </a:lnTo>
                  <a:lnTo>
                    <a:pt x="2034999" y="974289"/>
                  </a:lnTo>
                  <a:lnTo>
                    <a:pt x="2069491" y="996119"/>
                  </a:lnTo>
                  <a:lnTo>
                    <a:pt x="2103982" y="1017934"/>
                  </a:lnTo>
                  <a:lnTo>
                    <a:pt x="2138474" y="1039722"/>
                  </a:lnTo>
                  <a:lnTo>
                    <a:pt x="2172966" y="1061470"/>
                  </a:lnTo>
                  <a:lnTo>
                    <a:pt x="2207457" y="1083165"/>
                  </a:lnTo>
                  <a:lnTo>
                    <a:pt x="2241949" y="1104794"/>
                  </a:lnTo>
                  <a:lnTo>
                    <a:pt x="2276440" y="1126344"/>
                  </a:lnTo>
                  <a:lnTo>
                    <a:pt x="2310932" y="1147804"/>
                  </a:lnTo>
                  <a:lnTo>
                    <a:pt x="2345423" y="1169161"/>
                  </a:lnTo>
                  <a:lnTo>
                    <a:pt x="2379915" y="1190403"/>
                  </a:lnTo>
                  <a:lnTo>
                    <a:pt x="2414406" y="1211519"/>
                  </a:lnTo>
                  <a:lnTo>
                    <a:pt x="2448898" y="1232498"/>
                  </a:lnTo>
                  <a:lnTo>
                    <a:pt x="2483389" y="1253327"/>
                  </a:lnTo>
                  <a:lnTo>
                    <a:pt x="2517881" y="1273997"/>
                  </a:lnTo>
                  <a:lnTo>
                    <a:pt x="2552372" y="1294498"/>
                  </a:lnTo>
                  <a:lnTo>
                    <a:pt x="2586864" y="1314818"/>
                  </a:lnTo>
                  <a:lnTo>
                    <a:pt x="2621355" y="1334950"/>
                  </a:lnTo>
                  <a:lnTo>
                    <a:pt x="2655847" y="1354882"/>
                  </a:lnTo>
                  <a:lnTo>
                    <a:pt x="2690338" y="1374608"/>
                  </a:lnTo>
                  <a:lnTo>
                    <a:pt x="2724830" y="1394117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l408"/>
            <p:cNvSpPr/>
            <p:nvPr/>
          </p:nvSpPr>
          <p:spPr>
            <a:xfrm>
              <a:off x="2273688" y="2746614"/>
              <a:ext cx="3191835" cy="1055947"/>
            </a:xfrm>
            <a:custGeom>
              <a:avLst/>
              <a:gdLst/>
              <a:ahLst/>
              <a:cxnLst/>
              <a:rect l="0" t="0" r="0" b="0"/>
              <a:pathLst>
                <a:path w="3191835" h="1055947">
                  <a:moveTo>
                    <a:pt x="0" y="0"/>
                  </a:moveTo>
                  <a:lnTo>
                    <a:pt x="40402" y="18369"/>
                  </a:lnTo>
                  <a:lnTo>
                    <a:pt x="80805" y="36745"/>
                  </a:lnTo>
                  <a:lnTo>
                    <a:pt x="121208" y="55120"/>
                  </a:lnTo>
                  <a:lnTo>
                    <a:pt x="161611" y="73487"/>
                  </a:lnTo>
                  <a:lnTo>
                    <a:pt x="202014" y="91836"/>
                  </a:lnTo>
                  <a:lnTo>
                    <a:pt x="242417" y="110162"/>
                  </a:lnTo>
                  <a:lnTo>
                    <a:pt x="282820" y="128456"/>
                  </a:lnTo>
                  <a:lnTo>
                    <a:pt x="323223" y="146710"/>
                  </a:lnTo>
                  <a:lnTo>
                    <a:pt x="363626" y="164917"/>
                  </a:lnTo>
                  <a:lnTo>
                    <a:pt x="404029" y="183069"/>
                  </a:lnTo>
                  <a:lnTo>
                    <a:pt x="444432" y="201160"/>
                  </a:lnTo>
                  <a:lnTo>
                    <a:pt x="484835" y="219181"/>
                  </a:lnTo>
                  <a:lnTo>
                    <a:pt x="525238" y="237126"/>
                  </a:lnTo>
                  <a:lnTo>
                    <a:pt x="565641" y="254987"/>
                  </a:lnTo>
                  <a:lnTo>
                    <a:pt x="606044" y="272758"/>
                  </a:lnTo>
                  <a:lnTo>
                    <a:pt x="646447" y="290432"/>
                  </a:lnTo>
                  <a:lnTo>
                    <a:pt x="686850" y="308002"/>
                  </a:lnTo>
                  <a:lnTo>
                    <a:pt x="727253" y="325462"/>
                  </a:lnTo>
                  <a:lnTo>
                    <a:pt x="767656" y="342805"/>
                  </a:lnTo>
                  <a:lnTo>
                    <a:pt x="808059" y="360027"/>
                  </a:lnTo>
                  <a:lnTo>
                    <a:pt x="848462" y="377119"/>
                  </a:lnTo>
                  <a:lnTo>
                    <a:pt x="888865" y="394078"/>
                  </a:lnTo>
                  <a:lnTo>
                    <a:pt x="929268" y="410896"/>
                  </a:lnTo>
                  <a:lnTo>
                    <a:pt x="969671" y="427570"/>
                  </a:lnTo>
                  <a:lnTo>
                    <a:pt x="1010074" y="444094"/>
                  </a:lnTo>
                  <a:lnTo>
                    <a:pt x="1050477" y="460463"/>
                  </a:lnTo>
                  <a:lnTo>
                    <a:pt x="1090880" y="476673"/>
                  </a:lnTo>
                  <a:lnTo>
                    <a:pt x="1131283" y="492718"/>
                  </a:lnTo>
                  <a:lnTo>
                    <a:pt x="1171686" y="508596"/>
                  </a:lnTo>
                  <a:lnTo>
                    <a:pt x="1212089" y="524301"/>
                  </a:lnTo>
                  <a:lnTo>
                    <a:pt x="1252492" y="539830"/>
                  </a:lnTo>
                  <a:lnTo>
                    <a:pt x="1292895" y="555180"/>
                  </a:lnTo>
                  <a:lnTo>
                    <a:pt x="1333298" y="570348"/>
                  </a:lnTo>
                  <a:lnTo>
                    <a:pt x="1373701" y="585329"/>
                  </a:lnTo>
                  <a:lnTo>
                    <a:pt x="1414104" y="600123"/>
                  </a:lnTo>
                  <a:lnTo>
                    <a:pt x="1454507" y="614725"/>
                  </a:lnTo>
                  <a:lnTo>
                    <a:pt x="1494910" y="629133"/>
                  </a:lnTo>
                  <a:lnTo>
                    <a:pt x="1535313" y="643346"/>
                  </a:lnTo>
                  <a:lnTo>
                    <a:pt x="1575716" y="657362"/>
                  </a:lnTo>
                  <a:lnTo>
                    <a:pt x="1616119" y="671178"/>
                  </a:lnTo>
                  <a:lnTo>
                    <a:pt x="1656522" y="684793"/>
                  </a:lnTo>
                  <a:lnTo>
                    <a:pt x="1696925" y="698207"/>
                  </a:lnTo>
                  <a:lnTo>
                    <a:pt x="1737328" y="711417"/>
                  </a:lnTo>
                  <a:lnTo>
                    <a:pt x="1777731" y="724423"/>
                  </a:lnTo>
                  <a:lnTo>
                    <a:pt x="1818133" y="737225"/>
                  </a:lnTo>
                  <a:lnTo>
                    <a:pt x="1858536" y="749822"/>
                  </a:lnTo>
                  <a:lnTo>
                    <a:pt x="1898939" y="762213"/>
                  </a:lnTo>
                  <a:lnTo>
                    <a:pt x="1939342" y="774398"/>
                  </a:lnTo>
                  <a:lnTo>
                    <a:pt x="1979745" y="786378"/>
                  </a:lnTo>
                  <a:lnTo>
                    <a:pt x="2020148" y="798153"/>
                  </a:lnTo>
                  <a:lnTo>
                    <a:pt x="2060551" y="809723"/>
                  </a:lnTo>
                  <a:lnTo>
                    <a:pt x="2100954" y="821089"/>
                  </a:lnTo>
                  <a:lnTo>
                    <a:pt x="2141357" y="832250"/>
                  </a:lnTo>
                  <a:lnTo>
                    <a:pt x="2181760" y="843210"/>
                  </a:lnTo>
                  <a:lnTo>
                    <a:pt x="2222163" y="853967"/>
                  </a:lnTo>
                  <a:lnTo>
                    <a:pt x="2262566" y="864523"/>
                  </a:lnTo>
                  <a:lnTo>
                    <a:pt x="2302969" y="874880"/>
                  </a:lnTo>
                  <a:lnTo>
                    <a:pt x="2343372" y="885039"/>
                  </a:lnTo>
                  <a:lnTo>
                    <a:pt x="2383775" y="895001"/>
                  </a:lnTo>
                  <a:lnTo>
                    <a:pt x="2424178" y="904768"/>
                  </a:lnTo>
                  <a:lnTo>
                    <a:pt x="2464581" y="914342"/>
                  </a:lnTo>
                  <a:lnTo>
                    <a:pt x="2504984" y="923724"/>
                  </a:lnTo>
                  <a:lnTo>
                    <a:pt x="2545387" y="932916"/>
                  </a:lnTo>
                  <a:lnTo>
                    <a:pt x="2585790" y="941920"/>
                  </a:lnTo>
                  <a:lnTo>
                    <a:pt x="2626193" y="950739"/>
                  </a:lnTo>
                  <a:lnTo>
                    <a:pt x="2666596" y="959373"/>
                  </a:lnTo>
                  <a:lnTo>
                    <a:pt x="2706999" y="967826"/>
                  </a:lnTo>
                  <a:lnTo>
                    <a:pt x="2747402" y="976100"/>
                  </a:lnTo>
                  <a:lnTo>
                    <a:pt x="2787805" y="984196"/>
                  </a:lnTo>
                  <a:lnTo>
                    <a:pt x="2828208" y="992118"/>
                  </a:lnTo>
                  <a:lnTo>
                    <a:pt x="2868611" y="999867"/>
                  </a:lnTo>
                  <a:lnTo>
                    <a:pt x="2909014" y="1007446"/>
                  </a:lnTo>
                  <a:lnTo>
                    <a:pt x="2949417" y="1014858"/>
                  </a:lnTo>
                  <a:lnTo>
                    <a:pt x="2989820" y="1022104"/>
                  </a:lnTo>
                  <a:lnTo>
                    <a:pt x="3030223" y="1029188"/>
                  </a:lnTo>
                  <a:lnTo>
                    <a:pt x="3070626" y="1036111"/>
                  </a:lnTo>
                  <a:lnTo>
                    <a:pt x="3111029" y="1042877"/>
                  </a:lnTo>
                  <a:lnTo>
                    <a:pt x="3151432" y="1049488"/>
                  </a:lnTo>
                  <a:lnTo>
                    <a:pt x="3191835" y="105594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787989" y="2380182"/>
              <a:ext cx="2949628" cy="758701"/>
            </a:xfrm>
            <a:custGeom>
              <a:avLst/>
              <a:gdLst/>
              <a:ahLst/>
              <a:cxnLst/>
              <a:rect l="0" t="0" r="0" b="0"/>
              <a:pathLst>
                <a:path w="2949628" h="758701">
                  <a:moveTo>
                    <a:pt x="0" y="0"/>
                  </a:moveTo>
                  <a:lnTo>
                    <a:pt x="37337" y="8938"/>
                  </a:lnTo>
                  <a:lnTo>
                    <a:pt x="74674" y="17920"/>
                  </a:lnTo>
                  <a:lnTo>
                    <a:pt x="112011" y="26945"/>
                  </a:lnTo>
                  <a:lnTo>
                    <a:pt x="149348" y="36012"/>
                  </a:lnTo>
                  <a:lnTo>
                    <a:pt x="186685" y="45120"/>
                  </a:lnTo>
                  <a:lnTo>
                    <a:pt x="224022" y="54268"/>
                  </a:lnTo>
                  <a:lnTo>
                    <a:pt x="261359" y="63455"/>
                  </a:lnTo>
                  <a:lnTo>
                    <a:pt x="298696" y="72681"/>
                  </a:lnTo>
                  <a:lnTo>
                    <a:pt x="336033" y="81945"/>
                  </a:lnTo>
                  <a:lnTo>
                    <a:pt x="373370" y="91245"/>
                  </a:lnTo>
                  <a:lnTo>
                    <a:pt x="410707" y="100581"/>
                  </a:lnTo>
                  <a:lnTo>
                    <a:pt x="448044" y="109952"/>
                  </a:lnTo>
                  <a:lnTo>
                    <a:pt x="485381" y="119356"/>
                  </a:lnTo>
                  <a:lnTo>
                    <a:pt x="522718" y="128794"/>
                  </a:lnTo>
                  <a:lnTo>
                    <a:pt x="560055" y="138263"/>
                  </a:lnTo>
                  <a:lnTo>
                    <a:pt x="597393" y="147763"/>
                  </a:lnTo>
                  <a:lnTo>
                    <a:pt x="634730" y="157293"/>
                  </a:lnTo>
                  <a:lnTo>
                    <a:pt x="672067" y="166852"/>
                  </a:lnTo>
                  <a:lnTo>
                    <a:pt x="709404" y="176439"/>
                  </a:lnTo>
                  <a:lnTo>
                    <a:pt x="746741" y="186052"/>
                  </a:lnTo>
                  <a:lnTo>
                    <a:pt x="784078" y="195691"/>
                  </a:lnTo>
                  <a:lnTo>
                    <a:pt x="821415" y="205354"/>
                  </a:lnTo>
                  <a:lnTo>
                    <a:pt x="858752" y="215041"/>
                  </a:lnTo>
                  <a:lnTo>
                    <a:pt x="896089" y="224750"/>
                  </a:lnTo>
                  <a:lnTo>
                    <a:pt x="933426" y="234480"/>
                  </a:lnTo>
                  <a:lnTo>
                    <a:pt x="970763" y="244231"/>
                  </a:lnTo>
                  <a:lnTo>
                    <a:pt x="1008100" y="254000"/>
                  </a:lnTo>
                  <a:lnTo>
                    <a:pt x="1045437" y="263787"/>
                  </a:lnTo>
                  <a:lnTo>
                    <a:pt x="1082774" y="273591"/>
                  </a:lnTo>
                  <a:lnTo>
                    <a:pt x="1120111" y="283410"/>
                  </a:lnTo>
                  <a:lnTo>
                    <a:pt x="1157448" y="293244"/>
                  </a:lnTo>
                  <a:lnTo>
                    <a:pt x="1194786" y="303090"/>
                  </a:lnTo>
                  <a:lnTo>
                    <a:pt x="1232123" y="312949"/>
                  </a:lnTo>
                  <a:lnTo>
                    <a:pt x="1269460" y="322818"/>
                  </a:lnTo>
                  <a:lnTo>
                    <a:pt x="1306797" y="332697"/>
                  </a:lnTo>
                  <a:lnTo>
                    <a:pt x="1344134" y="342584"/>
                  </a:lnTo>
                  <a:lnTo>
                    <a:pt x="1381471" y="352478"/>
                  </a:lnTo>
                  <a:lnTo>
                    <a:pt x="1418808" y="362378"/>
                  </a:lnTo>
                  <a:lnTo>
                    <a:pt x="1456145" y="372283"/>
                  </a:lnTo>
                  <a:lnTo>
                    <a:pt x="1493482" y="382191"/>
                  </a:lnTo>
                  <a:lnTo>
                    <a:pt x="1530819" y="392102"/>
                  </a:lnTo>
                  <a:lnTo>
                    <a:pt x="1568156" y="402014"/>
                  </a:lnTo>
                  <a:lnTo>
                    <a:pt x="1605493" y="411925"/>
                  </a:lnTo>
                  <a:lnTo>
                    <a:pt x="1642830" y="421835"/>
                  </a:lnTo>
                  <a:lnTo>
                    <a:pt x="1680167" y="431743"/>
                  </a:lnTo>
                  <a:lnTo>
                    <a:pt x="1717504" y="441647"/>
                  </a:lnTo>
                  <a:lnTo>
                    <a:pt x="1754842" y="451545"/>
                  </a:lnTo>
                  <a:lnTo>
                    <a:pt x="1792179" y="461438"/>
                  </a:lnTo>
                  <a:lnTo>
                    <a:pt x="1829516" y="471323"/>
                  </a:lnTo>
                  <a:lnTo>
                    <a:pt x="1866853" y="481199"/>
                  </a:lnTo>
                  <a:lnTo>
                    <a:pt x="1904190" y="491066"/>
                  </a:lnTo>
                  <a:lnTo>
                    <a:pt x="1941527" y="500921"/>
                  </a:lnTo>
                  <a:lnTo>
                    <a:pt x="1978864" y="510764"/>
                  </a:lnTo>
                  <a:lnTo>
                    <a:pt x="2016201" y="520594"/>
                  </a:lnTo>
                  <a:lnTo>
                    <a:pt x="2053538" y="530410"/>
                  </a:lnTo>
                  <a:lnTo>
                    <a:pt x="2090875" y="540209"/>
                  </a:lnTo>
                  <a:lnTo>
                    <a:pt x="2128212" y="549992"/>
                  </a:lnTo>
                  <a:lnTo>
                    <a:pt x="2165549" y="559756"/>
                  </a:lnTo>
                  <a:lnTo>
                    <a:pt x="2202886" y="569501"/>
                  </a:lnTo>
                  <a:lnTo>
                    <a:pt x="2240223" y="579226"/>
                  </a:lnTo>
                  <a:lnTo>
                    <a:pt x="2277560" y="588930"/>
                  </a:lnTo>
                  <a:lnTo>
                    <a:pt x="2314897" y="598610"/>
                  </a:lnTo>
                  <a:lnTo>
                    <a:pt x="2352235" y="608267"/>
                  </a:lnTo>
                  <a:lnTo>
                    <a:pt x="2389572" y="617900"/>
                  </a:lnTo>
                  <a:lnTo>
                    <a:pt x="2426909" y="627506"/>
                  </a:lnTo>
                  <a:lnTo>
                    <a:pt x="2464246" y="637085"/>
                  </a:lnTo>
                  <a:lnTo>
                    <a:pt x="2501583" y="646637"/>
                  </a:lnTo>
                  <a:lnTo>
                    <a:pt x="2538920" y="656159"/>
                  </a:lnTo>
                  <a:lnTo>
                    <a:pt x="2576257" y="665651"/>
                  </a:lnTo>
                  <a:lnTo>
                    <a:pt x="2613594" y="675112"/>
                  </a:lnTo>
                  <a:lnTo>
                    <a:pt x="2650931" y="684541"/>
                  </a:lnTo>
                  <a:lnTo>
                    <a:pt x="2688268" y="693937"/>
                  </a:lnTo>
                  <a:lnTo>
                    <a:pt x="2725605" y="703299"/>
                  </a:lnTo>
                  <a:lnTo>
                    <a:pt x="2762942" y="712625"/>
                  </a:lnTo>
                  <a:lnTo>
                    <a:pt x="2800279" y="721916"/>
                  </a:lnTo>
                  <a:lnTo>
                    <a:pt x="2837616" y="731170"/>
                  </a:lnTo>
                  <a:lnTo>
                    <a:pt x="2874953" y="740386"/>
                  </a:lnTo>
                  <a:lnTo>
                    <a:pt x="2912291" y="749563"/>
                  </a:lnTo>
                  <a:lnTo>
                    <a:pt x="2949628" y="758701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1832423" y="2185116"/>
              <a:ext cx="2897319" cy="1173073"/>
            </a:xfrm>
            <a:custGeom>
              <a:avLst/>
              <a:gdLst/>
              <a:ahLst/>
              <a:cxnLst/>
              <a:rect l="0" t="0" r="0" b="0"/>
              <a:pathLst>
                <a:path w="2897319" h="1173073">
                  <a:moveTo>
                    <a:pt x="0" y="0"/>
                  </a:moveTo>
                  <a:lnTo>
                    <a:pt x="36674" y="12584"/>
                  </a:lnTo>
                  <a:lnTo>
                    <a:pt x="73349" y="25316"/>
                  </a:lnTo>
                  <a:lnTo>
                    <a:pt x="110024" y="38196"/>
                  </a:lnTo>
                  <a:lnTo>
                    <a:pt x="146699" y="51220"/>
                  </a:lnTo>
                  <a:lnTo>
                    <a:pt x="183374" y="64388"/>
                  </a:lnTo>
                  <a:lnTo>
                    <a:pt x="220049" y="77698"/>
                  </a:lnTo>
                  <a:lnTo>
                    <a:pt x="256724" y="91147"/>
                  </a:lnTo>
                  <a:lnTo>
                    <a:pt x="293399" y="104733"/>
                  </a:lnTo>
                  <a:lnTo>
                    <a:pt x="330074" y="118453"/>
                  </a:lnTo>
                  <a:lnTo>
                    <a:pt x="366749" y="132306"/>
                  </a:lnTo>
                  <a:lnTo>
                    <a:pt x="403424" y="146289"/>
                  </a:lnTo>
                  <a:lnTo>
                    <a:pt x="440099" y="160399"/>
                  </a:lnTo>
                  <a:lnTo>
                    <a:pt x="476774" y="174633"/>
                  </a:lnTo>
                  <a:lnTo>
                    <a:pt x="513448" y="188987"/>
                  </a:lnTo>
                  <a:lnTo>
                    <a:pt x="550123" y="203460"/>
                  </a:lnTo>
                  <a:lnTo>
                    <a:pt x="586798" y="218047"/>
                  </a:lnTo>
                  <a:lnTo>
                    <a:pt x="623473" y="232746"/>
                  </a:lnTo>
                  <a:lnTo>
                    <a:pt x="660148" y="247552"/>
                  </a:lnTo>
                  <a:lnTo>
                    <a:pt x="696823" y="262462"/>
                  </a:lnTo>
                  <a:lnTo>
                    <a:pt x="733498" y="277473"/>
                  </a:lnTo>
                  <a:lnTo>
                    <a:pt x="770173" y="292579"/>
                  </a:lnTo>
                  <a:lnTo>
                    <a:pt x="806848" y="307779"/>
                  </a:lnTo>
                  <a:lnTo>
                    <a:pt x="843523" y="323066"/>
                  </a:lnTo>
                  <a:lnTo>
                    <a:pt x="880198" y="338438"/>
                  </a:lnTo>
                  <a:lnTo>
                    <a:pt x="916873" y="353889"/>
                  </a:lnTo>
                  <a:lnTo>
                    <a:pt x="953548" y="369415"/>
                  </a:lnTo>
                  <a:lnTo>
                    <a:pt x="990222" y="385013"/>
                  </a:lnTo>
                  <a:lnTo>
                    <a:pt x="1026897" y="400676"/>
                  </a:lnTo>
                  <a:lnTo>
                    <a:pt x="1063572" y="416402"/>
                  </a:lnTo>
                  <a:lnTo>
                    <a:pt x="1100247" y="432184"/>
                  </a:lnTo>
                  <a:lnTo>
                    <a:pt x="1136922" y="448018"/>
                  </a:lnTo>
                  <a:lnTo>
                    <a:pt x="1173597" y="463899"/>
                  </a:lnTo>
                  <a:lnTo>
                    <a:pt x="1210272" y="479822"/>
                  </a:lnTo>
                  <a:lnTo>
                    <a:pt x="1246947" y="495782"/>
                  </a:lnTo>
                  <a:lnTo>
                    <a:pt x="1283622" y="511775"/>
                  </a:lnTo>
                  <a:lnTo>
                    <a:pt x="1320297" y="527794"/>
                  </a:lnTo>
                  <a:lnTo>
                    <a:pt x="1356972" y="543836"/>
                  </a:lnTo>
                  <a:lnTo>
                    <a:pt x="1393647" y="559894"/>
                  </a:lnTo>
                  <a:lnTo>
                    <a:pt x="1430322" y="575964"/>
                  </a:lnTo>
                  <a:lnTo>
                    <a:pt x="1466996" y="592040"/>
                  </a:lnTo>
                  <a:lnTo>
                    <a:pt x="1503671" y="608118"/>
                  </a:lnTo>
                  <a:lnTo>
                    <a:pt x="1540346" y="624191"/>
                  </a:lnTo>
                  <a:lnTo>
                    <a:pt x="1577021" y="640256"/>
                  </a:lnTo>
                  <a:lnTo>
                    <a:pt x="1613696" y="656306"/>
                  </a:lnTo>
                  <a:lnTo>
                    <a:pt x="1650371" y="672336"/>
                  </a:lnTo>
                  <a:lnTo>
                    <a:pt x="1687046" y="688342"/>
                  </a:lnTo>
                  <a:lnTo>
                    <a:pt x="1723721" y="704318"/>
                  </a:lnTo>
                  <a:lnTo>
                    <a:pt x="1760396" y="720259"/>
                  </a:lnTo>
                  <a:lnTo>
                    <a:pt x="1797071" y="736160"/>
                  </a:lnTo>
                  <a:lnTo>
                    <a:pt x="1833746" y="752017"/>
                  </a:lnTo>
                  <a:lnTo>
                    <a:pt x="1870421" y="767824"/>
                  </a:lnTo>
                  <a:lnTo>
                    <a:pt x="1907096" y="783576"/>
                  </a:lnTo>
                  <a:lnTo>
                    <a:pt x="1943771" y="799269"/>
                  </a:lnTo>
                  <a:lnTo>
                    <a:pt x="1980445" y="814898"/>
                  </a:lnTo>
                  <a:lnTo>
                    <a:pt x="2017120" y="830458"/>
                  </a:lnTo>
                  <a:lnTo>
                    <a:pt x="2053795" y="845945"/>
                  </a:lnTo>
                  <a:lnTo>
                    <a:pt x="2090470" y="861354"/>
                  </a:lnTo>
                  <a:lnTo>
                    <a:pt x="2127145" y="876681"/>
                  </a:lnTo>
                  <a:lnTo>
                    <a:pt x="2163820" y="891922"/>
                  </a:lnTo>
                  <a:lnTo>
                    <a:pt x="2200495" y="907072"/>
                  </a:lnTo>
                  <a:lnTo>
                    <a:pt x="2237170" y="922128"/>
                  </a:lnTo>
                  <a:lnTo>
                    <a:pt x="2273845" y="937085"/>
                  </a:lnTo>
                  <a:lnTo>
                    <a:pt x="2310520" y="951940"/>
                  </a:lnTo>
                  <a:lnTo>
                    <a:pt x="2347195" y="966689"/>
                  </a:lnTo>
                  <a:lnTo>
                    <a:pt x="2383870" y="981329"/>
                  </a:lnTo>
                  <a:lnTo>
                    <a:pt x="2420545" y="995855"/>
                  </a:lnTo>
                  <a:lnTo>
                    <a:pt x="2457219" y="1010265"/>
                  </a:lnTo>
                  <a:lnTo>
                    <a:pt x="2493894" y="1024556"/>
                  </a:lnTo>
                  <a:lnTo>
                    <a:pt x="2530569" y="1038724"/>
                  </a:lnTo>
                  <a:lnTo>
                    <a:pt x="2567244" y="1052766"/>
                  </a:lnTo>
                  <a:lnTo>
                    <a:pt x="2603919" y="1066680"/>
                  </a:lnTo>
                  <a:lnTo>
                    <a:pt x="2640594" y="1080462"/>
                  </a:lnTo>
                  <a:lnTo>
                    <a:pt x="2677269" y="1094111"/>
                  </a:lnTo>
                  <a:lnTo>
                    <a:pt x="2713944" y="1107624"/>
                  </a:lnTo>
                  <a:lnTo>
                    <a:pt x="2750619" y="1120999"/>
                  </a:lnTo>
                  <a:lnTo>
                    <a:pt x="2787294" y="1134233"/>
                  </a:lnTo>
                  <a:lnTo>
                    <a:pt x="2823969" y="1147325"/>
                  </a:lnTo>
                  <a:lnTo>
                    <a:pt x="2860644" y="1160272"/>
                  </a:lnTo>
                  <a:lnTo>
                    <a:pt x="2897319" y="117307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1682952" y="2397004"/>
              <a:ext cx="2801768" cy="1224681"/>
            </a:xfrm>
            <a:custGeom>
              <a:avLst/>
              <a:gdLst/>
              <a:ahLst/>
              <a:cxnLst/>
              <a:rect l="0" t="0" r="0" b="0"/>
              <a:pathLst>
                <a:path w="2801768" h="1224681">
                  <a:moveTo>
                    <a:pt x="0" y="0"/>
                  </a:moveTo>
                  <a:lnTo>
                    <a:pt x="35465" y="16271"/>
                  </a:lnTo>
                  <a:lnTo>
                    <a:pt x="70930" y="32676"/>
                  </a:lnTo>
                  <a:lnTo>
                    <a:pt x="106396" y="49210"/>
                  </a:lnTo>
                  <a:lnTo>
                    <a:pt x="141861" y="65868"/>
                  </a:lnTo>
                  <a:lnTo>
                    <a:pt x="177327" y="82645"/>
                  </a:lnTo>
                  <a:lnTo>
                    <a:pt x="212792" y="99535"/>
                  </a:lnTo>
                  <a:lnTo>
                    <a:pt x="248257" y="116533"/>
                  </a:lnTo>
                  <a:lnTo>
                    <a:pt x="283723" y="133632"/>
                  </a:lnTo>
                  <a:lnTo>
                    <a:pt x="319188" y="150827"/>
                  </a:lnTo>
                  <a:lnTo>
                    <a:pt x="354654" y="168112"/>
                  </a:lnTo>
                  <a:lnTo>
                    <a:pt x="390119" y="185480"/>
                  </a:lnTo>
                  <a:lnTo>
                    <a:pt x="425585" y="202925"/>
                  </a:lnTo>
                  <a:lnTo>
                    <a:pt x="461050" y="220441"/>
                  </a:lnTo>
                  <a:lnTo>
                    <a:pt x="496515" y="238021"/>
                  </a:lnTo>
                  <a:lnTo>
                    <a:pt x="531981" y="255658"/>
                  </a:lnTo>
                  <a:lnTo>
                    <a:pt x="567446" y="273346"/>
                  </a:lnTo>
                  <a:lnTo>
                    <a:pt x="602912" y="291078"/>
                  </a:lnTo>
                  <a:lnTo>
                    <a:pt x="638377" y="308846"/>
                  </a:lnTo>
                  <a:lnTo>
                    <a:pt x="673842" y="326644"/>
                  </a:lnTo>
                  <a:lnTo>
                    <a:pt x="709308" y="344464"/>
                  </a:lnTo>
                  <a:lnTo>
                    <a:pt x="744773" y="362301"/>
                  </a:lnTo>
                  <a:lnTo>
                    <a:pt x="780239" y="380146"/>
                  </a:lnTo>
                  <a:lnTo>
                    <a:pt x="815704" y="397992"/>
                  </a:lnTo>
                  <a:lnTo>
                    <a:pt x="851170" y="415833"/>
                  </a:lnTo>
                  <a:lnTo>
                    <a:pt x="886635" y="433662"/>
                  </a:lnTo>
                  <a:lnTo>
                    <a:pt x="922100" y="451470"/>
                  </a:lnTo>
                  <a:lnTo>
                    <a:pt x="957566" y="469252"/>
                  </a:lnTo>
                  <a:lnTo>
                    <a:pt x="993031" y="486999"/>
                  </a:lnTo>
                  <a:lnTo>
                    <a:pt x="1028497" y="504706"/>
                  </a:lnTo>
                  <a:lnTo>
                    <a:pt x="1063962" y="522366"/>
                  </a:lnTo>
                  <a:lnTo>
                    <a:pt x="1099427" y="539970"/>
                  </a:lnTo>
                  <a:lnTo>
                    <a:pt x="1134893" y="557514"/>
                  </a:lnTo>
                  <a:lnTo>
                    <a:pt x="1170358" y="574990"/>
                  </a:lnTo>
                  <a:lnTo>
                    <a:pt x="1205824" y="592391"/>
                  </a:lnTo>
                  <a:lnTo>
                    <a:pt x="1241289" y="609712"/>
                  </a:lnTo>
                  <a:lnTo>
                    <a:pt x="1276755" y="626945"/>
                  </a:lnTo>
                  <a:lnTo>
                    <a:pt x="1312220" y="644085"/>
                  </a:lnTo>
                  <a:lnTo>
                    <a:pt x="1347685" y="661126"/>
                  </a:lnTo>
                  <a:lnTo>
                    <a:pt x="1383151" y="678062"/>
                  </a:lnTo>
                  <a:lnTo>
                    <a:pt x="1418616" y="694887"/>
                  </a:lnTo>
                  <a:lnTo>
                    <a:pt x="1454082" y="711596"/>
                  </a:lnTo>
                  <a:lnTo>
                    <a:pt x="1489547" y="728183"/>
                  </a:lnTo>
                  <a:lnTo>
                    <a:pt x="1525012" y="744643"/>
                  </a:lnTo>
                  <a:lnTo>
                    <a:pt x="1560478" y="760971"/>
                  </a:lnTo>
                  <a:lnTo>
                    <a:pt x="1595943" y="777162"/>
                  </a:lnTo>
                  <a:lnTo>
                    <a:pt x="1631409" y="793212"/>
                  </a:lnTo>
                  <a:lnTo>
                    <a:pt x="1666874" y="809116"/>
                  </a:lnTo>
                  <a:lnTo>
                    <a:pt x="1702340" y="824870"/>
                  </a:lnTo>
                  <a:lnTo>
                    <a:pt x="1737805" y="840469"/>
                  </a:lnTo>
                  <a:lnTo>
                    <a:pt x="1773270" y="855910"/>
                  </a:lnTo>
                  <a:lnTo>
                    <a:pt x="1808736" y="871189"/>
                  </a:lnTo>
                  <a:lnTo>
                    <a:pt x="1844201" y="886303"/>
                  </a:lnTo>
                  <a:lnTo>
                    <a:pt x="1879667" y="901249"/>
                  </a:lnTo>
                  <a:lnTo>
                    <a:pt x="1915132" y="916023"/>
                  </a:lnTo>
                  <a:lnTo>
                    <a:pt x="1950597" y="930623"/>
                  </a:lnTo>
                  <a:lnTo>
                    <a:pt x="1986063" y="945045"/>
                  </a:lnTo>
                  <a:lnTo>
                    <a:pt x="2021528" y="959288"/>
                  </a:lnTo>
                  <a:lnTo>
                    <a:pt x="2056994" y="973349"/>
                  </a:lnTo>
                  <a:lnTo>
                    <a:pt x="2092459" y="987227"/>
                  </a:lnTo>
                  <a:lnTo>
                    <a:pt x="2127925" y="1000919"/>
                  </a:lnTo>
                  <a:lnTo>
                    <a:pt x="2163390" y="1014424"/>
                  </a:lnTo>
                  <a:lnTo>
                    <a:pt x="2198855" y="1027740"/>
                  </a:lnTo>
                  <a:lnTo>
                    <a:pt x="2234321" y="1040866"/>
                  </a:lnTo>
                  <a:lnTo>
                    <a:pt x="2269786" y="1053801"/>
                  </a:lnTo>
                  <a:lnTo>
                    <a:pt x="2305252" y="1066544"/>
                  </a:lnTo>
                  <a:lnTo>
                    <a:pt x="2340717" y="1079094"/>
                  </a:lnTo>
                  <a:lnTo>
                    <a:pt x="2376182" y="1091451"/>
                  </a:lnTo>
                  <a:lnTo>
                    <a:pt x="2411648" y="1103615"/>
                  </a:lnTo>
                  <a:lnTo>
                    <a:pt x="2447113" y="1115584"/>
                  </a:lnTo>
                  <a:lnTo>
                    <a:pt x="2482579" y="1127360"/>
                  </a:lnTo>
                  <a:lnTo>
                    <a:pt x="2518044" y="1138942"/>
                  </a:lnTo>
                  <a:lnTo>
                    <a:pt x="2553510" y="1150331"/>
                  </a:lnTo>
                  <a:lnTo>
                    <a:pt x="2588975" y="1161526"/>
                  </a:lnTo>
                  <a:lnTo>
                    <a:pt x="2624440" y="1172529"/>
                  </a:lnTo>
                  <a:lnTo>
                    <a:pt x="2659906" y="1183340"/>
                  </a:lnTo>
                  <a:lnTo>
                    <a:pt x="2695371" y="1193959"/>
                  </a:lnTo>
                  <a:lnTo>
                    <a:pt x="2730837" y="1204389"/>
                  </a:lnTo>
                  <a:lnTo>
                    <a:pt x="2766302" y="1214629"/>
                  </a:lnTo>
                  <a:lnTo>
                    <a:pt x="2801768" y="1224681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pl412"/>
            <p:cNvSpPr/>
            <p:nvPr/>
          </p:nvSpPr>
          <p:spPr>
            <a:xfrm>
              <a:off x="1623483" y="1996704"/>
              <a:ext cx="2326053" cy="1107291"/>
            </a:xfrm>
            <a:custGeom>
              <a:avLst/>
              <a:gdLst/>
              <a:ahLst/>
              <a:cxnLst/>
              <a:rect l="0" t="0" r="0" b="0"/>
              <a:pathLst>
                <a:path w="2326053" h="1107291">
                  <a:moveTo>
                    <a:pt x="0" y="0"/>
                  </a:moveTo>
                  <a:lnTo>
                    <a:pt x="29443" y="9794"/>
                  </a:lnTo>
                  <a:lnTo>
                    <a:pt x="58887" y="19739"/>
                  </a:lnTo>
                  <a:lnTo>
                    <a:pt x="88331" y="29835"/>
                  </a:lnTo>
                  <a:lnTo>
                    <a:pt x="117774" y="40083"/>
                  </a:lnTo>
                  <a:lnTo>
                    <a:pt x="147218" y="50483"/>
                  </a:lnTo>
                  <a:lnTo>
                    <a:pt x="176662" y="61035"/>
                  </a:lnTo>
                  <a:lnTo>
                    <a:pt x="206106" y="71738"/>
                  </a:lnTo>
                  <a:lnTo>
                    <a:pt x="235549" y="82593"/>
                  </a:lnTo>
                  <a:lnTo>
                    <a:pt x="264993" y="93599"/>
                  </a:lnTo>
                  <a:lnTo>
                    <a:pt x="294437" y="104756"/>
                  </a:lnTo>
                  <a:lnTo>
                    <a:pt x="323880" y="116065"/>
                  </a:lnTo>
                  <a:lnTo>
                    <a:pt x="353324" y="127523"/>
                  </a:lnTo>
                  <a:lnTo>
                    <a:pt x="382768" y="139131"/>
                  </a:lnTo>
                  <a:lnTo>
                    <a:pt x="412212" y="150887"/>
                  </a:lnTo>
                  <a:lnTo>
                    <a:pt x="441655" y="162792"/>
                  </a:lnTo>
                  <a:lnTo>
                    <a:pt x="471099" y="174844"/>
                  </a:lnTo>
                  <a:lnTo>
                    <a:pt x="500543" y="187041"/>
                  </a:lnTo>
                  <a:lnTo>
                    <a:pt x="529986" y="199383"/>
                  </a:lnTo>
                  <a:lnTo>
                    <a:pt x="559430" y="211869"/>
                  </a:lnTo>
                  <a:lnTo>
                    <a:pt x="588874" y="224496"/>
                  </a:lnTo>
                  <a:lnTo>
                    <a:pt x="618318" y="237264"/>
                  </a:lnTo>
                  <a:lnTo>
                    <a:pt x="647761" y="250170"/>
                  </a:lnTo>
                  <a:lnTo>
                    <a:pt x="677205" y="263213"/>
                  </a:lnTo>
                  <a:lnTo>
                    <a:pt x="706649" y="276391"/>
                  </a:lnTo>
                  <a:lnTo>
                    <a:pt x="736092" y="289702"/>
                  </a:lnTo>
                  <a:lnTo>
                    <a:pt x="765536" y="303144"/>
                  </a:lnTo>
                  <a:lnTo>
                    <a:pt x="794980" y="316714"/>
                  </a:lnTo>
                  <a:lnTo>
                    <a:pt x="824424" y="330409"/>
                  </a:lnTo>
                  <a:lnTo>
                    <a:pt x="853867" y="344228"/>
                  </a:lnTo>
                  <a:lnTo>
                    <a:pt x="883311" y="358168"/>
                  </a:lnTo>
                  <a:lnTo>
                    <a:pt x="912755" y="372225"/>
                  </a:lnTo>
                  <a:lnTo>
                    <a:pt x="942198" y="386397"/>
                  </a:lnTo>
                  <a:lnTo>
                    <a:pt x="971642" y="400681"/>
                  </a:lnTo>
                  <a:lnTo>
                    <a:pt x="1001086" y="415073"/>
                  </a:lnTo>
                  <a:lnTo>
                    <a:pt x="1030530" y="429571"/>
                  </a:lnTo>
                  <a:lnTo>
                    <a:pt x="1059973" y="444170"/>
                  </a:lnTo>
                  <a:lnTo>
                    <a:pt x="1089417" y="458868"/>
                  </a:lnTo>
                  <a:lnTo>
                    <a:pt x="1118861" y="473661"/>
                  </a:lnTo>
                  <a:lnTo>
                    <a:pt x="1148304" y="488544"/>
                  </a:lnTo>
                  <a:lnTo>
                    <a:pt x="1177748" y="503515"/>
                  </a:lnTo>
                  <a:lnTo>
                    <a:pt x="1207192" y="518569"/>
                  </a:lnTo>
                  <a:lnTo>
                    <a:pt x="1236636" y="533702"/>
                  </a:lnTo>
                  <a:lnTo>
                    <a:pt x="1266079" y="548910"/>
                  </a:lnTo>
                  <a:lnTo>
                    <a:pt x="1295523" y="564189"/>
                  </a:lnTo>
                  <a:lnTo>
                    <a:pt x="1324967" y="579535"/>
                  </a:lnTo>
                  <a:lnTo>
                    <a:pt x="1354411" y="594943"/>
                  </a:lnTo>
                  <a:lnTo>
                    <a:pt x="1383854" y="610408"/>
                  </a:lnTo>
                  <a:lnTo>
                    <a:pt x="1413298" y="625926"/>
                  </a:lnTo>
                  <a:lnTo>
                    <a:pt x="1442742" y="641493"/>
                  </a:lnTo>
                  <a:lnTo>
                    <a:pt x="1472185" y="657105"/>
                  </a:lnTo>
                  <a:lnTo>
                    <a:pt x="1501629" y="672755"/>
                  </a:lnTo>
                  <a:lnTo>
                    <a:pt x="1531073" y="688439"/>
                  </a:lnTo>
                  <a:lnTo>
                    <a:pt x="1560517" y="704154"/>
                  </a:lnTo>
                  <a:lnTo>
                    <a:pt x="1589960" y="719893"/>
                  </a:lnTo>
                  <a:lnTo>
                    <a:pt x="1619404" y="735652"/>
                  </a:lnTo>
                  <a:lnTo>
                    <a:pt x="1648848" y="751427"/>
                  </a:lnTo>
                  <a:lnTo>
                    <a:pt x="1678291" y="767211"/>
                  </a:lnTo>
                  <a:lnTo>
                    <a:pt x="1707735" y="783001"/>
                  </a:lnTo>
                  <a:lnTo>
                    <a:pt x="1737179" y="798791"/>
                  </a:lnTo>
                  <a:lnTo>
                    <a:pt x="1766623" y="814577"/>
                  </a:lnTo>
                  <a:lnTo>
                    <a:pt x="1796066" y="830353"/>
                  </a:lnTo>
                  <a:lnTo>
                    <a:pt x="1825510" y="846115"/>
                  </a:lnTo>
                  <a:lnTo>
                    <a:pt x="1854954" y="861858"/>
                  </a:lnTo>
                  <a:lnTo>
                    <a:pt x="1884397" y="877576"/>
                  </a:lnTo>
                  <a:lnTo>
                    <a:pt x="1913841" y="893266"/>
                  </a:lnTo>
                  <a:lnTo>
                    <a:pt x="1943285" y="908921"/>
                  </a:lnTo>
                  <a:lnTo>
                    <a:pt x="1972729" y="924539"/>
                  </a:lnTo>
                  <a:lnTo>
                    <a:pt x="2002172" y="940113"/>
                  </a:lnTo>
                  <a:lnTo>
                    <a:pt x="2031616" y="955639"/>
                  </a:lnTo>
                  <a:lnTo>
                    <a:pt x="2061060" y="971112"/>
                  </a:lnTo>
                  <a:lnTo>
                    <a:pt x="2090503" y="986529"/>
                  </a:lnTo>
                  <a:lnTo>
                    <a:pt x="2119947" y="1001884"/>
                  </a:lnTo>
                  <a:lnTo>
                    <a:pt x="2149391" y="1017174"/>
                  </a:lnTo>
                  <a:lnTo>
                    <a:pt x="2178835" y="1032393"/>
                  </a:lnTo>
                  <a:lnTo>
                    <a:pt x="2208278" y="1047538"/>
                  </a:lnTo>
                  <a:lnTo>
                    <a:pt x="2237722" y="1062604"/>
                  </a:lnTo>
                  <a:lnTo>
                    <a:pt x="2267166" y="1077587"/>
                  </a:lnTo>
                  <a:lnTo>
                    <a:pt x="2296609" y="1092484"/>
                  </a:lnTo>
                  <a:lnTo>
                    <a:pt x="2326053" y="110729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3" name="pl413"/>
            <p:cNvSpPr/>
            <p:nvPr/>
          </p:nvSpPr>
          <p:spPr>
            <a:xfrm>
              <a:off x="1824179" y="2258989"/>
              <a:ext cx="2979060" cy="1103826"/>
            </a:xfrm>
            <a:custGeom>
              <a:avLst/>
              <a:gdLst/>
              <a:ahLst/>
              <a:cxnLst/>
              <a:rect l="0" t="0" r="0" b="0"/>
              <a:pathLst>
                <a:path w="2979060" h="1103826">
                  <a:moveTo>
                    <a:pt x="0" y="0"/>
                  </a:moveTo>
                  <a:lnTo>
                    <a:pt x="37709" y="12496"/>
                  </a:lnTo>
                  <a:lnTo>
                    <a:pt x="75419" y="25113"/>
                  </a:lnTo>
                  <a:lnTo>
                    <a:pt x="113128" y="37848"/>
                  </a:lnTo>
                  <a:lnTo>
                    <a:pt x="150838" y="50698"/>
                  </a:lnTo>
                  <a:lnTo>
                    <a:pt x="188548" y="63663"/>
                  </a:lnTo>
                  <a:lnTo>
                    <a:pt x="226257" y="76740"/>
                  </a:lnTo>
                  <a:lnTo>
                    <a:pt x="263967" y="89926"/>
                  </a:lnTo>
                  <a:lnTo>
                    <a:pt x="301676" y="103219"/>
                  </a:lnTo>
                  <a:lnTo>
                    <a:pt x="339386" y="116618"/>
                  </a:lnTo>
                  <a:lnTo>
                    <a:pt x="377096" y="130118"/>
                  </a:lnTo>
                  <a:lnTo>
                    <a:pt x="414805" y="143718"/>
                  </a:lnTo>
                  <a:lnTo>
                    <a:pt x="452515" y="157414"/>
                  </a:lnTo>
                  <a:lnTo>
                    <a:pt x="490225" y="171205"/>
                  </a:lnTo>
                  <a:lnTo>
                    <a:pt x="527934" y="185086"/>
                  </a:lnTo>
                  <a:lnTo>
                    <a:pt x="565644" y="199055"/>
                  </a:lnTo>
                  <a:lnTo>
                    <a:pt x="603353" y="213110"/>
                  </a:lnTo>
                  <a:lnTo>
                    <a:pt x="641063" y="227245"/>
                  </a:lnTo>
                  <a:lnTo>
                    <a:pt x="678773" y="241459"/>
                  </a:lnTo>
                  <a:lnTo>
                    <a:pt x="716482" y="255748"/>
                  </a:lnTo>
                  <a:lnTo>
                    <a:pt x="754192" y="270109"/>
                  </a:lnTo>
                  <a:lnTo>
                    <a:pt x="791902" y="284537"/>
                  </a:lnTo>
                  <a:lnTo>
                    <a:pt x="829611" y="299030"/>
                  </a:lnTo>
                  <a:lnTo>
                    <a:pt x="867321" y="313583"/>
                  </a:lnTo>
                  <a:lnTo>
                    <a:pt x="905030" y="328193"/>
                  </a:lnTo>
                  <a:lnTo>
                    <a:pt x="942740" y="342856"/>
                  </a:lnTo>
                  <a:lnTo>
                    <a:pt x="980450" y="357569"/>
                  </a:lnTo>
                  <a:lnTo>
                    <a:pt x="1018159" y="372327"/>
                  </a:lnTo>
                  <a:lnTo>
                    <a:pt x="1055869" y="387127"/>
                  </a:lnTo>
                  <a:lnTo>
                    <a:pt x="1093579" y="401964"/>
                  </a:lnTo>
                  <a:lnTo>
                    <a:pt x="1131288" y="416834"/>
                  </a:lnTo>
                  <a:lnTo>
                    <a:pt x="1168998" y="431734"/>
                  </a:lnTo>
                  <a:lnTo>
                    <a:pt x="1206707" y="446659"/>
                  </a:lnTo>
                  <a:lnTo>
                    <a:pt x="1244417" y="461605"/>
                  </a:lnTo>
                  <a:lnTo>
                    <a:pt x="1282127" y="476567"/>
                  </a:lnTo>
                  <a:lnTo>
                    <a:pt x="1319836" y="491543"/>
                  </a:lnTo>
                  <a:lnTo>
                    <a:pt x="1357546" y="506527"/>
                  </a:lnTo>
                  <a:lnTo>
                    <a:pt x="1395256" y="521516"/>
                  </a:lnTo>
                  <a:lnTo>
                    <a:pt x="1432965" y="536504"/>
                  </a:lnTo>
                  <a:lnTo>
                    <a:pt x="1470675" y="551488"/>
                  </a:lnTo>
                  <a:lnTo>
                    <a:pt x="1508384" y="566465"/>
                  </a:lnTo>
                  <a:lnTo>
                    <a:pt x="1546094" y="581428"/>
                  </a:lnTo>
                  <a:lnTo>
                    <a:pt x="1583804" y="596375"/>
                  </a:lnTo>
                  <a:lnTo>
                    <a:pt x="1621513" y="611301"/>
                  </a:lnTo>
                  <a:lnTo>
                    <a:pt x="1659223" y="626202"/>
                  </a:lnTo>
                  <a:lnTo>
                    <a:pt x="1696933" y="641074"/>
                  </a:lnTo>
                  <a:lnTo>
                    <a:pt x="1734642" y="655913"/>
                  </a:lnTo>
                  <a:lnTo>
                    <a:pt x="1772352" y="670715"/>
                  </a:lnTo>
                  <a:lnTo>
                    <a:pt x="1810061" y="685475"/>
                  </a:lnTo>
                  <a:lnTo>
                    <a:pt x="1847771" y="700190"/>
                  </a:lnTo>
                  <a:lnTo>
                    <a:pt x="1885481" y="714856"/>
                  </a:lnTo>
                  <a:lnTo>
                    <a:pt x="1923190" y="729470"/>
                  </a:lnTo>
                  <a:lnTo>
                    <a:pt x="1960900" y="744026"/>
                  </a:lnTo>
                  <a:lnTo>
                    <a:pt x="1998610" y="758522"/>
                  </a:lnTo>
                  <a:lnTo>
                    <a:pt x="2036319" y="772954"/>
                  </a:lnTo>
                  <a:lnTo>
                    <a:pt x="2074029" y="787318"/>
                  </a:lnTo>
                  <a:lnTo>
                    <a:pt x="2111738" y="801610"/>
                  </a:lnTo>
                  <a:lnTo>
                    <a:pt x="2149448" y="815828"/>
                  </a:lnTo>
                  <a:lnTo>
                    <a:pt x="2187158" y="829968"/>
                  </a:lnTo>
                  <a:lnTo>
                    <a:pt x="2224867" y="844027"/>
                  </a:lnTo>
                  <a:lnTo>
                    <a:pt x="2262577" y="858001"/>
                  </a:lnTo>
                  <a:lnTo>
                    <a:pt x="2300287" y="871887"/>
                  </a:lnTo>
                  <a:lnTo>
                    <a:pt x="2337996" y="885682"/>
                  </a:lnTo>
                  <a:lnTo>
                    <a:pt x="2375706" y="899384"/>
                  </a:lnTo>
                  <a:lnTo>
                    <a:pt x="2413415" y="912989"/>
                  </a:lnTo>
                  <a:lnTo>
                    <a:pt x="2451125" y="926494"/>
                  </a:lnTo>
                  <a:lnTo>
                    <a:pt x="2488835" y="939898"/>
                  </a:lnTo>
                  <a:lnTo>
                    <a:pt x="2526544" y="953197"/>
                  </a:lnTo>
                  <a:lnTo>
                    <a:pt x="2564254" y="966389"/>
                  </a:lnTo>
                  <a:lnTo>
                    <a:pt x="2601963" y="979471"/>
                  </a:lnTo>
                  <a:lnTo>
                    <a:pt x="2639673" y="992442"/>
                  </a:lnTo>
                  <a:lnTo>
                    <a:pt x="2677383" y="1005299"/>
                  </a:lnTo>
                  <a:lnTo>
                    <a:pt x="2715092" y="1018040"/>
                  </a:lnTo>
                  <a:lnTo>
                    <a:pt x="2752802" y="1030663"/>
                  </a:lnTo>
                  <a:lnTo>
                    <a:pt x="2790512" y="1043166"/>
                  </a:lnTo>
                  <a:lnTo>
                    <a:pt x="2828221" y="1055547"/>
                  </a:lnTo>
                  <a:lnTo>
                    <a:pt x="2865931" y="1067806"/>
                  </a:lnTo>
                  <a:lnTo>
                    <a:pt x="2903640" y="1079939"/>
                  </a:lnTo>
                  <a:lnTo>
                    <a:pt x="2941350" y="1091946"/>
                  </a:lnTo>
                  <a:lnTo>
                    <a:pt x="2979060" y="1103826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4" name="pl414"/>
            <p:cNvSpPr/>
            <p:nvPr/>
          </p:nvSpPr>
          <p:spPr>
            <a:xfrm>
              <a:off x="1880088" y="2103205"/>
              <a:ext cx="3642671" cy="1603103"/>
            </a:xfrm>
            <a:custGeom>
              <a:avLst/>
              <a:gdLst/>
              <a:ahLst/>
              <a:cxnLst/>
              <a:rect l="0" t="0" r="0" b="0"/>
              <a:pathLst>
                <a:path w="3642671" h="1603103">
                  <a:moveTo>
                    <a:pt x="0" y="0"/>
                  </a:moveTo>
                  <a:lnTo>
                    <a:pt x="46109" y="17649"/>
                  </a:lnTo>
                  <a:lnTo>
                    <a:pt x="92219" y="35660"/>
                  </a:lnTo>
                  <a:lnTo>
                    <a:pt x="138329" y="54028"/>
                  </a:lnTo>
                  <a:lnTo>
                    <a:pt x="184439" y="72751"/>
                  </a:lnTo>
                  <a:lnTo>
                    <a:pt x="230548" y="91824"/>
                  </a:lnTo>
                  <a:lnTo>
                    <a:pt x="276658" y="111242"/>
                  </a:lnTo>
                  <a:lnTo>
                    <a:pt x="322768" y="131001"/>
                  </a:lnTo>
                  <a:lnTo>
                    <a:pt x="368878" y="151093"/>
                  </a:lnTo>
                  <a:lnTo>
                    <a:pt x="414987" y="171512"/>
                  </a:lnTo>
                  <a:lnTo>
                    <a:pt x="461097" y="192250"/>
                  </a:lnTo>
                  <a:lnTo>
                    <a:pt x="507207" y="213299"/>
                  </a:lnTo>
                  <a:lnTo>
                    <a:pt x="553317" y="234650"/>
                  </a:lnTo>
                  <a:lnTo>
                    <a:pt x="599426" y="256293"/>
                  </a:lnTo>
                  <a:lnTo>
                    <a:pt x="645536" y="278217"/>
                  </a:lnTo>
                  <a:lnTo>
                    <a:pt x="691646" y="300411"/>
                  </a:lnTo>
                  <a:lnTo>
                    <a:pt x="737756" y="322863"/>
                  </a:lnTo>
                  <a:lnTo>
                    <a:pt x="783866" y="345560"/>
                  </a:lnTo>
                  <a:lnTo>
                    <a:pt x="829975" y="368490"/>
                  </a:lnTo>
                  <a:lnTo>
                    <a:pt x="876085" y="391638"/>
                  </a:lnTo>
                  <a:lnTo>
                    <a:pt x="922195" y="414989"/>
                  </a:lnTo>
                  <a:lnTo>
                    <a:pt x="968305" y="438530"/>
                  </a:lnTo>
                  <a:lnTo>
                    <a:pt x="1014414" y="462244"/>
                  </a:lnTo>
                  <a:lnTo>
                    <a:pt x="1060524" y="486114"/>
                  </a:lnTo>
                  <a:lnTo>
                    <a:pt x="1106634" y="510125"/>
                  </a:lnTo>
                  <a:lnTo>
                    <a:pt x="1152744" y="534260"/>
                  </a:lnTo>
                  <a:lnTo>
                    <a:pt x="1198853" y="558501"/>
                  </a:lnTo>
                  <a:lnTo>
                    <a:pt x="1244963" y="582831"/>
                  </a:lnTo>
                  <a:lnTo>
                    <a:pt x="1291073" y="607232"/>
                  </a:lnTo>
                  <a:lnTo>
                    <a:pt x="1337183" y="631685"/>
                  </a:lnTo>
                  <a:lnTo>
                    <a:pt x="1383292" y="656173"/>
                  </a:lnTo>
                  <a:lnTo>
                    <a:pt x="1429402" y="680677"/>
                  </a:lnTo>
                  <a:lnTo>
                    <a:pt x="1475512" y="705179"/>
                  </a:lnTo>
                  <a:lnTo>
                    <a:pt x="1521622" y="729660"/>
                  </a:lnTo>
                  <a:lnTo>
                    <a:pt x="1567732" y="754103"/>
                  </a:lnTo>
                  <a:lnTo>
                    <a:pt x="1613841" y="778488"/>
                  </a:lnTo>
                  <a:lnTo>
                    <a:pt x="1659951" y="802798"/>
                  </a:lnTo>
                  <a:lnTo>
                    <a:pt x="1706061" y="827014"/>
                  </a:lnTo>
                  <a:lnTo>
                    <a:pt x="1752171" y="851121"/>
                  </a:lnTo>
                  <a:lnTo>
                    <a:pt x="1798280" y="875099"/>
                  </a:lnTo>
                  <a:lnTo>
                    <a:pt x="1844390" y="898933"/>
                  </a:lnTo>
                  <a:lnTo>
                    <a:pt x="1890500" y="922606"/>
                  </a:lnTo>
                  <a:lnTo>
                    <a:pt x="1936610" y="946102"/>
                  </a:lnTo>
                  <a:lnTo>
                    <a:pt x="1982719" y="969406"/>
                  </a:lnTo>
                  <a:lnTo>
                    <a:pt x="2028829" y="992502"/>
                  </a:lnTo>
                  <a:lnTo>
                    <a:pt x="2074939" y="1015376"/>
                  </a:lnTo>
                  <a:lnTo>
                    <a:pt x="2121049" y="1038015"/>
                  </a:lnTo>
                  <a:lnTo>
                    <a:pt x="2167158" y="1060405"/>
                  </a:lnTo>
                  <a:lnTo>
                    <a:pt x="2213268" y="1082535"/>
                  </a:lnTo>
                  <a:lnTo>
                    <a:pt x="2259378" y="1104391"/>
                  </a:lnTo>
                  <a:lnTo>
                    <a:pt x="2305488" y="1125964"/>
                  </a:lnTo>
                  <a:lnTo>
                    <a:pt x="2351598" y="1147242"/>
                  </a:lnTo>
                  <a:lnTo>
                    <a:pt x="2397707" y="1168216"/>
                  </a:lnTo>
                  <a:lnTo>
                    <a:pt x="2443817" y="1188877"/>
                  </a:lnTo>
                  <a:lnTo>
                    <a:pt x="2489927" y="1209218"/>
                  </a:lnTo>
                  <a:lnTo>
                    <a:pt x="2536037" y="1229229"/>
                  </a:lnTo>
                  <a:lnTo>
                    <a:pt x="2582146" y="1248906"/>
                  </a:lnTo>
                  <a:lnTo>
                    <a:pt x="2628256" y="1268240"/>
                  </a:lnTo>
                  <a:lnTo>
                    <a:pt x="2674366" y="1287229"/>
                  </a:lnTo>
                  <a:lnTo>
                    <a:pt x="2720476" y="1305865"/>
                  </a:lnTo>
                  <a:lnTo>
                    <a:pt x="2766585" y="1324147"/>
                  </a:lnTo>
                  <a:lnTo>
                    <a:pt x="2812695" y="1342070"/>
                  </a:lnTo>
                  <a:lnTo>
                    <a:pt x="2858805" y="1359631"/>
                  </a:lnTo>
                  <a:lnTo>
                    <a:pt x="2904915" y="1376830"/>
                  </a:lnTo>
                  <a:lnTo>
                    <a:pt x="2951024" y="1393664"/>
                  </a:lnTo>
                  <a:lnTo>
                    <a:pt x="2997134" y="1410132"/>
                  </a:lnTo>
                  <a:lnTo>
                    <a:pt x="3043244" y="1426235"/>
                  </a:lnTo>
                  <a:lnTo>
                    <a:pt x="3089354" y="1441973"/>
                  </a:lnTo>
                  <a:lnTo>
                    <a:pt x="3135464" y="1457347"/>
                  </a:lnTo>
                  <a:lnTo>
                    <a:pt x="3181573" y="1472358"/>
                  </a:lnTo>
                  <a:lnTo>
                    <a:pt x="3227683" y="1487007"/>
                  </a:lnTo>
                  <a:lnTo>
                    <a:pt x="3273793" y="1501298"/>
                  </a:lnTo>
                  <a:lnTo>
                    <a:pt x="3319903" y="1515233"/>
                  </a:lnTo>
                  <a:lnTo>
                    <a:pt x="3366012" y="1528814"/>
                  </a:lnTo>
                  <a:lnTo>
                    <a:pt x="3412122" y="1542046"/>
                  </a:lnTo>
                  <a:lnTo>
                    <a:pt x="3458232" y="1554932"/>
                  </a:lnTo>
                  <a:lnTo>
                    <a:pt x="3504342" y="1567476"/>
                  </a:lnTo>
                  <a:lnTo>
                    <a:pt x="3550451" y="1579683"/>
                  </a:lnTo>
                  <a:lnTo>
                    <a:pt x="3596561" y="1591557"/>
                  </a:lnTo>
                  <a:lnTo>
                    <a:pt x="3642671" y="160310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468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26860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06914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6968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67022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547076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pg430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34" name="pt434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pl435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6" name="pt436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7" name="pl437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8" name="pt438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9" name="pl439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0" name="pt440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1" name="pl441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2" name="pt442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3" name="pl443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4" name="pt444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5" name="pl445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6" name="pt446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7" name="pl447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8" name="pt448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9" name="pl449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l404"/>
            <p:cNvSpPr/>
            <p:nvPr/>
          </p:nvSpPr>
          <p:spPr>
            <a:xfrm>
              <a:off x="1828441" y="1516266"/>
              <a:ext cx="2672513" cy="2520726"/>
            </a:xfrm>
            <a:custGeom>
              <a:avLst/>
              <a:gdLst/>
              <a:ahLst/>
              <a:cxnLst/>
              <a:rect l="0" t="0" r="0" b="0"/>
              <a:pathLst>
                <a:path w="2672513" h="2520726">
                  <a:moveTo>
                    <a:pt x="0" y="0"/>
                  </a:moveTo>
                  <a:lnTo>
                    <a:pt x="33829" y="0"/>
                  </a:lnTo>
                  <a:lnTo>
                    <a:pt x="67658" y="0"/>
                  </a:lnTo>
                  <a:lnTo>
                    <a:pt x="101487" y="0"/>
                  </a:lnTo>
                  <a:lnTo>
                    <a:pt x="135317" y="0"/>
                  </a:lnTo>
                  <a:lnTo>
                    <a:pt x="169146" y="0"/>
                  </a:lnTo>
                  <a:lnTo>
                    <a:pt x="202975" y="0"/>
                  </a:lnTo>
                  <a:lnTo>
                    <a:pt x="236805" y="0"/>
                  </a:lnTo>
                  <a:lnTo>
                    <a:pt x="270634" y="0"/>
                  </a:lnTo>
                  <a:lnTo>
                    <a:pt x="304463" y="0"/>
                  </a:lnTo>
                  <a:lnTo>
                    <a:pt x="338292" y="0"/>
                  </a:lnTo>
                  <a:lnTo>
                    <a:pt x="372122" y="0"/>
                  </a:lnTo>
                  <a:lnTo>
                    <a:pt x="405951" y="0"/>
                  </a:lnTo>
                  <a:lnTo>
                    <a:pt x="439780" y="0"/>
                  </a:lnTo>
                  <a:lnTo>
                    <a:pt x="473610" y="0"/>
                  </a:lnTo>
                  <a:lnTo>
                    <a:pt x="507439" y="0"/>
                  </a:lnTo>
                  <a:lnTo>
                    <a:pt x="541268" y="0"/>
                  </a:lnTo>
                  <a:lnTo>
                    <a:pt x="575097" y="0"/>
                  </a:lnTo>
                  <a:lnTo>
                    <a:pt x="608927" y="0"/>
                  </a:lnTo>
                  <a:lnTo>
                    <a:pt x="642756" y="0"/>
                  </a:lnTo>
                  <a:lnTo>
                    <a:pt x="676585" y="0"/>
                  </a:lnTo>
                  <a:lnTo>
                    <a:pt x="710415" y="0"/>
                  </a:lnTo>
                  <a:lnTo>
                    <a:pt x="744244" y="0"/>
                  </a:lnTo>
                  <a:lnTo>
                    <a:pt x="778073" y="0"/>
                  </a:lnTo>
                  <a:lnTo>
                    <a:pt x="811902" y="0"/>
                  </a:lnTo>
                  <a:lnTo>
                    <a:pt x="845732" y="0"/>
                  </a:lnTo>
                  <a:lnTo>
                    <a:pt x="879561" y="0"/>
                  </a:lnTo>
                  <a:lnTo>
                    <a:pt x="913390" y="0"/>
                  </a:lnTo>
                  <a:lnTo>
                    <a:pt x="947220" y="0"/>
                  </a:lnTo>
                  <a:lnTo>
                    <a:pt x="981049" y="0"/>
                  </a:lnTo>
                  <a:lnTo>
                    <a:pt x="1014878" y="1"/>
                  </a:lnTo>
                  <a:lnTo>
                    <a:pt x="1048707" y="2"/>
                  </a:lnTo>
                  <a:lnTo>
                    <a:pt x="1082537" y="3"/>
                  </a:lnTo>
                  <a:lnTo>
                    <a:pt x="1116366" y="4"/>
                  </a:lnTo>
                  <a:lnTo>
                    <a:pt x="1150195" y="7"/>
                  </a:lnTo>
                  <a:lnTo>
                    <a:pt x="1184025" y="11"/>
                  </a:lnTo>
                  <a:lnTo>
                    <a:pt x="1217854" y="17"/>
                  </a:lnTo>
                  <a:lnTo>
                    <a:pt x="1251683" y="25"/>
                  </a:lnTo>
                  <a:lnTo>
                    <a:pt x="1285512" y="38"/>
                  </a:lnTo>
                  <a:lnTo>
                    <a:pt x="1319342" y="58"/>
                  </a:lnTo>
                  <a:lnTo>
                    <a:pt x="1353171" y="87"/>
                  </a:lnTo>
                  <a:lnTo>
                    <a:pt x="1387000" y="131"/>
                  </a:lnTo>
                  <a:lnTo>
                    <a:pt x="1420830" y="198"/>
                  </a:lnTo>
                  <a:lnTo>
                    <a:pt x="1454659" y="298"/>
                  </a:lnTo>
                  <a:lnTo>
                    <a:pt x="1488488" y="449"/>
                  </a:lnTo>
                  <a:lnTo>
                    <a:pt x="1522317" y="676"/>
                  </a:lnTo>
                  <a:lnTo>
                    <a:pt x="1556147" y="1018"/>
                  </a:lnTo>
                  <a:lnTo>
                    <a:pt x="1589976" y="1533"/>
                  </a:lnTo>
                  <a:lnTo>
                    <a:pt x="1623805" y="2308"/>
                  </a:lnTo>
                  <a:lnTo>
                    <a:pt x="1657635" y="3474"/>
                  </a:lnTo>
                  <a:lnTo>
                    <a:pt x="1691464" y="5227"/>
                  </a:lnTo>
                  <a:lnTo>
                    <a:pt x="1725293" y="7862"/>
                  </a:lnTo>
                  <a:lnTo>
                    <a:pt x="1759122" y="11818"/>
                  </a:lnTo>
                  <a:lnTo>
                    <a:pt x="1792952" y="17752"/>
                  </a:lnTo>
                  <a:lnTo>
                    <a:pt x="1826781" y="26634"/>
                  </a:lnTo>
                  <a:lnTo>
                    <a:pt x="1860610" y="39889"/>
                  </a:lnTo>
                  <a:lnTo>
                    <a:pt x="1894440" y="59583"/>
                  </a:lnTo>
                  <a:lnTo>
                    <a:pt x="1928269" y="88655"/>
                  </a:lnTo>
                  <a:lnTo>
                    <a:pt x="1962098" y="131157"/>
                  </a:lnTo>
                  <a:lnTo>
                    <a:pt x="1995927" y="192428"/>
                  </a:lnTo>
                  <a:lnTo>
                    <a:pt x="2029757" y="278993"/>
                  </a:lnTo>
                  <a:lnTo>
                    <a:pt x="2063586" y="397870"/>
                  </a:lnTo>
                  <a:lnTo>
                    <a:pt x="2097415" y="554908"/>
                  </a:lnTo>
                  <a:lnTo>
                    <a:pt x="2131245" y="752058"/>
                  </a:lnTo>
                  <a:lnTo>
                    <a:pt x="2165074" y="984331"/>
                  </a:lnTo>
                  <a:lnTo>
                    <a:pt x="2198903" y="1238355"/>
                  </a:lnTo>
                  <a:lnTo>
                    <a:pt x="2232732" y="1494519"/>
                  </a:lnTo>
                  <a:lnTo>
                    <a:pt x="2266562" y="1732554"/>
                  </a:lnTo>
                  <a:lnTo>
                    <a:pt x="2300391" y="1937512"/>
                  </a:lnTo>
                  <a:lnTo>
                    <a:pt x="2334220" y="2102725"/>
                  </a:lnTo>
                  <a:lnTo>
                    <a:pt x="2368050" y="2228961"/>
                  </a:lnTo>
                  <a:lnTo>
                    <a:pt x="2401879" y="2321528"/>
                  </a:lnTo>
                  <a:lnTo>
                    <a:pt x="2435708" y="2387378"/>
                  </a:lnTo>
                  <a:lnTo>
                    <a:pt x="2469537" y="2433219"/>
                  </a:lnTo>
                  <a:lnTo>
                    <a:pt x="2503367" y="2464650"/>
                  </a:lnTo>
                  <a:lnTo>
                    <a:pt x="2537196" y="2485979"/>
                  </a:lnTo>
                  <a:lnTo>
                    <a:pt x="2571025" y="2500350"/>
                  </a:lnTo>
                  <a:lnTo>
                    <a:pt x="2604855" y="2509987"/>
                  </a:lnTo>
                  <a:lnTo>
                    <a:pt x="2638684" y="2516429"/>
                  </a:lnTo>
                  <a:lnTo>
                    <a:pt x="2672513" y="2520726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2015988" y="2306264"/>
              <a:ext cx="3000619" cy="1692853"/>
            </a:xfrm>
            <a:custGeom>
              <a:avLst/>
              <a:gdLst/>
              <a:ahLst/>
              <a:cxnLst/>
              <a:rect l="0" t="0" r="0" b="0"/>
              <a:pathLst>
                <a:path w="3000619" h="1692853">
                  <a:moveTo>
                    <a:pt x="0" y="0"/>
                  </a:moveTo>
                  <a:lnTo>
                    <a:pt x="37982" y="33157"/>
                  </a:lnTo>
                  <a:lnTo>
                    <a:pt x="75965" y="67021"/>
                  </a:lnTo>
                  <a:lnTo>
                    <a:pt x="113947" y="101550"/>
                  </a:lnTo>
                  <a:lnTo>
                    <a:pt x="151930" y="136699"/>
                  </a:lnTo>
                  <a:lnTo>
                    <a:pt x="189912" y="172420"/>
                  </a:lnTo>
                  <a:lnTo>
                    <a:pt x="227895" y="208659"/>
                  </a:lnTo>
                  <a:lnTo>
                    <a:pt x="265877" y="245361"/>
                  </a:lnTo>
                  <a:lnTo>
                    <a:pt x="303860" y="282468"/>
                  </a:lnTo>
                  <a:lnTo>
                    <a:pt x="341842" y="319915"/>
                  </a:lnTo>
                  <a:lnTo>
                    <a:pt x="379825" y="357641"/>
                  </a:lnTo>
                  <a:lnTo>
                    <a:pt x="417807" y="395577"/>
                  </a:lnTo>
                  <a:lnTo>
                    <a:pt x="455790" y="433657"/>
                  </a:lnTo>
                  <a:lnTo>
                    <a:pt x="493772" y="471812"/>
                  </a:lnTo>
                  <a:lnTo>
                    <a:pt x="531755" y="509971"/>
                  </a:lnTo>
                  <a:lnTo>
                    <a:pt x="569737" y="548067"/>
                  </a:lnTo>
                  <a:lnTo>
                    <a:pt x="607720" y="586029"/>
                  </a:lnTo>
                  <a:lnTo>
                    <a:pt x="645703" y="623790"/>
                  </a:lnTo>
                  <a:lnTo>
                    <a:pt x="683685" y="661283"/>
                  </a:lnTo>
                  <a:lnTo>
                    <a:pt x="721668" y="698443"/>
                  </a:lnTo>
                  <a:lnTo>
                    <a:pt x="759650" y="735209"/>
                  </a:lnTo>
                  <a:lnTo>
                    <a:pt x="797633" y="771520"/>
                  </a:lnTo>
                  <a:lnTo>
                    <a:pt x="835615" y="807321"/>
                  </a:lnTo>
                  <a:lnTo>
                    <a:pt x="873598" y="842558"/>
                  </a:lnTo>
                  <a:lnTo>
                    <a:pt x="911580" y="877182"/>
                  </a:lnTo>
                  <a:lnTo>
                    <a:pt x="949563" y="911147"/>
                  </a:lnTo>
                  <a:lnTo>
                    <a:pt x="987545" y="944411"/>
                  </a:lnTo>
                  <a:lnTo>
                    <a:pt x="1025528" y="976938"/>
                  </a:lnTo>
                  <a:lnTo>
                    <a:pt x="1063510" y="1008695"/>
                  </a:lnTo>
                  <a:lnTo>
                    <a:pt x="1101493" y="1039653"/>
                  </a:lnTo>
                  <a:lnTo>
                    <a:pt x="1139475" y="1069787"/>
                  </a:lnTo>
                  <a:lnTo>
                    <a:pt x="1177458" y="1099078"/>
                  </a:lnTo>
                  <a:lnTo>
                    <a:pt x="1215440" y="1127508"/>
                  </a:lnTo>
                  <a:lnTo>
                    <a:pt x="1253423" y="1155067"/>
                  </a:lnTo>
                  <a:lnTo>
                    <a:pt x="1291406" y="1181744"/>
                  </a:lnTo>
                  <a:lnTo>
                    <a:pt x="1329388" y="1207537"/>
                  </a:lnTo>
                  <a:lnTo>
                    <a:pt x="1367371" y="1232443"/>
                  </a:lnTo>
                  <a:lnTo>
                    <a:pt x="1405353" y="1256465"/>
                  </a:lnTo>
                  <a:lnTo>
                    <a:pt x="1443336" y="1279606"/>
                  </a:lnTo>
                  <a:lnTo>
                    <a:pt x="1481318" y="1301876"/>
                  </a:lnTo>
                  <a:lnTo>
                    <a:pt x="1519301" y="1323283"/>
                  </a:lnTo>
                  <a:lnTo>
                    <a:pt x="1557283" y="1343841"/>
                  </a:lnTo>
                  <a:lnTo>
                    <a:pt x="1595266" y="1363564"/>
                  </a:lnTo>
                  <a:lnTo>
                    <a:pt x="1633248" y="1382467"/>
                  </a:lnTo>
                  <a:lnTo>
                    <a:pt x="1671231" y="1400569"/>
                  </a:lnTo>
                  <a:lnTo>
                    <a:pt x="1709213" y="1417888"/>
                  </a:lnTo>
                  <a:lnTo>
                    <a:pt x="1747196" y="1434445"/>
                  </a:lnTo>
                  <a:lnTo>
                    <a:pt x="1785178" y="1450261"/>
                  </a:lnTo>
                  <a:lnTo>
                    <a:pt x="1823161" y="1465357"/>
                  </a:lnTo>
                  <a:lnTo>
                    <a:pt x="1861143" y="1479755"/>
                  </a:lnTo>
                  <a:lnTo>
                    <a:pt x="1899126" y="1493480"/>
                  </a:lnTo>
                  <a:lnTo>
                    <a:pt x="1937109" y="1506553"/>
                  </a:lnTo>
                  <a:lnTo>
                    <a:pt x="1975091" y="1518998"/>
                  </a:lnTo>
                  <a:lnTo>
                    <a:pt x="2013074" y="1530837"/>
                  </a:lnTo>
                  <a:lnTo>
                    <a:pt x="2051056" y="1542095"/>
                  </a:lnTo>
                  <a:lnTo>
                    <a:pt x="2089039" y="1552793"/>
                  </a:lnTo>
                  <a:lnTo>
                    <a:pt x="2127021" y="1562955"/>
                  </a:lnTo>
                  <a:lnTo>
                    <a:pt x="2165004" y="1572603"/>
                  </a:lnTo>
                  <a:lnTo>
                    <a:pt x="2202986" y="1581758"/>
                  </a:lnTo>
                  <a:lnTo>
                    <a:pt x="2240969" y="1590441"/>
                  </a:lnTo>
                  <a:lnTo>
                    <a:pt x="2278951" y="1598675"/>
                  </a:lnTo>
                  <a:lnTo>
                    <a:pt x="2316934" y="1606478"/>
                  </a:lnTo>
                  <a:lnTo>
                    <a:pt x="2354916" y="1613871"/>
                  </a:lnTo>
                  <a:lnTo>
                    <a:pt x="2392899" y="1620873"/>
                  </a:lnTo>
                  <a:lnTo>
                    <a:pt x="2430881" y="1627501"/>
                  </a:lnTo>
                  <a:lnTo>
                    <a:pt x="2468864" y="1633775"/>
                  </a:lnTo>
                  <a:lnTo>
                    <a:pt x="2506846" y="1639712"/>
                  </a:lnTo>
                  <a:lnTo>
                    <a:pt x="2544829" y="1645327"/>
                  </a:lnTo>
                  <a:lnTo>
                    <a:pt x="2582812" y="1650637"/>
                  </a:lnTo>
                  <a:lnTo>
                    <a:pt x="2620794" y="1655657"/>
                  </a:lnTo>
                  <a:lnTo>
                    <a:pt x="2658777" y="1660402"/>
                  </a:lnTo>
                  <a:lnTo>
                    <a:pt x="2696759" y="1664886"/>
                  </a:lnTo>
                  <a:lnTo>
                    <a:pt x="2734742" y="1669123"/>
                  </a:lnTo>
                  <a:lnTo>
                    <a:pt x="2772724" y="1673124"/>
                  </a:lnTo>
                  <a:lnTo>
                    <a:pt x="2810707" y="1676903"/>
                  </a:lnTo>
                  <a:lnTo>
                    <a:pt x="2848689" y="1680471"/>
                  </a:lnTo>
                  <a:lnTo>
                    <a:pt x="2886672" y="1683840"/>
                  </a:lnTo>
                  <a:lnTo>
                    <a:pt x="2924654" y="1687020"/>
                  </a:lnTo>
                  <a:lnTo>
                    <a:pt x="2962637" y="1690021"/>
                  </a:lnTo>
                  <a:lnTo>
                    <a:pt x="3000619" y="1692853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2098346" y="2213963"/>
              <a:ext cx="1695171" cy="844292"/>
            </a:xfrm>
            <a:custGeom>
              <a:avLst/>
              <a:gdLst/>
              <a:ahLst/>
              <a:cxnLst/>
              <a:rect l="0" t="0" r="0" b="0"/>
              <a:pathLst>
                <a:path w="1695171" h="844292">
                  <a:moveTo>
                    <a:pt x="0" y="0"/>
                  </a:moveTo>
                  <a:lnTo>
                    <a:pt x="21457" y="9060"/>
                  </a:lnTo>
                  <a:lnTo>
                    <a:pt x="42915" y="18191"/>
                  </a:lnTo>
                  <a:lnTo>
                    <a:pt x="64373" y="27394"/>
                  </a:lnTo>
                  <a:lnTo>
                    <a:pt x="85831" y="36667"/>
                  </a:lnTo>
                  <a:lnTo>
                    <a:pt x="107289" y="46010"/>
                  </a:lnTo>
                  <a:lnTo>
                    <a:pt x="128747" y="55422"/>
                  </a:lnTo>
                  <a:lnTo>
                    <a:pt x="150205" y="64902"/>
                  </a:lnTo>
                  <a:lnTo>
                    <a:pt x="171662" y="74450"/>
                  </a:lnTo>
                  <a:lnTo>
                    <a:pt x="193120" y="84064"/>
                  </a:lnTo>
                  <a:lnTo>
                    <a:pt x="214578" y="93744"/>
                  </a:lnTo>
                  <a:lnTo>
                    <a:pt x="236036" y="103489"/>
                  </a:lnTo>
                  <a:lnTo>
                    <a:pt x="257494" y="113298"/>
                  </a:lnTo>
                  <a:lnTo>
                    <a:pt x="278952" y="123170"/>
                  </a:lnTo>
                  <a:lnTo>
                    <a:pt x="300410" y="133104"/>
                  </a:lnTo>
                  <a:lnTo>
                    <a:pt x="321868" y="143099"/>
                  </a:lnTo>
                  <a:lnTo>
                    <a:pt x="343325" y="153154"/>
                  </a:lnTo>
                  <a:lnTo>
                    <a:pt x="364783" y="163268"/>
                  </a:lnTo>
                  <a:lnTo>
                    <a:pt x="386241" y="173440"/>
                  </a:lnTo>
                  <a:lnTo>
                    <a:pt x="407699" y="183669"/>
                  </a:lnTo>
                  <a:lnTo>
                    <a:pt x="429157" y="193953"/>
                  </a:lnTo>
                  <a:lnTo>
                    <a:pt x="450615" y="204291"/>
                  </a:lnTo>
                  <a:lnTo>
                    <a:pt x="472073" y="214683"/>
                  </a:lnTo>
                  <a:lnTo>
                    <a:pt x="493531" y="225126"/>
                  </a:lnTo>
                  <a:lnTo>
                    <a:pt x="514988" y="235620"/>
                  </a:lnTo>
                  <a:lnTo>
                    <a:pt x="536446" y="246163"/>
                  </a:lnTo>
                  <a:lnTo>
                    <a:pt x="557904" y="256754"/>
                  </a:lnTo>
                  <a:lnTo>
                    <a:pt x="579362" y="267391"/>
                  </a:lnTo>
                  <a:lnTo>
                    <a:pt x="600820" y="278074"/>
                  </a:lnTo>
                  <a:lnTo>
                    <a:pt x="622278" y="288800"/>
                  </a:lnTo>
                  <a:lnTo>
                    <a:pt x="643736" y="299568"/>
                  </a:lnTo>
                  <a:lnTo>
                    <a:pt x="665194" y="310377"/>
                  </a:lnTo>
                  <a:lnTo>
                    <a:pt x="686651" y="321226"/>
                  </a:lnTo>
                  <a:lnTo>
                    <a:pt x="708109" y="332112"/>
                  </a:lnTo>
                  <a:lnTo>
                    <a:pt x="729567" y="343034"/>
                  </a:lnTo>
                  <a:lnTo>
                    <a:pt x="751025" y="353991"/>
                  </a:lnTo>
                  <a:lnTo>
                    <a:pt x="772483" y="364981"/>
                  </a:lnTo>
                  <a:lnTo>
                    <a:pt x="793941" y="376002"/>
                  </a:lnTo>
                  <a:lnTo>
                    <a:pt x="815399" y="387053"/>
                  </a:lnTo>
                  <a:lnTo>
                    <a:pt x="836856" y="398132"/>
                  </a:lnTo>
                  <a:lnTo>
                    <a:pt x="858314" y="409238"/>
                  </a:lnTo>
                  <a:lnTo>
                    <a:pt x="879772" y="420368"/>
                  </a:lnTo>
                  <a:lnTo>
                    <a:pt x="901230" y="431521"/>
                  </a:lnTo>
                  <a:lnTo>
                    <a:pt x="922688" y="442696"/>
                  </a:lnTo>
                  <a:lnTo>
                    <a:pt x="944146" y="453890"/>
                  </a:lnTo>
                  <a:lnTo>
                    <a:pt x="965604" y="465103"/>
                  </a:lnTo>
                  <a:lnTo>
                    <a:pt x="987062" y="476331"/>
                  </a:lnTo>
                  <a:lnTo>
                    <a:pt x="1008519" y="487574"/>
                  </a:lnTo>
                  <a:lnTo>
                    <a:pt x="1029977" y="498829"/>
                  </a:lnTo>
                  <a:lnTo>
                    <a:pt x="1051435" y="510095"/>
                  </a:lnTo>
                  <a:lnTo>
                    <a:pt x="1072893" y="521371"/>
                  </a:lnTo>
                  <a:lnTo>
                    <a:pt x="1094351" y="532653"/>
                  </a:lnTo>
                  <a:lnTo>
                    <a:pt x="1115809" y="543941"/>
                  </a:lnTo>
                  <a:lnTo>
                    <a:pt x="1137267" y="555233"/>
                  </a:lnTo>
                  <a:lnTo>
                    <a:pt x="1158725" y="566526"/>
                  </a:lnTo>
                  <a:lnTo>
                    <a:pt x="1180182" y="577820"/>
                  </a:lnTo>
                  <a:lnTo>
                    <a:pt x="1201640" y="589112"/>
                  </a:lnTo>
                  <a:lnTo>
                    <a:pt x="1223098" y="600400"/>
                  </a:lnTo>
                  <a:lnTo>
                    <a:pt x="1244556" y="611683"/>
                  </a:lnTo>
                  <a:lnTo>
                    <a:pt x="1266014" y="622959"/>
                  </a:lnTo>
                  <a:lnTo>
                    <a:pt x="1287472" y="634226"/>
                  </a:lnTo>
                  <a:lnTo>
                    <a:pt x="1308930" y="645482"/>
                  </a:lnTo>
                  <a:lnTo>
                    <a:pt x="1330388" y="656725"/>
                  </a:lnTo>
                  <a:lnTo>
                    <a:pt x="1351845" y="667955"/>
                  </a:lnTo>
                  <a:lnTo>
                    <a:pt x="1373303" y="679168"/>
                  </a:lnTo>
                  <a:lnTo>
                    <a:pt x="1394761" y="690364"/>
                  </a:lnTo>
                  <a:lnTo>
                    <a:pt x="1416219" y="701540"/>
                  </a:lnTo>
                  <a:lnTo>
                    <a:pt x="1437677" y="712695"/>
                  </a:lnTo>
                  <a:lnTo>
                    <a:pt x="1459135" y="723827"/>
                  </a:lnTo>
                  <a:lnTo>
                    <a:pt x="1480593" y="734935"/>
                  </a:lnTo>
                  <a:lnTo>
                    <a:pt x="1502051" y="746016"/>
                  </a:lnTo>
                  <a:lnTo>
                    <a:pt x="1523508" y="757069"/>
                  </a:lnTo>
                  <a:lnTo>
                    <a:pt x="1544966" y="768092"/>
                  </a:lnTo>
                  <a:lnTo>
                    <a:pt x="1566424" y="779085"/>
                  </a:lnTo>
                  <a:lnTo>
                    <a:pt x="1587882" y="790044"/>
                  </a:lnTo>
                  <a:lnTo>
                    <a:pt x="1609340" y="800969"/>
                  </a:lnTo>
                  <a:lnTo>
                    <a:pt x="1630798" y="811857"/>
                  </a:lnTo>
                  <a:lnTo>
                    <a:pt x="1652256" y="822709"/>
                  </a:lnTo>
                  <a:lnTo>
                    <a:pt x="1673713" y="833521"/>
                  </a:lnTo>
                  <a:lnTo>
                    <a:pt x="1695171" y="84429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2231872" y="2665158"/>
              <a:ext cx="1417776" cy="17080"/>
            </a:xfrm>
            <a:custGeom>
              <a:avLst/>
              <a:gdLst/>
              <a:ahLst/>
              <a:cxnLst/>
              <a:rect l="0" t="0" r="0" b="0"/>
              <a:pathLst>
                <a:path w="1417776" h="17080">
                  <a:moveTo>
                    <a:pt x="0" y="0"/>
                  </a:moveTo>
                  <a:lnTo>
                    <a:pt x="17946" y="215"/>
                  </a:lnTo>
                  <a:lnTo>
                    <a:pt x="35893" y="431"/>
                  </a:lnTo>
                  <a:lnTo>
                    <a:pt x="53839" y="647"/>
                  </a:lnTo>
                  <a:lnTo>
                    <a:pt x="71786" y="863"/>
                  </a:lnTo>
                  <a:lnTo>
                    <a:pt x="89732" y="1079"/>
                  </a:lnTo>
                  <a:lnTo>
                    <a:pt x="107679" y="1295"/>
                  </a:lnTo>
                  <a:lnTo>
                    <a:pt x="125625" y="1511"/>
                  </a:lnTo>
                  <a:lnTo>
                    <a:pt x="143572" y="1727"/>
                  </a:lnTo>
                  <a:lnTo>
                    <a:pt x="161518" y="1943"/>
                  </a:lnTo>
                  <a:lnTo>
                    <a:pt x="179465" y="2159"/>
                  </a:lnTo>
                  <a:lnTo>
                    <a:pt x="197411" y="2375"/>
                  </a:lnTo>
                  <a:lnTo>
                    <a:pt x="215358" y="2591"/>
                  </a:lnTo>
                  <a:lnTo>
                    <a:pt x="233304" y="2807"/>
                  </a:lnTo>
                  <a:lnTo>
                    <a:pt x="251251" y="3023"/>
                  </a:lnTo>
                  <a:lnTo>
                    <a:pt x="269198" y="3239"/>
                  </a:lnTo>
                  <a:lnTo>
                    <a:pt x="287144" y="3456"/>
                  </a:lnTo>
                  <a:lnTo>
                    <a:pt x="305091" y="3672"/>
                  </a:lnTo>
                  <a:lnTo>
                    <a:pt x="323037" y="3888"/>
                  </a:lnTo>
                  <a:lnTo>
                    <a:pt x="340984" y="4104"/>
                  </a:lnTo>
                  <a:lnTo>
                    <a:pt x="358930" y="4320"/>
                  </a:lnTo>
                  <a:lnTo>
                    <a:pt x="376877" y="4536"/>
                  </a:lnTo>
                  <a:lnTo>
                    <a:pt x="394823" y="4752"/>
                  </a:lnTo>
                  <a:lnTo>
                    <a:pt x="412770" y="4968"/>
                  </a:lnTo>
                  <a:lnTo>
                    <a:pt x="430716" y="5184"/>
                  </a:lnTo>
                  <a:lnTo>
                    <a:pt x="448663" y="5400"/>
                  </a:lnTo>
                  <a:lnTo>
                    <a:pt x="466609" y="5616"/>
                  </a:lnTo>
                  <a:lnTo>
                    <a:pt x="484556" y="5833"/>
                  </a:lnTo>
                  <a:lnTo>
                    <a:pt x="502503" y="6049"/>
                  </a:lnTo>
                  <a:lnTo>
                    <a:pt x="520449" y="6265"/>
                  </a:lnTo>
                  <a:lnTo>
                    <a:pt x="538396" y="6481"/>
                  </a:lnTo>
                  <a:lnTo>
                    <a:pt x="556342" y="6697"/>
                  </a:lnTo>
                  <a:lnTo>
                    <a:pt x="574289" y="6913"/>
                  </a:lnTo>
                  <a:lnTo>
                    <a:pt x="592235" y="7129"/>
                  </a:lnTo>
                  <a:lnTo>
                    <a:pt x="610182" y="7346"/>
                  </a:lnTo>
                  <a:lnTo>
                    <a:pt x="628128" y="7562"/>
                  </a:lnTo>
                  <a:lnTo>
                    <a:pt x="646075" y="7778"/>
                  </a:lnTo>
                  <a:lnTo>
                    <a:pt x="664021" y="7994"/>
                  </a:lnTo>
                  <a:lnTo>
                    <a:pt x="681968" y="8210"/>
                  </a:lnTo>
                  <a:lnTo>
                    <a:pt x="699914" y="8427"/>
                  </a:lnTo>
                  <a:lnTo>
                    <a:pt x="717861" y="8643"/>
                  </a:lnTo>
                  <a:lnTo>
                    <a:pt x="735808" y="8859"/>
                  </a:lnTo>
                  <a:lnTo>
                    <a:pt x="753754" y="9075"/>
                  </a:lnTo>
                  <a:lnTo>
                    <a:pt x="771701" y="9291"/>
                  </a:lnTo>
                  <a:lnTo>
                    <a:pt x="789647" y="9508"/>
                  </a:lnTo>
                  <a:lnTo>
                    <a:pt x="807594" y="9724"/>
                  </a:lnTo>
                  <a:lnTo>
                    <a:pt x="825540" y="9940"/>
                  </a:lnTo>
                  <a:lnTo>
                    <a:pt x="843487" y="10156"/>
                  </a:lnTo>
                  <a:lnTo>
                    <a:pt x="861433" y="10373"/>
                  </a:lnTo>
                  <a:lnTo>
                    <a:pt x="879380" y="10589"/>
                  </a:lnTo>
                  <a:lnTo>
                    <a:pt x="897326" y="10805"/>
                  </a:lnTo>
                  <a:lnTo>
                    <a:pt x="915273" y="11021"/>
                  </a:lnTo>
                  <a:lnTo>
                    <a:pt x="933219" y="11238"/>
                  </a:lnTo>
                  <a:lnTo>
                    <a:pt x="951166" y="11454"/>
                  </a:lnTo>
                  <a:lnTo>
                    <a:pt x="969113" y="11670"/>
                  </a:lnTo>
                  <a:lnTo>
                    <a:pt x="987059" y="11887"/>
                  </a:lnTo>
                  <a:lnTo>
                    <a:pt x="1005006" y="12103"/>
                  </a:lnTo>
                  <a:lnTo>
                    <a:pt x="1022952" y="12319"/>
                  </a:lnTo>
                  <a:lnTo>
                    <a:pt x="1040899" y="12536"/>
                  </a:lnTo>
                  <a:lnTo>
                    <a:pt x="1058845" y="12752"/>
                  </a:lnTo>
                  <a:lnTo>
                    <a:pt x="1076792" y="12968"/>
                  </a:lnTo>
                  <a:lnTo>
                    <a:pt x="1094738" y="13185"/>
                  </a:lnTo>
                  <a:lnTo>
                    <a:pt x="1112685" y="13401"/>
                  </a:lnTo>
                  <a:lnTo>
                    <a:pt x="1130631" y="13617"/>
                  </a:lnTo>
                  <a:lnTo>
                    <a:pt x="1148578" y="13834"/>
                  </a:lnTo>
                  <a:lnTo>
                    <a:pt x="1166524" y="14050"/>
                  </a:lnTo>
                  <a:lnTo>
                    <a:pt x="1184471" y="14266"/>
                  </a:lnTo>
                  <a:lnTo>
                    <a:pt x="1202418" y="14483"/>
                  </a:lnTo>
                  <a:lnTo>
                    <a:pt x="1220364" y="14699"/>
                  </a:lnTo>
                  <a:lnTo>
                    <a:pt x="1238311" y="14915"/>
                  </a:lnTo>
                  <a:lnTo>
                    <a:pt x="1256257" y="15132"/>
                  </a:lnTo>
                  <a:lnTo>
                    <a:pt x="1274204" y="15348"/>
                  </a:lnTo>
                  <a:lnTo>
                    <a:pt x="1292150" y="15565"/>
                  </a:lnTo>
                  <a:lnTo>
                    <a:pt x="1310097" y="15781"/>
                  </a:lnTo>
                  <a:lnTo>
                    <a:pt x="1328043" y="15997"/>
                  </a:lnTo>
                  <a:lnTo>
                    <a:pt x="1345990" y="16214"/>
                  </a:lnTo>
                  <a:lnTo>
                    <a:pt x="1363936" y="16430"/>
                  </a:lnTo>
                  <a:lnTo>
                    <a:pt x="1381883" y="16647"/>
                  </a:lnTo>
                  <a:lnTo>
                    <a:pt x="1399829" y="16863"/>
                  </a:lnTo>
                  <a:lnTo>
                    <a:pt x="1417776" y="1708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l408"/>
            <p:cNvSpPr/>
            <p:nvPr/>
          </p:nvSpPr>
          <p:spPr>
            <a:xfrm>
              <a:off x="1623483" y="1790228"/>
              <a:ext cx="3292102" cy="2015839"/>
            </a:xfrm>
            <a:custGeom>
              <a:avLst/>
              <a:gdLst/>
              <a:ahLst/>
              <a:cxnLst/>
              <a:rect l="0" t="0" r="0" b="0"/>
              <a:pathLst>
                <a:path w="3292102" h="2015839">
                  <a:moveTo>
                    <a:pt x="0" y="2015839"/>
                  </a:moveTo>
                  <a:lnTo>
                    <a:pt x="41672" y="2003587"/>
                  </a:lnTo>
                  <a:lnTo>
                    <a:pt x="83344" y="1990780"/>
                  </a:lnTo>
                  <a:lnTo>
                    <a:pt x="125016" y="1977401"/>
                  </a:lnTo>
                  <a:lnTo>
                    <a:pt x="166688" y="1963433"/>
                  </a:lnTo>
                  <a:lnTo>
                    <a:pt x="208360" y="1948858"/>
                  </a:lnTo>
                  <a:lnTo>
                    <a:pt x="250033" y="1933660"/>
                  </a:lnTo>
                  <a:lnTo>
                    <a:pt x="291705" y="1917823"/>
                  </a:lnTo>
                  <a:lnTo>
                    <a:pt x="333377" y="1901331"/>
                  </a:lnTo>
                  <a:lnTo>
                    <a:pt x="375049" y="1884170"/>
                  </a:lnTo>
                  <a:lnTo>
                    <a:pt x="416721" y="1866325"/>
                  </a:lnTo>
                  <a:lnTo>
                    <a:pt x="458394" y="1847784"/>
                  </a:lnTo>
                  <a:lnTo>
                    <a:pt x="500066" y="1828536"/>
                  </a:lnTo>
                  <a:lnTo>
                    <a:pt x="541738" y="1808570"/>
                  </a:lnTo>
                  <a:lnTo>
                    <a:pt x="583410" y="1787878"/>
                  </a:lnTo>
                  <a:lnTo>
                    <a:pt x="625082" y="1766452"/>
                  </a:lnTo>
                  <a:lnTo>
                    <a:pt x="666755" y="1744288"/>
                  </a:lnTo>
                  <a:lnTo>
                    <a:pt x="708427" y="1721382"/>
                  </a:lnTo>
                  <a:lnTo>
                    <a:pt x="750099" y="1697732"/>
                  </a:lnTo>
                  <a:lnTo>
                    <a:pt x="791771" y="1673340"/>
                  </a:lnTo>
                  <a:lnTo>
                    <a:pt x="833443" y="1648210"/>
                  </a:lnTo>
                  <a:lnTo>
                    <a:pt x="875115" y="1622348"/>
                  </a:lnTo>
                  <a:lnTo>
                    <a:pt x="916788" y="1595762"/>
                  </a:lnTo>
                  <a:lnTo>
                    <a:pt x="958460" y="1568464"/>
                  </a:lnTo>
                  <a:lnTo>
                    <a:pt x="1000132" y="1540467"/>
                  </a:lnTo>
                  <a:lnTo>
                    <a:pt x="1041804" y="1511790"/>
                  </a:lnTo>
                  <a:lnTo>
                    <a:pt x="1083476" y="1482453"/>
                  </a:lnTo>
                  <a:lnTo>
                    <a:pt x="1125149" y="1452479"/>
                  </a:lnTo>
                  <a:lnTo>
                    <a:pt x="1166821" y="1421893"/>
                  </a:lnTo>
                  <a:lnTo>
                    <a:pt x="1208493" y="1390726"/>
                  </a:lnTo>
                  <a:lnTo>
                    <a:pt x="1250165" y="1359009"/>
                  </a:lnTo>
                  <a:lnTo>
                    <a:pt x="1291837" y="1326778"/>
                  </a:lnTo>
                  <a:lnTo>
                    <a:pt x="1333510" y="1294070"/>
                  </a:lnTo>
                  <a:lnTo>
                    <a:pt x="1375182" y="1260926"/>
                  </a:lnTo>
                  <a:lnTo>
                    <a:pt x="1416854" y="1227388"/>
                  </a:lnTo>
                  <a:lnTo>
                    <a:pt x="1458526" y="1193501"/>
                  </a:lnTo>
                  <a:lnTo>
                    <a:pt x="1500198" y="1159313"/>
                  </a:lnTo>
                  <a:lnTo>
                    <a:pt x="1541871" y="1124872"/>
                  </a:lnTo>
                  <a:lnTo>
                    <a:pt x="1583543" y="1090228"/>
                  </a:lnTo>
                  <a:lnTo>
                    <a:pt x="1625215" y="1055434"/>
                  </a:lnTo>
                  <a:lnTo>
                    <a:pt x="1666887" y="1020540"/>
                  </a:lnTo>
                  <a:lnTo>
                    <a:pt x="1708559" y="985601"/>
                  </a:lnTo>
                  <a:lnTo>
                    <a:pt x="1750231" y="950670"/>
                  </a:lnTo>
                  <a:lnTo>
                    <a:pt x="1791904" y="915800"/>
                  </a:lnTo>
                  <a:lnTo>
                    <a:pt x="1833576" y="881044"/>
                  </a:lnTo>
                  <a:lnTo>
                    <a:pt x="1875248" y="846454"/>
                  </a:lnTo>
                  <a:lnTo>
                    <a:pt x="1916920" y="812081"/>
                  </a:lnTo>
                  <a:lnTo>
                    <a:pt x="1958592" y="777975"/>
                  </a:lnTo>
                  <a:lnTo>
                    <a:pt x="2000265" y="744185"/>
                  </a:lnTo>
                  <a:lnTo>
                    <a:pt x="2041937" y="710757"/>
                  </a:lnTo>
                  <a:lnTo>
                    <a:pt x="2083609" y="677735"/>
                  </a:lnTo>
                  <a:lnTo>
                    <a:pt x="2125281" y="645161"/>
                  </a:lnTo>
                  <a:lnTo>
                    <a:pt x="2166953" y="613075"/>
                  </a:lnTo>
                  <a:lnTo>
                    <a:pt x="2208626" y="581515"/>
                  </a:lnTo>
                  <a:lnTo>
                    <a:pt x="2250298" y="550513"/>
                  </a:lnTo>
                  <a:lnTo>
                    <a:pt x="2291970" y="520102"/>
                  </a:lnTo>
                  <a:lnTo>
                    <a:pt x="2333642" y="490310"/>
                  </a:lnTo>
                  <a:lnTo>
                    <a:pt x="2375314" y="461162"/>
                  </a:lnTo>
                  <a:lnTo>
                    <a:pt x="2416986" y="432681"/>
                  </a:lnTo>
                  <a:lnTo>
                    <a:pt x="2458659" y="404885"/>
                  </a:lnTo>
                  <a:lnTo>
                    <a:pt x="2500331" y="377792"/>
                  </a:lnTo>
                  <a:lnTo>
                    <a:pt x="2542003" y="351415"/>
                  </a:lnTo>
                  <a:lnTo>
                    <a:pt x="2583675" y="325764"/>
                  </a:lnTo>
                  <a:lnTo>
                    <a:pt x="2625347" y="300848"/>
                  </a:lnTo>
                  <a:lnTo>
                    <a:pt x="2667020" y="276672"/>
                  </a:lnTo>
                  <a:lnTo>
                    <a:pt x="2708692" y="253238"/>
                  </a:lnTo>
                  <a:lnTo>
                    <a:pt x="2750364" y="230547"/>
                  </a:lnTo>
                  <a:lnTo>
                    <a:pt x="2792036" y="208597"/>
                  </a:lnTo>
                  <a:lnTo>
                    <a:pt x="2833708" y="187385"/>
                  </a:lnTo>
                  <a:lnTo>
                    <a:pt x="2875381" y="166904"/>
                  </a:lnTo>
                  <a:lnTo>
                    <a:pt x="2917053" y="147148"/>
                  </a:lnTo>
                  <a:lnTo>
                    <a:pt x="2958725" y="128106"/>
                  </a:lnTo>
                  <a:lnTo>
                    <a:pt x="3000397" y="109769"/>
                  </a:lnTo>
                  <a:lnTo>
                    <a:pt x="3042069" y="92123"/>
                  </a:lnTo>
                  <a:lnTo>
                    <a:pt x="3083742" y="75158"/>
                  </a:lnTo>
                  <a:lnTo>
                    <a:pt x="3125414" y="58857"/>
                  </a:lnTo>
                  <a:lnTo>
                    <a:pt x="3167086" y="43207"/>
                  </a:lnTo>
                  <a:lnTo>
                    <a:pt x="3208758" y="28192"/>
                  </a:lnTo>
                  <a:lnTo>
                    <a:pt x="3250430" y="13795"/>
                  </a:lnTo>
                  <a:lnTo>
                    <a:pt x="3292102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628029" y="1679510"/>
              <a:ext cx="3540510" cy="1417596"/>
            </a:xfrm>
            <a:custGeom>
              <a:avLst/>
              <a:gdLst/>
              <a:ahLst/>
              <a:cxnLst/>
              <a:rect l="0" t="0" r="0" b="0"/>
              <a:pathLst>
                <a:path w="3540510" h="1417596">
                  <a:moveTo>
                    <a:pt x="0" y="1417596"/>
                  </a:moveTo>
                  <a:lnTo>
                    <a:pt x="44816" y="1393582"/>
                  </a:lnTo>
                  <a:lnTo>
                    <a:pt x="89633" y="1369343"/>
                  </a:lnTo>
                  <a:lnTo>
                    <a:pt x="134449" y="1344897"/>
                  </a:lnTo>
                  <a:lnTo>
                    <a:pt x="179266" y="1320260"/>
                  </a:lnTo>
                  <a:lnTo>
                    <a:pt x="224082" y="1295450"/>
                  </a:lnTo>
                  <a:lnTo>
                    <a:pt x="268899" y="1270487"/>
                  </a:lnTo>
                  <a:lnTo>
                    <a:pt x="313716" y="1245388"/>
                  </a:lnTo>
                  <a:lnTo>
                    <a:pt x="358532" y="1220175"/>
                  </a:lnTo>
                  <a:lnTo>
                    <a:pt x="403349" y="1194865"/>
                  </a:lnTo>
                  <a:lnTo>
                    <a:pt x="448165" y="1169480"/>
                  </a:lnTo>
                  <a:lnTo>
                    <a:pt x="492982" y="1144040"/>
                  </a:lnTo>
                  <a:lnTo>
                    <a:pt x="537799" y="1118566"/>
                  </a:lnTo>
                  <a:lnTo>
                    <a:pt x="582615" y="1093077"/>
                  </a:lnTo>
                  <a:lnTo>
                    <a:pt x="627432" y="1067595"/>
                  </a:lnTo>
                  <a:lnTo>
                    <a:pt x="672248" y="1042141"/>
                  </a:lnTo>
                  <a:lnTo>
                    <a:pt x="717065" y="1016734"/>
                  </a:lnTo>
                  <a:lnTo>
                    <a:pt x="761882" y="991396"/>
                  </a:lnTo>
                  <a:lnTo>
                    <a:pt x="806698" y="966147"/>
                  </a:lnTo>
                  <a:lnTo>
                    <a:pt x="851515" y="941006"/>
                  </a:lnTo>
                  <a:lnTo>
                    <a:pt x="896331" y="915994"/>
                  </a:lnTo>
                  <a:lnTo>
                    <a:pt x="941148" y="891129"/>
                  </a:lnTo>
                  <a:lnTo>
                    <a:pt x="985964" y="866430"/>
                  </a:lnTo>
                  <a:lnTo>
                    <a:pt x="1030781" y="841915"/>
                  </a:lnTo>
                  <a:lnTo>
                    <a:pt x="1075598" y="817602"/>
                  </a:lnTo>
                  <a:lnTo>
                    <a:pt x="1120414" y="793508"/>
                  </a:lnTo>
                  <a:lnTo>
                    <a:pt x="1165231" y="769649"/>
                  </a:lnTo>
                  <a:lnTo>
                    <a:pt x="1210047" y="746041"/>
                  </a:lnTo>
                  <a:lnTo>
                    <a:pt x="1254864" y="722700"/>
                  </a:lnTo>
                  <a:lnTo>
                    <a:pt x="1299681" y="699638"/>
                  </a:lnTo>
                  <a:lnTo>
                    <a:pt x="1344497" y="676869"/>
                  </a:lnTo>
                  <a:lnTo>
                    <a:pt x="1389314" y="654407"/>
                  </a:lnTo>
                  <a:lnTo>
                    <a:pt x="1434130" y="632262"/>
                  </a:lnTo>
                  <a:lnTo>
                    <a:pt x="1478947" y="610446"/>
                  </a:lnTo>
                  <a:lnTo>
                    <a:pt x="1523764" y="588969"/>
                  </a:lnTo>
                  <a:lnTo>
                    <a:pt x="1568580" y="567839"/>
                  </a:lnTo>
                  <a:lnTo>
                    <a:pt x="1613397" y="547066"/>
                  </a:lnTo>
                  <a:lnTo>
                    <a:pt x="1658213" y="526657"/>
                  </a:lnTo>
                  <a:lnTo>
                    <a:pt x="1703030" y="506618"/>
                  </a:lnTo>
                  <a:lnTo>
                    <a:pt x="1747846" y="486955"/>
                  </a:lnTo>
                  <a:lnTo>
                    <a:pt x="1792663" y="467674"/>
                  </a:lnTo>
                  <a:lnTo>
                    <a:pt x="1837480" y="448778"/>
                  </a:lnTo>
                  <a:lnTo>
                    <a:pt x="1882296" y="430272"/>
                  </a:lnTo>
                  <a:lnTo>
                    <a:pt x="1927113" y="412157"/>
                  </a:lnTo>
                  <a:lnTo>
                    <a:pt x="1971929" y="394435"/>
                  </a:lnTo>
                  <a:lnTo>
                    <a:pt x="2016746" y="377108"/>
                  </a:lnTo>
                  <a:lnTo>
                    <a:pt x="2061563" y="360177"/>
                  </a:lnTo>
                  <a:lnTo>
                    <a:pt x="2106379" y="343641"/>
                  </a:lnTo>
                  <a:lnTo>
                    <a:pt x="2151196" y="327500"/>
                  </a:lnTo>
                  <a:lnTo>
                    <a:pt x="2196012" y="311752"/>
                  </a:lnTo>
                  <a:lnTo>
                    <a:pt x="2240829" y="296396"/>
                  </a:lnTo>
                  <a:lnTo>
                    <a:pt x="2285646" y="281428"/>
                  </a:lnTo>
                  <a:lnTo>
                    <a:pt x="2330462" y="266846"/>
                  </a:lnTo>
                  <a:lnTo>
                    <a:pt x="2375279" y="252648"/>
                  </a:lnTo>
                  <a:lnTo>
                    <a:pt x="2420095" y="238828"/>
                  </a:lnTo>
                  <a:lnTo>
                    <a:pt x="2464912" y="225383"/>
                  </a:lnTo>
                  <a:lnTo>
                    <a:pt x="2509729" y="212308"/>
                  </a:lnTo>
                  <a:lnTo>
                    <a:pt x="2554545" y="199599"/>
                  </a:lnTo>
                  <a:lnTo>
                    <a:pt x="2599362" y="187249"/>
                  </a:lnTo>
                  <a:lnTo>
                    <a:pt x="2644178" y="175255"/>
                  </a:lnTo>
                  <a:lnTo>
                    <a:pt x="2688995" y="163609"/>
                  </a:lnTo>
                  <a:lnTo>
                    <a:pt x="2733811" y="152306"/>
                  </a:lnTo>
                  <a:lnTo>
                    <a:pt x="2778628" y="141340"/>
                  </a:lnTo>
                  <a:lnTo>
                    <a:pt x="2823445" y="130704"/>
                  </a:lnTo>
                  <a:lnTo>
                    <a:pt x="2868261" y="120393"/>
                  </a:lnTo>
                  <a:lnTo>
                    <a:pt x="2913078" y="110399"/>
                  </a:lnTo>
                  <a:lnTo>
                    <a:pt x="2957894" y="100716"/>
                  </a:lnTo>
                  <a:lnTo>
                    <a:pt x="3002711" y="91336"/>
                  </a:lnTo>
                  <a:lnTo>
                    <a:pt x="3047528" y="82254"/>
                  </a:lnTo>
                  <a:lnTo>
                    <a:pt x="3092344" y="73462"/>
                  </a:lnTo>
                  <a:lnTo>
                    <a:pt x="3137161" y="64954"/>
                  </a:lnTo>
                  <a:lnTo>
                    <a:pt x="3181977" y="56722"/>
                  </a:lnTo>
                  <a:lnTo>
                    <a:pt x="3226794" y="48759"/>
                  </a:lnTo>
                  <a:lnTo>
                    <a:pt x="3271611" y="41060"/>
                  </a:lnTo>
                  <a:lnTo>
                    <a:pt x="3316427" y="33616"/>
                  </a:lnTo>
                  <a:lnTo>
                    <a:pt x="3361244" y="26421"/>
                  </a:lnTo>
                  <a:lnTo>
                    <a:pt x="3406060" y="19469"/>
                  </a:lnTo>
                  <a:lnTo>
                    <a:pt x="3450877" y="12752"/>
                  </a:lnTo>
                  <a:lnTo>
                    <a:pt x="3495693" y="6265"/>
                  </a:lnTo>
                  <a:lnTo>
                    <a:pt x="3540510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1700715" y="1753971"/>
              <a:ext cx="3712519" cy="1759444"/>
            </a:xfrm>
            <a:custGeom>
              <a:avLst/>
              <a:gdLst/>
              <a:ahLst/>
              <a:cxnLst/>
              <a:rect l="0" t="0" r="0" b="0"/>
              <a:pathLst>
                <a:path w="3712519" h="1759444">
                  <a:moveTo>
                    <a:pt x="0" y="1759444"/>
                  </a:moveTo>
                  <a:lnTo>
                    <a:pt x="46993" y="1740106"/>
                  </a:lnTo>
                  <a:lnTo>
                    <a:pt x="93987" y="1720268"/>
                  </a:lnTo>
                  <a:lnTo>
                    <a:pt x="140981" y="1699928"/>
                  </a:lnTo>
                  <a:lnTo>
                    <a:pt x="187975" y="1679092"/>
                  </a:lnTo>
                  <a:lnTo>
                    <a:pt x="234969" y="1657761"/>
                  </a:lnTo>
                  <a:lnTo>
                    <a:pt x="281963" y="1635942"/>
                  </a:lnTo>
                  <a:lnTo>
                    <a:pt x="328957" y="1613640"/>
                  </a:lnTo>
                  <a:lnTo>
                    <a:pt x="375951" y="1590863"/>
                  </a:lnTo>
                  <a:lnTo>
                    <a:pt x="422945" y="1567621"/>
                  </a:lnTo>
                  <a:lnTo>
                    <a:pt x="469939" y="1543922"/>
                  </a:lnTo>
                  <a:lnTo>
                    <a:pt x="516933" y="1519779"/>
                  </a:lnTo>
                  <a:lnTo>
                    <a:pt x="563926" y="1495206"/>
                  </a:lnTo>
                  <a:lnTo>
                    <a:pt x="610920" y="1470215"/>
                  </a:lnTo>
                  <a:lnTo>
                    <a:pt x="657914" y="1444824"/>
                  </a:lnTo>
                  <a:lnTo>
                    <a:pt x="704908" y="1419048"/>
                  </a:lnTo>
                  <a:lnTo>
                    <a:pt x="751902" y="1392907"/>
                  </a:lnTo>
                  <a:lnTo>
                    <a:pt x="798896" y="1366420"/>
                  </a:lnTo>
                  <a:lnTo>
                    <a:pt x="845890" y="1339608"/>
                  </a:lnTo>
                  <a:lnTo>
                    <a:pt x="892884" y="1312494"/>
                  </a:lnTo>
                  <a:lnTo>
                    <a:pt x="939878" y="1285099"/>
                  </a:lnTo>
                  <a:lnTo>
                    <a:pt x="986872" y="1257450"/>
                  </a:lnTo>
                  <a:lnTo>
                    <a:pt x="1033866" y="1229571"/>
                  </a:lnTo>
                  <a:lnTo>
                    <a:pt x="1080860" y="1201488"/>
                  </a:lnTo>
                  <a:lnTo>
                    <a:pt x="1127853" y="1173229"/>
                  </a:lnTo>
                  <a:lnTo>
                    <a:pt x="1174847" y="1144820"/>
                  </a:lnTo>
                  <a:lnTo>
                    <a:pt x="1221841" y="1116292"/>
                  </a:lnTo>
                  <a:lnTo>
                    <a:pt x="1268835" y="1087671"/>
                  </a:lnTo>
                  <a:lnTo>
                    <a:pt x="1315829" y="1058988"/>
                  </a:lnTo>
                  <a:lnTo>
                    <a:pt x="1362823" y="1030272"/>
                  </a:lnTo>
                  <a:lnTo>
                    <a:pt x="1409817" y="1001552"/>
                  </a:lnTo>
                  <a:lnTo>
                    <a:pt x="1456811" y="972859"/>
                  </a:lnTo>
                  <a:lnTo>
                    <a:pt x="1503805" y="944221"/>
                  </a:lnTo>
                  <a:lnTo>
                    <a:pt x="1550799" y="915669"/>
                  </a:lnTo>
                  <a:lnTo>
                    <a:pt x="1597793" y="887230"/>
                  </a:lnTo>
                  <a:lnTo>
                    <a:pt x="1644786" y="858933"/>
                  </a:lnTo>
                  <a:lnTo>
                    <a:pt x="1691780" y="830807"/>
                  </a:lnTo>
                  <a:lnTo>
                    <a:pt x="1738774" y="802878"/>
                  </a:lnTo>
                  <a:lnTo>
                    <a:pt x="1785768" y="775173"/>
                  </a:lnTo>
                  <a:lnTo>
                    <a:pt x="1832762" y="747717"/>
                  </a:lnTo>
                  <a:lnTo>
                    <a:pt x="1879756" y="720535"/>
                  </a:lnTo>
                  <a:lnTo>
                    <a:pt x="1926750" y="693651"/>
                  </a:lnTo>
                  <a:lnTo>
                    <a:pt x="1973744" y="667086"/>
                  </a:lnTo>
                  <a:lnTo>
                    <a:pt x="2020738" y="640863"/>
                  </a:lnTo>
                  <a:lnTo>
                    <a:pt x="2067732" y="615000"/>
                  </a:lnTo>
                  <a:lnTo>
                    <a:pt x="2114726" y="589518"/>
                  </a:lnTo>
                  <a:lnTo>
                    <a:pt x="2161720" y="564432"/>
                  </a:lnTo>
                  <a:lnTo>
                    <a:pt x="2208713" y="539760"/>
                  </a:lnTo>
                  <a:lnTo>
                    <a:pt x="2255707" y="515516"/>
                  </a:lnTo>
                  <a:lnTo>
                    <a:pt x="2302701" y="491713"/>
                  </a:lnTo>
                  <a:lnTo>
                    <a:pt x="2349695" y="468363"/>
                  </a:lnTo>
                  <a:lnTo>
                    <a:pt x="2396689" y="445477"/>
                  </a:lnTo>
                  <a:lnTo>
                    <a:pt x="2443683" y="423064"/>
                  </a:lnTo>
                  <a:lnTo>
                    <a:pt x="2490677" y="401132"/>
                  </a:lnTo>
                  <a:lnTo>
                    <a:pt x="2537671" y="379687"/>
                  </a:lnTo>
                  <a:lnTo>
                    <a:pt x="2584665" y="358735"/>
                  </a:lnTo>
                  <a:lnTo>
                    <a:pt x="2631659" y="338280"/>
                  </a:lnTo>
                  <a:lnTo>
                    <a:pt x="2678653" y="318324"/>
                  </a:lnTo>
                  <a:lnTo>
                    <a:pt x="2725647" y="298870"/>
                  </a:lnTo>
                  <a:lnTo>
                    <a:pt x="2772640" y="279918"/>
                  </a:lnTo>
                  <a:lnTo>
                    <a:pt x="2819634" y="261468"/>
                  </a:lnTo>
                  <a:lnTo>
                    <a:pt x="2866628" y="243518"/>
                  </a:lnTo>
                  <a:lnTo>
                    <a:pt x="2913622" y="226066"/>
                  </a:lnTo>
                  <a:lnTo>
                    <a:pt x="2960616" y="209109"/>
                  </a:lnTo>
                  <a:lnTo>
                    <a:pt x="3007610" y="192642"/>
                  </a:lnTo>
                  <a:lnTo>
                    <a:pt x="3054604" y="176662"/>
                  </a:lnTo>
                  <a:lnTo>
                    <a:pt x="3101598" y="161162"/>
                  </a:lnTo>
                  <a:lnTo>
                    <a:pt x="3148592" y="146137"/>
                  </a:lnTo>
                  <a:lnTo>
                    <a:pt x="3195586" y="131580"/>
                  </a:lnTo>
                  <a:lnTo>
                    <a:pt x="3242580" y="117484"/>
                  </a:lnTo>
                  <a:lnTo>
                    <a:pt x="3289573" y="103840"/>
                  </a:lnTo>
                  <a:lnTo>
                    <a:pt x="3336567" y="90642"/>
                  </a:lnTo>
                  <a:lnTo>
                    <a:pt x="3383561" y="77880"/>
                  </a:lnTo>
                  <a:lnTo>
                    <a:pt x="3430555" y="65545"/>
                  </a:lnTo>
                  <a:lnTo>
                    <a:pt x="3477549" y="53629"/>
                  </a:lnTo>
                  <a:lnTo>
                    <a:pt x="3524543" y="42123"/>
                  </a:lnTo>
                  <a:lnTo>
                    <a:pt x="3571537" y="31017"/>
                  </a:lnTo>
                  <a:lnTo>
                    <a:pt x="3618531" y="20300"/>
                  </a:lnTo>
                  <a:lnTo>
                    <a:pt x="3665525" y="9965"/>
                  </a:lnTo>
                  <a:lnTo>
                    <a:pt x="371251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1745888" y="1861029"/>
              <a:ext cx="3776871" cy="1740738"/>
            </a:xfrm>
            <a:custGeom>
              <a:avLst/>
              <a:gdLst/>
              <a:ahLst/>
              <a:cxnLst/>
              <a:rect l="0" t="0" r="0" b="0"/>
              <a:pathLst>
                <a:path w="3776871" h="1740738">
                  <a:moveTo>
                    <a:pt x="0" y="1740738"/>
                  </a:moveTo>
                  <a:lnTo>
                    <a:pt x="47808" y="1724799"/>
                  </a:lnTo>
                  <a:lnTo>
                    <a:pt x="95617" y="1708419"/>
                  </a:lnTo>
                  <a:lnTo>
                    <a:pt x="143425" y="1691594"/>
                  </a:lnTo>
                  <a:lnTo>
                    <a:pt x="191234" y="1674322"/>
                  </a:lnTo>
                  <a:lnTo>
                    <a:pt x="239042" y="1656601"/>
                  </a:lnTo>
                  <a:lnTo>
                    <a:pt x="286851" y="1638432"/>
                  </a:lnTo>
                  <a:lnTo>
                    <a:pt x="334659" y="1619814"/>
                  </a:lnTo>
                  <a:lnTo>
                    <a:pt x="382468" y="1600747"/>
                  </a:lnTo>
                  <a:lnTo>
                    <a:pt x="430276" y="1581235"/>
                  </a:lnTo>
                  <a:lnTo>
                    <a:pt x="478085" y="1561280"/>
                  </a:lnTo>
                  <a:lnTo>
                    <a:pt x="525893" y="1540885"/>
                  </a:lnTo>
                  <a:lnTo>
                    <a:pt x="573702" y="1520055"/>
                  </a:lnTo>
                  <a:lnTo>
                    <a:pt x="621510" y="1498796"/>
                  </a:lnTo>
                  <a:lnTo>
                    <a:pt x="669319" y="1477115"/>
                  </a:lnTo>
                  <a:lnTo>
                    <a:pt x="717127" y="1455020"/>
                  </a:lnTo>
                  <a:lnTo>
                    <a:pt x="764936" y="1432519"/>
                  </a:lnTo>
                  <a:lnTo>
                    <a:pt x="812744" y="1409624"/>
                  </a:lnTo>
                  <a:lnTo>
                    <a:pt x="860553" y="1386344"/>
                  </a:lnTo>
                  <a:lnTo>
                    <a:pt x="908361" y="1362692"/>
                  </a:lnTo>
                  <a:lnTo>
                    <a:pt x="956170" y="1338682"/>
                  </a:lnTo>
                  <a:lnTo>
                    <a:pt x="1003978" y="1314328"/>
                  </a:lnTo>
                  <a:lnTo>
                    <a:pt x="1051787" y="1289646"/>
                  </a:lnTo>
                  <a:lnTo>
                    <a:pt x="1099595" y="1264651"/>
                  </a:lnTo>
                  <a:lnTo>
                    <a:pt x="1147404" y="1239363"/>
                  </a:lnTo>
                  <a:lnTo>
                    <a:pt x="1195212" y="1213798"/>
                  </a:lnTo>
                  <a:lnTo>
                    <a:pt x="1243021" y="1187977"/>
                  </a:lnTo>
                  <a:lnTo>
                    <a:pt x="1290829" y="1161919"/>
                  </a:lnTo>
                  <a:lnTo>
                    <a:pt x="1338638" y="1135647"/>
                  </a:lnTo>
                  <a:lnTo>
                    <a:pt x="1386446" y="1109181"/>
                  </a:lnTo>
                  <a:lnTo>
                    <a:pt x="1434255" y="1082545"/>
                  </a:lnTo>
                  <a:lnTo>
                    <a:pt x="1482063" y="1055761"/>
                  </a:lnTo>
                  <a:lnTo>
                    <a:pt x="1529872" y="1028853"/>
                  </a:lnTo>
                  <a:lnTo>
                    <a:pt x="1577680" y="1001845"/>
                  </a:lnTo>
                  <a:lnTo>
                    <a:pt x="1625489" y="974762"/>
                  </a:lnTo>
                  <a:lnTo>
                    <a:pt x="1673297" y="947628"/>
                  </a:lnTo>
                  <a:lnTo>
                    <a:pt x="1721106" y="920469"/>
                  </a:lnTo>
                  <a:lnTo>
                    <a:pt x="1768914" y="893309"/>
                  </a:lnTo>
                  <a:lnTo>
                    <a:pt x="1816723" y="866174"/>
                  </a:lnTo>
                  <a:lnTo>
                    <a:pt x="1864531" y="839088"/>
                  </a:lnTo>
                  <a:lnTo>
                    <a:pt x="1912340" y="812077"/>
                  </a:lnTo>
                  <a:lnTo>
                    <a:pt x="1960148" y="785164"/>
                  </a:lnTo>
                  <a:lnTo>
                    <a:pt x="2007957" y="758374"/>
                  </a:lnTo>
                  <a:lnTo>
                    <a:pt x="2055765" y="731730"/>
                  </a:lnTo>
                  <a:lnTo>
                    <a:pt x="2103574" y="705256"/>
                  </a:lnTo>
                  <a:lnTo>
                    <a:pt x="2151382" y="678975"/>
                  </a:lnTo>
                  <a:lnTo>
                    <a:pt x="2199191" y="652908"/>
                  </a:lnTo>
                  <a:lnTo>
                    <a:pt x="2246999" y="627076"/>
                  </a:lnTo>
                  <a:lnTo>
                    <a:pt x="2294808" y="601499"/>
                  </a:lnTo>
                  <a:lnTo>
                    <a:pt x="2342616" y="576198"/>
                  </a:lnTo>
                  <a:lnTo>
                    <a:pt x="2390425" y="551190"/>
                  </a:lnTo>
                  <a:lnTo>
                    <a:pt x="2438233" y="526493"/>
                  </a:lnTo>
                  <a:lnTo>
                    <a:pt x="2486042" y="502125"/>
                  </a:lnTo>
                  <a:lnTo>
                    <a:pt x="2533850" y="478099"/>
                  </a:lnTo>
                  <a:lnTo>
                    <a:pt x="2581659" y="454432"/>
                  </a:lnTo>
                  <a:lnTo>
                    <a:pt x="2629467" y="431135"/>
                  </a:lnTo>
                  <a:lnTo>
                    <a:pt x="2677276" y="408222"/>
                  </a:lnTo>
                  <a:lnTo>
                    <a:pt x="2725084" y="385704"/>
                  </a:lnTo>
                  <a:lnTo>
                    <a:pt x="2772893" y="363591"/>
                  </a:lnTo>
                  <a:lnTo>
                    <a:pt x="2820701" y="341891"/>
                  </a:lnTo>
                  <a:lnTo>
                    <a:pt x="2868510" y="320614"/>
                  </a:lnTo>
                  <a:lnTo>
                    <a:pt x="2916318" y="299765"/>
                  </a:lnTo>
                  <a:lnTo>
                    <a:pt x="2964127" y="279350"/>
                  </a:lnTo>
                  <a:lnTo>
                    <a:pt x="3011935" y="259375"/>
                  </a:lnTo>
                  <a:lnTo>
                    <a:pt x="3059744" y="239844"/>
                  </a:lnTo>
                  <a:lnTo>
                    <a:pt x="3107552" y="220758"/>
                  </a:lnTo>
                  <a:lnTo>
                    <a:pt x="3155361" y="202120"/>
                  </a:lnTo>
                  <a:lnTo>
                    <a:pt x="3203169" y="183930"/>
                  </a:lnTo>
                  <a:lnTo>
                    <a:pt x="3250978" y="166190"/>
                  </a:lnTo>
                  <a:lnTo>
                    <a:pt x="3298786" y="148899"/>
                  </a:lnTo>
                  <a:lnTo>
                    <a:pt x="3346595" y="132054"/>
                  </a:lnTo>
                  <a:lnTo>
                    <a:pt x="3394403" y="115654"/>
                  </a:lnTo>
                  <a:lnTo>
                    <a:pt x="3442212" y="99696"/>
                  </a:lnTo>
                  <a:lnTo>
                    <a:pt x="3490020" y="84176"/>
                  </a:lnTo>
                  <a:lnTo>
                    <a:pt x="3537829" y="69091"/>
                  </a:lnTo>
                  <a:lnTo>
                    <a:pt x="3585637" y="54435"/>
                  </a:lnTo>
                  <a:lnTo>
                    <a:pt x="3633446" y="40204"/>
                  </a:lnTo>
                  <a:lnTo>
                    <a:pt x="3681254" y="26392"/>
                  </a:lnTo>
                  <a:lnTo>
                    <a:pt x="3729063" y="12992"/>
                  </a:lnTo>
                  <a:lnTo>
                    <a:pt x="3776871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341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1006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6712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23358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00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6742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3389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7003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3648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209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29834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5158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3837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5227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5063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4955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4528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3755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3924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9417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4961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4481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1712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45855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340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3380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29417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43379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1963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42674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5053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458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44287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2662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50552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2448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4427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29900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4428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31602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44246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3729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45147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5725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282483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445864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455136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475999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224790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36756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497596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546407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366823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282536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45514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3691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7836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485427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311971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08947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370170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16815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38604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7402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62845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6283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311971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3886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412505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492436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4934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95086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12874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483804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26084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45857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225942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4953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369612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500561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91206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43087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4909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43970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140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2412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3534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7182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50319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44964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4398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49775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3139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29646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5499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44667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5239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44935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958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4402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29191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4981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4311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27182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45529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3180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31665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44702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24022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31377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3483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29259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4401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31935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50329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555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5836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499172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449759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377480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355968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42760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11508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380441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42176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262395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45143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50030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2174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35662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446480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267022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2087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368238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203782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359775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36741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439454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44080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20877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27632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262411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240863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456097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377107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5547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26706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20378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77513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35748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354328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446782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411396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240883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391333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367224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36878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42393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74286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355092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165660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451440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420705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355523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39136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37236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346789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394192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210904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42338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94176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42604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35031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383529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40706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40742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45146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425799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16566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74302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347813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83513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47734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5875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347984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158751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63711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41476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430717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349692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210929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42924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348042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477921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46581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42452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8844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37282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269914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342409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42457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44571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35545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427927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437256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265195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19843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374087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45448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198737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445810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14043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188448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430817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14077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336599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501073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26991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42174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43080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421711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9984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58079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341565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340234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28320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18758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265330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73490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371218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360600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1879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453639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44660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4034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33132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46026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30729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5892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47982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4416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31158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51143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6265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95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5290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45048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3304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3300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3470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529396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5651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30671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96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3494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45724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33024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31042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30788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7724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31696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31644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45010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8008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6534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6558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47750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46293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34572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3457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30794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205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2592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50213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25840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28756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4460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30876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26023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1150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3071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2604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29689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25746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50202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43090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25870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3137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43912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046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2644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42041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43676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3091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28902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3132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44891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26323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42810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4308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2647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43724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44864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4306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4114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4392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4279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30876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30747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446336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25899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26592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584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l404"/>
            <p:cNvSpPr/>
            <p:nvPr/>
          </p:nvSpPr>
          <p:spPr>
            <a:xfrm>
              <a:off x="2635497" y="1706942"/>
              <a:ext cx="2446685" cy="1596863"/>
            </a:xfrm>
            <a:custGeom>
              <a:avLst/>
              <a:gdLst/>
              <a:ahLst/>
              <a:cxnLst/>
              <a:rect l="0" t="0" r="0" b="0"/>
              <a:pathLst>
                <a:path w="2446685" h="1596863">
                  <a:moveTo>
                    <a:pt x="0" y="0"/>
                  </a:moveTo>
                  <a:lnTo>
                    <a:pt x="30970" y="7696"/>
                  </a:lnTo>
                  <a:lnTo>
                    <a:pt x="61941" y="15675"/>
                  </a:lnTo>
                  <a:lnTo>
                    <a:pt x="92912" y="23946"/>
                  </a:lnTo>
                  <a:lnTo>
                    <a:pt x="123882" y="32516"/>
                  </a:lnTo>
                  <a:lnTo>
                    <a:pt x="154853" y="41394"/>
                  </a:lnTo>
                  <a:lnTo>
                    <a:pt x="185824" y="50589"/>
                  </a:lnTo>
                  <a:lnTo>
                    <a:pt x="216794" y="60108"/>
                  </a:lnTo>
                  <a:lnTo>
                    <a:pt x="247765" y="69959"/>
                  </a:lnTo>
                  <a:lnTo>
                    <a:pt x="278736" y="80152"/>
                  </a:lnTo>
                  <a:lnTo>
                    <a:pt x="309707" y="90694"/>
                  </a:lnTo>
                  <a:lnTo>
                    <a:pt x="340677" y="101593"/>
                  </a:lnTo>
                  <a:lnTo>
                    <a:pt x="371648" y="112858"/>
                  </a:lnTo>
                  <a:lnTo>
                    <a:pt x="402619" y="124495"/>
                  </a:lnTo>
                  <a:lnTo>
                    <a:pt x="433589" y="136513"/>
                  </a:lnTo>
                  <a:lnTo>
                    <a:pt x="464560" y="148919"/>
                  </a:lnTo>
                  <a:lnTo>
                    <a:pt x="495531" y="161720"/>
                  </a:lnTo>
                  <a:lnTo>
                    <a:pt x="526501" y="174923"/>
                  </a:lnTo>
                  <a:lnTo>
                    <a:pt x="557472" y="188535"/>
                  </a:lnTo>
                  <a:lnTo>
                    <a:pt x="588443" y="202561"/>
                  </a:lnTo>
                  <a:lnTo>
                    <a:pt x="619414" y="217007"/>
                  </a:lnTo>
                  <a:lnTo>
                    <a:pt x="650384" y="231880"/>
                  </a:lnTo>
                  <a:lnTo>
                    <a:pt x="681355" y="247183"/>
                  </a:lnTo>
                  <a:lnTo>
                    <a:pt x="712326" y="262920"/>
                  </a:lnTo>
                  <a:lnTo>
                    <a:pt x="743296" y="279097"/>
                  </a:lnTo>
                  <a:lnTo>
                    <a:pt x="774267" y="295715"/>
                  </a:lnTo>
                  <a:lnTo>
                    <a:pt x="805238" y="312777"/>
                  </a:lnTo>
                  <a:lnTo>
                    <a:pt x="836209" y="330285"/>
                  </a:lnTo>
                  <a:lnTo>
                    <a:pt x="867179" y="348240"/>
                  </a:lnTo>
                  <a:lnTo>
                    <a:pt x="898150" y="366642"/>
                  </a:lnTo>
                  <a:lnTo>
                    <a:pt x="929121" y="385491"/>
                  </a:lnTo>
                  <a:lnTo>
                    <a:pt x="960091" y="404784"/>
                  </a:lnTo>
                  <a:lnTo>
                    <a:pt x="991062" y="424521"/>
                  </a:lnTo>
                  <a:lnTo>
                    <a:pt x="1022033" y="444696"/>
                  </a:lnTo>
                  <a:lnTo>
                    <a:pt x="1053003" y="465306"/>
                  </a:lnTo>
                  <a:lnTo>
                    <a:pt x="1083974" y="486346"/>
                  </a:lnTo>
                  <a:lnTo>
                    <a:pt x="1114945" y="507809"/>
                  </a:lnTo>
                  <a:lnTo>
                    <a:pt x="1145916" y="529688"/>
                  </a:lnTo>
                  <a:lnTo>
                    <a:pt x="1176886" y="551974"/>
                  </a:lnTo>
                  <a:lnTo>
                    <a:pt x="1207857" y="574657"/>
                  </a:lnTo>
                  <a:lnTo>
                    <a:pt x="1238828" y="597728"/>
                  </a:lnTo>
                  <a:lnTo>
                    <a:pt x="1269798" y="621175"/>
                  </a:lnTo>
                  <a:lnTo>
                    <a:pt x="1300769" y="644984"/>
                  </a:lnTo>
                  <a:lnTo>
                    <a:pt x="1331740" y="669141"/>
                  </a:lnTo>
                  <a:lnTo>
                    <a:pt x="1362711" y="693632"/>
                  </a:lnTo>
                  <a:lnTo>
                    <a:pt x="1393681" y="718441"/>
                  </a:lnTo>
                  <a:lnTo>
                    <a:pt x="1424652" y="743551"/>
                  </a:lnTo>
                  <a:lnTo>
                    <a:pt x="1455623" y="768944"/>
                  </a:lnTo>
                  <a:lnTo>
                    <a:pt x="1486593" y="794600"/>
                  </a:lnTo>
                  <a:lnTo>
                    <a:pt x="1517564" y="820500"/>
                  </a:lnTo>
                  <a:lnTo>
                    <a:pt x="1548535" y="846624"/>
                  </a:lnTo>
                  <a:lnTo>
                    <a:pt x="1579505" y="872950"/>
                  </a:lnTo>
                  <a:lnTo>
                    <a:pt x="1610476" y="899456"/>
                  </a:lnTo>
                  <a:lnTo>
                    <a:pt x="1641447" y="926119"/>
                  </a:lnTo>
                  <a:lnTo>
                    <a:pt x="1672418" y="952916"/>
                  </a:lnTo>
                  <a:lnTo>
                    <a:pt x="1703388" y="979823"/>
                  </a:lnTo>
                  <a:lnTo>
                    <a:pt x="1734359" y="1006816"/>
                  </a:lnTo>
                  <a:lnTo>
                    <a:pt x="1765330" y="1033870"/>
                  </a:lnTo>
                  <a:lnTo>
                    <a:pt x="1796300" y="1060962"/>
                  </a:lnTo>
                  <a:lnTo>
                    <a:pt x="1827271" y="1088065"/>
                  </a:lnTo>
                  <a:lnTo>
                    <a:pt x="1858242" y="1115155"/>
                  </a:lnTo>
                  <a:lnTo>
                    <a:pt x="1889213" y="1142208"/>
                  </a:lnTo>
                  <a:lnTo>
                    <a:pt x="1920183" y="1169198"/>
                  </a:lnTo>
                  <a:lnTo>
                    <a:pt x="1951154" y="1196101"/>
                  </a:lnTo>
                  <a:lnTo>
                    <a:pt x="1982125" y="1222893"/>
                  </a:lnTo>
                  <a:lnTo>
                    <a:pt x="2013095" y="1249550"/>
                  </a:lnTo>
                  <a:lnTo>
                    <a:pt x="2044066" y="1276048"/>
                  </a:lnTo>
                  <a:lnTo>
                    <a:pt x="2075037" y="1302366"/>
                  </a:lnTo>
                  <a:lnTo>
                    <a:pt x="2106007" y="1328481"/>
                  </a:lnTo>
                  <a:lnTo>
                    <a:pt x="2136978" y="1354372"/>
                  </a:lnTo>
                  <a:lnTo>
                    <a:pt x="2167949" y="1380018"/>
                  </a:lnTo>
                  <a:lnTo>
                    <a:pt x="2198920" y="1405399"/>
                  </a:lnTo>
                  <a:lnTo>
                    <a:pt x="2229890" y="1430497"/>
                  </a:lnTo>
                  <a:lnTo>
                    <a:pt x="2260861" y="1455293"/>
                  </a:lnTo>
                  <a:lnTo>
                    <a:pt x="2291832" y="1479771"/>
                  </a:lnTo>
                  <a:lnTo>
                    <a:pt x="2322802" y="1503915"/>
                  </a:lnTo>
                  <a:lnTo>
                    <a:pt x="2353773" y="1527709"/>
                  </a:lnTo>
                  <a:lnTo>
                    <a:pt x="2384744" y="1551140"/>
                  </a:lnTo>
                  <a:lnTo>
                    <a:pt x="2415715" y="1574195"/>
                  </a:lnTo>
                  <a:lnTo>
                    <a:pt x="2446685" y="1596863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2972266" y="2504512"/>
              <a:ext cx="2382509" cy="1410920"/>
            </a:xfrm>
            <a:custGeom>
              <a:avLst/>
              <a:gdLst/>
              <a:ahLst/>
              <a:cxnLst/>
              <a:rect l="0" t="0" r="0" b="0"/>
              <a:pathLst>
                <a:path w="2382509" h="1410920">
                  <a:moveTo>
                    <a:pt x="0" y="0"/>
                  </a:moveTo>
                  <a:lnTo>
                    <a:pt x="30158" y="25715"/>
                  </a:lnTo>
                  <a:lnTo>
                    <a:pt x="60316" y="51648"/>
                  </a:lnTo>
                  <a:lnTo>
                    <a:pt x="90475" y="77778"/>
                  </a:lnTo>
                  <a:lnTo>
                    <a:pt x="120633" y="104083"/>
                  </a:lnTo>
                  <a:lnTo>
                    <a:pt x="150791" y="130541"/>
                  </a:lnTo>
                  <a:lnTo>
                    <a:pt x="180950" y="157129"/>
                  </a:lnTo>
                  <a:lnTo>
                    <a:pt x="211108" y="183824"/>
                  </a:lnTo>
                  <a:lnTo>
                    <a:pt x="241266" y="210601"/>
                  </a:lnTo>
                  <a:lnTo>
                    <a:pt x="271425" y="237438"/>
                  </a:lnTo>
                  <a:lnTo>
                    <a:pt x="301583" y="264311"/>
                  </a:lnTo>
                  <a:lnTo>
                    <a:pt x="331741" y="291194"/>
                  </a:lnTo>
                  <a:lnTo>
                    <a:pt x="361900" y="318064"/>
                  </a:lnTo>
                  <a:lnTo>
                    <a:pt x="392058" y="344896"/>
                  </a:lnTo>
                  <a:lnTo>
                    <a:pt x="422216" y="371666"/>
                  </a:lnTo>
                  <a:lnTo>
                    <a:pt x="452375" y="398351"/>
                  </a:lnTo>
                  <a:lnTo>
                    <a:pt x="482533" y="424927"/>
                  </a:lnTo>
                  <a:lnTo>
                    <a:pt x="512691" y="451370"/>
                  </a:lnTo>
                  <a:lnTo>
                    <a:pt x="542850" y="477658"/>
                  </a:lnTo>
                  <a:lnTo>
                    <a:pt x="573008" y="503769"/>
                  </a:lnTo>
                  <a:lnTo>
                    <a:pt x="603166" y="529681"/>
                  </a:lnTo>
                  <a:lnTo>
                    <a:pt x="633325" y="555374"/>
                  </a:lnTo>
                  <a:lnTo>
                    <a:pt x="663483" y="580826"/>
                  </a:lnTo>
                  <a:lnTo>
                    <a:pt x="693641" y="606020"/>
                  </a:lnTo>
                  <a:lnTo>
                    <a:pt x="723800" y="630936"/>
                  </a:lnTo>
                  <a:lnTo>
                    <a:pt x="753958" y="655556"/>
                  </a:lnTo>
                  <a:lnTo>
                    <a:pt x="784116" y="679865"/>
                  </a:lnTo>
                  <a:lnTo>
                    <a:pt x="814275" y="703846"/>
                  </a:lnTo>
                  <a:lnTo>
                    <a:pt x="844433" y="727486"/>
                  </a:lnTo>
                  <a:lnTo>
                    <a:pt x="874591" y="750769"/>
                  </a:lnTo>
                  <a:lnTo>
                    <a:pt x="904750" y="773684"/>
                  </a:lnTo>
                  <a:lnTo>
                    <a:pt x="934908" y="796219"/>
                  </a:lnTo>
                  <a:lnTo>
                    <a:pt x="965066" y="818364"/>
                  </a:lnTo>
                  <a:lnTo>
                    <a:pt x="995225" y="840109"/>
                  </a:lnTo>
                  <a:lnTo>
                    <a:pt x="1025383" y="861446"/>
                  </a:lnTo>
                  <a:lnTo>
                    <a:pt x="1055541" y="882367"/>
                  </a:lnTo>
                  <a:lnTo>
                    <a:pt x="1085700" y="902867"/>
                  </a:lnTo>
                  <a:lnTo>
                    <a:pt x="1115858" y="922939"/>
                  </a:lnTo>
                  <a:lnTo>
                    <a:pt x="1146017" y="942580"/>
                  </a:lnTo>
                  <a:lnTo>
                    <a:pt x="1176175" y="961786"/>
                  </a:lnTo>
                  <a:lnTo>
                    <a:pt x="1206333" y="980554"/>
                  </a:lnTo>
                  <a:lnTo>
                    <a:pt x="1236492" y="998883"/>
                  </a:lnTo>
                  <a:lnTo>
                    <a:pt x="1266650" y="1016772"/>
                  </a:lnTo>
                  <a:lnTo>
                    <a:pt x="1296808" y="1034222"/>
                  </a:lnTo>
                  <a:lnTo>
                    <a:pt x="1326967" y="1051233"/>
                  </a:lnTo>
                  <a:lnTo>
                    <a:pt x="1357125" y="1067806"/>
                  </a:lnTo>
                  <a:lnTo>
                    <a:pt x="1387283" y="1083944"/>
                  </a:lnTo>
                  <a:lnTo>
                    <a:pt x="1417442" y="1099650"/>
                  </a:lnTo>
                  <a:lnTo>
                    <a:pt x="1447600" y="1114928"/>
                  </a:lnTo>
                  <a:lnTo>
                    <a:pt x="1477758" y="1129780"/>
                  </a:lnTo>
                  <a:lnTo>
                    <a:pt x="1507917" y="1144213"/>
                  </a:lnTo>
                  <a:lnTo>
                    <a:pt x="1538075" y="1158231"/>
                  </a:lnTo>
                  <a:lnTo>
                    <a:pt x="1568233" y="1171839"/>
                  </a:lnTo>
                  <a:lnTo>
                    <a:pt x="1598392" y="1185043"/>
                  </a:lnTo>
                  <a:lnTo>
                    <a:pt x="1628550" y="1197851"/>
                  </a:lnTo>
                  <a:lnTo>
                    <a:pt x="1658708" y="1210267"/>
                  </a:lnTo>
                  <a:lnTo>
                    <a:pt x="1688867" y="1222300"/>
                  </a:lnTo>
                  <a:lnTo>
                    <a:pt x="1719025" y="1233957"/>
                  </a:lnTo>
                  <a:lnTo>
                    <a:pt x="1749183" y="1245244"/>
                  </a:lnTo>
                  <a:lnTo>
                    <a:pt x="1779342" y="1256169"/>
                  </a:lnTo>
                  <a:lnTo>
                    <a:pt x="1809500" y="1266740"/>
                  </a:lnTo>
                  <a:lnTo>
                    <a:pt x="1839658" y="1276966"/>
                  </a:lnTo>
                  <a:lnTo>
                    <a:pt x="1869817" y="1286853"/>
                  </a:lnTo>
                  <a:lnTo>
                    <a:pt x="1899975" y="1296409"/>
                  </a:lnTo>
                  <a:lnTo>
                    <a:pt x="1930133" y="1305644"/>
                  </a:lnTo>
                  <a:lnTo>
                    <a:pt x="1960292" y="1314564"/>
                  </a:lnTo>
                  <a:lnTo>
                    <a:pt x="1990450" y="1323179"/>
                  </a:lnTo>
                  <a:lnTo>
                    <a:pt x="2020608" y="1331496"/>
                  </a:lnTo>
                  <a:lnTo>
                    <a:pt x="2050767" y="1339522"/>
                  </a:lnTo>
                  <a:lnTo>
                    <a:pt x="2080925" y="1347267"/>
                  </a:lnTo>
                  <a:lnTo>
                    <a:pt x="2111083" y="1354739"/>
                  </a:lnTo>
                  <a:lnTo>
                    <a:pt x="2141242" y="1361944"/>
                  </a:lnTo>
                  <a:lnTo>
                    <a:pt x="2171400" y="1368891"/>
                  </a:lnTo>
                  <a:lnTo>
                    <a:pt x="2201559" y="1375587"/>
                  </a:lnTo>
                  <a:lnTo>
                    <a:pt x="2231717" y="1382040"/>
                  </a:lnTo>
                  <a:lnTo>
                    <a:pt x="2261875" y="1388258"/>
                  </a:lnTo>
                  <a:lnTo>
                    <a:pt x="2292034" y="1394248"/>
                  </a:lnTo>
                  <a:lnTo>
                    <a:pt x="2322192" y="1400017"/>
                  </a:lnTo>
                  <a:lnTo>
                    <a:pt x="2352350" y="1405572"/>
                  </a:lnTo>
                  <a:lnTo>
                    <a:pt x="2382509" y="141092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2391056" y="2374991"/>
              <a:ext cx="2702745" cy="627439"/>
            </a:xfrm>
            <a:custGeom>
              <a:avLst/>
              <a:gdLst/>
              <a:ahLst/>
              <a:cxnLst/>
              <a:rect l="0" t="0" r="0" b="0"/>
              <a:pathLst>
                <a:path w="2702745" h="627439">
                  <a:moveTo>
                    <a:pt x="0" y="0"/>
                  </a:moveTo>
                  <a:lnTo>
                    <a:pt x="34211" y="7334"/>
                  </a:lnTo>
                  <a:lnTo>
                    <a:pt x="68423" y="14698"/>
                  </a:lnTo>
                  <a:lnTo>
                    <a:pt x="102635" y="22091"/>
                  </a:lnTo>
                  <a:lnTo>
                    <a:pt x="136847" y="29514"/>
                  </a:lnTo>
                  <a:lnTo>
                    <a:pt x="171059" y="36965"/>
                  </a:lnTo>
                  <a:lnTo>
                    <a:pt x="205271" y="44444"/>
                  </a:lnTo>
                  <a:lnTo>
                    <a:pt x="239483" y="51951"/>
                  </a:lnTo>
                  <a:lnTo>
                    <a:pt x="273695" y="59485"/>
                  </a:lnTo>
                  <a:lnTo>
                    <a:pt x="307907" y="67046"/>
                  </a:lnTo>
                  <a:lnTo>
                    <a:pt x="342119" y="74632"/>
                  </a:lnTo>
                  <a:lnTo>
                    <a:pt x="376331" y="82245"/>
                  </a:lnTo>
                  <a:lnTo>
                    <a:pt x="410543" y="89883"/>
                  </a:lnTo>
                  <a:lnTo>
                    <a:pt x="444755" y="97545"/>
                  </a:lnTo>
                  <a:lnTo>
                    <a:pt x="478967" y="105232"/>
                  </a:lnTo>
                  <a:lnTo>
                    <a:pt x="513179" y="112942"/>
                  </a:lnTo>
                  <a:lnTo>
                    <a:pt x="547391" y="120675"/>
                  </a:lnTo>
                  <a:lnTo>
                    <a:pt x="581603" y="128431"/>
                  </a:lnTo>
                  <a:lnTo>
                    <a:pt x="615815" y="136209"/>
                  </a:lnTo>
                  <a:lnTo>
                    <a:pt x="650027" y="144008"/>
                  </a:lnTo>
                  <a:lnTo>
                    <a:pt x="684239" y="151828"/>
                  </a:lnTo>
                  <a:lnTo>
                    <a:pt x="718451" y="159668"/>
                  </a:lnTo>
                  <a:lnTo>
                    <a:pt x="752663" y="167529"/>
                  </a:lnTo>
                  <a:lnTo>
                    <a:pt x="786875" y="175408"/>
                  </a:lnTo>
                  <a:lnTo>
                    <a:pt x="821087" y="183306"/>
                  </a:lnTo>
                  <a:lnTo>
                    <a:pt x="855299" y="191221"/>
                  </a:lnTo>
                  <a:lnTo>
                    <a:pt x="889511" y="199155"/>
                  </a:lnTo>
                  <a:lnTo>
                    <a:pt x="923723" y="207104"/>
                  </a:lnTo>
                  <a:lnTo>
                    <a:pt x="957935" y="215071"/>
                  </a:lnTo>
                  <a:lnTo>
                    <a:pt x="992147" y="223052"/>
                  </a:lnTo>
                  <a:lnTo>
                    <a:pt x="1026358" y="231049"/>
                  </a:lnTo>
                  <a:lnTo>
                    <a:pt x="1060570" y="239059"/>
                  </a:lnTo>
                  <a:lnTo>
                    <a:pt x="1094782" y="247084"/>
                  </a:lnTo>
                  <a:lnTo>
                    <a:pt x="1128994" y="255121"/>
                  </a:lnTo>
                  <a:lnTo>
                    <a:pt x="1163206" y="263171"/>
                  </a:lnTo>
                  <a:lnTo>
                    <a:pt x="1197418" y="271232"/>
                  </a:lnTo>
                  <a:lnTo>
                    <a:pt x="1231630" y="279305"/>
                  </a:lnTo>
                  <a:lnTo>
                    <a:pt x="1265842" y="287388"/>
                  </a:lnTo>
                  <a:lnTo>
                    <a:pt x="1300054" y="295481"/>
                  </a:lnTo>
                  <a:lnTo>
                    <a:pt x="1334266" y="303583"/>
                  </a:lnTo>
                  <a:lnTo>
                    <a:pt x="1368478" y="311693"/>
                  </a:lnTo>
                  <a:lnTo>
                    <a:pt x="1402690" y="319811"/>
                  </a:lnTo>
                  <a:lnTo>
                    <a:pt x="1436902" y="327937"/>
                  </a:lnTo>
                  <a:lnTo>
                    <a:pt x="1471114" y="336069"/>
                  </a:lnTo>
                  <a:lnTo>
                    <a:pt x="1505326" y="344206"/>
                  </a:lnTo>
                  <a:lnTo>
                    <a:pt x="1539538" y="352349"/>
                  </a:lnTo>
                  <a:lnTo>
                    <a:pt x="1573750" y="360496"/>
                  </a:lnTo>
                  <a:lnTo>
                    <a:pt x="1607962" y="368647"/>
                  </a:lnTo>
                  <a:lnTo>
                    <a:pt x="1642174" y="376801"/>
                  </a:lnTo>
                  <a:lnTo>
                    <a:pt x="1676386" y="384958"/>
                  </a:lnTo>
                  <a:lnTo>
                    <a:pt x="1710598" y="393116"/>
                  </a:lnTo>
                  <a:lnTo>
                    <a:pt x="1744810" y="401275"/>
                  </a:lnTo>
                  <a:lnTo>
                    <a:pt x="1779022" y="409435"/>
                  </a:lnTo>
                  <a:lnTo>
                    <a:pt x="1813234" y="417594"/>
                  </a:lnTo>
                  <a:lnTo>
                    <a:pt x="1847446" y="425753"/>
                  </a:lnTo>
                  <a:lnTo>
                    <a:pt x="1881658" y="433909"/>
                  </a:lnTo>
                  <a:lnTo>
                    <a:pt x="1915870" y="442064"/>
                  </a:lnTo>
                  <a:lnTo>
                    <a:pt x="1950082" y="450215"/>
                  </a:lnTo>
                  <a:lnTo>
                    <a:pt x="1984294" y="458363"/>
                  </a:lnTo>
                  <a:lnTo>
                    <a:pt x="2018505" y="466506"/>
                  </a:lnTo>
                  <a:lnTo>
                    <a:pt x="2052717" y="474645"/>
                  </a:lnTo>
                  <a:lnTo>
                    <a:pt x="2086929" y="482777"/>
                  </a:lnTo>
                  <a:lnTo>
                    <a:pt x="2121141" y="490904"/>
                  </a:lnTo>
                  <a:lnTo>
                    <a:pt x="2155353" y="499023"/>
                  </a:lnTo>
                  <a:lnTo>
                    <a:pt x="2189565" y="507134"/>
                  </a:lnTo>
                  <a:lnTo>
                    <a:pt x="2223777" y="515238"/>
                  </a:lnTo>
                  <a:lnTo>
                    <a:pt x="2257989" y="523332"/>
                  </a:lnTo>
                  <a:lnTo>
                    <a:pt x="2292201" y="531416"/>
                  </a:lnTo>
                  <a:lnTo>
                    <a:pt x="2326413" y="539490"/>
                  </a:lnTo>
                  <a:lnTo>
                    <a:pt x="2360625" y="547553"/>
                  </a:lnTo>
                  <a:lnTo>
                    <a:pt x="2394837" y="555605"/>
                  </a:lnTo>
                  <a:lnTo>
                    <a:pt x="2429049" y="563644"/>
                  </a:lnTo>
                  <a:lnTo>
                    <a:pt x="2463261" y="571670"/>
                  </a:lnTo>
                  <a:lnTo>
                    <a:pt x="2497473" y="579683"/>
                  </a:lnTo>
                  <a:lnTo>
                    <a:pt x="2531685" y="587681"/>
                  </a:lnTo>
                  <a:lnTo>
                    <a:pt x="2565897" y="595665"/>
                  </a:lnTo>
                  <a:lnTo>
                    <a:pt x="2600109" y="603633"/>
                  </a:lnTo>
                  <a:lnTo>
                    <a:pt x="2634321" y="611585"/>
                  </a:lnTo>
                  <a:lnTo>
                    <a:pt x="2668533" y="619520"/>
                  </a:lnTo>
                  <a:lnTo>
                    <a:pt x="2702745" y="62743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2425626" y="2142390"/>
              <a:ext cx="2690410" cy="1049313"/>
            </a:xfrm>
            <a:custGeom>
              <a:avLst/>
              <a:gdLst/>
              <a:ahLst/>
              <a:cxnLst/>
              <a:rect l="0" t="0" r="0" b="0"/>
              <a:pathLst>
                <a:path w="2690410" h="1049313">
                  <a:moveTo>
                    <a:pt x="0" y="0"/>
                  </a:moveTo>
                  <a:lnTo>
                    <a:pt x="34055" y="10710"/>
                  </a:lnTo>
                  <a:lnTo>
                    <a:pt x="68111" y="21542"/>
                  </a:lnTo>
                  <a:lnTo>
                    <a:pt x="102167" y="32493"/>
                  </a:lnTo>
                  <a:lnTo>
                    <a:pt x="136223" y="43564"/>
                  </a:lnTo>
                  <a:lnTo>
                    <a:pt x="170279" y="54753"/>
                  </a:lnTo>
                  <a:lnTo>
                    <a:pt x="204335" y="66060"/>
                  </a:lnTo>
                  <a:lnTo>
                    <a:pt x="238390" y="77482"/>
                  </a:lnTo>
                  <a:lnTo>
                    <a:pt x="272446" y="89020"/>
                  </a:lnTo>
                  <a:lnTo>
                    <a:pt x="306502" y="100672"/>
                  </a:lnTo>
                  <a:lnTo>
                    <a:pt x="340558" y="112437"/>
                  </a:lnTo>
                  <a:lnTo>
                    <a:pt x="374614" y="124312"/>
                  </a:lnTo>
                  <a:lnTo>
                    <a:pt x="408670" y="136297"/>
                  </a:lnTo>
                  <a:lnTo>
                    <a:pt x="442725" y="148390"/>
                  </a:lnTo>
                  <a:lnTo>
                    <a:pt x="476781" y="160590"/>
                  </a:lnTo>
                  <a:lnTo>
                    <a:pt x="510837" y="172894"/>
                  </a:lnTo>
                  <a:lnTo>
                    <a:pt x="544893" y="185302"/>
                  </a:lnTo>
                  <a:lnTo>
                    <a:pt x="578949" y="197810"/>
                  </a:lnTo>
                  <a:lnTo>
                    <a:pt x="613005" y="210417"/>
                  </a:lnTo>
                  <a:lnTo>
                    <a:pt x="647060" y="223120"/>
                  </a:lnTo>
                  <a:lnTo>
                    <a:pt x="681116" y="235919"/>
                  </a:lnTo>
                  <a:lnTo>
                    <a:pt x="715172" y="248810"/>
                  </a:lnTo>
                  <a:lnTo>
                    <a:pt x="749228" y="261791"/>
                  </a:lnTo>
                  <a:lnTo>
                    <a:pt x="783284" y="274860"/>
                  </a:lnTo>
                  <a:lnTo>
                    <a:pt x="817340" y="288014"/>
                  </a:lnTo>
                  <a:lnTo>
                    <a:pt x="851395" y="301250"/>
                  </a:lnTo>
                  <a:lnTo>
                    <a:pt x="885451" y="314567"/>
                  </a:lnTo>
                  <a:lnTo>
                    <a:pt x="919507" y="327961"/>
                  </a:lnTo>
                  <a:lnTo>
                    <a:pt x="953563" y="341429"/>
                  </a:lnTo>
                  <a:lnTo>
                    <a:pt x="987619" y="354970"/>
                  </a:lnTo>
                  <a:lnTo>
                    <a:pt x="1021675" y="368579"/>
                  </a:lnTo>
                  <a:lnTo>
                    <a:pt x="1055730" y="382253"/>
                  </a:lnTo>
                  <a:lnTo>
                    <a:pt x="1089786" y="395991"/>
                  </a:lnTo>
                  <a:lnTo>
                    <a:pt x="1123842" y="409788"/>
                  </a:lnTo>
                  <a:lnTo>
                    <a:pt x="1157898" y="423642"/>
                  </a:lnTo>
                  <a:lnTo>
                    <a:pt x="1191954" y="437549"/>
                  </a:lnTo>
                  <a:lnTo>
                    <a:pt x="1226010" y="451507"/>
                  </a:lnTo>
                  <a:lnTo>
                    <a:pt x="1260065" y="465510"/>
                  </a:lnTo>
                  <a:lnTo>
                    <a:pt x="1294121" y="479558"/>
                  </a:lnTo>
                  <a:lnTo>
                    <a:pt x="1328177" y="493645"/>
                  </a:lnTo>
                  <a:lnTo>
                    <a:pt x="1362233" y="507769"/>
                  </a:lnTo>
                  <a:lnTo>
                    <a:pt x="1396289" y="521926"/>
                  </a:lnTo>
                  <a:lnTo>
                    <a:pt x="1430345" y="536112"/>
                  </a:lnTo>
                  <a:lnTo>
                    <a:pt x="1464400" y="550324"/>
                  </a:lnTo>
                  <a:lnTo>
                    <a:pt x="1498456" y="564559"/>
                  </a:lnTo>
                  <a:lnTo>
                    <a:pt x="1532512" y="578813"/>
                  </a:lnTo>
                  <a:lnTo>
                    <a:pt x="1566568" y="593081"/>
                  </a:lnTo>
                  <a:lnTo>
                    <a:pt x="1600624" y="607362"/>
                  </a:lnTo>
                  <a:lnTo>
                    <a:pt x="1634680" y="621650"/>
                  </a:lnTo>
                  <a:lnTo>
                    <a:pt x="1668735" y="635943"/>
                  </a:lnTo>
                  <a:lnTo>
                    <a:pt x="1702791" y="650236"/>
                  </a:lnTo>
                  <a:lnTo>
                    <a:pt x="1736847" y="664526"/>
                  </a:lnTo>
                  <a:lnTo>
                    <a:pt x="1770903" y="678810"/>
                  </a:lnTo>
                  <a:lnTo>
                    <a:pt x="1804959" y="693084"/>
                  </a:lnTo>
                  <a:lnTo>
                    <a:pt x="1839015" y="707343"/>
                  </a:lnTo>
                  <a:lnTo>
                    <a:pt x="1873070" y="721585"/>
                  </a:lnTo>
                  <a:lnTo>
                    <a:pt x="1907126" y="735806"/>
                  </a:lnTo>
                  <a:lnTo>
                    <a:pt x="1941182" y="750002"/>
                  </a:lnTo>
                  <a:lnTo>
                    <a:pt x="1975238" y="764170"/>
                  </a:lnTo>
                  <a:lnTo>
                    <a:pt x="2009294" y="778306"/>
                  </a:lnTo>
                  <a:lnTo>
                    <a:pt x="2043350" y="792406"/>
                  </a:lnTo>
                  <a:lnTo>
                    <a:pt x="2077405" y="806469"/>
                  </a:lnTo>
                  <a:lnTo>
                    <a:pt x="2111461" y="820488"/>
                  </a:lnTo>
                  <a:lnTo>
                    <a:pt x="2145517" y="834463"/>
                  </a:lnTo>
                  <a:lnTo>
                    <a:pt x="2179573" y="848388"/>
                  </a:lnTo>
                  <a:lnTo>
                    <a:pt x="2213629" y="862262"/>
                  </a:lnTo>
                  <a:lnTo>
                    <a:pt x="2247685" y="876080"/>
                  </a:lnTo>
                  <a:lnTo>
                    <a:pt x="2281740" y="889839"/>
                  </a:lnTo>
                  <a:lnTo>
                    <a:pt x="2315796" y="903537"/>
                  </a:lnTo>
                  <a:lnTo>
                    <a:pt x="2349852" y="917170"/>
                  </a:lnTo>
                  <a:lnTo>
                    <a:pt x="2383908" y="930735"/>
                  </a:lnTo>
                  <a:lnTo>
                    <a:pt x="2417964" y="944230"/>
                  </a:lnTo>
                  <a:lnTo>
                    <a:pt x="2452020" y="957651"/>
                  </a:lnTo>
                  <a:lnTo>
                    <a:pt x="2486075" y="970995"/>
                  </a:lnTo>
                  <a:lnTo>
                    <a:pt x="2520131" y="984261"/>
                  </a:lnTo>
                  <a:lnTo>
                    <a:pt x="2554187" y="997445"/>
                  </a:lnTo>
                  <a:lnTo>
                    <a:pt x="2588243" y="1010545"/>
                  </a:lnTo>
                  <a:lnTo>
                    <a:pt x="2622299" y="1023557"/>
                  </a:lnTo>
                  <a:lnTo>
                    <a:pt x="2656355" y="1036481"/>
                  </a:lnTo>
                  <a:lnTo>
                    <a:pt x="2690410" y="104931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l408"/>
            <p:cNvSpPr/>
            <p:nvPr/>
          </p:nvSpPr>
          <p:spPr>
            <a:xfrm>
              <a:off x="1920981" y="2797831"/>
              <a:ext cx="3134902" cy="247768"/>
            </a:xfrm>
            <a:custGeom>
              <a:avLst/>
              <a:gdLst/>
              <a:ahLst/>
              <a:cxnLst/>
              <a:rect l="0" t="0" r="0" b="0"/>
              <a:pathLst>
                <a:path w="3134902" h="247768">
                  <a:moveTo>
                    <a:pt x="0" y="0"/>
                  </a:moveTo>
                  <a:lnTo>
                    <a:pt x="39682" y="3185"/>
                  </a:lnTo>
                  <a:lnTo>
                    <a:pt x="79364" y="6371"/>
                  </a:lnTo>
                  <a:lnTo>
                    <a:pt x="119046" y="9556"/>
                  </a:lnTo>
                  <a:lnTo>
                    <a:pt x="158729" y="12741"/>
                  </a:lnTo>
                  <a:lnTo>
                    <a:pt x="198411" y="15926"/>
                  </a:lnTo>
                  <a:lnTo>
                    <a:pt x="238093" y="19110"/>
                  </a:lnTo>
                  <a:lnTo>
                    <a:pt x="277776" y="22294"/>
                  </a:lnTo>
                  <a:lnTo>
                    <a:pt x="317458" y="25477"/>
                  </a:lnTo>
                  <a:lnTo>
                    <a:pt x="357140" y="28660"/>
                  </a:lnTo>
                  <a:lnTo>
                    <a:pt x="396823" y="31842"/>
                  </a:lnTo>
                  <a:lnTo>
                    <a:pt x="436505" y="35023"/>
                  </a:lnTo>
                  <a:lnTo>
                    <a:pt x="476187" y="38204"/>
                  </a:lnTo>
                  <a:lnTo>
                    <a:pt x="515870" y="41384"/>
                  </a:lnTo>
                  <a:lnTo>
                    <a:pt x="555552" y="44564"/>
                  </a:lnTo>
                  <a:lnTo>
                    <a:pt x="595234" y="47742"/>
                  </a:lnTo>
                  <a:lnTo>
                    <a:pt x="634916" y="50920"/>
                  </a:lnTo>
                  <a:lnTo>
                    <a:pt x="674599" y="54097"/>
                  </a:lnTo>
                  <a:lnTo>
                    <a:pt x="714281" y="57273"/>
                  </a:lnTo>
                  <a:lnTo>
                    <a:pt x="753963" y="60448"/>
                  </a:lnTo>
                  <a:lnTo>
                    <a:pt x="793646" y="63622"/>
                  </a:lnTo>
                  <a:lnTo>
                    <a:pt x="833328" y="66796"/>
                  </a:lnTo>
                  <a:lnTo>
                    <a:pt x="873010" y="69968"/>
                  </a:lnTo>
                  <a:lnTo>
                    <a:pt x="912693" y="73139"/>
                  </a:lnTo>
                  <a:lnTo>
                    <a:pt x="952375" y="76308"/>
                  </a:lnTo>
                  <a:lnTo>
                    <a:pt x="992057" y="79477"/>
                  </a:lnTo>
                  <a:lnTo>
                    <a:pt x="1031740" y="82644"/>
                  </a:lnTo>
                  <a:lnTo>
                    <a:pt x="1071422" y="85811"/>
                  </a:lnTo>
                  <a:lnTo>
                    <a:pt x="1111104" y="88975"/>
                  </a:lnTo>
                  <a:lnTo>
                    <a:pt x="1150786" y="92139"/>
                  </a:lnTo>
                  <a:lnTo>
                    <a:pt x="1190469" y="95301"/>
                  </a:lnTo>
                  <a:lnTo>
                    <a:pt x="1230151" y="98462"/>
                  </a:lnTo>
                  <a:lnTo>
                    <a:pt x="1269833" y="101621"/>
                  </a:lnTo>
                  <a:lnTo>
                    <a:pt x="1309516" y="104779"/>
                  </a:lnTo>
                  <a:lnTo>
                    <a:pt x="1349198" y="107935"/>
                  </a:lnTo>
                  <a:lnTo>
                    <a:pt x="1388880" y="111090"/>
                  </a:lnTo>
                  <a:lnTo>
                    <a:pt x="1428563" y="114243"/>
                  </a:lnTo>
                  <a:lnTo>
                    <a:pt x="1468245" y="117394"/>
                  </a:lnTo>
                  <a:lnTo>
                    <a:pt x="1507927" y="120544"/>
                  </a:lnTo>
                  <a:lnTo>
                    <a:pt x="1547610" y="123692"/>
                  </a:lnTo>
                  <a:lnTo>
                    <a:pt x="1587292" y="126839"/>
                  </a:lnTo>
                  <a:lnTo>
                    <a:pt x="1626974" y="129983"/>
                  </a:lnTo>
                  <a:lnTo>
                    <a:pt x="1666657" y="133126"/>
                  </a:lnTo>
                  <a:lnTo>
                    <a:pt x="1706339" y="136266"/>
                  </a:lnTo>
                  <a:lnTo>
                    <a:pt x="1746021" y="139405"/>
                  </a:lnTo>
                  <a:lnTo>
                    <a:pt x="1785703" y="142542"/>
                  </a:lnTo>
                  <a:lnTo>
                    <a:pt x="1825386" y="145677"/>
                  </a:lnTo>
                  <a:lnTo>
                    <a:pt x="1865068" y="148810"/>
                  </a:lnTo>
                  <a:lnTo>
                    <a:pt x="1904750" y="151941"/>
                  </a:lnTo>
                  <a:lnTo>
                    <a:pt x="1944433" y="155069"/>
                  </a:lnTo>
                  <a:lnTo>
                    <a:pt x="1984115" y="158196"/>
                  </a:lnTo>
                  <a:lnTo>
                    <a:pt x="2023797" y="161320"/>
                  </a:lnTo>
                  <a:lnTo>
                    <a:pt x="2063480" y="164442"/>
                  </a:lnTo>
                  <a:lnTo>
                    <a:pt x="2103162" y="167562"/>
                  </a:lnTo>
                  <a:lnTo>
                    <a:pt x="2142844" y="170680"/>
                  </a:lnTo>
                  <a:lnTo>
                    <a:pt x="2182527" y="173795"/>
                  </a:lnTo>
                  <a:lnTo>
                    <a:pt x="2222209" y="176908"/>
                  </a:lnTo>
                  <a:lnTo>
                    <a:pt x="2261891" y="180018"/>
                  </a:lnTo>
                  <a:lnTo>
                    <a:pt x="2301573" y="183126"/>
                  </a:lnTo>
                  <a:lnTo>
                    <a:pt x="2341256" y="186232"/>
                  </a:lnTo>
                  <a:lnTo>
                    <a:pt x="2380938" y="189335"/>
                  </a:lnTo>
                  <a:lnTo>
                    <a:pt x="2420620" y="192436"/>
                  </a:lnTo>
                  <a:lnTo>
                    <a:pt x="2460303" y="195533"/>
                  </a:lnTo>
                  <a:lnTo>
                    <a:pt x="2499985" y="198629"/>
                  </a:lnTo>
                  <a:lnTo>
                    <a:pt x="2539667" y="201721"/>
                  </a:lnTo>
                  <a:lnTo>
                    <a:pt x="2579350" y="204811"/>
                  </a:lnTo>
                  <a:lnTo>
                    <a:pt x="2619032" y="207899"/>
                  </a:lnTo>
                  <a:lnTo>
                    <a:pt x="2658714" y="210983"/>
                  </a:lnTo>
                  <a:lnTo>
                    <a:pt x="2698397" y="214065"/>
                  </a:lnTo>
                  <a:lnTo>
                    <a:pt x="2738079" y="217143"/>
                  </a:lnTo>
                  <a:lnTo>
                    <a:pt x="2777761" y="220219"/>
                  </a:lnTo>
                  <a:lnTo>
                    <a:pt x="2817443" y="223292"/>
                  </a:lnTo>
                  <a:lnTo>
                    <a:pt x="2857126" y="226363"/>
                  </a:lnTo>
                  <a:lnTo>
                    <a:pt x="2896808" y="229430"/>
                  </a:lnTo>
                  <a:lnTo>
                    <a:pt x="2936490" y="232494"/>
                  </a:lnTo>
                  <a:lnTo>
                    <a:pt x="2976173" y="235555"/>
                  </a:lnTo>
                  <a:lnTo>
                    <a:pt x="3015855" y="238613"/>
                  </a:lnTo>
                  <a:lnTo>
                    <a:pt x="3055537" y="241668"/>
                  </a:lnTo>
                  <a:lnTo>
                    <a:pt x="3095220" y="244719"/>
                  </a:lnTo>
                  <a:lnTo>
                    <a:pt x="3134902" y="247768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623483" y="2301162"/>
              <a:ext cx="3200881" cy="191969"/>
            </a:xfrm>
            <a:custGeom>
              <a:avLst/>
              <a:gdLst/>
              <a:ahLst/>
              <a:cxnLst/>
              <a:rect l="0" t="0" r="0" b="0"/>
              <a:pathLst>
                <a:path w="3200881" h="191969">
                  <a:moveTo>
                    <a:pt x="0" y="0"/>
                  </a:moveTo>
                  <a:lnTo>
                    <a:pt x="40517" y="2299"/>
                  </a:lnTo>
                  <a:lnTo>
                    <a:pt x="81034" y="4603"/>
                  </a:lnTo>
                  <a:lnTo>
                    <a:pt x="121552" y="6911"/>
                  </a:lnTo>
                  <a:lnTo>
                    <a:pt x="162069" y="9222"/>
                  </a:lnTo>
                  <a:lnTo>
                    <a:pt x="202587" y="11536"/>
                  </a:lnTo>
                  <a:lnTo>
                    <a:pt x="243104" y="13855"/>
                  </a:lnTo>
                  <a:lnTo>
                    <a:pt x="283622" y="16176"/>
                  </a:lnTo>
                  <a:lnTo>
                    <a:pt x="324139" y="18502"/>
                  </a:lnTo>
                  <a:lnTo>
                    <a:pt x="364657" y="20831"/>
                  </a:lnTo>
                  <a:lnTo>
                    <a:pt x="405174" y="23164"/>
                  </a:lnTo>
                  <a:lnTo>
                    <a:pt x="445692" y="25500"/>
                  </a:lnTo>
                  <a:lnTo>
                    <a:pt x="486209" y="27840"/>
                  </a:lnTo>
                  <a:lnTo>
                    <a:pt x="526727" y="30184"/>
                  </a:lnTo>
                  <a:lnTo>
                    <a:pt x="567244" y="32531"/>
                  </a:lnTo>
                  <a:lnTo>
                    <a:pt x="607762" y="34881"/>
                  </a:lnTo>
                  <a:lnTo>
                    <a:pt x="648279" y="37235"/>
                  </a:lnTo>
                  <a:lnTo>
                    <a:pt x="688797" y="39593"/>
                  </a:lnTo>
                  <a:lnTo>
                    <a:pt x="729314" y="41954"/>
                  </a:lnTo>
                  <a:lnTo>
                    <a:pt x="769832" y="44318"/>
                  </a:lnTo>
                  <a:lnTo>
                    <a:pt x="810349" y="46686"/>
                  </a:lnTo>
                  <a:lnTo>
                    <a:pt x="850867" y="49058"/>
                  </a:lnTo>
                  <a:lnTo>
                    <a:pt x="891384" y="51432"/>
                  </a:lnTo>
                  <a:lnTo>
                    <a:pt x="931902" y="53811"/>
                  </a:lnTo>
                  <a:lnTo>
                    <a:pt x="972419" y="56192"/>
                  </a:lnTo>
                  <a:lnTo>
                    <a:pt x="1012937" y="58577"/>
                  </a:lnTo>
                  <a:lnTo>
                    <a:pt x="1053454" y="60966"/>
                  </a:lnTo>
                  <a:lnTo>
                    <a:pt x="1093972" y="63357"/>
                  </a:lnTo>
                  <a:lnTo>
                    <a:pt x="1134489" y="65753"/>
                  </a:lnTo>
                  <a:lnTo>
                    <a:pt x="1175006" y="68151"/>
                  </a:lnTo>
                  <a:lnTo>
                    <a:pt x="1215524" y="70553"/>
                  </a:lnTo>
                  <a:lnTo>
                    <a:pt x="1256041" y="72958"/>
                  </a:lnTo>
                  <a:lnTo>
                    <a:pt x="1296559" y="75366"/>
                  </a:lnTo>
                  <a:lnTo>
                    <a:pt x="1337076" y="77778"/>
                  </a:lnTo>
                  <a:lnTo>
                    <a:pt x="1377594" y="80193"/>
                  </a:lnTo>
                  <a:lnTo>
                    <a:pt x="1418111" y="82611"/>
                  </a:lnTo>
                  <a:lnTo>
                    <a:pt x="1458629" y="85032"/>
                  </a:lnTo>
                  <a:lnTo>
                    <a:pt x="1499146" y="87457"/>
                  </a:lnTo>
                  <a:lnTo>
                    <a:pt x="1539664" y="89884"/>
                  </a:lnTo>
                  <a:lnTo>
                    <a:pt x="1580181" y="92315"/>
                  </a:lnTo>
                  <a:lnTo>
                    <a:pt x="1620699" y="94749"/>
                  </a:lnTo>
                  <a:lnTo>
                    <a:pt x="1661216" y="97187"/>
                  </a:lnTo>
                  <a:lnTo>
                    <a:pt x="1701734" y="99627"/>
                  </a:lnTo>
                  <a:lnTo>
                    <a:pt x="1742251" y="102071"/>
                  </a:lnTo>
                  <a:lnTo>
                    <a:pt x="1782769" y="104517"/>
                  </a:lnTo>
                  <a:lnTo>
                    <a:pt x="1823286" y="106967"/>
                  </a:lnTo>
                  <a:lnTo>
                    <a:pt x="1863804" y="109420"/>
                  </a:lnTo>
                  <a:lnTo>
                    <a:pt x="1904321" y="111875"/>
                  </a:lnTo>
                  <a:lnTo>
                    <a:pt x="1944839" y="114334"/>
                  </a:lnTo>
                  <a:lnTo>
                    <a:pt x="1985356" y="116796"/>
                  </a:lnTo>
                  <a:lnTo>
                    <a:pt x="2025874" y="119261"/>
                  </a:lnTo>
                  <a:lnTo>
                    <a:pt x="2066391" y="121729"/>
                  </a:lnTo>
                  <a:lnTo>
                    <a:pt x="2106909" y="124199"/>
                  </a:lnTo>
                  <a:lnTo>
                    <a:pt x="2147426" y="126673"/>
                  </a:lnTo>
                  <a:lnTo>
                    <a:pt x="2187944" y="129150"/>
                  </a:lnTo>
                  <a:lnTo>
                    <a:pt x="2228461" y="131629"/>
                  </a:lnTo>
                  <a:lnTo>
                    <a:pt x="2268978" y="134112"/>
                  </a:lnTo>
                  <a:lnTo>
                    <a:pt x="2309496" y="136597"/>
                  </a:lnTo>
                  <a:lnTo>
                    <a:pt x="2350013" y="139086"/>
                  </a:lnTo>
                  <a:lnTo>
                    <a:pt x="2390531" y="141577"/>
                  </a:lnTo>
                  <a:lnTo>
                    <a:pt x="2431048" y="144071"/>
                  </a:lnTo>
                  <a:lnTo>
                    <a:pt x="2471566" y="146567"/>
                  </a:lnTo>
                  <a:lnTo>
                    <a:pt x="2512083" y="149067"/>
                  </a:lnTo>
                  <a:lnTo>
                    <a:pt x="2552601" y="151569"/>
                  </a:lnTo>
                  <a:lnTo>
                    <a:pt x="2593118" y="154074"/>
                  </a:lnTo>
                  <a:lnTo>
                    <a:pt x="2633636" y="156582"/>
                  </a:lnTo>
                  <a:lnTo>
                    <a:pt x="2674153" y="159093"/>
                  </a:lnTo>
                  <a:lnTo>
                    <a:pt x="2714671" y="161606"/>
                  </a:lnTo>
                  <a:lnTo>
                    <a:pt x="2755188" y="164122"/>
                  </a:lnTo>
                  <a:lnTo>
                    <a:pt x="2795706" y="166640"/>
                  </a:lnTo>
                  <a:lnTo>
                    <a:pt x="2836223" y="169161"/>
                  </a:lnTo>
                  <a:lnTo>
                    <a:pt x="2876741" y="171685"/>
                  </a:lnTo>
                  <a:lnTo>
                    <a:pt x="2917258" y="174212"/>
                  </a:lnTo>
                  <a:lnTo>
                    <a:pt x="2957776" y="176741"/>
                  </a:lnTo>
                  <a:lnTo>
                    <a:pt x="2998293" y="179272"/>
                  </a:lnTo>
                  <a:lnTo>
                    <a:pt x="3038811" y="181807"/>
                  </a:lnTo>
                  <a:lnTo>
                    <a:pt x="3079328" y="184343"/>
                  </a:lnTo>
                  <a:lnTo>
                    <a:pt x="3119846" y="186883"/>
                  </a:lnTo>
                  <a:lnTo>
                    <a:pt x="3160363" y="189424"/>
                  </a:lnTo>
                  <a:lnTo>
                    <a:pt x="3200881" y="191969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2082973" y="2451849"/>
              <a:ext cx="2965276" cy="497775"/>
            </a:xfrm>
            <a:custGeom>
              <a:avLst/>
              <a:gdLst/>
              <a:ahLst/>
              <a:cxnLst/>
              <a:rect l="0" t="0" r="0" b="0"/>
              <a:pathLst>
                <a:path w="2965276" h="497775">
                  <a:moveTo>
                    <a:pt x="0" y="0"/>
                  </a:moveTo>
                  <a:lnTo>
                    <a:pt x="37535" y="5985"/>
                  </a:lnTo>
                  <a:lnTo>
                    <a:pt x="75070" y="11986"/>
                  </a:lnTo>
                  <a:lnTo>
                    <a:pt x="112605" y="18002"/>
                  </a:lnTo>
                  <a:lnTo>
                    <a:pt x="150140" y="24034"/>
                  </a:lnTo>
                  <a:lnTo>
                    <a:pt x="187675" y="30080"/>
                  </a:lnTo>
                  <a:lnTo>
                    <a:pt x="225210" y="36141"/>
                  </a:lnTo>
                  <a:lnTo>
                    <a:pt x="262746" y="42215"/>
                  </a:lnTo>
                  <a:lnTo>
                    <a:pt x="300281" y="48304"/>
                  </a:lnTo>
                  <a:lnTo>
                    <a:pt x="337816" y="54407"/>
                  </a:lnTo>
                  <a:lnTo>
                    <a:pt x="375351" y="60523"/>
                  </a:lnTo>
                  <a:lnTo>
                    <a:pt x="412886" y="66652"/>
                  </a:lnTo>
                  <a:lnTo>
                    <a:pt x="450421" y="72794"/>
                  </a:lnTo>
                  <a:lnTo>
                    <a:pt x="487956" y="78949"/>
                  </a:lnTo>
                  <a:lnTo>
                    <a:pt x="525492" y="85116"/>
                  </a:lnTo>
                  <a:lnTo>
                    <a:pt x="563027" y="91295"/>
                  </a:lnTo>
                  <a:lnTo>
                    <a:pt x="600562" y="97486"/>
                  </a:lnTo>
                  <a:lnTo>
                    <a:pt x="638097" y="103689"/>
                  </a:lnTo>
                  <a:lnTo>
                    <a:pt x="675632" y="109903"/>
                  </a:lnTo>
                  <a:lnTo>
                    <a:pt x="713167" y="116127"/>
                  </a:lnTo>
                  <a:lnTo>
                    <a:pt x="750702" y="122363"/>
                  </a:lnTo>
                  <a:lnTo>
                    <a:pt x="788238" y="128608"/>
                  </a:lnTo>
                  <a:lnTo>
                    <a:pt x="825773" y="134864"/>
                  </a:lnTo>
                  <a:lnTo>
                    <a:pt x="863308" y="141129"/>
                  </a:lnTo>
                  <a:lnTo>
                    <a:pt x="900843" y="147404"/>
                  </a:lnTo>
                  <a:lnTo>
                    <a:pt x="938378" y="153688"/>
                  </a:lnTo>
                  <a:lnTo>
                    <a:pt x="975913" y="159981"/>
                  </a:lnTo>
                  <a:lnTo>
                    <a:pt x="1013448" y="166283"/>
                  </a:lnTo>
                  <a:lnTo>
                    <a:pt x="1050984" y="172592"/>
                  </a:lnTo>
                  <a:lnTo>
                    <a:pt x="1088519" y="178910"/>
                  </a:lnTo>
                  <a:lnTo>
                    <a:pt x="1126054" y="185235"/>
                  </a:lnTo>
                  <a:lnTo>
                    <a:pt x="1163589" y="191567"/>
                  </a:lnTo>
                  <a:lnTo>
                    <a:pt x="1201124" y="197907"/>
                  </a:lnTo>
                  <a:lnTo>
                    <a:pt x="1238659" y="204253"/>
                  </a:lnTo>
                  <a:lnTo>
                    <a:pt x="1276194" y="210605"/>
                  </a:lnTo>
                  <a:lnTo>
                    <a:pt x="1313730" y="216964"/>
                  </a:lnTo>
                  <a:lnTo>
                    <a:pt x="1351265" y="223328"/>
                  </a:lnTo>
                  <a:lnTo>
                    <a:pt x="1388800" y="229698"/>
                  </a:lnTo>
                  <a:lnTo>
                    <a:pt x="1426335" y="236072"/>
                  </a:lnTo>
                  <a:lnTo>
                    <a:pt x="1463870" y="242452"/>
                  </a:lnTo>
                  <a:lnTo>
                    <a:pt x="1501405" y="248836"/>
                  </a:lnTo>
                  <a:lnTo>
                    <a:pt x="1538940" y="255224"/>
                  </a:lnTo>
                  <a:lnTo>
                    <a:pt x="1576476" y="261615"/>
                  </a:lnTo>
                  <a:lnTo>
                    <a:pt x="1614011" y="268011"/>
                  </a:lnTo>
                  <a:lnTo>
                    <a:pt x="1651546" y="274409"/>
                  </a:lnTo>
                  <a:lnTo>
                    <a:pt x="1689081" y="280810"/>
                  </a:lnTo>
                  <a:lnTo>
                    <a:pt x="1726616" y="287214"/>
                  </a:lnTo>
                  <a:lnTo>
                    <a:pt x="1764151" y="293619"/>
                  </a:lnTo>
                  <a:lnTo>
                    <a:pt x="1801686" y="300027"/>
                  </a:lnTo>
                  <a:lnTo>
                    <a:pt x="1839222" y="306436"/>
                  </a:lnTo>
                  <a:lnTo>
                    <a:pt x="1876757" y="312846"/>
                  </a:lnTo>
                  <a:lnTo>
                    <a:pt x="1914292" y="319258"/>
                  </a:lnTo>
                  <a:lnTo>
                    <a:pt x="1951827" y="325669"/>
                  </a:lnTo>
                  <a:lnTo>
                    <a:pt x="1989362" y="332081"/>
                  </a:lnTo>
                  <a:lnTo>
                    <a:pt x="2026897" y="338492"/>
                  </a:lnTo>
                  <a:lnTo>
                    <a:pt x="2064432" y="344904"/>
                  </a:lnTo>
                  <a:lnTo>
                    <a:pt x="2101968" y="351314"/>
                  </a:lnTo>
                  <a:lnTo>
                    <a:pt x="2139503" y="357723"/>
                  </a:lnTo>
                  <a:lnTo>
                    <a:pt x="2177038" y="364131"/>
                  </a:lnTo>
                  <a:lnTo>
                    <a:pt x="2214573" y="370537"/>
                  </a:lnTo>
                  <a:lnTo>
                    <a:pt x="2252108" y="376940"/>
                  </a:lnTo>
                  <a:lnTo>
                    <a:pt x="2289643" y="383342"/>
                  </a:lnTo>
                  <a:lnTo>
                    <a:pt x="2327178" y="389740"/>
                  </a:lnTo>
                  <a:lnTo>
                    <a:pt x="2364714" y="396136"/>
                  </a:lnTo>
                  <a:lnTo>
                    <a:pt x="2402249" y="402528"/>
                  </a:lnTo>
                  <a:lnTo>
                    <a:pt x="2439784" y="408916"/>
                  </a:lnTo>
                  <a:lnTo>
                    <a:pt x="2477319" y="415300"/>
                  </a:lnTo>
                  <a:lnTo>
                    <a:pt x="2514854" y="421680"/>
                  </a:lnTo>
                  <a:lnTo>
                    <a:pt x="2552389" y="428054"/>
                  </a:lnTo>
                  <a:lnTo>
                    <a:pt x="2589925" y="434424"/>
                  </a:lnTo>
                  <a:lnTo>
                    <a:pt x="2627460" y="440789"/>
                  </a:lnTo>
                  <a:lnTo>
                    <a:pt x="2664995" y="447148"/>
                  </a:lnTo>
                  <a:lnTo>
                    <a:pt x="2702530" y="453501"/>
                  </a:lnTo>
                  <a:lnTo>
                    <a:pt x="2740065" y="459847"/>
                  </a:lnTo>
                  <a:lnTo>
                    <a:pt x="2777600" y="466187"/>
                  </a:lnTo>
                  <a:lnTo>
                    <a:pt x="2815135" y="472520"/>
                  </a:lnTo>
                  <a:lnTo>
                    <a:pt x="2852671" y="478845"/>
                  </a:lnTo>
                  <a:lnTo>
                    <a:pt x="2890206" y="485163"/>
                  </a:lnTo>
                  <a:lnTo>
                    <a:pt x="2927741" y="491473"/>
                  </a:lnTo>
                  <a:lnTo>
                    <a:pt x="2965276" y="497775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2293061" y="2255763"/>
              <a:ext cx="3229698" cy="1027650"/>
            </a:xfrm>
            <a:custGeom>
              <a:avLst/>
              <a:gdLst/>
              <a:ahLst/>
              <a:cxnLst/>
              <a:rect l="0" t="0" r="0" b="0"/>
              <a:pathLst>
                <a:path w="3229698" h="1027650">
                  <a:moveTo>
                    <a:pt x="0" y="0"/>
                  </a:moveTo>
                  <a:lnTo>
                    <a:pt x="40882" y="11477"/>
                  </a:lnTo>
                  <a:lnTo>
                    <a:pt x="81764" y="23056"/>
                  </a:lnTo>
                  <a:lnTo>
                    <a:pt x="122646" y="34736"/>
                  </a:lnTo>
                  <a:lnTo>
                    <a:pt x="163529" y="46515"/>
                  </a:lnTo>
                  <a:lnTo>
                    <a:pt x="204411" y="58392"/>
                  </a:lnTo>
                  <a:lnTo>
                    <a:pt x="245293" y="70366"/>
                  </a:lnTo>
                  <a:lnTo>
                    <a:pt x="286175" y="82433"/>
                  </a:lnTo>
                  <a:lnTo>
                    <a:pt x="327058" y="94593"/>
                  </a:lnTo>
                  <a:lnTo>
                    <a:pt x="367940" y="106844"/>
                  </a:lnTo>
                  <a:lnTo>
                    <a:pt x="408822" y="119184"/>
                  </a:lnTo>
                  <a:lnTo>
                    <a:pt x="449704" y="131610"/>
                  </a:lnTo>
                  <a:lnTo>
                    <a:pt x="490587" y="144122"/>
                  </a:lnTo>
                  <a:lnTo>
                    <a:pt x="531469" y="156715"/>
                  </a:lnTo>
                  <a:lnTo>
                    <a:pt x="572351" y="169390"/>
                  </a:lnTo>
                  <a:lnTo>
                    <a:pt x="613233" y="182142"/>
                  </a:lnTo>
                  <a:lnTo>
                    <a:pt x="654116" y="194970"/>
                  </a:lnTo>
                  <a:lnTo>
                    <a:pt x="694998" y="207871"/>
                  </a:lnTo>
                  <a:lnTo>
                    <a:pt x="735880" y="220843"/>
                  </a:lnTo>
                  <a:lnTo>
                    <a:pt x="776763" y="233884"/>
                  </a:lnTo>
                  <a:lnTo>
                    <a:pt x="817645" y="246990"/>
                  </a:lnTo>
                  <a:lnTo>
                    <a:pt x="858527" y="260159"/>
                  </a:lnTo>
                  <a:lnTo>
                    <a:pt x="899409" y="273389"/>
                  </a:lnTo>
                  <a:lnTo>
                    <a:pt x="940292" y="286676"/>
                  </a:lnTo>
                  <a:lnTo>
                    <a:pt x="981174" y="300018"/>
                  </a:lnTo>
                  <a:lnTo>
                    <a:pt x="1022056" y="313412"/>
                  </a:lnTo>
                  <a:lnTo>
                    <a:pt x="1062938" y="326855"/>
                  </a:lnTo>
                  <a:lnTo>
                    <a:pt x="1103821" y="340345"/>
                  </a:lnTo>
                  <a:lnTo>
                    <a:pt x="1144703" y="353877"/>
                  </a:lnTo>
                  <a:lnTo>
                    <a:pt x="1185585" y="367449"/>
                  </a:lnTo>
                  <a:lnTo>
                    <a:pt x="1226467" y="381059"/>
                  </a:lnTo>
                  <a:lnTo>
                    <a:pt x="1267350" y="394702"/>
                  </a:lnTo>
                  <a:lnTo>
                    <a:pt x="1308232" y="408376"/>
                  </a:lnTo>
                  <a:lnTo>
                    <a:pt x="1349114" y="422078"/>
                  </a:lnTo>
                  <a:lnTo>
                    <a:pt x="1389997" y="435804"/>
                  </a:lnTo>
                  <a:lnTo>
                    <a:pt x="1430879" y="449551"/>
                  </a:lnTo>
                  <a:lnTo>
                    <a:pt x="1471761" y="463316"/>
                  </a:lnTo>
                  <a:lnTo>
                    <a:pt x="1512643" y="477096"/>
                  </a:lnTo>
                  <a:lnTo>
                    <a:pt x="1553526" y="490887"/>
                  </a:lnTo>
                  <a:lnTo>
                    <a:pt x="1594408" y="504687"/>
                  </a:lnTo>
                  <a:lnTo>
                    <a:pt x="1635290" y="518491"/>
                  </a:lnTo>
                  <a:lnTo>
                    <a:pt x="1676172" y="532297"/>
                  </a:lnTo>
                  <a:lnTo>
                    <a:pt x="1717055" y="546101"/>
                  </a:lnTo>
                  <a:lnTo>
                    <a:pt x="1757937" y="559900"/>
                  </a:lnTo>
                  <a:lnTo>
                    <a:pt x="1798819" y="573691"/>
                  </a:lnTo>
                  <a:lnTo>
                    <a:pt x="1839701" y="587471"/>
                  </a:lnTo>
                  <a:lnTo>
                    <a:pt x="1880584" y="601235"/>
                  </a:lnTo>
                  <a:lnTo>
                    <a:pt x="1921466" y="614982"/>
                  </a:lnTo>
                  <a:lnTo>
                    <a:pt x="1962348" y="628707"/>
                  </a:lnTo>
                  <a:lnTo>
                    <a:pt x="2003231" y="642407"/>
                  </a:lnTo>
                  <a:lnTo>
                    <a:pt x="2044113" y="656080"/>
                  </a:lnTo>
                  <a:lnTo>
                    <a:pt x="2084995" y="669722"/>
                  </a:lnTo>
                  <a:lnTo>
                    <a:pt x="2125877" y="683330"/>
                  </a:lnTo>
                  <a:lnTo>
                    <a:pt x="2166760" y="696901"/>
                  </a:lnTo>
                  <a:lnTo>
                    <a:pt x="2207642" y="710432"/>
                  </a:lnTo>
                  <a:lnTo>
                    <a:pt x="2248524" y="723920"/>
                  </a:lnTo>
                  <a:lnTo>
                    <a:pt x="2289406" y="737361"/>
                  </a:lnTo>
                  <a:lnTo>
                    <a:pt x="2330289" y="750753"/>
                  </a:lnTo>
                  <a:lnTo>
                    <a:pt x="2371171" y="764093"/>
                  </a:lnTo>
                  <a:lnTo>
                    <a:pt x="2412053" y="777379"/>
                  </a:lnTo>
                  <a:lnTo>
                    <a:pt x="2452935" y="790606"/>
                  </a:lnTo>
                  <a:lnTo>
                    <a:pt x="2493818" y="803773"/>
                  </a:lnTo>
                  <a:lnTo>
                    <a:pt x="2534700" y="816877"/>
                  </a:lnTo>
                  <a:lnTo>
                    <a:pt x="2575582" y="829915"/>
                  </a:lnTo>
                  <a:lnTo>
                    <a:pt x="2616464" y="842884"/>
                  </a:lnTo>
                  <a:lnTo>
                    <a:pt x="2657347" y="855783"/>
                  </a:lnTo>
                  <a:lnTo>
                    <a:pt x="2698229" y="868608"/>
                  </a:lnTo>
                  <a:lnTo>
                    <a:pt x="2739111" y="881357"/>
                  </a:lnTo>
                  <a:lnTo>
                    <a:pt x="2779994" y="894028"/>
                  </a:lnTo>
                  <a:lnTo>
                    <a:pt x="2820876" y="906619"/>
                  </a:lnTo>
                  <a:lnTo>
                    <a:pt x="2861758" y="919127"/>
                  </a:lnTo>
                  <a:lnTo>
                    <a:pt x="2902640" y="931550"/>
                  </a:lnTo>
                  <a:lnTo>
                    <a:pt x="2943523" y="943887"/>
                  </a:lnTo>
                  <a:lnTo>
                    <a:pt x="2984405" y="956134"/>
                  </a:lnTo>
                  <a:lnTo>
                    <a:pt x="3025287" y="968291"/>
                  </a:lnTo>
                  <a:lnTo>
                    <a:pt x="3066169" y="980355"/>
                  </a:lnTo>
                  <a:lnTo>
                    <a:pt x="3107052" y="992325"/>
                  </a:lnTo>
                  <a:lnTo>
                    <a:pt x="3147934" y="1004198"/>
                  </a:lnTo>
                  <a:lnTo>
                    <a:pt x="3188816" y="1015974"/>
                  </a:lnTo>
                  <a:lnTo>
                    <a:pt x="3229698" y="102765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361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2752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49398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56045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9833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0748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6638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2578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3760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2911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2063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71214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0865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4221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43664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3856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0275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49459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415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655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0892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7016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2814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642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44775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1733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092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9954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612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2227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42262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43856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49432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41085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21612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43191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4277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1081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0175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44743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431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6551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42784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20899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27027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9856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3660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3513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449389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348293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34744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281092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75927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28131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49884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547341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386034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485426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31040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349187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237818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310401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492080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59212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351446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48040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59183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89892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8982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76846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66721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66749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48917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542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84604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34926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4935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37930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95305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23855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393932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500864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3815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95337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91952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29458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25007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42654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43492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3347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3293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49341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944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4361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22002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44638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50026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27826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43618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4460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3352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29443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2500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4431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33266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27811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42686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45190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29886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29659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44342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21975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31443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49368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27361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43488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9983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5005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27346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5219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25881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494439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93772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44474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34561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3487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324959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412785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347488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255269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422930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324734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255504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335438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25998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335284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208547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32751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445554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422937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32571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213443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50129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21363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343232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260231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435370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42827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282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209199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35830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412669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2391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4168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450066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343308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441656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235980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36224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32706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404910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382761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7959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326038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31164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31507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19199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61646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399859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379580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320682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61149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314992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382711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438748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0914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310070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40586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438686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38839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372116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22185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8197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37206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330173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407335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96765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405468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309584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88353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459133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459073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1017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62257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412348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31119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411435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158768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22199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192229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304213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1665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192215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41300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43259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253357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406175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423049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248423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43262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416734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42262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439339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318291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18372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43078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316387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30483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333758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183725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2302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183609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438960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303076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29933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413375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24844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9217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062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04046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486446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422558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13595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19214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31899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183710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5339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334046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413682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48581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614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44243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4612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512962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4211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26419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8950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4854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31111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6761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51805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32599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26894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31282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5841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32656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51828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3102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28909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29528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6354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3068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45148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45835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29678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5151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26434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31216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26865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6781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6451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46677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665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30681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44875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26404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46472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8850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2781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22410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41513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22323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24613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41477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43127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1245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40296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42429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29051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48831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28872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27032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24399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28058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4484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27538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24929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23052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24496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222633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43420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2502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28014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41243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42929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42000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1999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42305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28868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275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26884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42289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42434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40280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43156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24516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42911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22970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2263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l404"/>
            <p:cNvSpPr/>
            <p:nvPr/>
          </p:nvSpPr>
          <p:spPr>
            <a:xfrm>
              <a:off x="2287148" y="1726409"/>
              <a:ext cx="2658720" cy="1456182"/>
            </a:xfrm>
            <a:custGeom>
              <a:avLst/>
              <a:gdLst/>
              <a:ahLst/>
              <a:cxnLst/>
              <a:rect l="0" t="0" r="0" b="0"/>
              <a:pathLst>
                <a:path w="2658720" h="1456182">
                  <a:moveTo>
                    <a:pt x="0" y="0"/>
                  </a:moveTo>
                  <a:lnTo>
                    <a:pt x="33654" y="7582"/>
                  </a:lnTo>
                  <a:lnTo>
                    <a:pt x="67309" y="15412"/>
                  </a:lnTo>
                  <a:lnTo>
                    <a:pt x="100964" y="23495"/>
                  </a:lnTo>
                  <a:lnTo>
                    <a:pt x="134618" y="31838"/>
                  </a:lnTo>
                  <a:lnTo>
                    <a:pt x="168273" y="40445"/>
                  </a:lnTo>
                  <a:lnTo>
                    <a:pt x="201928" y="49324"/>
                  </a:lnTo>
                  <a:lnTo>
                    <a:pt x="235582" y="58481"/>
                  </a:lnTo>
                  <a:lnTo>
                    <a:pt x="269237" y="67921"/>
                  </a:lnTo>
                  <a:lnTo>
                    <a:pt x="302892" y="77651"/>
                  </a:lnTo>
                  <a:lnTo>
                    <a:pt x="336546" y="87676"/>
                  </a:lnTo>
                  <a:lnTo>
                    <a:pt x="370201" y="98002"/>
                  </a:lnTo>
                  <a:lnTo>
                    <a:pt x="403856" y="108636"/>
                  </a:lnTo>
                  <a:lnTo>
                    <a:pt x="437510" y="119581"/>
                  </a:lnTo>
                  <a:lnTo>
                    <a:pt x="471165" y="130845"/>
                  </a:lnTo>
                  <a:lnTo>
                    <a:pt x="504820" y="142431"/>
                  </a:lnTo>
                  <a:lnTo>
                    <a:pt x="538474" y="154346"/>
                  </a:lnTo>
                  <a:lnTo>
                    <a:pt x="572129" y="166594"/>
                  </a:lnTo>
                  <a:lnTo>
                    <a:pt x="605784" y="179179"/>
                  </a:lnTo>
                  <a:lnTo>
                    <a:pt x="639439" y="192106"/>
                  </a:lnTo>
                  <a:lnTo>
                    <a:pt x="673093" y="205379"/>
                  </a:lnTo>
                  <a:lnTo>
                    <a:pt x="706748" y="219002"/>
                  </a:lnTo>
                  <a:lnTo>
                    <a:pt x="740403" y="232977"/>
                  </a:lnTo>
                  <a:lnTo>
                    <a:pt x="774057" y="247309"/>
                  </a:lnTo>
                  <a:lnTo>
                    <a:pt x="807712" y="261999"/>
                  </a:lnTo>
                  <a:lnTo>
                    <a:pt x="841367" y="277050"/>
                  </a:lnTo>
                  <a:lnTo>
                    <a:pt x="875021" y="292463"/>
                  </a:lnTo>
                  <a:lnTo>
                    <a:pt x="908676" y="308241"/>
                  </a:lnTo>
                  <a:lnTo>
                    <a:pt x="942331" y="324383"/>
                  </a:lnTo>
                  <a:lnTo>
                    <a:pt x="975985" y="340890"/>
                  </a:lnTo>
                  <a:lnTo>
                    <a:pt x="1009640" y="357761"/>
                  </a:lnTo>
                  <a:lnTo>
                    <a:pt x="1043295" y="374997"/>
                  </a:lnTo>
                  <a:lnTo>
                    <a:pt x="1076949" y="392594"/>
                  </a:lnTo>
                  <a:lnTo>
                    <a:pt x="1110604" y="410552"/>
                  </a:lnTo>
                  <a:lnTo>
                    <a:pt x="1144259" y="428868"/>
                  </a:lnTo>
                  <a:lnTo>
                    <a:pt x="1177914" y="447537"/>
                  </a:lnTo>
                  <a:lnTo>
                    <a:pt x="1211568" y="466557"/>
                  </a:lnTo>
                  <a:lnTo>
                    <a:pt x="1245223" y="485923"/>
                  </a:lnTo>
                  <a:lnTo>
                    <a:pt x="1278878" y="505628"/>
                  </a:lnTo>
                  <a:lnTo>
                    <a:pt x="1312532" y="525668"/>
                  </a:lnTo>
                  <a:lnTo>
                    <a:pt x="1346187" y="546034"/>
                  </a:lnTo>
                  <a:lnTo>
                    <a:pt x="1379842" y="566720"/>
                  </a:lnTo>
                  <a:lnTo>
                    <a:pt x="1413496" y="587718"/>
                  </a:lnTo>
                  <a:lnTo>
                    <a:pt x="1447151" y="609017"/>
                  </a:lnTo>
                  <a:lnTo>
                    <a:pt x="1480806" y="630609"/>
                  </a:lnTo>
                  <a:lnTo>
                    <a:pt x="1514460" y="652483"/>
                  </a:lnTo>
                  <a:lnTo>
                    <a:pt x="1548115" y="674628"/>
                  </a:lnTo>
                  <a:lnTo>
                    <a:pt x="1581770" y="697032"/>
                  </a:lnTo>
                  <a:lnTo>
                    <a:pt x="1615424" y="719683"/>
                  </a:lnTo>
                  <a:lnTo>
                    <a:pt x="1649079" y="742567"/>
                  </a:lnTo>
                  <a:lnTo>
                    <a:pt x="1682734" y="765670"/>
                  </a:lnTo>
                  <a:lnTo>
                    <a:pt x="1716388" y="788979"/>
                  </a:lnTo>
                  <a:lnTo>
                    <a:pt x="1750043" y="812478"/>
                  </a:lnTo>
                  <a:lnTo>
                    <a:pt x="1783698" y="836152"/>
                  </a:lnTo>
                  <a:lnTo>
                    <a:pt x="1817353" y="859985"/>
                  </a:lnTo>
                  <a:lnTo>
                    <a:pt x="1851007" y="883960"/>
                  </a:lnTo>
                  <a:lnTo>
                    <a:pt x="1884662" y="908060"/>
                  </a:lnTo>
                  <a:lnTo>
                    <a:pt x="1918317" y="932269"/>
                  </a:lnTo>
                  <a:lnTo>
                    <a:pt x="1951971" y="956568"/>
                  </a:lnTo>
                  <a:lnTo>
                    <a:pt x="1985626" y="980941"/>
                  </a:lnTo>
                  <a:lnTo>
                    <a:pt x="2019281" y="1005368"/>
                  </a:lnTo>
                  <a:lnTo>
                    <a:pt x="2052935" y="1029832"/>
                  </a:lnTo>
                  <a:lnTo>
                    <a:pt x="2086590" y="1054315"/>
                  </a:lnTo>
                  <a:lnTo>
                    <a:pt x="2120245" y="1078798"/>
                  </a:lnTo>
                  <a:lnTo>
                    <a:pt x="2153899" y="1103262"/>
                  </a:lnTo>
                  <a:lnTo>
                    <a:pt x="2187554" y="1127690"/>
                  </a:lnTo>
                  <a:lnTo>
                    <a:pt x="2221209" y="1152063"/>
                  </a:lnTo>
                  <a:lnTo>
                    <a:pt x="2254863" y="1176364"/>
                  </a:lnTo>
                  <a:lnTo>
                    <a:pt x="2288518" y="1200574"/>
                  </a:lnTo>
                  <a:lnTo>
                    <a:pt x="2322173" y="1224676"/>
                  </a:lnTo>
                  <a:lnTo>
                    <a:pt x="2355828" y="1248653"/>
                  </a:lnTo>
                  <a:lnTo>
                    <a:pt x="2389482" y="1272488"/>
                  </a:lnTo>
                  <a:lnTo>
                    <a:pt x="2423137" y="1296164"/>
                  </a:lnTo>
                  <a:lnTo>
                    <a:pt x="2456792" y="1319666"/>
                  </a:lnTo>
                  <a:lnTo>
                    <a:pt x="2490446" y="1342977"/>
                  </a:lnTo>
                  <a:lnTo>
                    <a:pt x="2524101" y="1366084"/>
                  </a:lnTo>
                  <a:lnTo>
                    <a:pt x="2557756" y="1388971"/>
                  </a:lnTo>
                  <a:lnTo>
                    <a:pt x="2591410" y="1411625"/>
                  </a:lnTo>
                  <a:lnTo>
                    <a:pt x="2625065" y="1434033"/>
                  </a:lnTo>
                  <a:lnTo>
                    <a:pt x="2658720" y="1456182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2696302" y="2693061"/>
              <a:ext cx="2547391" cy="1068048"/>
            </a:xfrm>
            <a:custGeom>
              <a:avLst/>
              <a:gdLst/>
              <a:ahLst/>
              <a:cxnLst/>
              <a:rect l="0" t="0" r="0" b="0"/>
              <a:pathLst>
                <a:path w="2547391" h="1068048">
                  <a:moveTo>
                    <a:pt x="0" y="0"/>
                  </a:moveTo>
                  <a:lnTo>
                    <a:pt x="32245" y="17580"/>
                  </a:lnTo>
                  <a:lnTo>
                    <a:pt x="64490" y="35187"/>
                  </a:lnTo>
                  <a:lnTo>
                    <a:pt x="96736" y="52815"/>
                  </a:lnTo>
                  <a:lnTo>
                    <a:pt x="128981" y="70456"/>
                  </a:lnTo>
                  <a:lnTo>
                    <a:pt x="161227" y="88105"/>
                  </a:lnTo>
                  <a:lnTo>
                    <a:pt x="193472" y="105753"/>
                  </a:lnTo>
                  <a:lnTo>
                    <a:pt x="225718" y="123394"/>
                  </a:lnTo>
                  <a:lnTo>
                    <a:pt x="257963" y="141021"/>
                  </a:lnTo>
                  <a:lnTo>
                    <a:pt x="290209" y="158628"/>
                  </a:lnTo>
                  <a:lnTo>
                    <a:pt x="322454" y="176207"/>
                  </a:lnTo>
                  <a:lnTo>
                    <a:pt x="354700" y="193752"/>
                  </a:lnTo>
                  <a:lnTo>
                    <a:pt x="386945" y="211256"/>
                  </a:lnTo>
                  <a:lnTo>
                    <a:pt x="419190" y="228712"/>
                  </a:lnTo>
                  <a:lnTo>
                    <a:pt x="451436" y="246115"/>
                  </a:lnTo>
                  <a:lnTo>
                    <a:pt x="483681" y="263456"/>
                  </a:lnTo>
                  <a:lnTo>
                    <a:pt x="515927" y="280731"/>
                  </a:lnTo>
                  <a:lnTo>
                    <a:pt x="548172" y="297932"/>
                  </a:lnTo>
                  <a:lnTo>
                    <a:pt x="580418" y="315053"/>
                  </a:lnTo>
                  <a:lnTo>
                    <a:pt x="612663" y="332089"/>
                  </a:lnTo>
                  <a:lnTo>
                    <a:pt x="644909" y="349033"/>
                  </a:lnTo>
                  <a:lnTo>
                    <a:pt x="677154" y="365880"/>
                  </a:lnTo>
                  <a:lnTo>
                    <a:pt x="709400" y="382624"/>
                  </a:lnTo>
                  <a:lnTo>
                    <a:pt x="741645" y="399259"/>
                  </a:lnTo>
                  <a:lnTo>
                    <a:pt x="773891" y="415780"/>
                  </a:lnTo>
                  <a:lnTo>
                    <a:pt x="806136" y="432182"/>
                  </a:lnTo>
                  <a:lnTo>
                    <a:pt x="838381" y="448460"/>
                  </a:lnTo>
                  <a:lnTo>
                    <a:pt x="870627" y="464609"/>
                  </a:lnTo>
                  <a:lnTo>
                    <a:pt x="902872" y="480624"/>
                  </a:lnTo>
                  <a:lnTo>
                    <a:pt x="935118" y="496501"/>
                  </a:lnTo>
                  <a:lnTo>
                    <a:pt x="967363" y="512235"/>
                  </a:lnTo>
                  <a:lnTo>
                    <a:pt x="999609" y="527823"/>
                  </a:lnTo>
                  <a:lnTo>
                    <a:pt x="1031854" y="543260"/>
                  </a:lnTo>
                  <a:lnTo>
                    <a:pt x="1064100" y="558543"/>
                  </a:lnTo>
                  <a:lnTo>
                    <a:pt x="1096345" y="573667"/>
                  </a:lnTo>
                  <a:lnTo>
                    <a:pt x="1128591" y="588631"/>
                  </a:lnTo>
                  <a:lnTo>
                    <a:pt x="1160836" y="603430"/>
                  </a:lnTo>
                  <a:lnTo>
                    <a:pt x="1193082" y="618061"/>
                  </a:lnTo>
                  <a:lnTo>
                    <a:pt x="1225327" y="632523"/>
                  </a:lnTo>
                  <a:lnTo>
                    <a:pt x="1257572" y="646811"/>
                  </a:lnTo>
                  <a:lnTo>
                    <a:pt x="1289818" y="660924"/>
                  </a:lnTo>
                  <a:lnTo>
                    <a:pt x="1322063" y="674860"/>
                  </a:lnTo>
                  <a:lnTo>
                    <a:pt x="1354309" y="688617"/>
                  </a:lnTo>
                  <a:lnTo>
                    <a:pt x="1386554" y="702192"/>
                  </a:lnTo>
                  <a:lnTo>
                    <a:pt x="1418800" y="715584"/>
                  </a:lnTo>
                  <a:lnTo>
                    <a:pt x="1451045" y="728793"/>
                  </a:lnTo>
                  <a:lnTo>
                    <a:pt x="1483291" y="741815"/>
                  </a:lnTo>
                  <a:lnTo>
                    <a:pt x="1515536" y="754651"/>
                  </a:lnTo>
                  <a:lnTo>
                    <a:pt x="1547782" y="767300"/>
                  </a:lnTo>
                  <a:lnTo>
                    <a:pt x="1580027" y="779760"/>
                  </a:lnTo>
                  <a:lnTo>
                    <a:pt x="1612273" y="792032"/>
                  </a:lnTo>
                  <a:lnTo>
                    <a:pt x="1644518" y="804114"/>
                  </a:lnTo>
                  <a:lnTo>
                    <a:pt x="1676763" y="816007"/>
                  </a:lnTo>
                  <a:lnTo>
                    <a:pt x="1709009" y="827710"/>
                  </a:lnTo>
                  <a:lnTo>
                    <a:pt x="1741254" y="839223"/>
                  </a:lnTo>
                  <a:lnTo>
                    <a:pt x="1773500" y="850547"/>
                  </a:lnTo>
                  <a:lnTo>
                    <a:pt x="1805745" y="861683"/>
                  </a:lnTo>
                  <a:lnTo>
                    <a:pt x="1837991" y="872629"/>
                  </a:lnTo>
                  <a:lnTo>
                    <a:pt x="1870236" y="883388"/>
                  </a:lnTo>
                  <a:lnTo>
                    <a:pt x="1902482" y="893959"/>
                  </a:lnTo>
                  <a:lnTo>
                    <a:pt x="1934727" y="904344"/>
                  </a:lnTo>
                  <a:lnTo>
                    <a:pt x="1966973" y="914544"/>
                  </a:lnTo>
                  <a:lnTo>
                    <a:pt x="1999218" y="924559"/>
                  </a:lnTo>
                  <a:lnTo>
                    <a:pt x="2031464" y="934391"/>
                  </a:lnTo>
                  <a:lnTo>
                    <a:pt x="2063709" y="944040"/>
                  </a:lnTo>
                  <a:lnTo>
                    <a:pt x="2095954" y="953510"/>
                  </a:lnTo>
                  <a:lnTo>
                    <a:pt x="2128200" y="962800"/>
                  </a:lnTo>
                  <a:lnTo>
                    <a:pt x="2160445" y="971912"/>
                  </a:lnTo>
                  <a:lnTo>
                    <a:pt x="2192691" y="980848"/>
                  </a:lnTo>
                  <a:lnTo>
                    <a:pt x="2224936" y="989610"/>
                  </a:lnTo>
                  <a:lnTo>
                    <a:pt x="2257182" y="998199"/>
                  </a:lnTo>
                  <a:lnTo>
                    <a:pt x="2289427" y="1006618"/>
                  </a:lnTo>
                  <a:lnTo>
                    <a:pt x="2321673" y="1014867"/>
                  </a:lnTo>
                  <a:lnTo>
                    <a:pt x="2353918" y="1022949"/>
                  </a:lnTo>
                  <a:lnTo>
                    <a:pt x="2386164" y="1030866"/>
                  </a:lnTo>
                  <a:lnTo>
                    <a:pt x="2418409" y="1038620"/>
                  </a:lnTo>
                  <a:lnTo>
                    <a:pt x="2450655" y="1046213"/>
                  </a:lnTo>
                  <a:lnTo>
                    <a:pt x="2482900" y="1053648"/>
                  </a:lnTo>
                  <a:lnTo>
                    <a:pt x="2515145" y="1060925"/>
                  </a:lnTo>
                  <a:lnTo>
                    <a:pt x="2547391" y="1068048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2169027" y="2362159"/>
              <a:ext cx="2896919" cy="652679"/>
            </a:xfrm>
            <a:custGeom>
              <a:avLst/>
              <a:gdLst/>
              <a:ahLst/>
              <a:cxnLst/>
              <a:rect l="0" t="0" r="0" b="0"/>
              <a:pathLst>
                <a:path w="2896919" h="652679">
                  <a:moveTo>
                    <a:pt x="0" y="0"/>
                  </a:moveTo>
                  <a:lnTo>
                    <a:pt x="36669" y="7588"/>
                  </a:lnTo>
                  <a:lnTo>
                    <a:pt x="73339" y="15209"/>
                  </a:lnTo>
                  <a:lnTo>
                    <a:pt x="110009" y="22864"/>
                  </a:lnTo>
                  <a:lnTo>
                    <a:pt x="146679" y="30550"/>
                  </a:lnTo>
                  <a:lnTo>
                    <a:pt x="183349" y="38268"/>
                  </a:lnTo>
                  <a:lnTo>
                    <a:pt x="220019" y="46018"/>
                  </a:lnTo>
                  <a:lnTo>
                    <a:pt x="256689" y="53799"/>
                  </a:lnTo>
                  <a:lnTo>
                    <a:pt x="293358" y="61609"/>
                  </a:lnTo>
                  <a:lnTo>
                    <a:pt x="330028" y="69450"/>
                  </a:lnTo>
                  <a:lnTo>
                    <a:pt x="366698" y="77319"/>
                  </a:lnTo>
                  <a:lnTo>
                    <a:pt x="403368" y="85217"/>
                  </a:lnTo>
                  <a:lnTo>
                    <a:pt x="440038" y="93144"/>
                  </a:lnTo>
                  <a:lnTo>
                    <a:pt x="476708" y="101097"/>
                  </a:lnTo>
                  <a:lnTo>
                    <a:pt x="513378" y="109078"/>
                  </a:lnTo>
                  <a:lnTo>
                    <a:pt x="550047" y="117085"/>
                  </a:lnTo>
                  <a:lnTo>
                    <a:pt x="586717" y="125118"/>
                  </a:lnTo>
                  <a:lnTo>
                    <a:pt x="623387" y="133176"/>
                  </a:lnTo>
                  <a:lnTo>
                    <a:pt x="660057" y="141258"/>
                  </a:lnTo>
                  <a:lnTo>
                    <a:pt x="696727" y="149364"/>
                  </a:lnTo>
                  <a:lnTo>
                    <a:pt x="733397" y="157494"/>
                  </a:lnTo>
                  <a:lnTo>
                    <a:pt x="770067" y="165646"/>
                  </a:lnTo>
                  <a:lnTo>
                    <a:pt x="806737" y="173820"/>
                  </a:lnTo>
                  <a:lnTo>
                    <a:pt x="843406" y="182015"/>
                  </a:lnTo>
                  <a:lnTo>
                    <a:pt x="880076" y="190231"/>
                  </a:lnTo>
                  <a:lnTo>
                    <a:pt x="916746" y="198467"/>
                  </a:lnTo>
                  <a:lnTo>
                    <a:pt x="953416" y="206723"/>
                  </a:lnTo>
                  <a:lnTo>
                    <a:pt x="990086" y="214997"/>
                  </a:lnTo>
                  <a:lnTo>
                    <a:pt x="1026756" y="223289"/>
                  </a:lnTo>
                  <a:lnTo>
                    <a:pt x="1063426" y="231598"/>
                  </a:lnTo>
                  <a:lnTo>
                    <a:pt x="1100095" y="239924"/>
                  </a:lnTo>
                  <a:lnTo>
                    <a:pt x="1136765" y="248265"/>
                  </a:lnTo>
                  <a:lnTo>
                    <a:pt x="1173435" y="256622"/>
                  </a:lnTo>
                  <a:lnTo>
                    <a:pt x="1210105" y="264993"/>
                  </a:lnTo>
                  <a:lnTo>
                    <a:pt x="1246775" y="273378"/>
                  </a:lnTo>
                  <a:lnTo>
                    <a:pt x="1283445" y="281776"/>
                  </a:lnTo>
                  <a:lnTo>
                    <a:pt x="1320115" y="290186"/>
                  </a:lnTo>
                  <a:lnTo>
                    <a:pt x="1356785" y="298607"/>
                  </a:lnTo>
                  <a:lnTo>
                    <a:pt x="1393454" y="307040"/>
                  </a:lnTo>
                  <a:lnTo>
                    <a:pt x="1430124" y="315482"/>
                  </a:lnTo>
                  <a:lnTo>
                    <a:pt x="1466794" y="323934"/>
                  </a:lnTo>
                  <a:lnTo>
                    <a:pt x="1503464" y="332394"/>
                  </a:lnTo>
                  <a:lnTo>
                    <a:pt x="1540134" y="340862"/>
                  </a:lnTo>
                  <a:lnTo>
                    <a:pt x="1576804" y="349337"/>
                  </a:lnTo>
                  <a:lnTo>
                    <a:pt x="1613474" y="357818"/>
                  </a:lnTo>
                  <a:lnTo>
                    <a:pt x="1650143" y="366304"/>
                  </a:lnTo>
                  <a:lnTo>
                    <a:pt x="1686813" y="374796"/>
                  </a:lnTo>
                  <a:lnTo>
                    <a:pt x="1723483" y="383291"/>
                  </a:lnTo>
                  <a:lnTo>
                    <a:pt x="1760153" y="391790"/>
                  </a:lnTo>
                  <a:lnTo>
                    <a:pt x="1796823" y="400291"/>
                  </a:lnTo>
                  <a:lnTo>
                    <a:pt x="1833493" y="408794"/>
                  </a:lnTo>
                  <a:lnTo>
                    <a:pt x="1870163" y="417297"/>
                  </a:lnTo>
                  <a:lnTo>
                    <a:pt x="1906833" y="425801"/>
                  </a:lnTo>
                  <a:lnTo>
                    <a:pt x="1943502" y="434304"/>
                  </a:lnTo>
                  <a:lnTo>
                    <a:pt x="1980172" y="442806"/>
                  </a:lnTo>
                  <a:lnTo>
                    <a:pt x="2016842" y="451305"/>
                  </a:lnTo>
                  <a:lnTo>
                    <a:pt x="2053512" y="459802"/>
                  </a:lnTo>
                  <a:lnTo>
                    <a:pt x="2090182" y="468295"/>
                  </a:lnTo>
                  <a:lnTo>
                    <a:pt x="2126852" y="476783"/>
                  </a:lnTo>
                  <a:lnTo>
                    <a:pt x="2163522" y="485266"/>
                  </a:lnTo>
                  <a:lnTo>
                    <a:pt x="2200191" y="493743"/>
                  </a:lnTo>
                  <a:lnTo>
                    <a:pt x="2236861" y="502214"/>
                  </a:lnTo>
                  <a:lnTo>
                    <a:pt x="2273531" y="510676"/>
                  </a:lnTo>
                  <a:lnTo>
                    <a:pt x="2310201" y="519131"/>
                  </a:lnTo>
                  <a:lnTo>
                    <a:pt x="2346871" y="527577"/>
                  </a:lnTo>
                  <a:lnTo>
                    <a:pt x="2383541" y="536012"/>
                  </a:lnTo>
                  <a:lnTo>
                    <a:pt x="2420211" y="544438"/>
                  </a:lnTo>
                  <a:lnTo>
                    <a:pt x="2456881" y="552852"/>
                  </a:lnTo>
                  <a:lnTo>
                    <a:pt x="2493550" y="561254"/>
                  </a:lnTo>
                  <a:lnTo>
                    <a:pt x="2530220" y="569643"/>
                  </a:lnTo>
                  <a:lnTo>
                    <a:pt x="2566890" y="578019"/>
                  </a:lnTo>
                  <a:lnTo>
                    <a:pt x="2603560" y="586381"/>
                  </a:lnTo>
                  <a:lnTo>
                    <a:pt x="2640230" y="594728"/>
                  </a:lnTo>
                  <a:lnTo>
                    <a:pt x="2676900" y="603059"/>
                  </a:lnTo>
                  <a:lnTo>
                    <a:pt x="2713570" y="611374"/>
                  </a:lnTo>
                  <a:lnTo>
                    <a:pt x="2750239" y="619671"/>
                  </a:lnTo>
                  <a:lnTo>
                    <a:pt x="2786909" y="627952"/>
                  </a:lnTo>
                  <a:lnTo>
                    <a:pt x="2823579" y="636213"/>
                  </a:lnTo>
                  <a:lnTo>
                    <a:pt x="2860249" y="644456"/>
                  </a:lnTo>
                  <a:lnTo>
                    <a:pt x="2896919" y="65267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2147309" y="2165223"/>
              <a:ext cx="2859484" cy="1000567"/>
            </a:xfrm>
            <a:custGeom>
              <a:avLst/>
              <a:gdLst/>
              <a:ahLst/>
              <a:cxnLst/>
              <a:rect l="0" t="0" r="0" b="0"/>
              <a:pathLst>
                <a:path w="2859484" h="1000567">
                  <a:moveTo>
                    <a:pt x="0" y="0"/>
                  </a:moveTo>
                  <a:lnTo>
                    <a:pt x="36196" y="10389"/>
                  </a:lnTo>
                  <a:lnTo>
                    <a:pt x="72392" y="20885"/>
                  </a:lnTo>
                  <a:lnTo>
                    <a:pt x="108588" y="31488"/>
                  </a:lnTo>
                  <a:lnTo>
                    <a:pt x="144784" y="42196"/>
                  </a:lnTo>
                  <a:lnTo>
                    <a:pt x="180980" y="53009"/>
                  </a:lnTo>
                  <a:lnTo>
                    <a:pt x="217176" y="63925"/>
                  </a:lnTo>
                  <a:lnTo>
                    <a:pt x="253372" y="74944"/>
                  </a:lnTo>
                  <a:lnTo>
                    <a:pt x="289568" y="86064"/>
                  </a:lnTo>
                  <a:lnTo>
                    <a:pt x="325764" y="97285"/>
                  </a:lnTo>
                  <a:lnTo>
                    <a:pt x="361960" y="108604"/>
                  </a:lnTo>
                  <a:lnTo>
                    <a:pt x="398156" y="120021"/>
                  </a:lnTo>
                  <a:lnTo>
                    <a:pt x="434352" y="131535"/>
                  </a:lnTo>
                  <a:lnTo>
                    <a:pt x="470548" y="143143"/>
                  </a:lnTo>
                  <a:lnTo>
                    <a:pt x="506744" y="154844"/>
                  </a:lnTo>
                  <a:lnTo>
                    <a:pt x="542940" y="166637"/>
                  </a:lnTo>
                  <a:lnTo>
                    <a:pt x="579136" y="178520"/>
                  </a:lnTo>
                  <a:lnTo>
                    <a:pt x="615332" y="190492"/>
                  </a:lnTo>
                  <a:lnTo>
                    <a:pt x="651528" y="202550"/>
                  </a:lnTo>
                  <a:lnTo>
                    <a:pt x="687724" y="214692"/>
                  </a:lnTo>
                  <a:lnTo>
                    <a:pt x="723920" y="226918"/>
                  </a:lnTo>
                  <a:lnTo>
                    <a:pt x="760116" y="239224"/>
                  </a:lnTo>
                  <a:lnTo>
                    <a:pt x="796312" y="251609"/>
                  </a:lnTo>
                  <a:lnTo>
                    <a:pt x="832508" y="264071"/>
                  </a:lnTo>
                  <a:lnTo>
                    <a:pt x="868704" y="276607"/>
                  </a:lnTo>
                  <a:lnTo>
                    <a:pt x="904900" y="289215"/>
                  </a:lnTo>
                  <a:lnTo>
                    <a:pt x="941096" y="301893"/>
                  </a:lnTo>
                  <a:lnTo>
                    <a:pt x="977292" y="314639"/>
                  </a:lnTo>
                  <a:lnTo>
                    <a:pt x="1013488" y="327450"/>
                  </a:lnTo>
                  <a:lnTo>
                    <a:pt x="1049684" y="340323"/>
                  </a:lnTo>
                  <a:lnTo>
                    <a:pt x="1085880" y="353257"/>
                  </a:lnTo>
                  <a:lnTo>
                    <a:pt x="1122076" y="366248"/>
                  </a:lnTo>
                  <a:lnTo>
                    <a:pt x="1158272" y="379295"/>
                  </a:lnTo>
                  <a:lnTo>
                    <a:pt x="1194468" y="392393"/>
                  </a:lnTo>
                  <a:lnTo>
                    <a:pt x="1230664" y="405542"/>
                  </a:lnTo>
                  <a:lnTo>
                    <a:pt x="1266860" y="418737"/>
                  </a:lnTo>
                  <a:lnTo>
                    <a:pt x="1303056" y="431976"/>
                  </a:lnTo>
                  <a:lnTo>
                    <a:pt x="1339252" y="445257"/>
                  </a:lnTo>
                  <a:lnTo>
                    <a:pt x="1375448" y="458576"/>
                  </a:lnTo>
                  <a:lnTo>
                    <a:pt x="1411644" y="471930"/>
                  </a:lnTo>
                  <a:lnTo>
                    <a:pt x="1447840" y="485318"/>
                  </a:lnTo>
                  <a:lnTo>
                    <a:pt x="1484036" y="498734"/>
                  </a:lnTo>
                  <a:lnTo>
                    <a:pt x="1520232" y="512177"/>
                  </a:lnTo>
                  <a:lnTo>
                    <a:pt x="1556428" y="525644"/>
                  </a:lnTo>
                  <a:lnTo>
                    <a:pt x="1592624" y="539132"/>
                  </a:lnTo>
                  <a:lnTo>
                    <a:pt x="1628820" y="552637"/>
                  </a:lnTo>
                  <a:lnTo>
                    <a:pt x="1665016" y="566156"/>
                  </a:lnTo>
                  <a:lnTo>
                    <a:pt x="1701212" y="579687"/>
                  </a:lnTo>
                  <a:lnTo>
                    <a:pt x="1737408" y="593226"/>
                  </a:lnTo>
                  <a:lnTo>
                    <a:pt x="1773604" y="606770"/>
                  </a:lnTo>
                  <a:lnTo>
                    <a:pt x="1809800" y="620316"/>
                  </a:lnTo>
                  <a:lnTo>
                    <a:pt x="1845996" y="633861"/>
                  </a:lnTo>
                  <a:lnTo>
                    <a:pt x="1882192" y="647402"/>
                  </a:lnTo>
                  <a:lnTo>
                    <a:pt x="1918388" y="660935"/>
                  </a:lnTo>
                  <a:lnTo>
                    <a:pt x="1954584" y="674459"/>
                  </a:lnTo>
                  <a:lnTo>
                    <a:pt x="1990780" y="687968"/>
                  </a:lnTo>
                  <a:lnTo>
                    <a:pt x="2026976" y="701462"/>
                  </a:lnTo>
                  <a:lnTo>
                    <a:pt x="2063172" y="714935"/>
                  </a:lnTo>
                  <a:lnTo>
                    <a:pt x="2099368" y="728386"/>
                  </a:lnTo>
                  <a:lnTo>
                    <a:pt x="2135564" y="741812"/>
                  </a:lnTo>
                  <a:lnTo>
                    <a:pt x="2171760" y="755208"/>
                  </a:lnTo>
                  <a:lnTo>
                    <a:pt x="2207956" y="768573"/>
                  </a:lnTo>
                  <a:lnTo>
                    <a:pt x="2244152" y="781904"/>
                  </a:lnTo>
                  <a:lnTo>
                    <a:pt x="2280348" y="795197"/>
                  </a:lnTo>
                  <a:lnTo>
                    <a:pt x="2316544" y="808450"/>
                  </a:lnTo>
                  <a:lnTo>
                    <a:pt x="2352740" y="821659"/>
                  </a:lnTo>
                  <a:lnTo>
                    <a:pt x="2388936" y="834822"/>
                  </a:lnTo>
                  <a:lnTo>
                    <a:pt x="2425132" y="847937"/>
                  </a:lnTo>
                  <a:lnTo>
                    <a:pt x="2461328" y="861000"/>
                  </a:lnTo>
                  <a:lnTo>
                    <a:pt x="2497524" y="874009"/>
                  </a:lnTo>
                  <a:lnTo>
                    <a:pt x="2533720" y="886961"/>
                  </a:lnTo>
                  <a:lnTo>
                    <a:pt x="2569916" y="899854"/>
                  </a:lnTo>
                  <a:lnTo>
                    <a:pt x="2606112" y="912685"/>
                  </a:lnTo>
                  <a:lnTo>
                    <a:pt x="2642308" y="925452"/>
                  </a:lnTo>
                  <a:lnTo>
                    <a:pt x="2678504" y="938151"/>
                  </a:lnTo>
                  <a:lnTo>
                    <a:pt x="2714700" y="950782"/>
                  </a:lnTo>
                  <a:lnTo>
                    <a:pt x="2750896" y="963341"/>
                  </a:lnTo>
                  <a:lnTo>
                    <a:pt x="2787092" y="975826"/>
                  </a:lnTo>
                  <a:lnTo>
                    <a:pt x="2823288" y="988235"/>
                  </a:lnTo>
                  <a:lnTo>
                    <a:pt x="2859484" y="1000567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l408"/>
            <p:cNvSpPr/>
            <p:nvPr/>
          </p:nvSpPr>
          <p:spPr>
            <a:xfrm>
              <a:off x="1881251" y="2595746"/>
              <a:ext cx="3028367" cy="626017"/>
            </a:xfrm>
            <a:custGeom>
              <a:avLst/>
              <a:gdLst/>
              <a:ahLst/>
              <a:cxnLst/>
              <a:rect l="0" t="0" r="0" b="0"/>
              <a:pathLst>
                <a:path w="3028367" h="626017">
                  <a:moveTo>
                    <a:pt x="0" y="0"/>
                  </a:moveTo>
                  <a:lnTo>
                    <a:pt x="38333" y="8017"/>
                  </a:lnTo>
                  <a:lnTo>
                    <a:pt x="76667" y="16049"/>
                  </a:lnTo>
                  <a:lnTo>
                    <a:pt x="115001" y="24095"/>
                  </a:lnTo>
                  <a:lnTo>
                    <a:pt x="153335" y="32154"/>
                  </a:lnTo>
                  <a:lnTo>
                    <a:pt x="191668" y="40226"/>
                  </a:lnTo>
                  <a:lnTo>
                    <a:pt x="230002" y="48309"/>
                  </a:lnTo>
                  <a:lnTo>
                    <a:pt x="268336" y="56404"/>
                  </a:lnTo>
                  <a:lnTo>
                    <a:pt x="306670" y="64510"/>
                  </a:lnTo>
                  <a:lnTo>
                    <a:pt x="345003" y="72626"/>
                  </a:lnTo>
                  <a:lnTo>
                    <a:pt x="383337" y="80751"/>
                  </a:lnTo>
                  <a:lnTo>
                    <a:pt x="421671" y="88885"/>
                  </a:lnTo>
                  <a:lnTo>
                    <a:pt x="460005" y="97027"/>
                  </a:lnTo>
                  <a:lnTo>
                    <a:pt x="498339" y="105176"/>
                  </a:lnTo>
                  <a:lnTo>
                    <a:pt x="536672" y="113332"/>
                  </a:lnTo>
                  <a:lnTo>
                    <a:pt x="575006" y="121494"/>
                  </a:lnTo>
                  <a:lnTo>
                    <a:pt x="613340" y="129661"/>
                  </a:lnTo>
                  <a:lnTo>
                    <a:pt x="651674" y="137833"/>
                  </a:lnTo>
                  <a:lnTo>
                    <a:pt x="690007" y="146008"/>
                  </a:lnTo>
                  <a:lnTo>
                    <a:pt x="728341" y="154187"/>
                  </a:lnTo>
                  <a:lnTo>
                    <a:pt x="766675" y="162369"/>
                  </a:lnTo>
                  <a:lnTo>
                    <a:pt x="805009" y="170553"/>
                  </a:lnTo>
                  <a:lnTo>
                    <a:pt x="843342" y="178737"/>
                  </a:lnTo>
                  <a:lnTo>
                    <a:pt x="881676" y="186923"/>
                  </a:lnTo>
                  <a:lnTo>
                    <a:pt x="920010" y="195108"/>
                  </a:lnTo>
                  <a:lnTo>
                    <a:pt x="958344" y="203292"/>
                  </a:lnTo>
                  <a:lnTo>
                    <a:pt x="996678" y="211475"/>
                  </a:lnTo>
                  <a:lnTo>
                    <a:pt x="1035011" y="219656"/>
                  </a:lnTo>
                  <a:lnTo>
                    <a:pt x="1073345" y="227833"/>
                  </a:lnTo>
                  <a:lnTo>
                    <a:pt x="1111679" y="236008"/>
                  </a:lnTo>
                  <a:lnTo>
                    <a:pt x="1150013" y="244177"/>
                  </a:lnTo>
                  <a:lnTo>
                    <a:pt x="1188346" y="252342"/>
                  </a:lnTo>
                  <a:lnTo>
                    <a:pt x="1226680" y="260502"/>
                  </a:lnTo>
                  <a:lnTo>
                    <a:pt x="1265014" y="268655"/>
                  </a:lnTo>
                  <a:lnTo>
                    <a:pt x="1303348" y="276801"/>
                  </a:lnTo>
                  <a:lnTo>
                    <a:pt x="1341682" y="284939"/>
                  </a:lnTo>
                  <a:lnTo>
                    <a:pt x="1380015" y="293069"/>
                  </a:lnTo>
                  <a:lnTo>
                    <a:pt x="1418349" y="301191"/>
                  </a:lnTo>
                  <a:lnTo>
                    <a:pt x="1456683" y="309302"/>
                  </a:lnTo>
                  <a:lnTo>
                    <a:pt x="1495017" y="317403"/>
                  </a:lnTo>
                  <a:lnTo>
                    <a:pt x="1533350" y="325494"/>
                  </a:lnTo>
                  <a:lnTo>
                    <a:pt x="1571684" y="333572"/>
                  </a:lnTo>
                  <a:lnTo>
                    <a:pt x="1610018" y="341639"/>
                  </a:lnTo>
                  <a:lnTo>
                    <a:pt x="1648352" y="349692"/>
                  </a:lnTo>
                  <a:lnTo>
                    <a:pt x="1686685" y="357732"/>
                  </a:lnTo>
                  <a:lnTo>
                    <a:pt x="1725019" y="365758"/>
                  </a:lnTo>
                  <a:lnTo>
                    <a:pt x="1763353" y="373769"/>
                  </a:lnTo>
                  <a:lnTo>
                    <a:pt x="1801687" y="381764"/>
                  </a:lnTo>
                  <a:lnTo>
                    <a:pt x="1840021" y="389744"/>
                  </a:lnTo>
                  <a:lnTo>
                    <a:pt x="1878354" y="397706"/>
                  </a:lnTo>
                  <a:lnTo>
                    <a:pt x="1916688" y="405652"/>
                  </a:lnTo>
                  <a:lnTo>
                    <a:pt x="1955022" y="413579"/>
                  </a:lnTo>
                  <a:lnTo>
                    <a:pt x="1993356" y="421488"/>
                  </a:lnTo>
                  <a:lnTo>
                    <a:pt x="2031689" y="429378"/>
                  </a:lnTo>
                  <a:lnTo>
                    <a:pt x="2070023" y="437248"/>
                  </a:lnTo>
                  <a:lnTo>
                    <a:pt x="2108357" y="445098"/>
                  </a:lnTo>
                  <a:lnTo>
                    <a:pt x="2146691" y="452927"/>
                  </a:lnTo>
                  <a:lnTo>
                    <a:pt x="2185024" y="460735"/>
                  </a:lnTo>
                  <a:lnTo>
                    <a:pt x="2223358" y="468520"/>
                  </a:lnTo>
                  <a:lnTo>
                    <a:pt x="2261692" y="476283"/>
                  </a:lnTo>
                  <a:lnTo>
                    <a:pt x="2300026" y="484023"/>
                  </a:lnTo>
                  <a:lnTo>
                    <a:pt x="2338360" y="491739"/>
                  </a:lnTo>
                  <a:lnTo>
                    <a:pt x="2376693" y="499432"/>
                  </a:lnTo>
                  <a:lnTo>
                    <a:pt x="2415027" y="507099"/>
                  </a:lnTo>
                  <a:lnTo>
                    <a:pt x="2453361" y="514741"/>
                  </a:lnTo>
                  <a:lnTo>
                    <a:pt x="2491695" y="522358"/>
                  </a:lnTo>
                  <a:lnTo>
                    <a:pt x="2530028" y="529948"/>
                  </a:lnTo>
                  <a:lnTo>
                    <a:pt x="2568362" y="537511"/>
                  </a:lnTo>
                  <a:lnTo>
                    <a:pt x="2606696" y="545047"/>
                  </a:lnTo>
                  <a:lnTo>
                    <a:pt x="2645030" y="552556"/>
                  </a:lnTo>
                  <a:lnTo>
                    <a:pt x="2683364" y="560036"/>
                  </a:lnTo>
                  <a:lnTo>
                    <a:pt x="2721697" y="567488"/>
                  </a:lnTo>
                  <a:lnTo>
                    <a:pt x="2760031" y="574911"/>
                  </a:lnTo>
                  <a:lnTo>
                    <a:pt x="2798365" y="582304"/>
                  </a:lnTo>
                  <a:lnTo>
                    <a:pt x="2836699" y="589667"/>
                  </a:lnTo>
                  <a:lnTo>
                    <a:pt x="2875032" y="596999"/>
                  </a:lnTo>
                  <a:lnTo>
                    <a:pt x="2913366" y="604301"/>
                  </a:lnTo>
                  <a:lnTo>
                    <a:pt x="2951700" y="611571"/>
                  </a:lnTo>
                  <a:lnTo>
                    <a:pt x="2990034" y="618810"/>
                  </a:lnTo>
                  <a:lnTo>
                    <a:pt x="3028367" y="62601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623483" y="2157769"/>
              <a:ext cx="3013001" cy="475270"/>
            </a:xfrm>
            <a:custGeom>
              <a:avLst/>
              <a:gdLst/>
              <a:ahLst/>
              <a:cxnLst/>
              <a:rect l="0" t="0" r="0" b="0"/>
              <a:pathLst>
                <a:path w="3013001" h="475270">
                  <a:moveTo>
                    <a:pt x="0" y="0"/>
                  </a:moveTo>
                  <a:lnTo>
                    <a:pt x="38139" y="5131"/>
                  </a:lnTo>
                  <a:lnTo>
                    <a:pt x="76278" y="10289"/>
                  </a:lnTo>
                  <a:lnTo>
                    <a:pt x="114417" y="15474"/>
                  </a:lnTo>
                  <a:lnTo>
                    <a:pt x="152557" y="20686"/>
                  </a:lnTo>
                  <a:lnTo>
                    <a:pt x="190696" y="25924"/>
                  </a:lnTo>
                  <a:lnTo>
                    <a:pt x="228835" y="31188"/>
                  </a:lnTo>
                  <a:lnTo>
                    <a:pt x="266974" y="36480"/>
                  </a:lnTo>
                  <a:lnTo>
                    <a:pt x="305114" y="41797"/>
                  </a:lnTo>
                  <a:lnTo>
                    <a:pt x="343253" y="47141"/>
                  </a:lnTo>
                  <a:lnTo>
                    <a:pt x="381392" y="52510"/>
                  </a:lnTo>
                  <a:lnTo>
                    <a:pt x="419531" y="57906"/>
                  </a:lnTo>
                  <a:lnTo>
                    <a:pt x="457671" y="63328"/>
                  </a:lnTo>
                  <a:lnTo>
                    <a:pt x="495810" y="68775"/>
                  </a:lnTo>
                  <a:lnTo>
                    <a:pt x="533949" y="74248"/>
                  </a:lnTo>
                  <a:lnTo>
                    <a:pt x="572088" y="79746"/>
                  </a:lnTo>
                  <a:lnTo>
                    <a:pt x="610228" y="85270"/>
                  </a:lnTo>
                  <a:lnTo>
                    <a:pt x="648367" y="90818"/>
                  </a:lnTo>
                  <a:lnTo>
                    <a:pt x="686506" y="96392"/>
                  </a:lnTo>
                  <a:lnTo>
                    <a:pt x="724645" y="101991"/>
                  </a:lnTo>
                  <a:lnTo>
                    <a:pt x="762785" y="107614"/>
                  </a:lnTo>
                  <a:lnTo>
                    <a:pt x="800924" y="113262"/>
                  </a:lnTo>
                  <a:lnTo>
                    <a:pt x="839063" y="118934"/>
                  </a:lnTo>
                  <a:lnTo>
                    <a:pt x="877202" y="124631"/>
                  </a:lnTo>
                  <a:lnTo>
                    <a:pt x="915342" y="130351"/>
                  </a:lnTo>
                  <a:lnTo>
                    <a:pt x="953481" y="136096"/>
                  </a:lnTo>
                  <a:lnTo>
                    <a:pt x="991620" y="141864"/>
                  </a:lnTo>
                  <a:lnTo>
                    <a:pt x="1029759" y="147656"/>
                  </a:lnTo>
                  <a:lnTo>
                    <a:pt x="1067899" y="153471"/>
                  </a:lnTo>
                  <a:lnTo>
                    <a:pt x="1106038" y="159309"/>
                  </a:lnTo>
                  <a:lnTo>
                    <a:pt x="1144177" y="165170"/>
                  </a:lnTo>
                  <a:lnTo>
                    <a:pt x="1182316" y="171054"/>
                  </a:lnTo>
                  <a:lnTo>
                    <a:pt x="1220456" y="176960"/>
                  </a:lnTo>
                  <a:lnTo>
                    <a:pt x="1258595" y="182888"/>
                  </a:lnTo>
                  <a:lnTo>
                    <a:pt x="1296734" y="188839"/>
                  </a:lnTo>
                  <a:lnTo>
                    <a:pt x="1334873" y="194812"/>
                  </a:lnTo>
                  <a:lnTo>
                    <a:pt x="1373013" y="200806"/>
                  </a:lnTo>
                  <a:lnTo>
                    <a:pt x="1411152" y="206822"/>
                  </a:lnTo>
                  <a:lnTo>
                    <a:pt x="1449291" y="212859"/>
                  </a:lnTo>
                  <a:lnTo>
                    <a:pt x="1487431" y="218916"/>
                  </a:lnTo>
                  <a:lnTo>
                    <a:pt x="1525570" y="224995"/>
                  </a:lnTo>
                  <a:lnTo>
                    <a:pt x="1563709" y="231094"/>
                  </a:lnTo>
                  <a:lnTo>
                    <a:pt x="1601848" y="237213"/>
                  </a:lnTo>
                  <a:lnTo>
                    <a:pt x="1639988" y="243353"/>
                  </a:lnTo>
                  <a:lnTo>
                    <a:pt x="1678127" y="249512"/>
                  </a:lnTo>
                  <a:lnTo>
                    <a:pt x="1716266" y="255690"/>
                  </a:lnTo>
                  <a:lnTo>
                    <a:pt x="1754405" y="261888"/>
                  </a:lnTo>
                  <a:lnTo>
                    <a:pt x="1792545" y="268105"/>
                  </a:lnTo>
                  <a:lnTo>
                    <a:pt x="1830684" y="274340"/>
                  </a:lnTo>
                  <a:lnTo>
                    <a:pt x="1868823" y="280594"/>
                  </a:lnTo>
                  <a:lnTo>
                    <a:pt x="1906962" y="286866"/>
                  </a:lnTo>
                  <a:lnTo>
                    <a:pt x="1945102" y="293156"/>
                  </a:lnTo>
                  <a:lnTo>
                    <a:pt x="1983241" y="299463"/>
                  </a:lnTo>
                  <a:lnTo>
                    <a:pt x="2021380" y="305788"/>
                  </a:lnTo>
                  <a:lnTo>
                    <a:pt x="2059519" y="312129"/>
                  </a:lnTo>
                  <a:lnTo>
                    <a:pt x="2097659" y="318488"/>
                  </a:lnTo>
                  <a:lnTo>
                    <a:pt x="2135798" y="324862"/>
                  </a:lnTo>
                  <a:lnTo>
                    <a:pt x="2173937" y="331253"/>
                  </a:lnTo>
                  <a:lnTo>
                    <a:pt x="2212076" y="337660"/>
                  </a:lnTo>
                  <a:lnTo>
                    <a:pt x="2250216" y="344082"/>
                  </a:lnTo>
                  <a:lnTo>
                    <a:pt x="2288355" y="350519"/>
                  </a:lnTo>
                  <a:lnTo>
                    <a:pt x="2326494" y="356971"/>
                  </a:lnTo>
                  <a:lnTo>
                    <a:pt x="2364633" y="363438"/>
                  </a:lnTo>
                  <a:lnTo>
                    <a:pt x="2402773" y="369918"/>
                  </a:lnTo>
                  <a:lnTo>
                    <a:pt x="2440912" y="376413"/>
                  </a:lnTo>
                  <a:lnTo>
                    <a:pt x="2479051" y="382921"/>
                  </a:lnTo>
                  <a:lnTo>
                    <a:pt x="2517190" y="389443"/>
                  </a:lnTo>
                  <a:lnTo>
                    <a:pt x="2555330" y="395977"/>
                  </a:lnTo>
                  <a:lnTo>
                    <a:pt x="2593469" y="402524"/>
                  </a:lnTo>
                  <a:lnTo>
                    <a:pt x="2631608" y="409083"/>
                  </a:lnTo>
                  <a:lnTo>
                    <a:pt x="2669747" y="415654"/>
                  </a:lnTo>
                  <a:lnTo>
                    <a:pt x="2707887" y="422237"/>
                  </a:lnTo>
                  <a:lnTo>
                    <a:pt x="2746026" y="428831"/>
                  </a:lnTo>
                  <a:lnTo>
                    <a:pt x="2784165" y="435435"/>
                  </a:lnTo>
                  <a:lnTo>
                    <a:pt x="2822305" y="442050"/>
                  </a:lnTo>
                  <a:lnTo>
                    <a:pt x="2860444" y="448676"/>
                  </a:lnTo>
                  <a:lnTo>
                    <a:pt x="2898583" y="455310"/>
                  </a:lnTo>
                  <a:lnTo>
                    <a:pt x="2936722" y="461955"/>
                  </a:lnTo>
                  <a:lnTo>
                    <a:pt x="2974862" y="468608"/>
                  </a:lnTo>
                  <a:lnTo>
                    <a:pt x="3013001" y="47527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2130631" y="2321852"/>
              <a:ext cx="2858910" cy="773719"/>
            </a:xfrm>
            <a:custGeom>
              <a:avLst/>
              <a:gdLst/>
              <a:ahLst/>
              <a:cxnLst/>
              <a:rect l="0" t="0" r="0" b="0"/>
              <a:pathLst>
                <a:path w="2858910" h="773719">
                  <a:moveTo>
                    <a:pt x="0" y="0"/>
                  </a:moveTo>
                  <a:lnTo>
                    <a:pt x="36188" y="8844"/>
                  </a:lnTo>
                  <a:lnTo>
                    <a:pt x="72377" y="17738"/>
                  </a:lnTo>
                  <a:lnTo>
                    <a:pt x="108566" y="26683"/>
                  </a:lnTo>
                  <a:lnTo>
                    <a:pt x="144754" y="35677"/>
                  </a:lnTo>
                  <a:lnTo>
                    <a:pt x="180943" y="44720"/>
                  </a:lnTo>
                  <a:lnTo>
                    <a:pt x="217132" y="53810"/>
                  </a:lnTo>
                  <a:lnTo>
                    <a:pt x="253321" y="62948"/>
                  </a:lnTo>
                  <a:lnTo>
                    <a:pt x="289509" y="72131"/>
                  </a:lnTo>
                  <a:lnTo>
                    <a:pt x="325698" y="81359"/>
                  </a:lnTo>
                  <a:lnTo>
                    <a:pt x="361887" y="90632"/>
                  </a:lnTo>
                  <a:lnTo>
                    <a:pt x="398076" y="99949"/>
                  </a:lnTo>
                  <a:lnTo>
                    <a:pt x="434264" y="109308"/>
                  </a:lnTo>
                  <a:lnTo>
                    <a:pt x="470453" y="118709"/>
                  </a:lnTo>
                  <a:lnTo>
                    <a:pt x="506642" y="128150"/>
                  </a:lnTo>
                  <a:lnTo>
                    <a:pt x="542831" y="137631"/>
                  </a:lnTo>
                  <a:lnTo>
                    <a:pt x="579019" y="147151"/>
                  </a:lnTo>
                  <a:lnTo>
                    <a:pt x="615208" y="156709"/>
                  </a:lnTo>
                  <a:lnTo>
                    <a:pt x="651397" y="166303"/>
                  </a:lnTo>
                  <a:lnTo>
                    <a:pt x="687586" y="175934"/>
                  </a:lnTo>
                  <a:lnTo>
                    <a:pt x="723774" y="185599"/>
                  </a:lnTo>
                  <a:lnTo>
                    <a:pt x="759963" y="195297"/>
                  </a:lnTo>
                  <a:lnTo>
                    <a:pt x="796152" y="205028"/>
                  </a:lnTo>
                  <a:lnTo>
                    <a:pt x="832341" y="214791"/>
                  </a:lnTo>
                  <a:lnTo>
                    <a:pt x="868529" y="224584"/>
                  </a:lnTo>
                  <a:lnTo>
                    <a:pt x="904718" y="234406"/>
                  </a:lnTo>
                  <a:lnTo>
                    <a:pt x="940907" y="244256"/>
                  </a:lnTo>
                  <a:lnTo>
                    <a:pt x="977096" y="254133"/>
                  </a:lnTo>
                  <a:lnTo>
                    <a:pt x="1013284" y="264036"/>
                  </a:lnTo>
                  <a:lnTo>
                    <a:pt x="1049473" y="273963"/>
                  </a:lnTo>
                  <a:lnTo>
                    <a:pt x="1085662" y="283914"/>
                  </a:lnTo>
                  <a:lnTo>
                    <a:pt x="1121851" y="293887"/>
                  </a:lnTo>
                  <a:lnTo>
                    <a:pt x="1158039" y="303881"/>
                  </a:lnTo>
                  <a:lnTo>
                    <a:pt x="1194228" y="313894"/>
                  </a:lnTo>
                  <a:lnTo>
                    <a:pt x="1230417" y="323926"/>
                  </a:lnTo>
                  <a:lnTo>
                    <a:pt x="1266606" y="333976"/>
                  </a:lnTo>
                  <a:lnTo>
                    <a:pt x="1302794" y="344041"/>
                  </a:lnTo>
                  <a:lnTo>
                    <a:pt x="1338983" y="354121"/>
                  </a:lnTo>
                  <a:lnTo>
                    <a:pt x="1375172" y="364214"/>
                  </a:lnTo>
                  <a:lnTo>
                    <a:pt x="1411361" y="374320"/>
                  </a:lnTo>
                  <a:lnTo>
                    <a:pt x="1447549" y="384436"/>
                  </a:lnTo>
                  <a:lnTo>
                    <a:pt x="1483738" y="394562"/>
                  </a:lnTo>
                  <a:lnTo>
                    <a:pt x="1519927" y="404697"/>
                  </a:lnTo>
                  <a:lnTo>
                    <a:pt x="1556116" y="414838"/>
                  </a:lnTo>
                  <a:lnTo>
                    <a:pt x="1592304" y="424985"/>
                  </a:lnTo>
                  <a:lnTo>
                    <a:pt x="1628493" y="435136"/>
                  </a:lnTo>
                  <a:lnTo>
                    <a:pt x="1664682" y="445291"/>
                  </a:lnTo>
                  <a:lnTo>
                    <a:pt x="1700871" y="455447"/>
                  </a:lnTo>
                  <a:lnTo>
                    <a:pt x="1737059" y="465604"/>
                  </a:lnTo>
                  <a:lnTo>
                    <a:pt x="1773248" y="475760"/>
                  </a:lnTo>
                  <a:lnTo>
                    <a:pt x="1809437" y="485914"/>
                  </a:lnTo>
                  <a:lnTo>
                    <a:pt x="1845626" y="496064"/>
                  </a:lnTo>
                  <a:lnTo>
                    <a:pt x="1881814" y="506209"/>
                  </a:lnTo>
                  <a:lnTo>
                    <a:pt x="1918003" y="516349"/>
                  </a:lnTo>
                  <a:lnTo>
                    <a:pt x="1954192" y="526481"/>
                  </a:lnTo>
                  <a:lnTo>
                    <a:pt x="1990381" y="536604"/>
                  </a:lnTo>
                  <a:lnTo>
                    <a:pt x="2026569" y="546718"/>
                  </a:lnTo>
                  <a:lnTo>
                    <a:pt x="2062758" y="556820"/>
                  </a:lnTo>
                  <a:lnTo>
                    <a:pt x="2098947" y="566909"/>
                  </a:lnTo>
                  <a:lnTo>
                    <a:pt x="2135136" y="576985"/>
                  </a:lnTo>
                  <a:lnTo>
                    <a:pt x="2171324" y="587046"/>
                  </a:lnTo>
                  <a:lnTo>
                    <a:pt x="2207513" y="597090"/>
                  </a:lnTo>
                  <a:lnTo>
                    <a:pt x="2243702" y="607117"/>
                  </a:lnTo>
                  <a:lnTo>
                    <a:pt x="2279890" y="617125"/>
                  </a:lnTo>
                  <a:lnTo>
                    <a:pt x="2316079" y="627113"/>
                  </a:lnTo>
                  <a:lnTo>
                    <a:pt x="2352268" y="637080"/>
                  </a:lnTo>
                  <a:lnTo>
                    <a:pt x="2388457" y="647024"/>
                  </a:lnTo>
                  <a:lnTo>
                    <a:pt x="2424645" y="656944"/>
                  </a:lnTo>
                  <a:lnTo>
                    <a:pt x="2460834" y="666839"/>
                  </a:lnTo>
                  <a:lnTo>
                    <a:pt x="2497023" y="676709"/>
                  </a:lnTo>
                  <a:lnTo>
                    <a:pt x="2533212" y="686551"/>
                  </a:lnTo>
                  <a:lnTo>
                    <a:pt x="2569400" y="696365"/>
                  </a:lnTo>
                  <a:lnTo>
                    <a:pt x="2605589" y="706149"/>
                  </a:lnTo>
                  <a:lnTo>
                    <a:pt x="2641778" y="715902"/>
                  </a:lnTo>
                  <a:lnTo>
                    <a:pt x="2677967" y="725624"/>
                  </a:lnTo>
                  <a:lnTo>
                    <a:pt x="2714155" y="735313"/>
                  </a:lnTo>
                  <a:lnTo>
                    <a:pt x="2750344" y="744968"/>
                  </a:lnTo>
                  <a:lnTo>
                    <a:pt x="2786533" y="754588"/>
                  </a:lnTo>
                  <a:lnTo>
                    <a:pt x="2822722" y="764172"/>
                  </a:lnTo>
                  <a:lnTo>
                    <a:pt x="2858910" y="773719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2423338" y="2159086"/>
              <a:ext cx="3099421" cy="1257143"/>
            </a:xfrm>
            <a:custGeom>
              <a:avLst/>
              <a:gdLst/>
              <a:ahLst/>
              <a:cxnLst/>
              <a:rect l="0" t="0" r="0" b="0"/>
              <a:pathLst>
                <a:path w="3099421" h="1257143">
                  <a:moveTo>
                    <a:pt x="0" y="0"/>
                  </a:moveTo>
                  <a:lnTo>
                    <a:pt x="39233" y="13329"/>
                  </a:lnTo>
                  <a:lnTo>
                    <a:pt x="78466" y="26837"/>
                  </a:lnTo>
                  <a:lnTo>
                    <a:pt x="117699" y="40521"/>
                  </a:lnTo>
                  <a:lnTo>
                    <a:pt x="156932" y="54380"/>
                  </a:lnTo>
                  <a:lnTo>
                    <a:pt x="196165" y="68412"/>
                  </a:lnTo>
                  <a:lnTo>
                    <a:pt x="235399" y="82614"/>
                  </a:lnTo>
                  <a:lnTo>
                    <a:pt x="274632" y="96985"/>
                  </a:lnTo>
                  <a:lnTo>
                    <a:pt x="313865" y="111521"/>
                  </a:lnTo>
                  <a:lnTo>
                    <a:pt x="353098" y="126220"/>
                  </a:lnTo>
                  <a:lnTo>
                    <a:pt x="392331" y="141079"/>
                  </a:lnTo>
                  <a:lnTo>
                    <a:pt x="431564" y="156095"/>
                  </a:lnTo>
                  <a:lnTo>
                    <a:pt x="470798" y="171265"/>
                  </a:lnTo>
                  <a:lnTo>
                    <a:pt x="510031" y="186584"/>
                  </a:lnTo>
                  <a:lnTo>
                    <a:pt x="549264" y="202050"/>
                  </a:lnTo>
                  <a:lnTo>
                    <a:pt x="588497" y="217658"/>
                  </a:lnTo>
                  <a:lnTo>
                    <a:pt x="627730" y="233404"/>
                  </a:lnTo>
                  <a:lnTo>
                    <a:pt x="666964" y="249284"/>
                  </a:lnTo>
                  <a:lnTo>
                    <a:pt x="706197" y="265294"/>
                  </a:lnTo>
                  <a:lnTo>
                    <a:pt x="745430" y="281430"/>
                  </a:lnTo>
                  <a:lnTo>
                    <a:pt x="784663" y="297685"/>
                  </a:lnTo>
                  <a:lnTo>
                    <a:pt x="823896" y="314056"/>
                  </a:lnTo>
                  <a:lnTo>
                    <a:pt x="863129" y="330538"/>
                  </a:lnTo>
                  <a:lnTo>
                    <a:pt x="902363" y="347125"/>
                  </a:lnTo>
                  <a:lnTo>
                    <a:pt x="941596" y="363811"/>
                  </a:lnTo>
                  <a:lnTo>
                    <a:pt x="980829" y="380592"/>
                  </a:lnTo>
                  <a:lnTo>
                    <a:pt x="1020062" y="397461"/>
                  </a:lnTo>
                  <a:lnTo>
                    <a:pt x="1059295" y="414413"/>
                  </a:lnTo>
                  <a:lnTo>
                    <a:pt x="1098529" y="431442"/>
                  </a:lnTo>
                  <a:lnTo>
                    <a:pt x="1137762" y="448542"/>
                  </a:lnTo>
                  <a:lnTo>
                    <a:pt x="1176995" y="465707"/>
                  </a:lnTo>
                  <a:lnTo>
                    <a:pt x="1216228" y="482930"/>
                  </a:lnTo>
                  <a:lnTo>
                    <a:pt x="1255461" y="500206"/>
                  </a:lnTo>
                  <a:lnTo>
                    <a:pt x="1294694" y="517528"/>
                  </a:lnTo>
                  <a:lnTo>
                    <a:pt x="1333928" y="534889"/>
                  </a:lnTo>
                  <a:lnTo>
                    <a:pt x="1373161" y="552283"/>
                  </a:lnTo>
                  <a:lnTo>
                    <a:pt x="1412394" y="569704"/>
                  </a:lnTo>
                  <a:lnTo>
                    <a:pt x="1451627" y="587144"/>
                  </a:lnTo>
                  <a:lnTo>
                    <a:pt x="1490860" y="604598"/>
                  </a:lnTo>
                  <a:lnTo>
                    <a:pt x="1530094" y="622058"/>
                  </a:lnTo>
                  <a:lnTo>
                    <a:pt x="1569327" y="639518"/>
                  </a:lnTo>
                  <a:lnTo>
                    <a:pt x="1608560" y="656971"/>
                  </a:lnTo>
                  <a:lnTo>
                    <a:pt x="1647793" y="674411"/>
                  </a:lnTo>
                  <a:lnTo>
                    <a:pt x="1687026" y="691831"/>
                  </a:lnTo>
                  <a:lnTo>
                    <a:pt x="1726259" y="709224"/>
                  </a:lnTo>
                  <a:lnTo>
                    <a:pt x="1765493" y="726585"/>
                  </a:lnTo>
                  <a:lnTo>
                    <a:pt x="1804726" y="743905"/>
                  </a:lnTo>
                  <a:lnTo>
                    <a:pt x="1843959" y="761179"/>
                  </a:lnTo>
                  <a:lnTo>
                    <a:pt x="1883192" y="778401"/>
                  </a:lnTo>
                  <a:lnTo>
                    <a:pt x="1922425" y="795564"/>
                  </a:lnTo>
                  <a:lnTo>
                    <a:pt x="1961659" y="812662"/>
                  </a:lnTo>
                  <a:lnTo>
                    <a:pt x="2000892" y="829689"/>
                  </a:lnTo>
                  <a:lnTo>
                    <a:pt x="2040125" y="846639"/>
                  </a:lnTo>
                  <a:lnTo>
                    <a:pt x="2079358" y="863506"/>
                  </a:lnTo>
                  <a:lnTo>
                    <a:pt x="2118591" y="880284"/>
                  </a:lnTo>
                  <a:lnTo>
                    <a:pt x="2157824" y="896968"/>
                  </a:lnTo>
                  <a:lnTo>
                    <a:pt x="2197058" y="913552"/>
                  </a:lnTo>
                  <a:lnTo>
                    <a:pt x="2236291" y="930030"/>
                  </a:lnTo>
                  <a:lnTo>
                    <a:pt x="2275524" y="946398"/>
                  </a:lnTo>
                  <a:lnTo>
                    <a:pt x="2314757" y="962650"/>
                  </a:lnTo>
                  <a:lnTo>
                    <a:pt x="2353990" y="978782"/>
                  </a:lnTo>
                  <a:lnTo>
                    <a:pt x="2393224" y="994789"/>
                  </a:lnTo>
                  <a:lnTo>
                    <a:pt x="2432457" y="1010666"/>
                  </a:lnTo>
                  <a:lnTo>
                    <a:pt x="2471690" y="1026408"/>
                  </a:lnTo>
                  <a:lnTo>
                    <a:pt x="2510923" y="1042012"/>
                  </a:lnTo>
                  <a:lnTo>
                    <a:pt x="2550156" y="1057474"/>
                  </a:lnTo>
                  <a:lnTo>
                    <a:pt x="2589389" y="1072789"/>
                  </a:lnTo>
                  <a:lnTo>
                    <a:pt x="2628623" y="1087954"/>
                  </a:lnTo>
                  <a:lnTo>
                    <a:pt x="2667856" y="1102966"/>
                  </a:lnTo>
                  <a:lnTo>
                    <a:pt x="2707089" y="1117820"/>
                  </a:lnTo>
                  <a:lnTo>
                    <a:pt x="2746322" y="1132515"/>
                  </a:lnTo>
                  <a:lnTo>
                    <a:pt x="2785555" y="1147047"/>
                  </a:lnTo>
                  <a:lnTo>
                    <a:pt x="2824789" y="1161413"/>
                  </a:lnTo>
                  <a:lnTo>
                    <a:pt x="2864022" y="1175610"/>
                  </a:lnTo>
                  <a:lnTo>
                    <a:pt x="2903255" y="1189637"/>
                  </a:lnTo>
                  <a:lnTo>
                    <a:pt x="2942488" y="1203492"/>
                  </a:lnTo>
                  <a:lnTo>
                    <a:pt x="2981721" y="1217171"/>
                  </a:lnTo>
                  <a:lnTo>
                    <a:pt x="3020954" y="1230674"/>
                  </a:lnTo>
                  <a:lnTo>
                    <a:pt x="3060188" y="1243998"/>
                  </a:lnTo>
                  <a:lnTo>
                    <a:pt x="3099421" y="125714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40652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9803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58954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649960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pg42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tx42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pl43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pt43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2" name="pl43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3" name="pt43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4" name="pl43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pt43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6" name="pl43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7" name="pt43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8" name="pl43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9" name="pt43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0" name="pl44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1" name="pt44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2" name="pl44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3" name="pt44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4" name="pl44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5" name="tx44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1" name="Group 1820">
            <a:extLst>
              <a:ext uri="{FF2B5EF4-FFF2-40B4-BE49-F238E27FC236}">
                <a16:creationId xmlns:a16="http://schemas.microsoft.com/office/drawing/2014/main" id="{5A8F3BA3-9BFF-C48A-8396-490A828503A4}"/>
              </a:ext>
            </a:extLst>
          </p:cNvPr>
          <p:cNvGrpSpPr/>
          <p:nvPr/>
        </p:nvGrpSpPr>
        <p:grpSpPr>
          <a:xfrm>
            <a:off x="953157" y="1020565"/>
            <a:ext cx="4766580" cy="3488977"/>
            <a:chOff x="953157" y="1020565"/>
            <a:chExt cx="4766580" cy="3488977"/>
          </a:xfrm>
        </p:grpSpPr>
        <p:sp>
          <p:nvSpPr>
            <p:cNvPr id="7" name="pl5">
              <a:extLst>
                <a:ext uri="{FF2B5EF4-FFF2-40B4-BE49-F238E27FC236}">
                  <a16:creationId xmlns:a16="http://schemas.microsoft.com/office/drawing/2014/main" id="{1D2F5066-B098-459B-BFF0-4B3DA0E548FB}"/>
                </a:ext>
              </a:extLst>
            </p:cNvPr>
            <p:cNvSpPr/>
            <p:nvPr/>
          </p:nvSpPr>
          <p:spPr>
            <a:xfrm>
              <a:off x="1397688" y="376595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6">
              <a:extLst>
                <a:ext uri="{FF2B5EF4-FFF2-40B4-BE49-F238E27FC236}">
                  <a16:creationId xmlns:a16="http://schemas.microsoft.com/office/drawing/2014/main" id="{117F34F6-C92D-0D23-910A-28ECE4E6B658}"/>
                </a:ext>
              </a:extLst>
            </p:cNvPr>
            <p:cNvSpPr/>
            <p:nvPr/>
          </p:nvSpPr>
          <p:spPr>
            <a:xfrm>
              <a:off x="1397688" y="313363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7">
              <a:extLst>
                <a:ext uri="{FF2B5EF4-FFF2-40B4-BE49-F238E27FC236}">
                  <a16:creationId xmlns:a16="http://schemas.microsoft.com/office/drawing/2014/main" id="{51ADE3E5-B3AF-9412-B49F-CBAF82AFD3D8}"/>
                </a:ext>
              </a:extLst>
            </p:cNvPr>
            <p:cNvSpPr/>
            <p:nvPr/>
          </p:nvSpPr>
          <p:spPr>
            <a:xfrm>
              <a:off x="1397688" y="250131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8">
              <a:extLst>
                <a:ext uri="{FF2B5EF4-FFF2-40B4-BE49-F238E27FC236}">
                  <a16:creationId xmlns:a16="http://schemas.microsoft.com/office/drawing/2014/main" id="{FF01BF57-58E0-98E2-5842-3A4005B55E8B}"/>
                </a:ext>
              </a:extLst>
            </p:cNvPr>
            <p:cNvSpPr/>
            <p:nvPr/>
          </p:nvSpPr>
          <p:spPr>
            <a:xfrm>
              <a:off x="1397688" y="18690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9">
              <a:extLst>
                <a:ext uri="{FF2B5EF4-FFF2-40B4-BE49-F238E27FC236}">
                  <a16:creationId xmlns:a16="http://schemas.microsoft.com/office/drawing/2014/main" id="{9983D9FA-BCC3-8135-7B90-8F01F184638D}"/>
                </a:ext>
              </a:extLst>
            </p:cNvPr>
            <p:cNvSpPr/>
            <p:nvPr/>
          </p:nvSpPr>
          <p:spPr>
            <a:xfrm>
              <a:off x="1977402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0">
              <a:extLst>
                <a:ext uri="{FF2B5EF4-FFF2-40B4-BE49-F238E27FC236}">
                  <a16:creationId xmlns:a16="http://schemas.microsoft.com/office/drawing/2014/main" id="{E8CB03F4-8D18-0744-725B-F01C576D66BF}"/>
                </a:ext>
              </a:extLst>
            </p:cNvPr>
            <p:cNvSpPr/>
            <p:nvPr/>
          </p:nvSpPr>
          <p:spPr>
            <a:xfrm>
              <a:off x="2777943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1">
              <a:extLst>
                <a:ext uri="{FF2B5EF4-FFF2-40B4-BE49-F238E27FC236}">
                  <a16:creationId xmlns:a16="http://schemas.microsoft.com/office/drawing/2014/main" id="{9B031A50-8F52-3E6B-4E51-69A7E4458270}"/>
                </a:ext>
              </a:extLst>
            </p:cNvPr>
            <p:cNvSpPr/>
            <p:nvPr/>
          </p:nvSpPr>
          <p:spPr>
            <a:xfrm>
              <a:off x="3578483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2">
              <a:extLst>
                <a:ext uri="{FF2B5EF4-FFF2-40B4-BE49-F238E27FC236}">
                  <a16:creationId xmlns:a16="http://schemas.microsoft.com/office/drawing/2014/main" id="{45EA94A2-206C-1CAD-AC34-40192B60AB16}"/>
                </a:ext>
              </a:extLst>
            </p:cNvPr>
            <p:cNvSpPr/>
            <p:nvPr/>
          </p:nvSpPr>
          <p:spPr>
            <a:xfrm>
              <a:off x="4379024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3">
              <a:extLst>
                <a:ext uri="{FF2B5EF4-FFF2-40B4-BE49-F238E27FC236}">
                  <a16:creationId xmlns:a16="http://schemas.microsoft.com/office/drawing/2014/main" id="{EB8F9734-DEF6-D53A-088C-9F7EA8E54094}"/>
                </a:ext>
              </a:extLst>
            </p:cNvPr>
            <p:cNvSpPr/>
            <p:nvPr/>
          </p:nvSpPr>
          <p:spPr>
            <a:xfrm>
              <a:off x="5179564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4">
              <a:extLst>
                <a:ext uri="{FF2B5EF4-FFF2-40B4-BE49-F238E27FC236}">
                  <a16:creationId xmlns:a16="http://schemas.microsoft.com/office/drawing/2014/main" id="{93A1E60A-3BFC-EB74-7013-659EFC0BE27F}"/>
                </a:ext>
              </a:extLst>
            </p:cNvPr>
            <p:cNvSpPr/>
            <p:nvPr/>
          </p:nvSpPr>
          <p:spPr>
            <a:xfrm>
              <a:off x="1397688" y="40821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5">
              <a:extLst>
                <a:ext uri="{FF2B5EF4-FFF2-40B4-BE49-F238E27FC236}">
                  <a16:creationId xmlns:a16="http://schemas.microsoft.com/office/drawing/2014/main" id="{80E6E771-FACE-6F70-BC7D-47D82C559769}"/>
                </a:ext>
              </a:extLst>
            </p:cNvPr>
            <p:cNvSpPr/>
            <p:nvPr/>
          </p:nvSpPr>
          <p:spPr>
            <a:xfrm>
              <a:off x="1397688" y="344979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6">
              <a:extLst>
                <a:ext uri="{FF2B5EF4-FFF2-40B4-BE49-F238E27FC236}">
                  <a16:creationId xmlns:a16="http://schemas.microsoft.com/office/drawing/2014/main" id="{93EC5737-A35D-149D-339C-2F5717DC78F4}"/>
                </a:ext>
              </a:extLst>
            </p:cNvPr>
            <p:cNvSpPr/>
            <p:nvPr/>
          </p:nvSpPr>
          <p:spPr>
            <a:xfrm>
              <a:off x="1397688" y="281747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7">
              <a:extLst>
                <a:ext uri="{FF2B5EF4-FFF2-40B4-BE49-F238E27FC236}">
                  <a16:creationId xmlns:a16="http://schemas.microsoft.com/office/drawing/2014/main" id="{CF69FD71-4AF6-B89A-8FBB-604F5559AE43}"/>
                </a:ext>
              </a:extLst>
            </p:cNvPr>
            <p:cNvSpPr/>
            <p:nvPr/>
          </p:nvSpPr>
          <p:spPr>
            <a:xfrm>
              <a:off x="1397688" y="218515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18">
              <a:extLst>
                <a:ext uri="{FF2B5EF4-FFF2-40B4-BE49-F238E27FC236}">
                  <a16:creationId xmlns:a16="http://schemas.microsoft.com/office/drawing/2014/main" id="{3E0AD5BE-AB1C-99CC-227C-2FD21047D525}"/>
                </a:ext>
              </a:extLst>
            </p:cNvPr>
            <p:cNvSpPr/>
            <p:nvPr/>
          </p:nvSpPr>
          <p:spPr>
            <a:xfrm>
              <a:off x="1397688" y="15528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19">
              <a:extLst>
                <a:ext uri="{FF2B5EF4-FFF2-40B4-BE49-F238E27FC236}">
                  <a16:creationId xmlns:a16="http://schemas.microsoft.com/office/drawing/2014/main" id="{F3BE1715-008E-DFE6-FFD2-8887CB2593D9}"/>
                </a:ext>
              </a:extLst>
            </p:cNvPr>
            <p:cNvSpPr/>
            <p:nvPr/>
          </p:nvSpPr>
          <p:spPr>
            <a:xfrm>
              <a:off x="1577132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0">
              <a:extLst>
                <a:ext uri="{FF2B5EF4-FFF2-40B4-BE49-F238E27FC236}">
                  <a16:creationId xmlns:a16="http://schemas.microsoft.com/office/drawing/2014/main" id="{D766D2DA-4C98-2E39-070B-8AB0CC2D4AA7}"/>
                </a:ext>
              </a:extLst>
            </p:cNvPr>
            <p:cNvSpPr/>
            <p:nvPr/>
          </p:nvSpPr>
          <p:spPr>
            <a:xfrm>
              <a:off x="2377672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1">
              <a:extLst>
                <a:ext uri="{FF2B5EF4-FFF2-40B4-BE49-F238E27FC236}">
                  <a16:creationId xmlns:a16="http://schemas.microsoft.com/office/drawing/2014/main" id="{00786E6A-D681-ACBA-C053-99063C808407}"/>
                </a:ext>
              </a:extLst>
            </p:cNvPr>
            <p:cNvSpPr/>
            <p:nvPr/>
          </p:nvSpPr>
          <p:spPr>
            <a:xfrm>
              <a:off x="3178213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2">
              <a:extLst>
                <a:ext uri="{FF2B5EF4-FFF2-40B4-BE49-F238E27FC236}">
                  <a16:creationId xmlns:a16="http://schemas.microsoft.com/office/drawing/2014/main" id="{79C42A11-7C92-2AA1-B690-35CF4B2F4F31}"/>
                </a:ext>
              </a:extLst>
            </p:cNvPr>
            <p:cNvSpPr/>
            <p:nvPr/>
          </p:nvSpPr>
          <p:spPr>
            <a:xfrm>
              <a:off x="3978753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l23">
              <a:extLst>
                <a:ext uri="{FF2B5EF4-FFF2-40B4-BE49-F238E27FC236}">
                  <a16:creationId xmlns:a16="http://schemas.microsoft.com/office/drawing/2014/main" id="{E2F0EEC7-B053-7A12-925A-BA50EA7F09D0}"/>
                </a:ext>
              </a:extLst>
            </p:cNvPr>
            <p:cNvSpPr/>
            <p:nvPr/>
          </p:nvSpPr>
          <p:spPr>
            <a:xfrm>
              <a:off x="4779294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l24">
              <a:extLst>
                <a:ext uri="{FF2B5EF4-FFF2-40B4-BE49-F238E27FC236}">
                  <a16:creationId xmlns:a16="http://schemas.microsoft.com/office/drawing/2014/main" id="{E991593B-AB39-B8E1-02D2-C7EECF88A041}"/>
                </a:ext>
              </a:extLst>
            </p:cNvPr>
            <p:cNvSpPr/>
            <p:nvPr/>
          </p:nvSpPr>
          <p:spPr>
            <a:xfrm>
              <a:off x="5579834" y="142637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5">
              <a:extLst>
                <a:ext uri="{FF2B5EF4-FFF2-40B4-BE49-F238E27FC236}">
                  <a16:creationId xmlns:a16="http://schemas.microsoft.com/office/drawing/2014/main" id="{7B0DFED7-BD87-7AF9-D7B2-1D091094EAF7}"/>
                </a:ext>
              </a:extLst>
            </p:cNvPr>
            <p:cNvSpPr/>
            <p:nvPr/>
          </p:nvSpPr>
          <p:spPr>
            <a:xfrm>
              <a:off x="174078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6">
              <a:extLst>
                <a:ext uri="{FF2B5EF4-FFF2-40B4-BE49-F238E27FC236}">
                  <a16:creationId xmlns:a16="http://schemas.microsoft.com/office/drawing/2014/main" id="{94C07B1F-3A7E-0732-32B9-B55553DC8F15}"/>
                </a:ext>
              </a:extLst>
            </p:cNvPr>
            <p:cNvSpPr/>
            <p:nvPr/>
          </p:nvSpPr>
          <p:spPr>
            <a:xfrm>
              <a:off x="221781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7">
              <a:extLst>
                <a:ext uri="{FF2B5EF4-FFF2-40B4-BE49-F238E27FC236}">
                  <a16:creationId xmlns:a16="http://schemas.microsoft.com/office/drawing/2014/main" id="{DBFC8C6E-2F51-5F00-897E-D2BCE1846A19}"/>
                </a:ext>
              </a:extLst>
            </p:cNvPr>
            <p:cNvSpPr/>
            <p:nvPr/>
          </p:nvSpPr>
          <p:spPr>
            <a:xfrm>
              <a:off x="392437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28">
              <a:extLst>
                <a:ext uri="{FF2B5EF4-FFF2-40B4-BE49-F238E27FC236}">
                  <a16:creationId xmlns:a16="http://schemas.microsoft.com/office/drawing/2014/main" id="{5022EAA7-C714-3F91-EBC6-4A90720A52CB}"/>
                </a:ext>
              </a:extLst>
            </p:cNvPr>
            <p:cNvSpPr/>
            <p:nvPr/>
          </p:nvSpPr>
          <p:spPr>
            <a:xfrm>
              <a:off x="380820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29">
              <a:extLst>
                <a:ext uri="{FF2B5EF4-FFF2-40B4-BE49-F238E27FC236}">
                  <a16:creationId xmlns:a16="http://schemas.microsoft.com/office/drawing/2014/main" id="{7CAF598E-F1FB-E8B1-C424-BCB13E97B9F5}"/>
                </a:ext>
              </a:extLst>
            </p:cNvPr>
            <p:cNvSpPr/>
            <p:nvPr/>
          </p:nvSpPr>
          <p:spPr>
            <a:xfrm>
              <a:off x="380820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0">
              <a:extLst>
                <a:ext uri="{FF2B5EF4-FFF2-40B4-BE49-F238E27FC236}">
                  <a16:creationId xmlns:a16="http://schemas.microsoft.com/office/drawing/2014/main" id="{3D7E4AAB-7A03-0008-5051-D7007F2D01E5}"/>
                </a:ext>
              </a:extLst>
            </p:cNvPr>
            <p:cNvSpPr/>
            <p:nvPr/>
          </p:nvSpPr>
          <p:spPr>
            <a:xfrm>
              <a:off x="196302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1">
              <a:extLst>
                <a:ext uri="{FF2B5EF4-FFF2-40B4-BE49-F238E27FC236}">
                  <a16:creationId xmlns:a16="http://schemas.microsoft.com/office/drawing/2014/main" id="{6607009F-0BC0-7373-EFCE-10D7D0539EFB}"/>
                </a:ext>
              </a:extLst>
            </p:cNvPr>
            <p:cNvSpPr/>
            <p:nvPr/>
          </p:nvSpPr>
          <p:spPr>
            <a:xfrm>
              <a:off x="215381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2">
              <a:extLst>
                <a:ext uri="{FF2B5EF4-FFF2-40B4-BE49-F238E27FC236}">
                  <a16:creationId xmlns:a16="http://schemas.microsoft.com/office/drawing/2014/main" id="{AA7521B2-BAD8-0D89-44CC-D1C56F985E31}"/>
                </a:ext>
              </a:extLst>
            </p:cNvPr>
            <p:cNvSpPr/>
            <p:nvPr/>
          </p:nvSpPr>
          <p:spPr>
            <a:xfrm>
              <a:off x="386826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3">
              <a:extLst>
                <a:ext uri="{FF2B5EF4-FFF2-40B4-BE49-F238E27FC236}">
                  <a16:creationId xmlns:a16="http://schemas.microsoft.com/office/drawing/2014/main" id="{6B7D2DD8-D45C-2C6C-5D24-804429DB2542}"/>
                </a:ext>
              </a:extLst>
            </p:cNvPr>
            <p:cNvSpPr/>
            <p:nvPr/>
          </p:nvSpPr>
          <p:spPr>
            <a:xfrm>
              <a:off x="193578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4">
              <a:extLst>
                <a:ext uri="{FF2B5EF4-FFF2-40B4-BE49-F238E27FC236}">
                  <a16:creationId xmlns:a16="http://schemas.microsoft.com/office/drawing/2014/main" id="{1A2B1354-D096-910D-9958-B511D0C0F07C}"/>
                </a:ext>
              </a:extLst>
            </p:cNvPr>
            <p:cNvSpPr/>
            <p:nvPr/>
          </p:nvSpPr>
          <p:spPr>
            <a:xfrm>
              <a:off x="386607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5">
              <a:extLst>
                <a:ext uri="{FF2B5EF4-FFF2-40B4-BE49-F238E27FC236}">
                  <a16:creationId xmlns:a16="http://schemas.microsoft.com/office/drawing/2014/main" id="{E7AD9446-0E11-23D5-DC91-B86A29EDECC8}"/>
                </a:ext>
              </a:extLst>
            </p:cNvPr>
            <p:cNvSpPr/>
            <p:nvPr/>
          </p:nvSpPr>
          <p:spPr>
            <a:xfrm>
              <a:off x="453258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6">
              <a:extLst>
                <a:ext uri="{FF2B5EF4-FFF2-40B4-BE49-F238E27FC236}">
                  <a16:creationId xmlns:a16="http://schemas.microsoft.com/office/drawing/2014/main" id="{3AD9F932-25DD-C04A-C00E-BF87A61CD74B}"/>
                </a:ext>
              </a:extLst>
            </p:cNvPr>
            <p:cNvSpPr/>
            <p:nvPr/>
          </p:nvSpPr>
          <p:spPr>
            <a:xfrm>
              <a:off x="174761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7">
              <a:extLst>
                <a:ext uri="{FF2B5EF4-FFF2-40B4-BE49-F238E27FC236}">
                  <a16:creationId xmlns:a16="http://schemas.microsoft.com/office/drawing/2014/main" id="{DEEE1F67-0670-A76A-2360-78A6CCF51FAA}"/>
                </a:ext>
              </a:extLst>
            </p:cNvPr>
            <p:cNvSpPr/>
            <p:nvPr/>
          </p:nvSpPr>
          <p:spPr>
            <a:xfrm>
              <a:off x="207175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38">
              <a:extLst>
                <a:ext uri="{FF2B5EF4-FFF2-40B4-BE49-F238E27FC236}">
                  <a16:creationId xmlns:a16="http://schemas.microsoft.com/office/drawing/2014/main" id="{6E822E2A-1C74-22B7-1237-838CCC58105A}"/>
                </a:ext>
              </a:extLst>
            </p:cNvPr>
            <p:cNvSpPr/>
            <p:nvPr/>
          </p:nvSpPr>
          <p:spPr>
            <a:xfrm>
              <a:off x="386892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39">
              <a:extLst>
                <a:ext uri="{FF2B5EF4-FFF2-40B4-BE49-F238E27FC236}">
                  <a16:creationId xmlns:a16="http://schemas.microsoft.com/office/drawing/2014/main" id="{07BEF409-AB32-BBA4-EAD2-10CAB0708997}"/>
                </a:ext>
              </a:extLst>
            </p:cNvPr>
            <p:cNvSpPr/>
            <p:nvPr/>
          </p:nvSpPr>
          <p:spPr>
            <a:xfrm>
              <a:off x="393031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0">
              <a:extLst>
                <a:ext uri="{FF2B5EF4-FFF2-40B4-BE49-F238E27FC236}">
                  <a16:creationId xmlns:a16="http://schemas.microsoft.com/office/drawing/2014/main" id="{AB2BE74B-0778-C0B6-FB85-9ED9B5D43166}"/>
                </a:ext>
              </a:extLst>
            </p:cNvPr>
            <p:cNvSpPr/>
            <p:nvPr/>
          </p:nvSpPr>
          <p:spPr>
            <a:xfrm>
              <a:off x="175622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1">
              <a:extLst>
                <a:ext uri="{FF2B5EF4-FFF2-40B4-BE49-F238E27FC236}">
                  <a16:creationId xmlns:a16="http://schemas.microsoft.com/office/drawing/2014/main" id="{92911B34-86A8-11D1-D260-AB36575E5FD6}"/>
                </a:ext>
              </a:extLst>
            </p:cNvPr>
            <p:cNvSpPr/>
            <p:nvPr/>
          </p:nvSpPr>
          <p:spPr>
            <a:xfrm>
              <a:off x="206762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2">
              <a:extLst>
                <a:ext uri="{FF2B5EF4-FFF2-40B4-BE49-F238E27FC236}">
                  <a16:creationId xmlns:a16="http://schemas.microsoft.com/office/drawing/2014/main" id="{2257B5F2-107A-C925-F1E6-DEEEA1076393}"/>
                </a:ext>
              </a:extLst>
            </p:cNvPr>
            <p:cNvSpPr/>
            <p:nvPr/>
          </p:nvSpPr>
          <p:spPr>
            <a:xfrm>
              <a:off x="453258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3">
              <a:extLst>
                <a:ext uri="{FF2B5EF4-FFF2-40B4-BE49-F238E27FC236}">
                  <a16:creationId xmlns:a16="http://schemas.microsoft.com/office/drawing/2014/main" id="{56601BBB-3881-88F8-C603-36CA0EB18CA9}"/>
                </a:ext>
              </a:extLst>
            </p:cNvPr>
            <p:cNvSpPr/>
            <p:nvPr/>
          </p:nvSpPr>
          <p:spPr>
            <a:xfrm>
              <a:off x="214966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4">
              <a:extLst>
                <a:ext uri="{FF2B5EF4-FFF2-40B4-BE49-F238E27FC236}">
                  <a16:creationId xmlns:a16="http://schemas.microsoft.com/office/drawing/2014/main" id="{875A476A-0218-A55D-1C4C-F7D17D72F16E}"/>
                </a:ext>
              </a:extLst>
            </p:cNvPr>
            <p:cNvSpPr/>
            <p:nvPr/>
          </p:nvSpPr>
          <p:spPr>
            <a:xfrm>
              <a:off x="184625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5">
              <a:extLst>
                <a:ext uri="{FF2B5EF4-FFF2-40B4-BE49-F238E27FC236}">
                  <a16:creationId xmlns:a16="http://schemas.microsoft.com/office/drawing/2014/main" id="{F1DA2AF1-69FD-CB3C-D57B-79AA5D4A365F}"/>
                </a:ext>
              </a:extLst>
            </p:cNvPr>
            <p:cNvSpPr/>
            <p:nvPr/>
          </p:nvSpPr>
          <p:spPr>
            <a:xfrm>
              <a:off x="363911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6">
              <a:extLst>
                <a:ext uri="{FF2B5EF4-FFF2-40B4-BE49-F238E27FC236}">
                  <a16:creationId xmlns:a16="http://schemas.microsoft.com/office/drawing/2014/main" id="{D5CDABAD-893D-E133-2D6D-6584B7A99835}"/>
                </a:ext>
              </a:extLst>
            </p:cNvPr>
            <p:cNvSpPr/>
            <p:nvPr/>
          </p:nvSpPr>
          <p:spPr>
            <a:xfrm>
              <a:off x="206762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7">
              <a:extLst>
                <a:ext uri="{FF2B5EF4-FFF2-40B4-BE49-F238E27FC236}">
                  <a16:creationId xmlns:a16="http://schemas.microsoft.com/office/drawing/2014/main" id="{A86F5019-490D-2278-A403-1779A77FA848}"/>
                </a:ext>
              </a:extLst>
            </p:cNvPr>
            <p:cNvSpPr/>
            <p:nvPr/>
          </p:nvSpPr>
          <p:spPr>
            <a:xfrm>
              <a:off x="398467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48">
              <a:extLst>
                <a:ext uri="{FF2B5EF4-FFF2-40B4-BE49-F238E27FC236}">
                  <a16:creationId xmlns:a16="http://schemas.microsoft.com/office/drawing/2014/main" id="{F7497990-D5FD-39C9-448E-C14876D6726D}"/>
                </a:ext>
              </a:extLst>
            </p:cNvPr>
            <p:cNvSpPr/>
            <p:nvPr/>
          </p:nvSpPr>
          <p:spPr>
            <a:xfrm>
              <a:off x="463560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49">
              <a:extLst>
                <a:ext uri="{FF2B5EF4-FFF2-40B4-BE49-F238E27FC236}">
                  <a16:creationId xmlns:a16="http://schemas.microsoft.com/office/drawing/2014/main" id="{E09DED60-A0ED-6F55-7AE6-E52F78D82BAF}"/>
                </a:ext>
              </a:extLst>
            </p:cNvPr>
            <p:cNvSpPr/>
            <p:nvPr/>
          </p:nvSpPr>
          <p:spPr>
            <a:xfrm>
              <a:off x="206840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0">
              <a:extLst>
                <a:ext uri="{FF2B5EF4-FFF2-40B4-BE49-F238E27FC236}">
                  <a16:creationId xmlns:a16="http://schemas.microsoft.com/office/drawing/2014/main" id="{77B66BD8-291B-A91B-C94E-77C1982829C4}"/>
                </a:ext>
              </a:extLst>
            </p:cNvPr>
            <p:cNvSpPr/>
            <p:nvPr/>
          </p:nvSpPr>
          <p:spPr>
            <a:xfrm>
              <a:off x="174268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1">
              <a:extLst>
                <a:ext uri="{FF2B5EF4-FFF2-40B4-BE49-F238E27FC236}">
                  <a16:creationId xmlns:a16="http://schemas.microsoft.com/office/drawing/2014/main" id="{F9356E93-5E1A-E44E-A578-11ECBA2244AA}"/>
                </a:ext>
              </a:extLst>
            </p:cNvPr>
            <p:cNvSpPr/>
            <p:nvPr/>
          </p:nvSpPr>
          <p:spPr>
            <a:xfrm>
              <a:off x="363648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2">
              <a:extLst>
                <a:ext uri="{FF2B5EF4-FFF2-40B4-BE49-F238E27FC236}">
                  <a16:creationId xmlns:a16="http://schemas.microsoft.com/office/drawing/2014/main" id="{D58E2711-BD0D-1804-435B-D4D2187EFD90}"/>
                </a:ext>
              </a:extLst>
            </p:cNvPr>
            <p:cNvSpPr/>
            <p:nvPr/>
          </p:nvSpPr>
          <p:spPr>
            <a:xfrm>
              <a:off x="3518459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3">
              <a:extLst>
                <a:ext uri="{FF2B5EF4-FFF2-40B4-BE49-F238E27FC236}">
                  <a16:creationId xmlns:a16="http://schemas.microsoft.com/office/drawing/2014/main" id="{C3EA9B19-08B3-71AE-958D-31C5550CED59}"/>
                </a:ext>
              </a:extLst>
            </p:cNvPr>
            <p:cNvSpPr/>
            <p:nvPr/>
          </p:nvSpPr>
          <p:spPr>
            <a:xfrm>
              <a:off x="223790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4">
              <a:extLst>
                <a:ext uri="{FF2B5EF4-FFF2-40B4-BE49-F238E27FC236}">
                  <a16:creationId xmlns:a16="http://schemas.microsoft.com/office/drawing/2014/main" id="{433BA066-67FC-7338-09E8-61F3FE441B74}"/>
                </a:ext>
              </a:extLst>
            </p:cNvPr>
            <p:cNvSpPr/>
            <p:nvPr/>
          </p:nvSpPr>
          <p:spPr>
            <a:xfrm>
              <a:off x="366985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5">
              <a:extLst>
                <a:ext uri="{FF2B5EF4-FFF2-40B4-BE49-F238E27FC236}">
                  <a16:creationId xmlns:a16="http://schemas.microsoft.com/office/drawing/2014/main" id="{3B2184BA-575B-2062-2B48-2F16AC9861AD}"/>
                </a:ext>
              </a:extLst>
            </p:cNvPr>
            <p:cNvSpPr/>
            <p:nvPr/>
          </p:nvSpPr>
          <p:spPr>
            <a:xfrm>
              <a:off x="2063128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6">
              <a:extLst>
                <a:ext uri="{FF2B5EF4-FFF2-40B4-BE49-F238E27FC236}">
                  <a16:creationId xmlns:a16="http://schemas.microsoft.com/office/drawing/2014/main" id="{58227DE2-01CF-C939-BEE8-DAE4BFE456EB}"/>
                </a:ext>
              </a:extLst>
            </p:cNvPr>
            <p:cNvSpPr/>
            <p:nvPr/>
          </p:nvSpPr>
          <p:spPr>
            <a:xfrm>
              <a:off x="351780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7">
              <a:extLst>
                <a:ext uri="{FF2B5EF4-FFF2-40B4-BE49-F238E27FC236}">
                  <a16:creationId xmlns:a16="http://schemas.microsoft.com/office/drawing/2014/main" id="{3E8607CE-3E09-1F86-2140-07F5437DB444}"/>
                </a:ext>
              </a:extLst>
            </p:cNvPr>
            <p:cNvSpPr/>
            <p:nvPr/>
          </p:nvSpPr>
          <p:spPr>
            <a:xfrm>
              <a:off x="463810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58">
              <a:extLst>
                <a:ext uri="{FF2B5EF4-FFF2-40B4-BE49-F238E27FC236}">
                  <a16:creationId xmlns:a16="http://schemas.microsoft.com/office/drawing/2014/main" id="{E62E26EB-912E-2F00-EEA2-1728AB126055}"/>
                </a:ext>
              </a:extLst>
            </p:cNvPr>
            <p:cNvSpPr/>
            <p:nvPr/>
          </p:nvSpPr>
          <p:spPr>
            <a:xfrm>
              <a:off x="193578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59">
              <a:extLst>
                <a:ext uri="{FF2B5EF4-FFF2-40B4-BE49-F238E27FC236}">
                  <a16:creationId xmlns:a16="http://schemas.microsoft.com/office/drawing/2014/main" id="{F277232C-52EF-F144-9D3A-F70C2CA3B393}"/>
                </a:ext>
              </a:extLst>
            </p:cNvPr>
            <p:cNvSpPr/>
            <p:nvPr/>
          </p:nvSpPr>
          <p:spPr>
            <a:xfrm>
              <a:off x="379134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0">
              <a:extLst>
                <a:ext uri="{FF2B5EF4-FFF2-40B4-BE49-F238E27FC236}">
                  <a16:creationId xmlns:a16="http://schemas.microsoft.com/office/drawing/2014/main" id="{B6ACB8F5-99A6-D0A0-B8DE-12CAA982F1EA}"/>
                </a:ext>
              </a:extLst>
            </p:cNvPr>
            <p:cNvSpPr/>
            <p:nvPr/>
          </p:nvSpPr>
          <p:spPr>
            <a:xfrm>
              <a:off x="398204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1">
              <a:extLst>
                <a:ext uri="{FF2B5EF4-FFF2-40B4-BE49-F238E27FC236}">
                  <a16:creationId xmlns:a16="http://schemas.microsoft.com/office/drawing/2014/main" id="{4F74E507-06C3-94D0-72A0-143073FF434C}"/>
                </a:ext>
              </a:extLst>
            </p:cNvPr>
            <p:cNvSpPr/>
            <p:nvPr/>
          </p:nvSpPr>
          <p:spPr>
            <a:xfrm>
              <a:off x="223790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2">
              <a:extLst>
                <a:ext uri="{FF2B5EF4-FFF2-40B4-BE49-F238E27FC236}">
                  <a16:creationId xmlns:a16="http://schemas.microsoft.com/office/drawing/2014/main" id="{190413BC-3FC3-364D-F4D3-B326F69EB442}"/>
                </a:ext>
              </a:extLst>
            </p:cNvPr>
            <p:cNvSpPr/>
            <p:nvPr/>
          </p:nvSpPr>
          <p:spPr>
            <a:xfrm>
              <a:off x="375235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3">
              <a:extLst>
                <a:ext uri="{FF2B5EF4-FFF2-40B4-BE49-F238E27FC236}">
                  <a16:creationId xmlns:a16="http://schemas.microsoft.com/office/drawing/2014/main" id="{1CE4BF2E-3158-43EA-A1B8-B3DE24027DAD}"/>
                </a:ext>
              </a:extLst>
            </p:cNvPr>
            <p:cNvSpPr/>
            <p:nvPr/>
          </p:nvSpPr>
          <p:spPr>
            <a:xfrm>
              <a:off x="378800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4">
              <a:extLst>
                <a:ext uri="{FF2B5EF4-FFF2-40B4-BE49-F238E27FC236}">
                  <a16:creationId xmlns:a16="http://schemas.microsoft.com/office/drawing/2014/main" id="{0A7A92DF-CF21-C171-8631-E5E5C149C579}"/>
                </a:ext>
              </a:extLst>
            </p:cNvPr>
            <p:cNvSpPr/>
            <p:nvPr/>
          </p:nvSpPr>
          <p:spPr>
            <a:xfrm>
              <a:off x="196290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5">
              <a:extLst>
                <a:ext uri="{FF2B5EF4-FFF2-40B4-BE49-F238E27FC236}">
                  <a16:creationId xmlns:a16="http://schemas.microsoft.com/office/drawing/2014/main" id="{97418250-9DCD-D210-DEBE-8C69C0CC936E}"/>
                </a:ext>
              </a:extLst>
            </p:cNvPr>
            <p:cNvSpPr/>
            <p:nvPr/>
          </p:nvSpPr>
          <p:spPr>
            <a:xfrm>
              <a:off x="174789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6">
              <a:extLst>
                <a:ext uri="{FF2B5EF4-FFF2-40B4-BE49-F238E27FC236}">
                  <a16:creationId xmlns:a16="http://schemas.microsoft.com/office/drawing/2014/main" id="{65CFBAB2-4763-1970-0FD5-D2CEC1B8E2DE}"/>
                </a:ext>
              </a:extLst>
            </p:cNvPr>
            <p:cNvSpPr/>
            <p:nvPr/>
          </p:nvSpPr>
          <p:spPr>
            <a:xfrm>
              <a:off x="386549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7">
              <a:extLst>
                <a:ext uri="{FF2B5EF4-FFF2-40B4-BE49-F238E27FC236}">
                  <a16:creationId xmlns:a16="http://schemas.microsoft.com/office/drawing/2014/main" id="{996D10CB-5518-AF3A-2868-96210DF40B0B}"/>
                </a:ext>
              </a:extLst>
            </p:cNvPr>
            <p:cNvSpPr/>
            <p:nvPr/>
          </p:nvSpPr>
          <p:spPr>
            <a:xfrm>
              <a:off x="175622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68">
              <a:extLst>
                <a:ext uri="{FF2B5EF4-FFF2-40B4-BE49-F238E27FC236}">
                  <a16:creationId xmlns:a16="http://schemas.microsoft.com/office/drawing/2014/main" id="{C5962508-ED5A-993F-3305-A6BC1601BB26}"/>
                </a:ext>
              </a:extLst>
            </p:cNvPr>
            <p:cNvSpPr/>
            <p:nvPr/>
          </p:nvSpPr>
          <p:spPr>
            <a:xfrm>
              <a:off x="184625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69">
              <a:extLst>
                <a:ext uri="{FF2B5EF4-FFF2-40B4-BE49-F238E27FC236}">
                  <a16:creationId xmlns:a16="http://schemas.microsoft.com/office/drawing/2014/main" id="{1D0B0594-57BE-800F-5C6F-FA419152C6D4}"/>
                </a:ext>
              </a:extLst>
            </p:cNvPr>
            <p:cNvSpPr/>
            <p:nvPr/>
          </p:nvSpPr>
          <p:spPr>
            <a:xfrm>
              <a:off x="366985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0">
              <a:extLst>
                <a:ext uri="{FF2B5EF4-FFF2-40B4-BE49-F238E27FC236}">
                  <a16:creationId xmlns:a16="http://schemas.microsoft.com/office/drawing/2014/main" id="{E406E0FE-3D5D-F2F9-9729-2C6158954CEF}"/>
                </a:ext>
              </a:extLst>
            </p:cNvPr>
            <p:cNvSpPr/>
            <p:nvPr/>
          </p:nvSpPr>
          <p:spPr>
            <a:xfrm>
              <a:off x="375159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1">
              <a:extLst>
                <a:ext uri="{FF2B5EF4-FFF2-40B4-BE49-F238E27FC236}">
                  <a16:creationId xmlns:a16="http://schemas.microsoft.com/office/drawing/2014/main" id="{902D7734-EAC3-64CF-41A1-B1C034995E89}"/>
                </a:ext>
              </a:extLst>
            </p:cNvPr>
            <p:cNvSpPr/>
            <p:nvPr/>
          </p:nvSpPr>
          <p:spPr>
            <a:xfrm>
              <a:off x="2265678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2">
              <a:extLst>
                <a:ext uri="{FF2B5EF4-FFF2-40B4-BE49-F238E27FC236}">
                  <a16:creationId xmlns:a16="http://schemas.microsoft.com/office/drawing/2014/main" id="{8DF210FE-E896-B398-81BA-46D109E8FE16}"/>
                </a:ext>
              </a:extLst>
            </p:cNvPr>
            <p:cNvSpPr/>
            <p:nvPr/>
          </p:nvSpPr>
          <p:spPr>
            <a:xfrm>
              <a:off x="206753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3">
              <a:extLst>
                <a:ext uri="{FF2B5EF4-FFF2-40B4-BE49-F238E27FC236}">
                  <a16:creationId xmlns:a16="http://schemas.microsoft.com/office/drawing/2014/main" id="{7D642735-31E6-9436-3114-004E81B0CB43}"/>
                </a:ext>
              </a:extLst>
            </p:cNvPr>
            <p:cNvSpPr/>
            <p:nvPr/>
          </p:nvSpPr>
          <p:spPr>
            <a:xfrm>
              <a:off x="2194272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4">
              <a:extLst>
                <a:ext uri="{FF2B5EF4-FFF2-40B4-BE49-F238E27FC236}">
                  <a16:creationId xmlns:a16="http://schemas.microsoft.com/office/drawing/2014/main" id="{1C767F1A-2F03-1A6B-76B0-60A09363809D}"/>
                </a:ext>
              </a:extLst>
            </p:cNvPr>
            <p:cNvSpPr/>
            <p:nvPr/>
          </p:nvSpPr>
          <p:spPr>
            <a:xfrm>
              <a:off x="528036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5">
              <a:extLst>
                <a:ext uri="{FF2B5EF4-FFF2-40B4-BE49-F238E27FC236}">
                  <a16:creationId xmlns:a16="http://schemas.microsoft.com/office/drawing/2014/main" id="{4A40BFFE-AD33-71E2-830E-1CB5D2F34E73}"/>
                </a:ext>
              </a:extLst>
            </p:cNvPr>
            <p:cNvSpPr/>
            <p:nvPr/>
          </p:nvSpPr>
          <p:spPr>
            <a:xfrm>
              <a:off x="4637387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6">
              <a:extLst>
                <a:ext uri="{FF2B5EF4-FFF2-40B4-BE49-F238E27FC236}">
                  <a16:creationId xmlns:a16="http://schemas.microsoft.com/office/drawing/2014/main" id="{F9583895-F306-2B36-E445-48CB38DFF50B}"/>
                </a:ext>
              </a:extLst>
            </p:cNvPr>
            <p:cNvSpPr/>
            <p:nvPr/>
          </p:nvSpPr>
          <p:spPr>
            <a:xfrm>
              <a:off x="2185076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7">
              <a:extLst>
                <a:ext uri="{FF2B5EF4-FFF2-40B4-BE49-F238E27FC236}">
                  <a16:creationId xmlns:a16="http://schemas.microsoft.com/office/drawing/2014/main" id="{567FED11-894B-F234-9726-08467670454A}"/>
                </a:ext>
              </a:extLst>
            </p:cNvPr>
            <p:cNvSpPr/>
            <p:nvPr/>
          </p:nvSpPr>
          <p:spPr>
            <a:xfrm>
              <a:off x="4239675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78">
              <a:extLst>
                <a:ext uri="{FF2B5EF4-FFF2-40B4-BE49-F238E27FC236}">
                  <a16:creationId xmlns:a16="http://schemas.microsoft.com/office/drawing/2014/main" id="{0FD24977-F902-5717-A6C6-FA1C239DA61F}"/>
                </a:ext>
              </a:extLst>
            </p:cNvPr>
            <p:cNvSpPr/>
            <p:nvPr/>
          </p:nvSpPr>
          <p:spPr>
            <a:xfrm>
              <a:off x="4061289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79">
              <a:extLst>
                <a:ext uri="{FF2B5EF4-FFF2-40B4-BE49-F238E27FC236}">
                  <a16:creationId xmlns:a16="http://schemas.microsoft.com/office/drawing/2014/main" id="{EE5E0BAA-2F3D-DE9E-F6DC-59C0CF4F32AF}"/>
                </a:ext>
              </a:extLst>
            </p:cNvPr>
            <p:cNvSpPr/>
            <p:nvPr/>
          </p:nvSpPr>
          <p:spPr>
            <a:xfrm>
              <a:off x="4475502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0">
              <a:extLst>
                <a:ext uri="{FF2B5EF4-FFF2-40B4-BE49-F238E27FC236}">
                  <a16:creationId xmlns:a16="http://schemas.microsoft.com/office/drawing/2014/main" id="{EDE4405E-59A9-7B1F-093C-9A58B043D135}"/>
                </a:ext>
              </a:extLst>
            </p:cNvPr>
            <p:cNvSpPr/>
            <p:nvPr/>
          </p:nvSpPr>
          <p:spPr>
            <a:xfrm>
              <a:off x="2567851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1">
              <a:extLst>
                <a:ext uri="{FF2B5EF4-FFF2-40B4-BE49-F238E27FC236}">
                  <a16:creationId xmlns:a16="http://schemas.microsoft.com/office/drawing/2014/main" id="{F26B2ADB-A428-589D-C5F4-0FF3D013EAA4}"/>
                </a:ext>
              </a:extLst>
            </p:cNvPr>
            <p:cNvSpPr/>
            <p:nvPr/>
          </p:nvSpPr>
          <p:spPr>
            <a:xfrm>
              <a:off x="2233517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2">
              <a:extLst>
                <a:ext uri="{FF2B5EF4-FFF2-40B4-BE49-F238E27FC236}">
                  <a16:creationId xmlns:a16="http://schemas.microsoft.com/office/drawing/2014/main" id="{D7E677F6-09B7-E42B-D8B2-E9ACD2CDA9D6}"/>
                </a:ext>
              </a:extLst>
            </p:cNvPr>
            <p:cNvSpPr/>
            <p:nvPr/>
          </p:nvSpPr>
          <p:spPr>
            <a:xfrm>
              <a:off x="4397739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3">
              <a:extLst>
                <a:ext uri="{FF2B5EF4-FFF2-40B4-BE49-F238E27FC236}">
                  <a16:creationId xmlns:a16="http://schemas.microsoft.com/office/drawing/2014/main" id="{3168291F-F9C8-2AAB-197D-AC9E8A74223A}"/>
                </a:ext>
              </a:extLst>
            </p:cNvPr>
            <p:cNvSpPr/>
            <p:nvPr/>
          </p:nvSpPr>
          <p:spPr>
            <a:xfrm>
              <a:off x="4232211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4">
              <a:extLst>
                <a:ext uri="{FF2B5EF4-FFF2-40B4-BE49-F238E27FC236}">
                  <a16:creationId xmlns:a16="http://schemas.microsoft.com/office/drawing/2014/main" id="{BD5F8D59-15C5-E1C9-3944-94564A21BBC8}"/>
                </a:ext>
              </a:extLst>
            </p:cNvPr>
            <p:cNvSpPr/>
            <p:nvPr/>
          </p:nvSpPr>
          <p:spPr>
            <a:xfrm>
              <a:off x="528036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5">
              <a:extLst>
                <a:ext uri="{FF2B5EF4-FFF2-40B4-BE49-F238E27FC236}">
                  <a16:creationId xmlns:a16="http://schemas.microsoft.com/office/drawing/2014/main" id="{86494908-1548-B2BB-25FD-39223408037D}"/>
                </a:ext>
              </a:extLst>
            </p:cNvPr>
            <p:cNvSpPr/>
            <p:nvPr/>
          </p:nvSpPr>
          <p:spPr>
            <a:xfrm>
              <a:off x="4336871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6">
              <a:extLst>
                <a:ext uri="{FF2B5EF4-FFF2-40B4-BE49-F238E27FC236}">
                  <a16:creationId xmlns:a16="http://schemas.microsoft.com/office/drawing/2014/main" id="{9E47E346-C5AE-8A8D-3740-C1F0517EEE73}"/>
                </a:ext>
              </a:extLst>
            </p:cNvPr>
            <p:cNvSpPr/>
            <p:nvPr/>
          </p:nvSpPr>
          <p:spPr>
            <a:xfrm>
              <a:off x="544294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7">
              <a:extLst>
                <a:ext uri="{FF2B5EF4-FFF2-40B4-BE49-F238E27FC236}">
                  <a16:creationId xmlns:a16="http://schemas.microsoft.com/office/drawing/2014/main" id="{37D12691-C532-5ADC-D2AC-EB039E71ABBC}"/>
                </a:ext>
              </a:extLst>
            </p:cNvPr>
            <p:cNvSpPr/>
            <p:nvPr/>
          </p:nvSpPr>
          <p:spPr>
            <a:xfrm>
              <a:off x="1806592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88">
              <a:extLst>
                <a:ext uri="{FF2B5EF4-FFF2-40B4-BE49-F238E27FC236}">
                  <a16:creationId xmlns:a16="http://schemas.microsoft.com/office/drawing/2014/main" id="{AFE1AD67-3B96-9BBB-EF16-475383EBB7ED}"/>
                </a:ext>
              </a:extLst>
            </p:cNvPr>
            <p:cNvSpPr/>
            <p:nvPr/>
          </p:nvSpPr>
          <p:spPr>
            <a:xfrm>
              <a:off x="2197009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89">
              <a:extLst>
                <a:ext uri="{FF2B5EF4-FFF2-40B4-BE49-F238E27FC236}">
                  <a16:creationId xmlns:a16="http://schemas.microsoft.com/office/drawing/2014/main" id="{07B9DF91-E6DF-3C0A-3663-97C00632863C}"/>
                </a:ext>
              </a:extLst>
            </p:cNvPr>
            <p:cNvSpPr/>
            <p:nvPr/>
          </p:nvSpPr>
          <p:spPr>
            <a:xfrm>
              <a:off x="2406069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0">
              <a:extLst>
                <a:ext uri="{FF2B5EF4-FFF2-40B4-BE49-F238E27FC236}">
                  <a16:creationId xmlns:a16="http://schemas.microsoft.com/office/drawing/2014/main" id="{1AF61795-C452-CE84-FBCF-63D3FE5B058B}"/>
                </a:ext>
              </a:extLst>
            </p:cNvPr>
            <p:cNvSpPr/>
            <p:nvPr/>
          </p:nvSpPr>
          <p:spPr>
            <a:xfrm>
              <a:off x="2034746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1">
              <a:extLst>
                <a:ext uri="{FF2B5EF4-FFF2-40B4-BE49-F238E27FC236}">
                  <a16:creationId xmlns:a16="http://schemas.microsoft.com/office/drawing/2014/main" id="{CDF465CA-97CD-C164-1DDC-D5E1E417D961}"/>
                </a:ext>
              </a:extLst>
            </p:cNvPr>
            <p:cNvSpPr/>
            <p:nvPr/>
          </p:nvSpPr>
          <p:spPr>
            <a:xfrm>
              <a:off x="2194272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2">
              <a:extLst>
                <a:ext uri="{FF2B5EF4-FFF2-40B4-BE49-F238E27FC236}">
                  <a16:creationId xmlns:a16="http://schemas.microsoft.com/office/drawing/2014/main" id="{75615619-08E5-3A68-17A9-777C235383D5}"/>
                </a:ext>
              </a:extLst>
            </p:cNvPr>
            <p:cNvSpPr/>
            <p:nvPr/>
          </p:nvSpPr>
          <p:spPr>
            <a:xfrm>
              <a:off x="4397739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3">
              <a:extLst>
                <a:ext uri="{FF2B5EF4-FFF2-40B4-BE49-F238E27FC236}">
                  <a16:creationId xmlns:a16="http://schemas.microsoft.com/office/drawing/2014/main" id="{BC8EEA85-203F-CA96-3052-E14655CD7134}"/>
                </a:ext>
              </a:extLst>
            </p:cNvPr>
            <p:cNvSpPr/>
            <p:nvPr/>
          </p:nvSpPr>
          <p:spPr>
            <a:xfrm>
              <a:off x="4413704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4">
              <a:extLst>
                <a:ext uri="{FF2B5EF4-FFF2-40B4-BE49-F238E27FC236}">
                  <a16:creationId xmlns:a16="http://schemas.microsoft.com/office/drawing/2014/main" id="{E57AD746-0DA6-E7BD-3254-450F91D723F2}"/>
                </a:ext>
              </a:extLst>
            </p:cNvPr>
            <p:cNvSpPr/>
            <p:nvPr/>
          </p:nvSpPr>
          <p:spPr>
            <a:xfrm>
              <a:off x="1804105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5">
              <a:extLst>
                <a:ext uri="{FF2B5EF4-FFF2-40B4-BE49-F238E27FC236}">
                  <a16:creationId xmlns:a16="http://schemas.microsoft.com/office/drawing/2014/main" id="{D4E20B93-613C-D2B7-4A28-C7F66D038E62}"/>
                </a:ext>
              </a:extLst>
            </p:cNvPr>
            <p:cNvSpPr/>
            <p:nvPr/>
          </p:nvSpPr>
          <p:spPr>
            <a:xfrm>
              <a:off x="2406069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6">
              <a:extLst>
                <a:ext uri="{FF2B5EF4-FFF2-40B4-BE49-F238E27FC236}">
                  <a16:creationId xmlns:a16="http://schemas.microsoft.com/office/drawing/2014/main" id="{747C8F52-E136-1BAB-E7AE-D0C5159A402F}"/>
                </a:ext>
              </a:extLst>
            </p:cNvPr>
            <p:cNvSpPr/>
            <p:nvPr/>
          </p:nvSpPr>
          <p:spPr>
            <a:xfrm>
              <a:off x="4336994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7">
              <a:extLst>
                <a:ext uri="{FF2B5EF4-FFF2-40B4-BE49-F238E27FC236}">
                  <a16:creationId xmlns:a16="http://schemas.microsoft.com/office/drawing/2014/main" id="{BE7025F0-DFE7-2948-061D-FB506637F0DD}"/>
                </a:ext>
              </a:extLst>
            </p:cNvPr>
            <p:cNvSpPr/>
            <p:nvPr/>
          </p:nvSpPr>
          <p:spPr>
            <a:xfrm>
              <a:off x="2233517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98">
              <a:extLst>
                <a:ext uri="{FF2B5EF4-FFF2-40B4-BE49-F238E27FC236}">
                  <a16:creationId xmlns:a16="http://schemas.microsoft.com/office/drawing/2014/main" id="{604EF1FF-7084-DC23-59CC-E6FC41A0CC87}"/>
                </a:ext>
              </a:extLst>
            </p:cNvPr>
            <p:cNvSpPr/>
            <p:nvPr/>
          </p:nvSpPr>
          <p:spPr>
            <a:xfrm>
              <a:off x="1849589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99">
              <a:extLst>
                <a:ext uri="{FF2B5EF4-FFF2-40B4-BE49-F238E27FC236}">
                  <a16:creationId xmlns:a16="http://schemas.microsoft.com/office/drawing/2014/main" id="{3749AAC7-2268-3FC9-8E1C-06A6E5557C4D}"/>
                </a:ext>
              </a:extLst>
            </p:cNvPr>
            <p:cNvSpPr/>
            <p:nvPr/>
          </p:nvSpPr>
          <p:spPr>
            <a:xfrm>
              <a:off x="451359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0">
              <a:extLst>
                <a:ext uri="{FF2B5EF4-FFF2-40B4-BE49-F238E27FC236}">
                  <a16:creationId xmlns:a16="http://schemas.microsoft.com/office/drawing/2014/main" id="{8884828D-014D-FBB0-E48D-3D4CAD0801FA}"/>
                </a:ext>
              </a:extLst>
            </p:cNvPr>
            <p:cNvSpPr/>
            <p:nvPr/>
          </p:nvSpPr>
          <p:spPr>
            <a:xfrm>
              <a:off x="4577507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1">
              <a:extLst>
                <a:ext uri="{FF2B5EF4-FFF2-40B4-BE49-F238E27FC236}">
                  <a16:creationId xmlns:a16="http://schemas.microsoft.com/office/drawing/2014/main" id="{0C09CE77-7D34-1F7F-A292-99078AC1F7D9}"/>
                </a:ext>
              </a:extLst>
            </p:cNvPr>
            <p:cNvSpPr/>
            <p:nvPr/>
          </p:nvSpPr>
          <p:spPr>
            <a:xfrm>
              <a:off x="1852076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2">
              <a:extLst>
                <a:ext uri="{FF2B5EF4-FFF2-40B4-BE49-F238E27FC236}">
                  <a16:creationId xmlns:a16="http://schemas.microsoft.com/office/drawing/2014/main" id="{D4EB6488-3EE7-C816-0DDE-24AA5EC00732}"/>
                </a:ext>
              </a:extLst>
            </p:cNvPr>
            <p:cNvSpPr/>
            <p:nvPr/>
          </p:nvSpPr>
          <p:spPr>
            <a:xfrm>
              <a:off x="2571491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3">
              <a:extLst>
                <a:ext uri="{FF2B5EF4-FFF2-40B4-BE49-F238E27FC236}">
                  <a16:creationId xmlns:a16="http://schemas.microsoft.com/office/drawing/2014/main" id="{E772F929-D6B0-BECD-4572-3039C9DA64B7}"/>
                </a:ext>
              </a:extLst>
            </p:cNvPr>
            <p:cNvSpPr/>
            <p:nvPr/>
          </p:nvSpPr>
          <p:spPr>
            <a:xfrm>
              <a:off x="4407476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4">
              <a:extLst>
                <a:ext uri="{FF2B5EF4-FFF2-40B4-BE49-F238E27FC236}">
                  <a16:creationId xmlns:a16="http://schemas.microsoft.com/office/drawing/2014/main" id="{C8FFE65C-C402-C1D4-7061-6311E4E3BF49}"/>
                </a:ext>
              </a:extLst>
            </p:cNvPr>
            <p:cNvSpPr/>
            <p:nvPr/>
          </p:nvSpPr>
          <p:spPr>
            <a:xfrm>
              <a:off x="2614533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5">
              <a:extLst>
                <a:ext uri="{FF2B5EF4-FFF2-40B4-BE49-F238E27FC236}">
                  <a16:creationId xmlns:a16="http://schemas.microsoft.com/office/drawing/2014/main" id="{DD10CB77-F5A9-A326-A2A9-119E581F2990}"/>
                </a:ext>
              </a:extLst>
            </p:cNvPr>
            <p:cNvSpPr/>
            <p:nvPr/>
          </p:nvSpPr>
          <p:spPr>
            <a:xfrm>
              <a:off x="2571599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6">
              <a:extLst>
                <a:ext uri="{FF2B5EF4-FFF2-40B4-BE49-F238E27FC236}">
                  <a16:creationId xmlns:a16="http://schemas.microsoft.com/office/drawing/2014/main" id="{7F6C5083-E6AB-1778-A964-6162F179C2D7}"/>
                </a:ext>
              </a:extLst>
            </p:cNvPr>
            <p:cNvSpPr/>
            <p:nvPr/>
          </p:nvSpPr>
          <p:spPr>
            <a:xfrm>
              <a:off x="2236805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7">
              <a:extLst>
                <a:ext uri="{FF2B5EF4-FFF2-40B4-BE49-F238E27FC236}">
                  <a16:creationId xmlns:a16="http://schemas.microsoft.com/office/drawing/2014/main" id="{47D378B9-B263-0822-6304-585FFC1BAED4}"/>
                </a:ext>
              </a:extLst>
            </p:cNvPr>
            <p:cNvSpPr/>
            <p:nvPr/>
          </p:nvSpPr>
          <p:spPr>
            <a:xfrm>
              <a:off x="4246176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08">
              <a:extLst>
                <a:ext uri="{FF2B5EF4-FFF2-40B4-BE49-F238E27FC236}">
                  <a16:creationId xmlns:a16="http://schemas.microsoft.com/office/drawing/2014/main" id="{93083BB9-5220-5B28-B1D2-B71E985C187A}"/>
                </a:ext>
              </a:extLst>
            </p:cNvPr>
            <p:cNvSpPr/>
            <p:nvPr/>
          </p:nvSpPr>
          <p:spPr>
            <a:xfrm>
              <a:off x="4232276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09">
              <a:extLst>
                <a:ext uri="{FF2B5EF4-FFF2-40B4-BE49-F238E27FC236}">
                  <a16:creationId xmlns:a16="http://schemas.microsoft.com/office/drawing/2014/main" id="{D87DBB91-079A-4B51-68EB-BA1D831C026F}"/>
                </a:ext>
              </a:extLst>
            </p:cNvPr>
            <p:cNvSpPr/>
            <p:nvPr/>
          </p:nvSpPr>
          <p:spPr>
            <a:xfrm>
              <a:off x="2190184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0">
              <a:extLst>
                <a:ext uri="{FF2B5EF4-FFF2-40B4-BE49-F238E27FC236}">
                  <a16:creationId xmlns:a16="http://schemas.microsoft.com/office/drawing/2014/main" id="{B5913BBC-7762-D751-AC4A-D5D5171BFD61}"/>
                </a:ext>
              </a:extLst>
            </p:cNvPr>
            <p:cNvSpPr/>
            <p:nvPr/>
          </p:nvSpPr>
          <p:spPr>
            <a:xfrm>
              <a:off x="4475502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1">
              <a:extLst>
                <a:ext uri="{FF2B5EF4-FFF2-40B4-BE49-F238E27FC236}">
                  <a16:creationId xmlns:a16="http://schemas.microsoft.com/office/drawing/2014/main" id="{8731F24A-8DC3-8A4C-7E44-152723114D60}"/>
                </a:ext>
              </a:extLst>
            </p:cNvPr>
            <p:cNvSpPr/>
            <p:nvPr/>
          </p:nvSpPr>
          <p:spPr>
            <a:xfrm>
              <a:off x="180739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2">
              <a:extLst>
                <a:ext uri="{FF2B5EF4-FFF2-40B4-BE49-F238E27FC236}">
                  <a16:creationId xmlns:a16="http://schemas.microsoft.com/office/drawing/2014/main" id="{BED7A8EB-9194-E912-4BA0-C6363419E717}"/>
                </a:ext>
              </a:extLst>
            </p:cNvPr>
            <p:cNvSpPr/>
            <p:nvPr/>
          </p:nvSpPr>
          <p:spPr>
            <a:xfrm>
              <a:off x="1805943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3">
              <a:extLst>
                <a:ext uri="{FF2B5EF4-FFF2-40B4-BE49-F238E27FC236}">
                  <a16:creationId xmlns:a16="http://schemas.microsoft.com/office/drawing/2014/main" id="{652F8289-C32F-964C-E002-7035C276B98D}"/>
                </a:ext>
              </a:extLst>
            </p:cNvPr>
            <p:cNvSpPr/>
            <p:nvPr/>
          </p:nvSpPr>
          <p:spPr>
            <a:xfrm>
              <a:off x="4652832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4">
              <a:extLst>
                <a:ext uri="{FF2B5EF4-FFF2-40B4-BE49-F238E27FC236}">
                  <a16:creationId xmlns:a16="http://schemas.microsoft.com/office/drawing/2014/main" id="{4B5C4CAE-A076-99B7-69D4-30A908B360F1}"/>
                </a:ext>
              </a:extLst>
            </p:cNvPr>
            <p:cNvSpPr/>
            <p:nvPr/>
          </p:nvSpPr>
          <p:spPr>
            <a:xfrm>
              <a:off x="4061356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5">
              <a:extLst>
                <a:ext uri="{FF2B5EF4-FFF2-40B4-BE49-F238E27FC236}">
                  <a16:creationId xmlns:a16="http://schemas.microsoft.com/office/drawing/2014/main" id="{5FB49041-DA90-54BB-9B43-0E76F08F37D2}"/>
                </a:ext>
              </a:extLst>
            </p:cNvPr>
            <p:cNvSpPr/>
            <p:nvPr/>
          </p:nvSpPr>
          <p:spPr>
            <a:xfrm>
              <a:off x="2034093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6">
              <a:extLst>
                <a:ext uri="{FF2B5EF4-FFF2-40B4-BE49-F238E27FC236}">
                  <a16:creationId xmlns:a16="http://schemas.microsoft.com/office/drawing/2014/main" id="{74206A2C-80FA-0181-DACC-BD84C798BBD3}"/>
                </a:ext>
              </a:extLst>
            </p:cNvPr>
            <p:cNvSpPr/>
            <p:nvPr/>
          </p:nvSpPr>
          <p:spPr>
            <a:xfrm>
              <a:off x="2222462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7">
              <a:extLst>
                <a:ext uri="{FF2B5EF4-FFF2-40B4-BE49-F238E27FC236}">
                  <a16:creationId xmlns:a16="http://schemas.microsoft.com/office/drawing/2014/main" id="{2699717F-BE56-7173-FA13-9EEA701B51D4}"/>
                </a:ext>
              </a:extLst>
            </p:cNvPr>
            <p:cNvSpPr/>
            <p:nvPr/>
          </p:nvSpPr>
          <p:spPr>
            <a:xfrm>
              <a:off x="4513001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18">
              <a:extLst>
                <a:ext uri="{FF2B5EF4-FFF2-40B4-BE49-F238E27FC236}">
                  <a16:creationId xmlns:a16="http://schemas.microsoft.com/office/drawing/2014/main" id="{1175A7C7-819E-4AD9-CA91-F5536D7689E8}"/>
                </a:ext>
              </a:extLst>
            </p:cNvPr>
            <p:cNvSpPr/>
            <p:nvPr/>
          </p:nvSpPr>
          <p:spPr>
            <a:xfrm>
              <a:off x="5446777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19">
              <a:extLst>
                <a:ext uri="{FF2B5EF4-FFF2-40B4-BE49-F238E27FC236}">
                  <a16:creationId xmlns:a16="http://schemas.microsoft.com/office/drawing/2014/main" id="{6C66761B-E6EF-C386-72FF-4FFEB997B178}"/>
                </a:ext>
              </a:extLst>
            </p:cNvPr>
            <p:cNvSpPr/>
            <p:nvPr/>
          </p:nvSpPr>
          <p:spPr>
            <a:xfrm>
              <a:off x="2196796" y="15076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0">
              <a:extLst>
                <a:ext uri="{FF2B5EF4-FFF2-40B4-BE49-F238E27FC236}">
                  <a16:creationId xmlns:a16="http://schemas.microsoft.com/office/drawing/2014/main" id="{CF888323-E5F3-2864-C384-66697B30C175}"/>
                </a:ext>
              </a:extLst>
            </p:cNvPr>
            <p:cNvSpPr/>
            <p:nvPr/>
          </p:nvSpPr>
          <p:spPr>
            <a:xfrm>
              <a:off x="4577646" y="4036957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1">
              <a:extLst>
                <a:ext uri="{FF2B5EF4-FFF2-40B4-BE49-F238E27FC236}">
                  <a16:creationId xmlns:a16="http://schemas.microsoft.com/office/drawing/2014/main" id="{21395BE1-41E5-4041-6220-504F1B554B50}"/>
                </a:ext>
              </a:extLst>
            </p:cNvPr>
            <p:cNvSpPr/>
            <p:nvPr/>
          </p:nvSpPr>
          <p:spPr>
            <a:xfrm>
              <a:off x="169634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2">
              <a:extLst>
                <a:ext uri="{FF2B5EF4-FFF2-40B4-BE49-F238E27FC236}">
                  <a16:creationId xmlns:a16="http://schemas.microsoft.com/office/drawing/2014/main" id="{3CA2E1C2-9171-82D8-04E5-79E8F07FC406}"/>
                </a:ext>
              </a:extLst>
            </p:cNvPr>
            <p:cNvSpPr/>
            <p:nvPr/>
          </p:nvSpPr>
          <p:spPr>
            <a:xfrm>
              <a:off x="380630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3">
              <a:extLst>
                <a:ext uri="{FF2B5EF4-FFF2-40B4-BE49-F238E27FC236}">
                  <a16:creationId xmlns:a16="http://schemas.microsoft.com/office/drawing/2014/main" id="{0B457E49-4028-6478-8482-83A73E032014}"/>
                </a:ext>
              </a:extLst>
            </p:cNvPr>
            <p:cNvSpPr/>
            <p:nvPr/>
          </p:nvSpPr>
          <p:spPr>
            <a:xfrm>
              <a:off x="366381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4">
              <a:extLst>
                <a:ext uri="{FF2B5EF4-FFF2-40B4-BE49-F238E27FC236}">
                  <a16:creationId xmlns:a16="http://schemas.microsoft.com/office/drawing/2014/main" id="{B14A2A0C-C059-0463-387A-4E14021FD9F9}"/>
                </a:ext>
              </a:extLst>
            </p:cNvPr>
            <p:cNvSpPr/>
            <p:nvPr/>
          </p:nvSpPr>
          <p:spPr>
            <a:xfrm>
              <a:off x="360630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5">
              <a:extLst>
                <a:ext uri="{FF2B5EF4-FFF2-40B4-BE49-F238E27FC236}">
                  <a16:creationId xmlns:a16="http://schemas.microsoft.com/office/drawing/2014/main" id="{85FB4457-DD2B-9390-7C57-1E39EB42D9ED}"/>
                </a:ext>
              </a:extLst>
            </p:cNvPr>
            <p:cNvSpPr/>
            <p:nvPr/>
          </p:nvSpPr>
          <p:spPr>
            <a:xfrm>
              <a:off x="1825346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6">
              <a:extLst>
                <a:ext uri="{FF2B5EF4-FFF2-40B4-BE49-F238E27FC236}">
                  <a16:creationId xmlns:a16="http://schemas.microsoft.com/office/drawing/2014/main" id="{395477F5-365F-57A9-82CB-7B2246DD4A10}"/>
                </a:ext>
              </a:extLst>
            </p:cNvPr>
            <p:cNvSpPr/>
            <p:nvPr/>
          </p:nvSpPr>
          <p:spPr>
            <a:xfrm>
              <a:off x="366381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7">
              <a:extLst>
                <a:ext uri="{FF2B5EF4-FFF2-40B4-BE49-F238E27FC236}">
                  <a16:creationId xmlns:a16="http://schemas.microsoft.com/office/drawing/2014/main" id="{75E27690-5B68-990B-9788-9DE46195850B}"/>
                </a:ext>
              </a:extLst>
            </p:cNvPr>
            <p:cNvSpPr/>
            <p:nvPr/>
          </p:nvSpPr>
          <p:spPr>
            <a:xfrm>
              <a:off x="220629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28">
              <a:extLst>
                <a:ext uri="{FF2B5EF4-FFF2-40B4-BE49-F238E27FC236}">
                  <a16:creationId xmlns:a16="http://schemas.microsoft.com/office/drawing/2014/main" id="{11D264E1-A964-66AF-F013-D99703B118D6}"/>
                </a:ext>
              </a:extLst>
            </p:cNvPr>
            <p:cNvSpPr/>
            <p:nvPr/>
          </p:nvSpPr>
          <p:spPr>
            <a:xfrm>
              <a:off x="171692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29">
              <a:extLst>
                <a:ext uri="{FF2B5EF4-FFF2-40B4-BE49-F238E27FC236}">
                  <a16:creationId xmlns:a16="http://schemas.microsoft.com/office/drawing/2014/main" id="{2FAE9BB6-3D00-2C5E-532A-75EE6FE01B04}"/>
                </a:ext>
              </a:extLst>
            </p:cNvPr>
            <p:cNvSpPr/>
            <p:nvPr/>
          </p:nvSpPr>
          <p:spPr>
            <a:xfrm>
              <a:off x="218645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0">
              <a:extLst>
                <a:ext uri="{FF2B5EF4-FFF2-40B4-BE49-F238E27FC236}">
                  <a16:creationId xmlns:a16="http://schemas.microsoft.com/office/drawing/2014/main" id="{2D430A02-9A1A-7390-E6F2-B18DAA5648E7}"/>
                </a:ext>
              </a:extLst>
            </p:cNvPr>
            <p:cNvSpPr/>
            <p:nvPr/>
          </p:nvSpPr>
          <p:spPr>
            <a:xfrm>
              <a:off x="390031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1">
              <a:extLst>
                <a:ext uri="{FF2B5EF4-FFF2-40B4-BE49-F238E27FC236}">
                  <a16:creationId xmlns:a16="http://schemas.microsoft.com/office/drawing/2014/main" id="{281D2BCD-CA65-ABEF-C563-0B8D1050E521}"/>
                </a:ext>
              </a:extLst>
            </p:cNvPr>
            <p:cNvSpPr/>
            <p:nvPr/>
          </p:nvSpPr>
          <p:spPr>
            <a:xfrm>
              <a:off x="198838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2">
              <a:extLst>
                <a:ext uri="{FF2B5EF4-FFF2-40B4-BE49-F238E27FC236}">
                  <a16:creationId xmlns:a16="http://schemas.microsoft.com/office/drawing/2014/main" id="{9A903D3C-4277-5067-D4BA-06A1071A6FCE}"/>
                </a:ext>
              </a:extLst>
            </p:cNvPr>
            <p:cNvSpPr/>
            <p:nvPr/>
          </p:nvSpPr>
          <p:spPr>
            <a:xfrm>
              <a:off x="396140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3">
              <a:extLst>
                <a:ext uri="{FF2B5EF4-FFF2-40B4-BE49-F238E27FC236}">
                  <a16:creationId xmlns:a16="http://schemas.microsoft.com/office/drawing/2014/main" id="{709A5340-8339-645F-9D6B-672B021769AB}"/>
                </a:ext>
              </a:extLst>
            </p:cNvPr>
            <p:cNvSpPr/>
            <p:nvPr/>
          </p:nvSpPr>
          <p:spPr>
            <a:xfrm>
              <a:off x="375908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4">
              <a:extLst>
                <a:ext uri="{FF2B5EF4-FFF2-40B4-BE49-F238E27FC236}">
                  <a16:creationId xmlns:a16="http://schemas.microsoft.com/office/drawing/2014/main" id="{3FC9F5CA-ED05-BD85-236E-99DA383D24A5}"/>
                </a:ext>
              </a:extLst>
            </p:cNvPr>
            <p:cNvSpPr/>
            <p:nvPr/>
          </p:nvSpPr>
          <p:spPr>
            <a:xfrm>
              <a:off x="456589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5">
              <a:extLst>
                <a:ext uri="{FF2B5EF4-FFF2-40B4-BE49-F238E27FC236}">
                  <a16:creationId xmlns:a16="http://schemas.microsoft.com/office/drawing/2014/main" id="{17BCBFA9-1EAF-EE94-42B5-892E7155C08F}"/>
                </a:ext>
              </a:extLst>
            </p:cNvPr>
            <p:cNvSpPr/>
            <p:nvPr/>
          </p:nvSpPr>
          <p:spPr>
            <a:xfrm>
              <a:off x="198505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6">
              <a:extLst>
                <a:ext uri="{FF2B5EF4-FFF2-40B4-BE49-F238E27FC236}">
                  <a16:creationId xmlns:a16="http://schemas.microsoft.com/office/drawing/2014/main" id="{E8D4FC92-C74F-B48E-0877-297F26265F6F}"/>
                </a:ext>
              </a:extLst>
            </p:cNvPr>
            <p:cNvSpPr/>
            <p:nvPr/>
          </p:nvSpPr>
          <p:spPr>
            <a:xfrm>
              <a:off x="464421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7">
              <a:extLst>
                <a:ext uri="{FF2B5EF4-FFF2-40B4-BE49-F238E27FC236}">
                  <a16:creationId xmlns:a16="http://schemas.microsoft.com/office/drawing/2014/main" id="{516CE236-4FE3-A816-DD66-3E69C945840A}"/>
                </a:ext>
              </a:extLst>
            </p:cNvPr>
            <p:cNvSpPr/>
            <p:nvPr/>
          </p:nvSpPr>
          <p:spPr>
            <a:xfrm>
              <a:off x="360871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38">
              <a:extLst>
                <a:ext uri="{FF2B5EF4-FFF2-40B4-BE49-F238E27FC236}">
                  <a16:creationId xmlns:a16="http://schemas.microsoft.com/office/drawing/2014/main" id="{ED4C8523-10CC-4193-76A1-8798292F3E45}"/>
                </a:ext>
              </a:extLst>
            </p:cNvPr>
            <p:cNvSpPr/>
            <p:nvPr/>
          </p:nvSpPr>
          <p:spPr>
            <a:xfrm>
              <a:off x="169634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39">
              <a:extLst>
                <a:ext uri="{FF2B5EF4-FFF2-40B4-BE49-F238E27FC236}">
                  <a16:creationId xmlns:a16="http://schemas.microsoft.com/office/drawing/2014/main" id="{E8CA568E-CB03-D81E-F8DF-C3D544B65F43}"/>
                </a:ext>
              </a:extLst>
            </p:cNvPr>
            <p:cNvSpPr/>
            <p:nvPr/>
          </p:nvSpPr>
          <p:spPr>
            <a:xfrm>
              <a:off x="389741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0">
              <a:extLst>
                <a:ext uri="{FF2B5EF4-FFF2-40B4-BE49-F238E27FC236}">
                  <a16:creationId xmlns:a16="http://schemas.microsoft.com/office/drawing/2014/main" id="{81817047-5CCF-0C04-6CDC-89B98FCCC480}"/>
                </a:ext>
              </a:extLst>
            </p:cNvPr>
            <p:cNvSpPr/>
            <p:nvPr/>
          </p:nvSpPr>
          <p:spPr>
            <a:xfrm>
              <a:off x="375101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1">
              <a:extLst>
                <a:ext uri="{FF2B5EF4-FFF2-40B4-BE49-F238E27FC236}">
                  <a16:creationId xmlns:a16="http://schemas.microsoft.com/office/drawing/2014/main" id="{55ECE806-0576-5677-9E77-A02501A48BC8}"/>
                </a:ext>
              </a:extLst>
            </p:cNvPr>
            <p:cNvSpPr/>
            <p:nvPr/>
          </p:nvSpPr>
          <p:spPr>
            <a:xfrm>
              <a:off x="198925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2">
              <a:extLst>
                <a:ext uri="{FF2B5EF4-FFF2-40B4-BE49-F238E27FC236}">
                  <a16:creationId xmlns:a16="http://schemas.microsoft.com/office/drawing/2014/main" id="{8F49478C-84A1-3D77-BE75-BFCE35265DFF}"/>
                </a:ext>
              </a:extLst>
            </p:cNvPr>
            <p:cNvSpPr/>
            <p:nvPr/>
          </p:nvSpPr>
          <p:spPr>
            <a:xfrm>
              <a:off x="222427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3">
              <a:extLst>
                <a:ext uri="{FF2B5EF4-FFF2-40B4-BE49-F238E27FC236}">
                  <a16:creationId xmlns:a16="http://schemas.microsoft.com/office/drawing/2014/main" id="{2659B40D-7D44-0C45-1F20-CC7453280592}"/>
                </a:ext>
              </a:extLst>
            </p:cNvPr>
            <p:cNvSpPr/>
            <p:nvPr/>
          </p:nvSpPr>
          <p:spPr>
            <a:xfrm>
              <a:off x="220237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4">
              <a:extLst>
                <a:ext uri="{FF2B5EF4-FFF2-40B4-BE49-F238E27FC236}">
                  <a16:creationId xmlns:a16="http://schemas.microsoft.com/office/drawing/2014/main" id="{7D2307ED-5D2F-A646-86A5-6C9F28E39719}"/>
                </a:ext>
              </a:extLst>
            </p:cNvPr>
            <p:cNvSpPr/>
            <p:nvPr/>
          </p:nvSpPr>
          <p:spPr>
            <a:xfrm>
              <a:off x="380630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5">
              <a:extLst>
                <a:ext uri="{FF2B5EF4-FFF2-40B4-BE49-F238E27FC236}">
                  <a16:creationId xmlns:a16="http://schemas.microsoft.com/office/drawing/2014/main" id="{F0228AE2-D375-6FD6-F718-195047B9584D}"/>
                </a:ext>
              </a:extLst>
            </p:cNvPr>
            <p:cNvSpPr/>
            <p:nvPr/>
          </p:nvSpPr>
          <p:spPr>
            <a:xfrm>
              <a:off x="195926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6">
              <a:extLst>
                <a:ext uri="{FF2B5EF4-FFF2-40B4-BE49-F238E27FC236}">
                  <a16:creationId xmlns:a16="http://schemas.microsoft.com/office/drawing/2014/main" id="{99A55376-51A5-FD4C-DCEA-687BC56FF819}"/>
                </a:ext>
              </a:extLst>
            </p:cNvPr>
            <p:cNvSpPr/>
            <p:nvPr/>
          </p:nvSpPr>
          <p:spPr>
            <a:xfrm>
              <a:off x="1699689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7">
              <a:extLst>
                <a:ext uri="{FF2B5EF4-FFF2-40B4-BE49-F238E27FC236}">
                  <a16:creationId xmlns:a16="http://schemas.microsoft.com/office/drawing/2014/main" id="{F2D38EF6-1D20-37C4-B106-C1611F921CCF}"/>
                </a:ext>
              </a:extLst>
            </p:cNvPr>
            <p:cNvSpPr/>
            <p:nvPr/>
          </p:nvSpPr>
          <p:spPr>
            <a:xfrm>
              <a:off x="182419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48">
              <a:extLst>
                <a:ext uri="{FF2B5EF4-FFF2-40B4-BE49-F238E27FC236}">
                  <a16:creationId xmlns:a16="http://schemas.microsoft.com/office/drawing/2014/main" id="{EDE84362-87B4-B7AB-F93D-A3378EE8A74B}"/>
                </a:ext>
              </a:extLst>
            </p:cNvPr>
            <p:cNvSpPr/>
            <p:nvPr/>
          </p:nvSpPr>
          <p:spPr>
            <a:xfrm>
              <a:off x="384233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49">
              <a:extLst>
                <a:ext uri="{FF2B5EF4-FFF2-40B4-BE49-F238E27FC236}">
                  <a16:creationId xmlns:a16="http://schemas.microsoft.com/office/drawing/2014/main" id="{E0079540-33C3-5F08-D024-069A889CA41E}"/>
                </a:ext>
              </a:extLst>
            </p:cNvPr>
            <p:cNvSpPr/>
            <p:nvPr/>
          </p:nvSpPr>
          <p:spPr>
            <a:xfrm>
              <a:off x="38700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0">
              <a:extLst>
                <a:ext uri="{FF2B5EF4-FFF2-40B4-BE49-F238E27FC236}">
                  <a16:creationId xmlns:a16="http://schemas.microsoft.com/office/drawing/2014/main" id="{676BC96B-F18C-7E5F-FE12-0657D6D21E7F}"/>
                </a:ext>
              </a:extLst>
            </p:cNvPr>
            <p:cNvSpPr/>
            <p:nvPr/>
          </p:nvSpPr>
          <p:spPr>
            <a:xfrm>
              <a:off x="195852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1">
              <a:extLst>
                <a:ext uri="{FF2B5EF4-FFF2-40B4-BE49-F238E27FC236}">
                  <a16:creationId xmlns:a16="http://schemas.microsoft.com/office/drawing/2014/main" id="{AC79A637-DF57-1EB3-30BE-88A9AADDD0FE}"/>
                </a:ext>
              </a:extLst>
            </p:cNvPr>
            <p:cNvSpPr/>
            <p:nvPr/>
          </p:nvSpPr>
          <p:spPr>
            <a:xfrm>
              <a:off x="193096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2">
              <a:extLst>
                <a:ext uri="{FF2B5EF4-FFF2-40B4-BE49-F238E27FC236}">
                  <a16:creationId xmlns:a16="http://schemas.microsoft.com/office/drawing/2014/main" id="{0C6A862C-84E4-3DE4-02F5-8C90FC46C6EE}"/>
                </a:ext>
              </a:extLst>
            </p:cNvPr>
            <p:cNvSpPr/>
            <p:nvPr/>
          </p:nvSpPr>
          <p:spPr>
            <a:xfrm>
              <a:off x="456758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3">
              <a:extLst>
                <a:ext uri="{FF2B5EF4-FFF2-40B4-BE49-F238E27FC236}">
                  <a16:creationId xmlns:a16="http://schemas.microsoft.com/office/drawing/2014/main" id="{FF548DC4-12B2-12B6-D2B2-AE0B93431BBE}"/>
                </a:ext>
              </a:extLst>
            </p:cNvPr>
            <p:cNvSpPr/>
            <p:nvPr/>
          </p:nvSpPr>
          <p:spPr>
            <a:xfrm>
              <a:off x="376017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4">
              <a:extLst>
                <a:ext uri="{FF2B5EF4-FFF2-40B4-BE49-F238E27FC236}">
                  <a16:creationId xmlns:a16="http://schemas.microsoft.com/office/drawing/2014/main" id="{C01DB02D-71F7-191C-E73E-7C4AEAABB5B3}"/>
                </a:ext>
              </a:extLst>
            </p:cNvPr>
            <p:cNvSpPr/>
            <p:nvPr/>
          </p:nvSpPr>
          <p:spPr>
            <a:xfrm>
              <a:off x="351283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5">
              <a:extLst>
                <a:ext uri="{FF2B5EF4-FFF2-40B4-BE49-F238E27FC236}">
                  <a16:creationId xmlns:a16="http://schemas.microsoft.com/office/drawing/2014/main" id="{ADAF7F4F-2A1E-B4BF-E217-13B40957E73B}"/>
                </a:ext>
              </a:extLst>
            </p:cNvPr>
            <p:cNvSpPr/>
            <p:nvPr/>
          </p:nvSpPr>
          <p:spPr>
            <a:xfrm>
              <a:off x="200057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6">
              <a:extLst>
                <a:ext uri="{FF2B5EF4-FFF2-40B4-BE49-F238E27FC236}">
                  <a16:creationId xmlns:a16="http://schemas.microsoft.com/office/drawing/2014/main" id="{4629A2AD-BB2A-6B39-9485-824F055691D7}"/>
                </a:ext>
              </a:extLst>
            </p:cNvPr>
            <p:cNvSpPr/>
            <p:nvPr/>
          </p:nvSpPr>
          <p:spPr>
            <a:xfrm>
              <a:off x="199316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7">
              <a:extLst>
                <a:ext uri="{FF2B5EF4-FFF2-40B4-BE49-F238E27FC236}">
                  <a16:creationId xmlns:a16="http://schemas.microsoft.com/office/drawing/2014/main" id="{40C1D6B9-CE69-04DF-8DE2-FF7166E148A9}"/>
                </a:ext>
              </a:extLst>
            </p:cNvPr>
            <p:cNvSpPr/>
            <p:nvPr/>
          </p:nvSpPr>
          <p:spPr>
            <a:xfrm>
              <a:off x="384573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58">
              <a:extLst>
                <a:ext uri="{FF2B5EF4-FFF2-40B4-BE49-F238E27FC236}">
                  <a16:creationId xmlns:a16="http://schemas.microsoft.com/office/drawing/2014/main" id="{3EF885F7-761C-EB0D-AC50-D097EF961C34}"/>
                </a:ext>
              </a:extLst>
            </p:cNvPr>
            <p:cNvSpPr/>
            <p:nvPr/>
          </p:nvSpPr>
          <p:spPr>
            <a:xfrm>
              <a:off x="38700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59">
              <a:extLst>
                <a:ext uri="{FF2B5EF4-FFF2-40B4-BE49-F238E27FC236}">
                  <a16:creationId xmlns:a16="http://schemas.microsoft.com/office/drawing/2014/main" id="{B4FEDE58-E79F-90CA-5F4E-475E1D9AC374}"/>
                </a:ext>
              </a:extLst>
            </p:cNvPr>
            <p:cNvSpPr/>
            <p:nvPr/>
          </p:nvSpPr>
          <p:spPr>
            <a:xfrm>
              <a:off x="171695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0">
              <a:extLst>
                <a:ext uri="{FF2B5EF4-FFF2-40B4-BE49-F238E27FC236}">
                  <a16:creationId xmlns:a16="http://schemas.microsoft.com/office/drawing/2014/main" id="{53072C93-217C-A456-09F2-CAA3752BC1F8}"/>
                </a:ext>
              </a:extLst>
            </p:cNvPr>
            <p:cNvSpPr/>
            <p:nvPr/>
          </p:nvSpPr>
          <p:spPr>
            <a:xfrm>
              <a:off x="395903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1">
              <a:extLst>
                <a:ext uri="{FF2B5EF4-FFF2-40B4-BE49-F238E27FC236}">
                  <a16:creationId xmlns:a16="http://schemas.microsoft.com/office/drawing/2014/main" id="{3D7AF164-0ECB-211C-46C0-1FBAAA65B82E}"/>
                </a:ext>
              </a:extLst>
            </p:cNvPr>
            <p:cNvSpPr/>
            <p:nvPr/>
          </p:nvSpPr>
          <p:spPr>
            <a:xfrm>
              <a:off x="209246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2">
              <a:extLst>
                <a:ext uri="{FF2B5EF4-FFF2-40B4-BE49-F238E27FC236}">
                  <a16:creationId xmlns:a16="http://schemas.microsoft.com/office/drawing/2014/main" id="{E4AAF063-5B05-51E9-6C59-08E0E7524BB1}"/>
                </a:ext>
              </a:extLst>
            </p:cNvPr>
            <p:cNvSpPr/>
            <p:nvPr/>
          </p:nvSpPr>
          <p:spPr>
            <a:xfrm>
              <a:off x="193104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3">
              <a:extLst>
                <a:ext uri="{FF2B5EF4-FFF2-40B4-BE49-F238E27FC236}">
                  <a16:creationId xmlns:a16="http://schemas.microsoft.com/office/drawing/2014/main" id="{D0B01A33-2F10-ECE3-ED7E-BBDCAC39A0B5}"/>
                </a:ext>
              </a:extLst>
            </p:cNvPr>
            <p:cNvSpPr/>
            <p:nvPr/>
          </p:nvSpPr>
          <p:spPr>
            <a:xfrm>
              <a:off x="351283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4">
              <a:extLst>
                <a:ext uri="{FF2B5EF4-FFF2-40B4-BE49-F238E27FC236}">
                  <a16:creationId xmlns:a16="http://schemas.microsoft.com/office/drawing/2014/main" id="{2B918765-CED2-3D14-A352-19938869C23F}"/>
                </a:ext>
              </a:extLst>
            </p:cNvPr>
            <p:cNvSpPr/>
            <p:nvPr/>
          </p:nvSpPr>
          <p:spPr>
            <a:xfrm>
              <a:off x="375056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5">
              <a:extLst>
                <a:ext uri="{FF2B5EF4-FFF2-40B4-BE49-F238E27FC236}">
                  <a16:creationId xmlns:a16="http://schemas.microsoft.com/office/drawing/2014/main" id="{3A5A63DC-ABDC-9F85-BFBB-E73149132BD9}"/>
                </a:ext>
              </a:extLst>
            </p:cNvPr>
            <p:cNvSpPr/>
            <p:nvPr/>
          </p:nvSpPr>
          <p:spPr>
            <a:xfrm>
              <a:off x="1699689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6">
              <a:extLst>
                <a:ext uri="{FF2B5EF4-FFF2-40B4-BE49-F238E27FC236}">
                  <a16:creationId xmlns:a16="http://schemas.microsoft.com/office/drawing/2014/main" id="{F44B4C7A-94B9-F2A7-A73E-AE6017EE7E72}"/>
                </a:ext>
              </a:extLst>
            </p:cNvPr>
            <p:cNvSpPr/>
            <p:nvPr/>
          </p:nvSpPr>
          <p:spPr>
            <a:xfrm>
              <a:off x="200459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7">
              <a:extLst>
                <a:ext uri="{FF2B5EF4-FFF2-40B4-BE49-F238E27FC236}">
                  <a16:creationId xmlns:a16="http://schemas.microsoft.com/office/drawing/2014/main" id="{3CA54AA1-B30C-7FAC-F8F6-54055E6E5579}"/>
                </a:ext>
              </a:extLst>
            </p:cNvPr>
            <p:cNvSpPr/>
            <p:nvPr/>
          </p:nvSpPr>
          <p:spPr>
            <a:xfrm>
              <a:off x="464597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68">
              <a:extLst>
                <a:ext uri="{FF2B5EF4-FFF2-40B4-BE49-F238E27FC236}">
                  <a16:creationId xmlns:a16="http://schemas.microsoft.com/office/drawing/2014/main" id="{7F143C30-8D8D-C599-8FD8-157808ED8077}"/>
                </a:ext>
              </a:extLst>
            </p:cNvPr>
            <p:cNvSpPr/>
            <p:nvPr/>
          </p:nvSpPr>
          <p:spPr>
            <a:xfrm>
              <a:off x="2116495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69">
              <a:extLst>
                <a:ext uri="{FF2B5EF4-FFF2-40B4-BE49-F238E27FC236}">
                  <a16:creationId xmlns:a16="http://schemas.microsoft.com/office/drawing/2014/main" id="{E7F90365-D862-13B5-55B9-A749724846F9}"/>
                </a:ext>
              </a:extLst>
            </p:cNvPr>
            <p:cNvSpPr/>
            <p:nvPr/>
          </p:nvSpPr>
          <p:spPr>
            <a:xfrm>
              <a:off x="3575773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0">
              <a:extLst>
                <a:ext uri="{FF2B5EF4-FFF2-40B4-BE49-F238E27FC236}">
                  <a16:creationId xmlns:a16="http://schemas.microsoft.com/office/drawing/2014/main" id="{7A9DC1ED-A03B-F466-5065-A2C1AD3DC617}"/>
                </a:ext>
              </a:extLst>
            </p:cNvPr>
            <p:cNvSpPr/>
            <p:nvPr/>
          </p:nvSpPr>
          <p:spPr>
            <a:xfrm>
              <a:off x="4727257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1">
              <a:extLst>
                <a:ext uri="{FF2B5EF4-FFF2-40B4-BE49-F238E27FC236}">
                  <a16:creationId xmlns:a16="http://schemas.microsoft.com/office/drawing/2014/main" id="{4936E5A0-EA0E-69D4-1DF4-851E2D814219}"/>
                </a:ext>
              </a:extLst>
            </p:cNvPr>
            <p:cNvSpPr/>
            <p:nvPr/>
          </p:nvSpPr>
          <p:spPr>
            <a:xfrm>
              <a:off x="1759767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2">
              <a:extLst>
                <a:ext uri="{FF2B5EF4-FFF2-40B4-BE49-F238E27FC236}">
                  <a16:creationId xmlns:a16="http://schemas.microsoft.com/office/drawing/2014/main" id="{89BD3CA4-0376-D2AF-A01A-05F619703C9A}"/>
                </a:ext>
              </a:extLst>
            </p:cNvPr>
            <p:cNvSpPr/>
            <p:nvPr/>
          </p:nvSpPr>
          <p:spPr>
            <a:xfrm>
              <a:off x="3721116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3">
              <a:extLst>
                <a:ext uri="{FF2B5EF4-FFF2-40B4-BE49-F238E27FC236}">
                  <a16:creationId xmlns:a16="http://schemas.microsoft.com/office/drawing/2014/main" id="{7FC04ADA-37C6-2FC2-AFFB-FCB72BD8EE0E}"/>
                </a:ext>
              </a:extLst>
            </p:cNvPr>
            <p:cNvSpPr/>
            <p:nvPr/>
          </p:nvSpPr>
          <p:spPr>
            <a:xfrm>
              <a:off x="4721830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4">
              <a:extLst>
                <a:ext uri="{FF2B5EF4-FFF2-40B4-BE49-F238E27FC236}">
                  <a16:creationId xmlns:a16="http://schemas.microsoft.com/office/drawing/2014/main" id="{928A432E-0181-EADD-102A-78181B45EF4C}"/>
                </a:ext>
              </a:extLst>
            </p:cNvPr>
            <p:cNvSpPr/>
            <p:nvPr/>
          </p:nvSpPr>
          <p:spPr>
            <a:xfrm>
              <a:off x="4016642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5">
              <a:extLst>
                <a:ext uri="{FF2B5EF4-FFF2-40B4-BE49-F238E27FC236}">
                  <a16:creationId xmlns:a16="http://schemas.microsoft.com/office/drawing/2014/main" id="{DB6047AF-F10A-6F7B-9973-BAC8D97D3519}"/>
                </a:ext>
              </a:extLst>
            </p:cNvPr>
            <p:cNvSpPr/>
            <p:nvPr/>
          </p:nvSpPr>
          <p:spPr>
            <a:xfrm>
              <a:off x="2278208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6">
              <a:extLst>
                <a:ext uri="{FF2B5EF4-FFF2-40B4-BE49-F238E27FC236}">
                  <a16:creationId xmlns:a16="http://schemas.microsoft.com/office/drawing/2014/main" id="{AE0FF7CA-05E0-D760-8B9B-C3BEFCFA9AD6}"/>
                </a:ext>
              </a:extLst>
            </p:cNvPr>
            <p:cNvSpPr/>
            <p:nvPr/>
          </p:nvSpPr>
          <p:spPr>
            <a:xfrm>
              <a:off x="3876654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7">
              <a:extLst>
                <a:ext uri="{FF2B5EF4-FFF2-40B4-BE49-F238E27FC236}">
                  <a16:creationId xmlns:a16="http://schemas.microsoft.com/office/drawing/2014/main" id="{DEA31819-1D64-53BC-3FE8-FF977973BE3B}"/>
                </a:ext>
              </a:extLst>
            </p:cNvPr>
            <p:cNvSpPr/>
            <p:nvPr/>
          </p:nvSpPr>
          <p:spPr>
            <a:xfrm>
              <a:off x="2120105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78">
              <a:extLst>
                <a:ext uri="{FF2B5EF4-FFF2-40B4-BE49-F238E27FC236}">
                  <a16:creationId xmlns:a16="http://schemas.microsoft.com/office/drawing/2014/main" id="{4BC6A757-8017-5EEB-B0FA-5CD1BEECD5A5}"/>
                </a:ext>
              </a:extLst>
            </p:cNvPr>
            <p:cNvSpPr/>
            <p:nvPr/>
          </p:nvSpPr>
          <p:spPr>
            <a:xfrm>
              <a:off x="3926226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79">
              <a:extLst>
                <a:ext uri="{FF2B5EF4-FFF2-40B4-BE49-F238E27FC236}">
                  <a16:creationId xmlns:a16="http://schemas.microsoft.com/office/drawing/2014/main" id="{A7B73CBC-FA97-B67D-D4D8-7D69D7FE170A}"/>
                </a:ext>
              </a:extLst>
            </p:cNvPr>
            <p:cNvSpPr/>
            <p:nvPr/>
          </p:nvSpPr>
          <p:spPr>
            <a:xfrm>
              <a:off x="3731320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0">
              <a:extLst>
                <a:ext uri="{FF2B5EF4-FFF2-40B4-BE49-F238E27FC236}">
                  <a16:creationId xmlns:a16="http://schemas.microsoft.com/office/drawing/2014/main" id="{23759BDF-23EB-15BD-F445-13942A1AED35}"/>
                </a:ext>
              </a:extLst>
            </p:cNvPr>
            <p:cNvSpPr/>
            <p:nvPr/>
          </p:nvSpPr>
          <p:spPr>
            <a:xfrm>
              <a:off x="2286972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1">
              <a:extLst>
                <a:ext uri="{FF2B5EF4-FFF2-40B4-BE49-F238E27FC236}">
                  <a16:creationId xmlns:a16="http://schemas.microsoft.com/office/drawing/2014/main" id="{8537DF3C-3E8B-2B20-F752-BA553ED34900}"/>
                </a:ext>
              </a:extLst>
            </p:cNvPr>
            <p:cNvSpPr/>
            <p:nvPr/>
          </p:nvSpPr>
          <p:spPr>
            <a:xfrm>
              <a:off x="1943212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2">
              <a:extLst>
                <a:ext uri="{FF2B5EF4-FFF2-40B4-BE49-F238E27FC236}">
                  <a16:creationId xmlns:a16="http://schemas.microsoft.com/office/drawing/2014/main" id="{52F1722D-71E3-1A2D-2F17-9D3BC2938940}"/>
                </a:ext>
              </a:extLst>
            </p:cNvPr>
            <p:cNvSpPr/>
            <p:nvPr/>
          </p:nvSpPr>
          <p:spPr>
            <a:xfrm>
              <a:off x="4022677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3">
              <a:extLst>
                <a:ext uri="{FF2B5EF4-FFF2-40B4-BE49-F238E27FC236}">
                  <a16:creationId xmlns:a16="http://schemas.microsoft.com/office/drawing/2014/main" id="{A8FF73FC-CB7A-0260-E83E-3FF41ABF7028}"/>
                </a:ext>
              </a:extLst>
            </p:cNvPr>
            <p:cNvSpPr/>
            <p:nvPr/>
          </p:nvSpPr>
          <p:spPr>
            <a:xfrm>
              <a:off x="4591463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4">
              <a:extLst>
                <a:ext uri="{FF2B5EF4-FFF2-40B4-BE49-F238E27FC236}">
                  <a16:creationId xmlns:a16="http://schemas.microsoft.com/office/drawing/2014/main" id="{F9D5484E-B0EC-65DA-5C03-A50BFBB42CE7}"/>
                </a:ext>
              </a:extLst>
            </p:cNvPr>
            <p:cNvSpPr/>
            <p:nvPr/>
          </p:nvSpPr>
          <p:spPr>
            <a:xfrm>
              <a:off x="3721116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5">
              <a:extLst>
                <a:ext uri="{FF2B5EF4-FFF2-40B4-BE49-F238E27FC236}">
                  <a16:creationId xmlns:a16="http://schemas.microsoft.com/office/drawing/2014/main" id="{B3C725CB-FF0F-9FCB-85E7-A6AE0FAB53F5}"/>
                </a:ext>
              </a:extLst>
            </p:cNvPr>
            <p:cNvSpPr/>
            <p:nvPr/>
          </p:nvSpPr>
          <p:spPr>
            <a:xfrm>
              <a:off x="3870268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6">
              <a:extLst>
                <a:ext uri="{FF2B5EF4-FFF2-40B4-BE49-F238E27FC236}">
                  <a16:creationId xmlns:a16="http://schemas.microsoft.com/office/drawing/2014/main" id="{000BA8AD-1D70-72AF-D7FB-B355F19A0213}"/>
                </a:ext>
              </a:extLst>
            </p:cNvPr>
            <p:cNvSpPr/>
            <p:nvPr/>
          </p:nvSpPr>
          <p:spPr>
            <a:xfrm>
              <a:off x="2110976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7">
              <a:extLst>
                <a:ext uri="{FF2B5EF4-FFF2-40B4-BE49-F238E27FC236}">
                  <a16:creationId xmlns:a16="http://schemas.microsoft.com/office/drawing/2014/main" id="{33B5ABD1-C460-60EB-F5B7-0A28B11CF755}"/>
                </a:ext>
              </a:extLst>
            </p:cNvPr>
            <p:cNvSpPr/>
            <p:nvPr/>
          </p:nvSpPr>
          <p:spPr>
            <a:xfrm>
              <a:off x="2117619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88">
              <a:extLst>
                <a:ext uri="{FF2B5EF4-FFF2-40B4-BE49-F238E27FC236}">
                  <a16:creationId xmlns:a16="http://schemas.microsoft.com/office/drawing/2014/main" id="{C5F96AD4-4E48-ECD0-C1F6-847E615A266B}"/>
                </a:ext>
              </a:extLst>
            </p:cNvPr>
            <p:cNvSpPr/>
            <p:nvPr/>
          </p:nvSpPr>
          <p:spPr>
            <a:xfrm>
              <a:off x="4591463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89">
              <a:extLst>
                <a:ext uri="{FF2B5EF4-FFF2-40B4-BE49-F238E27FC236}">
                  <a16:creationId xmlns:a16="http://schemas.microsoft.com/office/drawing/2014/main" id="{BCC673A1-D501-A2FC-D52A-87DD42C2E459}"/>
                </a:ext>
              </a:extLst>
            </p:cNvPr>
            <p:cNvSpPr/>
            <p:nvPr/>
          </p:nvSpPr>
          <p:spPr>
            <a:xfrm>
              <a:off x="1971935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0">
              <a:extLst>
                <a:ext uri="{FF2B5EF4-FFF2-40B4-BE49-F238E27FC236}">
                  <a16:creationId xmlns:a16="http://schemas.microsoft.com/office/drawing/2014/main" id="{07BFC663-BB2A-8498-B793-2EDB744BF8CD}"/>
                </a:ext>
              </a:extLst>
            </p:cNvPr>
            <p:cNvSpPr/>
            <p:nvPr/>
          </p:nvSpPr>
          <p:spPr>
            <a:xfrm>
              <a:off x="1748196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1">
              <a:extLst>
                <a:ext uri="{FF2B5EF4-FFF2-40B4-BE49-F238E27FC236}">
                  <a16:creationId xmlns:a16="http://schemas.microsoft.com/office/drawing/2014/main" id="{76C73C1F-9F66-B96D-7EFE-C89CACC37C34}"/>
                </a:ext>
              </a:extLst>
            </p:cNvPr>
            <p:cNvSpPr/>
            <p:nvPr/>
          </p:nvSpPr>
          <p:spPr>
            <a:xfrm>
              <a:off x="2198672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2">
              <a:extLst>
                <a:ext uri="{FF2B5EF4-FFF2-40B4-BE49-F238E27FC236}">
                  <a16:creationId xmlns:a16="http://schemas.microsoft.com/office/drawing/2014/main" id="{C3AC8F7A-B502-1DC5-F8ED-21B998B279A6}"/>
                </a:ext>
              </a:extLst>
            </p:cNvPr>
            <p:cNvSpPr/>
            <p:nvPr/>
          </p:nvSpPr>
          <p:spPr>
            <a:xfrm>
              <a:off x="2126447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3">
              <a:extLst>
                <a:ext uri="{FF2B5EF4-FFF2-40B4-BE49-F238E27FC236}">
                  <a16:creationId xmlns:a16="http://schemas.microsoft.com/office/drawing/2014/main" id="{6DF80352-280F-08CC-DDD3-8361172FB895}"/>
                </a:ext>
              </a:extLst>
            </p:cNvPr>
            <p:cNvSpPr/>
            <p:nvPr/>
          </p:nvSpPr>
          <p:spPr>
            <a:xfrm>
              <a:off x="3870441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4">
              <a:extLst>
                <a:ext uri="{FF2B5EF4-FFF2-40B4-BE49-F238E27FC236}">
                  <a16:creationId xmlns:a16="http://schemas.microsoft.com/office/drawing/2014/main" id="{EF3D971D-69A7-D9C9-0EC1-57AB50DCC210}"/>
                </a:ext>
              </a:extLst>
            </p:cNvPr>
            <p:cNvSpPr/>
            <p:nvPr/>
          </p:nvSpPr>
          <p:spPr>
            <a:xfrm>
              <a:off x="2197928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5">
              <a:extLst>
                <a:ext uri="{FF2B5EF4-FFF2-40B4-BE49-F238E27FC236}">
                  <a16:creationId xmlns:a16="http://schemas.microsoft.com/office/drawing/2014/main" id="{C0B4E67B-CBAD-2954-E66A-AAD4FF720540}"/>
                </a:ext>
              </a:extLst>
            </p:cNvPr>
            <p:cNvSpPr/>
            <p:nvPr/>
          </p:nvSpPr>
          <p:spPr>
            <a:xfrm>
              <a:off x="3812867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6">
              <a:extLst>
                <a:ext uri="{FF2B5EF4-FFF2-40B4-BE49-F238E27FC236}">
                  <a16:creationId xmlns:a16="http://schemas.microsoft.com/office/drawing/2014/main" id="{BDA4EA93-F550-C8EF-1D0A-E4363937B4D8}"/>
                </a:ext>
              </a:extLst>
            </p:cNvPr>
            <p:cNvSpPr/>
            <p:nvPr/>
          </p:nvSpPr>
          <p:spPr>
            <a:xfrm>
              <a:off x="4073631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7">
              <a:extLst>
                <a:ext uri="{FF2B5EF4-FFF2-40B4-BE49-F238E27FC236}">
                  <a16:creationId xmlns:a16="http://schemas.microsoft.com/office/drawing/2014/main" id="{AE6BEBD4-AB5B-D93E-0B8C-E38B0BE1F517}"/>
                </a:ext>
              </a:extLst>
            </p:cNvPr>
            <p:cNvSpPr/>
            <p:nvPr/>
          </p:nvSpPr>
          <p:spPr>
            <a:xfrm>
              <a:off x="1856270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198">
              <a:extLst>
                <a:ext uri="{FF2B5EF4-FFF2-40B4-BE49-F238E27FC236}">
                  <a16:creationId xmlns:a16="http://schemas.microsoft.com/office/drawing/2014/main" id="{A62E970B-7770-884F-4CAF-D6D7E4943305}"/>
                </a:ext>
              </a:extLst>
            </p:cNvPr>
            <p:cNvSpPr/>
            <p:nvPr/>
          </p:nvSpPr>
          <p:spPr>
            <a:xfrm>
              <a:off x="3926447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199">
              <a:extLst>
                <a:ext uri="{FF2B5EF4-FFF2-40B4-BE49-F238E27FC236}">
                  <a16:creationId xmlns:a16="http://schemas.microsoft.com/office/drawing/2014/main" id="{DA9EE8E0-08BE-D073-A554-BCD97B65F8DD}"/>
                </a:ext>
              </a:extLst>
            </p:cNvPr>
            <p:cNvSpPr/>
            <p:nvPr/>
          </p:nvSpPr>
          <p:spPr>
            <a:xfrm>
              <a:off x="3812867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0">
              <a:extLst>
                <a:ext uri="{FF2B5EF4-FFF2-40B4-BE49-F238E27FC236}">
                  <a16:creationId xmlns:a16="http://schemas.microsoft.com/office/drawing/2014/main" id="{EEC50D9C-2075-E2A7-E51A-5869D25D80C0}"/>
                </a:ext>
              </a:extLst>
            </p:cNvPr>
            <p:cNvSpPr/>
            <p:nvPr/>
          </p:nvSpPr>
          <p:spPr>
            <a:xfrm>
              <a:off x="1766946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1">
              <a:extLst>
                <a:ext uri="{FF2B5EF4-FFF2-40B4-BE49-F238E27FC236}">
                  <a16:creationId xmlns:a16="http://schemas.microsoft.com/office/drawing/2014/main" id="{1388EE53-D752-4451-6A5A-FA641711B093}"/>
                </a:ext>
              </a:extLst>
            </p:cNvPr>
            <p:cNvSpPr/>
            <p:nvPr/>
          </p:nvSpPr>
          <p:spPr>
            <a:xfrm>
              <a:off x="1753048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2">
              <a:extLst>
                <a:ext uri="{FF2B5EF4-FFF2-40B4-BE49-F238E27FC236}">
                  <a16:creationId xmlns:a16="http://schemas.microsoft.com/office/drawing/2014/main" id="{16DCA6F4-128D-0C4A-52B8-5800230B3F41}"/>
                </a:ext>
              </a:extLst>
            </p:cNvPr>
            <p:cNvSpPr/>
            <p:nvPr/>
          </p:nvSpPr>
          <p:spPr>
            <a:xfrm>
              <a:off x="3959241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3">
              <a:extLst>
                <a:ext uri="{FF2B5EF4-FFF2-40B4-BE49-F238E27FC236}">
                  <a16:creationId xmlns:a16="http://schemas.microsoft.com/office/drawing/2014/main" id="{AD540FC2-6BCF-BDA3-5737-D65258B42631}"/>
                </a:ext>
              </a:extLst>
            </p:cNvPr>
            <p:cNvSpPr/>
            <p:nvPr/>
          </p:nvSpPr>
          <p:spPr>
            <a:xfrm>
              <a:off x="1944362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4">
              <a:extLst>
                <a:ext uri="{FF2B5EF4-FFF2-40B4-BE49-F238E27FC236}">
                  <a16:creationId xmlns:a16="http://schemas.microsoft.com/office/drawing/2014/main" id="{760995B8-2AFC-D904-6A33-21A8CE74517F}"/>
                </a:ext>
              </a:extLst>
            </p:cNvPr>
            <p:cNvSpPr/>
            <p:nvPr/>
          </p:nvSpPr>
          <p:spPr>
            <a:xfrm>
              <a:off x="2115581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5">
              <a:extLst>
                <a:ext uri="{FF2B5EF4-FFF2-40B4-BE49-F238E27FC236}">
                  <a16:creationId xmlns:a16="http://schemas.microsoft.com/office/drawing/2014/main" id="{860C0E48-FBDF-496A-F32E-F097A67E0404}"/>
                </a:ext>
              </a:extLst>
            </p:cNvPr>
            <p:cNvSpPr/>
            <p:nvPr/>
          </p:nvSpPr>
          <p:spPr>
            <a:xfrm>
              <a:off x="2271704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6">
              <a:extLst>
                <a:ext uri="{FF2B5EF4-FFF2-40B4-BE49-F238E27FC236}">
                  <a16:creationId xmlns:a16="http://schemas.microsoft.com/office/drawing/2014/main" id="{E1D9677E-3249-8787-AD9C-6BD725A946DB}"/>
                </a:ext>
              </a:extLst>
            </p:cNvPr>
            <p:cNvSpPr/>
            <p:nvPr/>
          </p:nvSpPr>
          <p:spPr>
            <a:xfrm>
              <a:off x="3879037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7">
              <a:extLst>
                <a:ext uri="{FF2B5EF4-FFF2-40B4-BE49-F238E27FC236}">
                  <a16:creationId xmlns:a16="http://schemas.microsoft.com/office/drawing/2014/main" id="{C3DB8B2C-732D-8BA0-D9D1-C59F1C7C6A68}"/>
                </a:ext>
              </a:extLst>
            </p:cNvPr>
            <p:cNvSpPr/>
            <p:nvPr/>
          </p:nvSpPr>
          <p:spPr>
            <a:xfrm>
              <a:off x="4073988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08">
              <a:extLst>
                <a:ext uri="{FF2B5EF4-FFF2-40B4-BE49-F238E27FC236}">
                  <a16:creationId xmlns:a16="http://schemas.microsoft.com/office/drawing/2014/main" id="{0B50014E-9C79-5D16-1D07-83AE49D23FB5}"/>
                </a:ext>
              </a:extLst>
            </p:cNvPr>
            <p:cNvSpPr/>
            <p:nvPr/>
          </p:nvSpPr>
          <p:spPr>
            <a:xfrm>
              <a:off x="1759767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09">
              <a:extLst>
                <a:ext uri="{FF2B5EF4-FFF2-40B4-BE49-F238E27FC236}">
                  <a16:creationId xmlns:a16="http://schemas.microsoft.com/office/drawing/2014/main" id="{F9D284A8-DB8F-EF92-7F2D-A814EB3E1B0F}"/>
                </a:ext>
              </a:extLst>
            </p:cNvPr>
            <p:cNvSpPr/>
            <p:nvPr/>
          </p:nvSpPr>
          <p:spPr>
            <a:xfrm>
              <a:off x="1972754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0">
              <a:extLst>
                <a:ext uri="{FF2B5EF4-FFF2-40B4-BE49-F238E27FC236}">
                  <a16:creationId xmlns:a16="http://schemas.microsoft.com/office/drawing/2014/main" id="{42C0DA30-C2B1-FB40-05A1-810BBD45EC4E}"/>
                </a:ext>
              </a:extLst>
            </p:cNvPr>
            <p:cNvSpPr/>
            <p:nvPr/>
          </p:nvSpPr>
          <p:spPr>
            <a:xfrm>
              <a:off x="3575773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1">
              <a:extLst>
                <a:ext uri="{FF2B5EF4-FFF2-40B4-BE49-F238E27FC236}">
                  <a16:creationId xmlns:a16="http://schemas.microsoft.com/office/drawing/2014/main" id="{AA78BBD6-6DAD-D0EB-2840-5C652E63B7DD}"/>
                </a:ext>
              </a:extLst>
            </p:cNvPr>
            <p:cNvSpPr/>
            <p:nvPr/>
          </p:nvSpPr>
          <p:spPr>
            <a:xfrm>
              <a:off x="3730444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2">
              <a:extLst>
                <a:ext uri="{FF2B5EF4-FFF2-40B4-BE49-F238E27FC236}">
                  <a16:creationId xmlns:a16="http://schemas.microsoft.com/office/drawing/2014/main" id="{1953CAC0-3F82-5B7B-3049-AE38A5651030}"/>
                </a:ext>
              </a:extLst>
            </p:cNvPr>
            <p:cNvSpPr/>
            <p:nvPr/>
          </p:nvSpPr>
          <p:spPr>
            <a:xfrm>
              <a:off x="3959025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3">
              <a:extLst>
                <a:ext uri="{FF2B5EF4-FFF2-40B4-BE49-F238E27FC236}">
                  <a16:creationId xmlns:a16="http://schemas.microsoft.com/office/drawing/2014/main" id="{F781A35C-13B5-60C6-9D98-DD19D3CAECEB}"/>
                </a:ext>
              </a:extLst>
            </p:cNvPr>
            <p:cNvSpPr/>
            <p:nvPr/>
          </p:nvSpPr>
          <p:spPr>
            <a:xfrm>
              <a:off x="1766418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4">
              <a:extLst>
                <a:ext uri="{FF2B5EF4-FFF2-40B4-BE49-F238E27FC236}">
                  <a16:creationId xmlns:a16="http://schemas.microsoft.com/office/drawing/2014/main" id="{FD7EE629-3F76-300D-531D-4ECAFE4E7AD7}"/>
                </a:ext>
              </a:extLst>
            </p:cNvPr>
            <p:cNvSpPr/>
            <p:nvPr/>
          </p:nvSpPr>
          <p:spPr>
            <a:xfrm>
              <a:off x="2271540" y="15076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5">
              <a:extLst>
                <a:ext uri="{FF2B5EF4-FFF2-40B4-BE49-F238E27FC236}">
                  <a16:creationId xmlns:a16="http://schemas.microsoft.com/office/drawing/2014/main" id="{0A42C1C3-888E-FED0-8119-0FFE44569AA4}"/>
                </a:ext>
              </a:extLst>
            </p:cNvPr>
            <p:cNvSpPr/>
            <p:nvPr/>
          </p:nvSpPr>
          <p:spPr>
            <a:xfrm>
              <a:off x="1856729" y="4036957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6">
              <a:extLst>
                <a:ext uri="{FF2B5EF4-FFF2-40B4-BE49-F238E27FC236}">
                  <a16:creationId xmlns:a16="http://schemas.microsoft.com/office/drawing/2014/main" id="{1D418B6E-969A-E2E4-517D-0141D2DFB7F1}"/>
                </a:ext>
              </a:extLst>
            </p:cNvPr>
            <p:cNvSpPr/>
            <p:nvPr/>
          </p:nvSpPr>
          <p:spPr>
            <a:xfrm>
              <a:off x="2840300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7">
              <a:extLst>
                <a:ext uri="{FF2B5EF4-FFF2-40B4-BE49-F238E27FC236}">
                  <a16:creationId xmlns:a16="http://schemas.microsoft.com/office/drawing/2014/main" id="{76352EBB-1482-48C3-EEF3-DB68D1FACA7B}"/>
                </a:ext>
              </a:extLst>
            </p:cNvPr>
            <p:cNvSpPr/>
            <p:nvPr/>
          </p:nvSpPr>
          <p:spPr>
            <a:xfrm>
              <a:off x="3040406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18">
              <a:extLst>
                <a:ext uri="{FF2B5EF4-FFF2-40B4-BE49-F238E27FC236}">
                  <a16:creationId xmlns:a16="http://schemas.microsoft.com/office/drawing/2014/main" id="{A72D9C8E-D193-53FE-AF8D-3B0ECF12E7D0}"/>
                </a:ext>
              </a:extLst>
            </p:cNvPr>
            <p:cNvSpPr/>
            <p:nvPr/>
          </p:nvSpPr>
          <p:spPr>
            <a:xfrm>
              <a:off x="1667524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19">
              <a:extLst>
                <a:ext uri="{FF2B5EF4-FFF2-40B4-BE49-F238E27FC236}">
                  <a16:creationId xmlns:a16="http://schemas.microsoft.com/office/drawing/2014/main" id="{D7E9401A-F7CC-0676-7851-6E6EAA3F105D}"/>
                </a:ext>
              </a:extLst>
            </p:cNvPr>
            <p:cNvSpPr/>
            <p:nvPr/>
          </p:nvSpPr>
          <p:spPr>
            <a:xfrm>
              <a:off x="1985575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0">
              <a:extLst>
                <a:ext uri="{FF2B5EF4-FFF2-40B4-BE49-F238E27FC236}">
                  <a16:creationId xmlns:a16="http://schemas.microsoft.com/office/drawing/2014/main" id="{9CA56ECE-93BB-B2C6-7410-0CA21011F67B}"/>
                </a:ext>
              </a:extLst>
            </p:cNvPr>
            <p:cNvSpPr/>
            <p:nvPr/>
          </p:nvSpPr>
          <p:spPr>
            <a:xfrm>
              <a:off x="3085791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1">
              <a:extLst>
                <a:ext uri="{FF2B5EF4-FFF2-40B4-BE49-F238E27FC236}">
                  <a16:creationId xmlns:a16="http://schemas.microsoft.com/office/drawing/2014/main" id="{41C15B09-9928-E5FE-3903-3127A01657ED}"/>
                </a:ext>
              </a:extLst>
            </p:cNvPr>
            <p:cNvSpPr/>
            <p:nvPr/>
          </p:nvSpPr>
          <p:spPr>
            <a:xfrm>
              <a:off x="1549252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2">
              <a:extLst>
                <a:ext uri="{FF2B5EF4-FFF2-40B4-BE49-F238E27FC236}">
                  <a16:creationId xmlns:a16="http://schemas.microsoft.com/office/drawing/2014/main" id="{88957D28-FE61-35A1-6B75-114C9AD3A3C0}"/>
                </a:ext>
              </a:extLst>
            </p:cNvPr>
            <p:cNvSpPr/>
            <p:nvPr/>
          </p:nvSpPr>
          <p:spPr>
            <a:xfrm>
              <a:off x="1981354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3">
              <a:extLst>
                <a:ext uri="{FF2B5EF4-FFF2-40B4-BE49-F238E27FC236}">
                  <a16:creationId xmlns:a16="http://schemas.microsoft.com/office/drawing/2014/main" id="{6E01F963-F9AD-AFA7-1892-A9D0EFBADB89}"/>
                </a:ext>
              </a:extLst>
            </p:cNvPr>
            <p:cNvSpPr/>
            <p:nvPr/>
          </p:nvSpPr>
          <p:spPr>
            <a:xfrm>
              <a:off x="1667524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4">
              <a:extLst>
                <a:ext uri="{FF2B5EF4-FFF2-40B4-BE49-F238E27FC236}">
                  <a16:creationId xmlns:a16="http://schemas.microsoft.com/office/drawing/2014/main" id="{AEDF40A7-7083-3980-EE2E-B5FC1A07A53A}"/>
                </a:ext>
              </a:extLst>
            </p:cNvPr>
            <p:cNvSpPr/>
            <p:nvPr/>
          </p:nvSpPr>
          <p:spPr>
            <a:xfrm>
              <a:off x="1549867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5">
              <a:extLst>
                <a:ext uri="{FF2B5EF4-FFF2-40B4-BE49-F238E27FC236}">
                  <a16:creationId xmlns:a16="http://schemas.microsoft.com/office/drawing/2014/main" id="{24BA20E2-1B44-4827-9F30-B2242D6AF005}"/>
                </a:ext>
              </a:extLst>
            </p:cNvPr>
            <p:cNvSpPr/>
            <p:nvPr/>
          </p:nvSpPr>
          <p:spPr>
            <a:xfrm>
              <a:off x="296964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6">
              <a:extLst>
                <a:ext uri="{FF2B5EF4-FFF2-40B4-BE49-F238E27FC236}">
                  <a16:creationId xmlns:a16="http://schemas.microsoft.com/office/drawing/2014/main" id="{5371DECB-5C1F-C800-5365-F6A8AD2038C3}"/>
                </a:ext>
              </a:extLst>
            </p:cNvPr>
            <p:cNvSpPr/>
            <p:nvPr/>
          </p:nvSpPr>
          <p:spPr>
            <a:xfrm>
              <a:off x="1547500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7">
              <a:extLst>
                <a:ext uri="{FF2B5EF4-FFF2-40B4-BE49-F238E27FC236}">
                  <a16:creationId xmlns:a16="http://schemas.microsoft.com/office/drawing/2014/main" id="{33AAE2F0-E7FC-3FDF-EA1B-77D51F1C187A}"/>
                </a:ext>
              </a:extLst>
            </p:cNvPr>
            <p:cNvSpPr/>
            <p:nvPr/>
          </p:nvSpPr>
          <p:spPr>
            <a:xfrm>
              <a:off x="3107454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28">
              <a:extLst>
                <a:ext uri="{FF2B5EF4-FFF2-40B4-BE49-F238E27FC236}">
                  <a16:creationId xmlns:a16="http://schemas.microsoft.com/office/drawing/2014/main" id="{FFF37137-7172-FB9A-D373-F17FFF8623E9}"/>
                </a:ext>
              </a:extLst>
            </p:cNvPr>
            <p:cNvSpPr/>
            <p:nvPr/>
          </p:nvSpPr>
          <p:spPr>
            <a:xfrm>
              <a:off x="1598708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29">
              <a:extLst>
                <a:ext uri="{FF2B5EF4-FFF2-40B4-BE49-F238E27FC236}">
                  <a16:creationId xmlns:a16="http://schemas.microsoft.com/office/drawing/2014/main" id="{28ECEA54-20BB-277E-06DE-5F7AD5DB1532}"/>
                </a:ext>
              </a:extLst>
            </p:cNvPr>
            <p:cNvSpPr/>
            <p:nvPr/>
          </p:nvSpPr>
          <p:spPr>
            <a:xfrm>
              <a:off x="1912213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0">
              <a:extLst>
                <a:ext uri="{FF2B5EF4-FFF2-40B4-BE49-F238E27FC236}">
                  <a16:creationId xmlns:a16="http://schemas.microsoft.com/office/drawing/2014/main" id="{843319DB-16EE-60BA-C7AB-603ED33D757F}"/>
                </a:ext>
              </a:extLst>
            </p:cNvPr>
            <p:cNvSpPr/>
            <p:nvPr/>
          </p:nvSpPr>
          <p:spPr>
            <a:xfrm>
              <a:off x="1880923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1">
              <a:extLst>
                <a:ext uri="{FF2B5EF4-FFF2-40B4-BE49-F238E27FC236}">
                  <a16:creationId xmlns:a16="http://schemas.microsoft.com/office/drawing/2014/main" id="{CD63EA4E-FC44-9906-9AFA-ABA91CBA1EDD}"/>
                </a:ext>
              </a:extLst>
            </p:cNvPr>
            <p:cNvSpPr/>
            <p:nvPr/>
          </p:nvSpPr>
          <p:spPr>
            <a:xfrm>
              <a:off x="3173043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2">
              <a:extLst>
                <a:ext uri="{FF2B5EF4-FFF2-40B4-BE49-F238E27FC236}">
                  <a16:creationId xmlns:a16="http://schemas.microsoft.com/office/drawing/2014/main" id="{CF162FA0-1E40-0E1F-22D3-C3AC0BAEE064}"/>
                </a:ext>
              </a:extLst>
            </p:cNvPr>
            <p:cNvSpPr/>
            <p:nvPr/>
          </p:nvSpPr>
          <p:spPr>
            <a:xfrm>
              <a:off x="1912145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3">
              <a:extLst>
                <a:ext uri="{FF2B5EF4-FFF2-40B4-BE49-F238E27FC236}">
                  <a16:creationId xmlns:a16="http://schemas.microsoft.com/office/drawing/2014/main" id="{0633E82C-A1C6-66B2-FF3E-9643D3B62BD6}"/>
                </a:ext>
              </a:extLst>
            </p:cNvPr>
            <p:cNvSpPr/>
            <p:nvPr/>
          </p:nvSpPr>
          <p:spPr>
            <a:xfrm>
              <a:off x="1882740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4">
              <a:extLst>
                <a:ext uri="{FF2B5EF4-FFF2-40B4-BE49-F238E27FC236}">
                  <a16:creationId xmlns:a16="http://schemas.microsoft.com/office/drawing/2014/main" id="{06879C77-F36B-E7C9-A0E0-1EE354A27EB6}"/>
                </a:ext>
              </a:extLst>
            </p:cNvPr>
            <p:cNvSpPr/>
            <p:nvPr/>
          </p:nvSpPr>
          <p:spPr>
            <a:xfrm>
              <a:off x="188595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5">
              <a:extLst>
                <a:ext uri="{FF2B5EF4-FFF2-40B4-BE49-F238E27FC236}">
                  <a16:creationId xmlns:a16="http://schemas.microsoft.com/office/drawing/2014/main" id="{4FDED524-08F7-0ED3-B234-128631441736}"/>
                </a:ext>
              </a:extLst>
            </p:cNvPr>
            <p:cNvSpPr/>
            <p:nvPr/>
          </p:nvSpPr>
          <p:spPr>
            <a:xfrm>
              <a:off x="2969596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6">
              <a:extLst>
                <a:ext uri="{FF2B5EF4-FFF2-40B4-BE49-F238E27FC236}">
                  <a16:creationId xmlns:a16="http://schemas.microsoft.com/office/drawing/2014/main" id="{1BCD6F4D-2D44-4434-BEE1-A3431D1CEA25}"/>
                </a:ext>
              </a:extLst>
            </p:cNvPr>
            <p:cNvSpPr/>
            <p:nvPr/>
          </p:nvSpPr>
          <p:spPr>
            <a:xfrm>
              <a:off x="3040679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7">
              <a:extLst>
                <a:ext uri="{FF2B5EF4-FFF2-40B4-BE49-F238E27FC236}">
                  <a16:creationId xmlns:a16="http://schemas.microsoft.com/office/drawing/2014/main" id="{0A0790C7-B99F-D0F7-9BB7-8F3A8F54F44B}"/>
                </a:ext>
              </a:extLst>
            </p:cNvPr>
            <p:cNvSpPr/>
            <p:nvPr/>
          </p:nvSpPr>
          <p:spPr>
            <a:xfrm>
              <a:off x="3085255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38">
              <a:extLst>
                <a:ext uri="{FF2B5EF4-FFF2-40B4-BE49-F238E27FC236}">
                  <a16:creationId xmlns:a16="http://schemas.microsoft.com/office/drawing/2014/main" id="{92828AF4-180C-3D7F-412E-45725AF8C846}"/>
                </a:ext>
              </a:extLst>
            </p:cNvPr>
            <p:cNvSpPr/>
            <p:nvPr/>
          </p:nvSpPr>
          <p:spPr>
            <a:xfrm>
              <a:off x="2964480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39">
              <a:extLst>
                <a:ext uri="{FF2B5EF4-FFF2-40B4-BE49-F238E27FC236}">
                  <a16:creationId xmlns:a16="http://schemas.microsoft.com/office/drawing/2014/main" id="{A06006BE-61B1-A53F-4A58-D9813B366E57}"/>
                </a:ext>
              </a:extLst>
            </p:cNvPr>
            <p:cNvSpPr/>
            <p:nvPr/>
          </p:nvSpPr>
          <p:spPr>
            <a:xfrm>
              <a:off x="2007185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0">
              <a:extLst>
                <a:ext uri="{FF2B5EF4-FFF2-40B4-BE49-F238E27FC236}">
                  <a16:creationId xmlns:a16="http://schemas.microsoft.com/office/drawing/2014/main" id="{D96A5558-7CE7-778E-CF12-4B889D161F36}"/>
                </a:ext>
              </a:extLst>
            </p:cNvPr>
            <p:cNvSpPr/>
            <p:nvPr/>
          </p:nvSpPr>
          <p:spPr>
            <a:xfrm>
              <a:off x="1548662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1">
              <a:extLst>
                <a:ext uri="{FF2B5EF4-FFF2-40B4-BE49-F238E27FC236}">
                  <a16:creationId xmlns:a16="http://schemas.microsoft.com/office/drawing/2014/main" id="{B617CE87-CF48-7CED-98A4-0F4C1D28B54C}"/>
                </a:ext>
              </a:extLst>
            </p:cNvPr>
            <p:cNvSpPr/>
            <p:nvPr/>
          </p:nvSpPr>
          <p:spPr>
            <a:xfrm>
              <a:off x="3207216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2">
              <a:extLst>
                <a:ext uri="{FF2B5EF4-FFF2-40B4-BE49-F238E27FC236}">
                  <a16:creationId xmlns:a16="http://schemas.microsoft.com/office/drawing/2014/main" id="{FF098CC3-5474-5AA1-81B2-2BB8AAB217D9}"/>
                </a:ext>
              </a:extLst>
            </p:cNvPr>
            <p:cNvSpPr/>
            <p:nvPr/>
          </p:nvSpPr>
          <p:spPr>
            <a:xfrm>
              <a:off x="3215450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3">
              <a:extLst>
                <a:ext uri="{FF2B5EF4-FFF2-40B4-BE49-F238E27FC236}">
                  <a16:creationId xmlns:a16="http://schemas.microsoft.com/office/drawing/2014/main" id="{A054AEC2-AD8D-8E59-B534-2DE3C487F5AA}"/>
                </a:ext>
              </a:extLst>
            </p:cNvPr>
            <p:cNvSpPr/>
            <p:nvPr/>
          </p:nvSpPr>
          <p:spPr>
            <a:xfrm>
              <a:off x="3090613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4">
              <a:extLst>
                <a:ext uri="{FF2B5EF4-FFF2-40B4-BE49-F238E27FC236}">
                  <a16:creationId xmlns:a16="http://schemas.microsoft.com/office/drawing/2014/main" id="{D22006C1-B017-1912-80B8-DF21236BBF32}"/>
                </a:ext>
              </a:extLst>
            </p:cNvPr>
            <p:cNvSpPr/>
            <p:nvPr/>
          </p:nvSpPr>
          <p:spPr>
            <a:xfrm>
              <a:off x="1887112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5">
              <a:extLst>
                <a:ext uri="{FF2B5EF4-FFF2-40B4-BE49-F238E27FC236}">
                  <a16:creationId xmlns:a16="http://schemas.microsoft.com/office/drawing/2014/main" id="{B616FECF-DAA5-FEA0-5B9A-248E63AF77A4}"/>
                </a:ext>
              </a:extLst>
            </p:cNvPr>
            <p:cNvSpPr/>
            <p:nvPr/>
          </p:nvSpPr>
          <p:spPr>
            <a:xfrm>
              <a:off x="168582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6">
              <a:extLst>
                <a:ext uri="{FF2B5EF4-FFF2-40B4-BE49-F238E27FC236}">
                  <a16:creationId xmlns:a16="http://schemas.microsoft.com/office/drawing/2014/main" id="{2F80FAFE-8C40-120A-5B95-D6036A15673D}"/>
                </a:ext>
              </a:extLst>
            </p:cNvPr>
            <p:cNvSpPr/>
            <p:nvPr/>
          </p:nvSpPr>
          <p:spPr>
            <a:xfrm>
              <a:off x="1876873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7">
              <a:extLst>
                <a:ext uri="{FF2B5EF4-FFF2-40B4-BE49-F238E27FC236}">
                  <a16:creationId xmlns:a16="http://schemas.microsoft.com/office/drawing/2014/main" id="{024B6F8F-CD52-87C1-EF4A-0C6ED42186B2}"/>
                </a:ext>
              </a:extLst>
            </p:cNvPr>
            <p:cNvSpPr/>
            <p:nvPr/>
          </p:nvSpPr>
          <p:spPr>
            <a:xfrm>
              <a:off x="1547500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48">
              <a:extLst>
                <a:ext uri="{FF2B5EF4-FFF2-40B4-BE49-F238E27FC236}">
                  <a16:creationId xmlns:a16="http://schemas.microsoft.com/office/drawing/2014/main" id="{F31C2047-7BD5-7BCA-3E2B-99B13417A53D}"/>
                </a:ext>
              </a:extLst>
            </p:cNvPr>
            <p:cNvSpPr/>
            <p:nvPr/>
          </p:nvSpPr>
          <p:spPr>
            <a:xfrm>
              <a:off x="3755360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49">
              <a:extLst>
                <a:ext uri="{FF2B5EF4-FFF2-40B4-BE49-F238E27FC236}">
                  <a16:creationId xmlns:a16="http://schemas.microsoft.com/office/drawing/2014/main" id="{26C3C5C6-9BEC-EAC7-DFD1-717D2E56BC16}"/>
                </a:ext>
              </a:extLst>
            </p:cNvPr>
            <p:cNvSpPr/>
            <p:nvPr/>
          </p:nvSpPr>
          <p:spPr>
            <a:xfrm>
              <a:off x="3142381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0">
              <a:extLst>
                <a:ext uri="{FF2B5EF4-FFF2-40B4-BE49-F238E27FC236}">
                  <a16:creationId xmlns:a16="http://schemas.microsoft.com/office/drawing/2014/main" id="{AB8E4C1F-B71C-9F14-E08F-0CEDB8F37035}"/>
                </a:ext>
              </a:extLst>
            </p:cNvPr>
            <p:cNvSpPr/>
            <p:nvPr/>
          </p:nvSpPr>
          <p:spPr>
            <a:xfrm>
              <a:off x="1549436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1">
              <a:extLst>
                <a:ext uri="{FF2B5EF4-FFF2-40B4-BE49-F238E27FC236}">
                  <a16:creationId xmlns:a16="http://schemas.microsoft.com/office/drawing/2014/main" id="{69812966-48A3-9720-5284-4714E6D9A88C}"/>
                </a:ext>
              </a:extLst>
            </p:cNvPr>
            <p:cNvSpPr/>
            <p:nvPr/>
          </p:nvSpPr>
          <p:spPr>
            <a:xfrm>
              <a:off x="317598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2">
              <a:extLst>
                <a:ext uri="{FF2B5EF4-FFF2-40B4-BE49-F238E27FC236}">
                  <a16:creationId xmlns:a16="http://schemas.microsoft.com/office/drawing/2014/main" id="{A5EC51CC-2FD1-FD2C-C080-DDBEF7E1056E}"/>
                </a:ext>
              </a:extLst>
            </p:cNvPr>
            <p:cNvSpPr/>
            <p:nvPr/>
          </p:nvSpPr>
          <p:spPr>
            <a:xfrm>
              <a:off x="196405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3">
              <a:extLst>
                <a:ext uri="{FF2B5EF4-FFF2-40B4-BE49-F238E27FC236}">
                  <a16:creationId xmlns:a16="http://schemas.microsoft.com/office/drawing/2014/main" id="{E522AF6F-CF88-250D-482F-6C1AC20657AD}"/>
                </a:ext>
              </a:extLst>
            </p:cNvPr>
            <p:cNvSpPr/>
            <p:nvPr/>
          </p:nvSpPr>
          <p:spPr>
            <a:xfrm>
              <a:off x="3757059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4">
              <a:extLst>
                <a:ext uri="{FF2B5EF4-FFF2-40B4-BE49-F238E27FC236}">
                  <a16:creationId xmlns:a16="http://schemas.microsoft.com/office/drawing/2014/main" id="{9EE51055-9740-6828-F0EE-CCE3E7C26E28}"/>
                </a:ext>
              </a:extLst>
            </p:cNvPr>
            <p:cNvSpPr/>
            <p:nvPr/>
          </p:nvSpPr>
          <p:spPr>
            <a:xfrm>
              <a:off x="3268233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5">
              <a:extLst>
                <a:ext uri="{FF2B5EF4-FFF2-40B4-BE49-F238E27FC236}">
                  <a16:creationId xmlns:a16="http://schemas.microsoft.com/office/drawing/2014/main" id="{005A4F71-0F6B-4925-3650-3F16B4C03D80}"/>
                </a:ext>
              </a:extLst>
            </p:cNvPr>
            <p:cNvSpPr/>
            <p:nvPr/>
          </p:nvSpPr>
          <p:spPr>
            <a:xfrm>
              <a:off x="2840202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6">
              <a:extLst>
                <a:ext uri="{FF2B5EF4-FFF2-40B4-BE49-F238E27FC236}">
                  <a16:creationId xmlns:a16="http://schemas.microsoft.com/office/drawing/2014/main" id="{53096C98-87E7-7B82-C2E3-D9494358A900}"/>
                </a:ext>
              </a:extLst>
            </p:cNvPr>
            <p:cNvSpPr/>
            <p:nvPr/>
          </p:nvSpPr>
          <p:spPr>
            <a:xfrm>
              <a:off x="1599001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7">
              <a:extLst>
                <a:ext uri="{FF2B5EF4-FFF2-40B4-BE49-F238E27FC236}">
                  <a16:creationId xmlns:a16="http://schemas.microsoft.com/office/drawing/2014/main" id="{E33E43B2-5D64-FC91-3FAC-6D690143066B}"/>
                </a:ext>
              </a:extLst>
            </p:cNvPr>
            <p:cNvSpPr/>
            <p:nvPr/>
          </p:nvSpPr>
          <p:spPr>
            <a:xfrm>
              <a:off x="3142381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58">
              <a:extLst>
                <a:ext uri="{FF2B5EF4-FFF2-40B4-BE49-F238E27FC236}">
                  <a16:creationId xmlns:a16="http://schemas.microsoft.com/office/drawing/2014/main" id="{16ADBC90-9FE5-35D2-3949-C9B6B9EA0A47}"/>
                </a:ext>
              </a:extLst>
            </p:cNvPr>
            <p:cNvSpPr/>
            <p:nvPr/>
          </p:nvSpPr>
          <p:spPr>
            <a:xfrm>
              <a:off x="2963994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59">
              <a:extLst>
                <a:ext uri="{FF2B5EF4-FFF2-40B4-BE49-F238E27FC236}">
                  <a16:creationId xmlns:a16="http://schemas.microsoft.com/office/drawing/2014/main" id="{F9E52B51-DFF7-95C9-B24E-9C90F0CC8788}"/>
                </a:ext>
              </a:extLst>
            </p:cNvPr>
            <p:cNvSpPr/>
            <p:nvPr/>
          </p:nvSpPr>
          <p:spPr>
            <a:xfrm>
              <a:off x="1885548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0">
              <a:extLst>
                <a:ext uri="{FF2B5EF4-FFF2-40B4-BE49-F238E27FC236}">
                  <a16:creationId xmlns:a16="http://schemas.microsoft.com/office/drawing/2014/main" id="{DCFF7EED-FA32-80C6-BC7C-23204AC8210D}"/>
                </a:ext>
              </a:extLst>
            </p:cNvPr>
            <p:cNvSpPr/>
            <p:nvPr/>
          </p:nvSpPr>
          <p:spPr>
            <a:xfrm>
              <a:off x="3873554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1">
              <a:extLst>
                <a:ext uri="{FF2B5EF4-FFF2-40B4-BE49-F238E27FC236}">
                  <a16:creationId xmlns:a16="http://schemas.microsoft.com/office/drawing/2014/main" id="{5853657E-EC16-A6F4-B51F-A331356CDB12}"/>
                </a:ext>
              </a:extLst>
            </p:cNvPr>
            <p:cNvSpPr/>
            <p:nvPr/>
          </p:nvSpPr>
          <p:spPr>
            <a:xfrm>
              <a:off x="3262920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2">
              <a:extLst>
                <a:ext uri="{FF2B5EF4-FFF2-40B4-BE49-F238E27FC236}">
                  <a16:creationId xmlns:a16="http://schemas.microsoft.com/office/drawing/2014/main" id="{F6EB7B30-2D2F-B0E4-E95D-9DC4EFA4FCCF}"/>
                </a:ext>
              </a:extLst>
            </p:cNvPr>
            <p:cNvSpPr/>
            <p:nvPr/>
          </p:nvSpPr>
          <p:spPr>
            <a:xfrm>
              <a:off x="3872873" y="4036957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3">
              <a:extLst>
                <a:ext uri="{FF2B5EF4-FFF2-40B4-BE49-F238E27FC236}">
                  <a16:creationId xmlns:a16="http://schemas.microsoft.com/office/drawing/2014/main" id="{5815F5FE-011D-751B-6768-189509794237}"/>
                </a:ext>
              </a:extLst>
            </p:cNvPr>
            <p:cNvSpPr/>
            <p:nvPr/>
          </p:nvSpPr>
          <p:spPr>
            <a:xfrm>
              <a:off x="1685771" y="15076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4">
              <a:extLst>
                <a:ext uri="{FF2B5EF4-FFF2-40B4-BE49-F238E27FC236}">
                  <a16:creationId xmlns:a16="http://schemas.microsoft.com/office/drawing/2014/main" id="{88E83E00-D102-7249-9A7A-82F86D703F8A}"/>
                </a:ext>
              </a:extLst>
            </p:cNvPr>
            <p:cNvSpPr/>
            <p:nvPr/>
          </p:nvSpPr>
          <p:spPr>
            <a:xfrm>
              <a:off x="1823814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5">
              <a:extLst>
                <a:ext uri="{FF2B5EF4-FFF2-40B4-BE49-F238E27FC236}">
                  <a16:creationId xmlns:a16="http://schemas.microsoft.com/office/drawing/2014/main" id="{B10949B4-E1B0-60C4-306D-00482FF9611B}"/>
                </a:ext>
              </a:extLst>
            </p:cNvPr>
            <p:cNvSpPr/>
            <p:nvPr/>
          </p:nvSpPr>
          <p:spPr>
            <a:xfrm>
              <a:off x="1903470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6">
              <a:extLst>
                <a:ext uri="{FF2B5EF4-FFF2-40B4-BE49-F238E27FC236}">
                  <a16:creationId xmlns:a16="http://schemas.microsoft.com/office/drawing/2014/main" id="{4CAC55B2-BB2F-8D7B-7077-574BA6F4A699}"/>
                </a:ext>
              </a:extLst>
            </p:cNvPr>
            <p:cNvSpPr/>
            <p:nvPr/>
          </p:nvSpPr>
          <p:spPr>
            <a:xfrm>
              <a:off x="4321493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7">
              <a:extLst>
                <a:ext uri="{FF2B5EF4-FFF2-40B4-BE49-F238E27FC236}">
                  <a16:creationId xmlns:a16="http://schemas.microsoft.com/office/drawing/2014/main" id="{0F815537-442D-4CAD-D3F4-C8020E570FD8}"/>
                </a:ext>
              </a:extLst>
            </p:cNvPr>
            <p:cNvSpPr/>
            <p:nvPr/>
          </p:nvSpPr>
          <p:spPr>
            <a:xfrm>
              <a:off x="1913803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68">
              <a:extLst>
                <a:ext uri="{FF2B5EF4-FFF2-40B4-BE49-F238E27FC236}">
                  <a16:creationId xmlns:a16="http://schemas.microsoft.com/office/drawing/2014/main" id="{AB2FE75F-6C31-B9E8-086B-C68D99802A2A}"/>
                </a:ext>
              </a:extLst>
            </p:cNvPr>
            <p:cNvSpPr/>
            <p:nvPr/>
          </p:nvSpPr>
          <p:spPr>
            <a:xfrm>
              <a:off x="3668563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69">
              <a:extLst>
                <a:ext uri="{FF2B5EF4-FFF2-40B4-BE49-F238E27FC236}">
                  <a16:creationId xmlns:a16="http://schemas.microsoft.com/office/drawing/2014/main" id="{280F7BB1-619F-638C-1D64-8F316A241B94}"/>
                </a:ext>
              </a:extLst>
            </p:cNvPr>
            <p:cNvSpPr/>
            <p:nvPr/>
          </p:nvSpPr>
          <p:spPr>
            <a:xfrm>
              <a:off x="366861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0">
              <a:extLst>
                <a:ext uri="{FF2B5EF4-FFF2-40B4-BE49-F238E27FC236}">
                  <a16:creationId xmlns:a16="http://schemas.microsoft.com/office/drawing/2014/main" id="{53972EAF-7BC8-55AD-2FD6-A8E54928D34E}"/>
                </a:ext>
              </a:extLst>
            </p:cNvPr>
            <p:cNvSpPr/>
            <p:nvPr/>
          </p:nvSpPr>
          <p:spPr>
            <a:xfrm>
              <a:off x="1850426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1">
              <a:extLst>
                <a:ext uri="{FF2B5EF4-FFF2-40B4-BE49-F238E27FC236}">
                  <a16:creationId xmlns:a16="http://schemas.microsoft.com/office/drawing/2014/main" id="{B7DFBC79-7C61-C05A-ABD8-AB27337EA5C1}"/>
                </a:ext>
              </a:extLst>
            </p:cNvPr>
            <p:cNvSpPr/>
            <p:nvPr/>
          </p:nvSpPr>
          <p:spPr>
            <a:xfrm>
              <a:off x="2002608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2">
              <a:extLst>
                <a:ext uri="{FF2B5EF4-FFF2-40B4-BE49-F238E27FC236}">
                  <a16:creationId xmlns:a16="http://schemas.microsoft.com/office/drawing/2014/main" id="{7BD3EF72-308B-00FE-9089-DAC64F53F3F7}"/>
                </a:ext>
              </a:extLst>
            </p:cNvPr>
            <p:cNvSpPr/>
            <p:nvPr/>
          </p:nvSpPr>
          <p:spPr>
            <a:xfrm>
              <a:off x="338653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3">
              <a:extLst>
                <a:ext uri="{FF2B5EF4-FFF2-40B4-BE49-F238E27FC236}">
                  <a16:creationId xmlns:a16="http://schemas.microsoft.com/office/drawing/2014/main" id="{AF123E4C-4C51-A1AE-F63A-04F2830F1240}"/>
                </a:ext>
              </a:extLst>
            </p:cNvPr>
            <p:cNvSpPr/>
            <p:nvPr/>
          </p:nvSpPr>
          <p:spPr>
            <a:xfrm>
              <a:off x="3574901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4">
              <a:extLst>
                <a:ext uri="{FF2B5EF4-FFF2-40B4-BE49-F238E27FC236}">
                  <a16:creationId xmlns:a16="http://schemas.microsoft.com/office/drawing/2014/main" id="{932CE83F-2A9D-4EA2-1E73-EADF9373436F}"/>
                </a:ext>
              </a:extLst>
            </p:cNvPr>
            <p:cNvSpPr/>
            <p:nvPr/>
          </p:nvSpPr>
          <p:spPr>
            <a:xfrm>
              <a:off x="160697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5">
              <a:extLst>
                <a:ext uri="{FF2B5EF4-FFF2-40B4-BE49-F238E27FC236}">
                  <a16:creationId xmlns:a16="http://schemas.microsoft.com/office/drawing/2014/main" id="{8A7ABCF6-8714-AABC-F14D-2E192D6F644A}"/>
                </a:ext>
              </a:extLst>
            </p:cNvPr>
            <p:cNvSpPr/>
            <p:nvPr/>
          </p:nvSpPr>
          <p:spPr>
            <a:xfrm>
              <a:off x="172295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6">
              <a:extLst>
                <a:ext uri="{FF2B5EF4-FFF2-40B4-BE49-F238E27FC236}">
                  <a16:creationId xmlns:a16="http://schemas.microsoft.com/office/drawing/2014/main" id="{B3B4A175-E3EC-E5B3-8B10-30A12C65B48A}"/>
                </a:ext>
              </a:extLst>
            </p:cNvPr>
            <p:cNvSpPr/>
            <p:nvPr/>
          </p:nvSpPr>
          <p:spPr>
            <a:xfrm>
              <a:off x="2107143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7">
              <a:extLst>
                <a:ext uri="{FF2B5EF4-FFF2-40B4-BE49-F238E27FC236}">
                  <a16:creationId xmlns:a16="http://schemas.microsoft.com/office/drawing/2014/main" id="{B214BE61-C25B-CDAC-414F-1AB3B518F1D7}"/>
                </a:ext>
              </a:extLst>
            </p:cNvPr>
            <p:cNvSpPr/>
            <p:nvPr/>
          </p:nvSpPr>
          <p:spPr>
            <a:xfrm>
              <a:off x="3534662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78">
              <a:extLst>
                <a:ext uri="{FF2B5EF4-FFF2-40B4-BE49-F238E27FC236}">
                  <a16:creationId xmlns:a16="http://schemas.microsoft.com/office/drawing/2014/main" id="{BD53BF49-A639-BCED-D04C-5AE688E737E6}"/>
                </a:ext>
              </a:extLst>
            </p:cNvPr>
            <p:cNvSpPr/>
            <p:nvPr/>
          </p:nvSpPr>
          <p:spPr>
            <a:xfrm>
              <a:off x="3523872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79">
              <a:extLst>
                <a:ext uri="{FF2B5EF4-FFF2-40B4-BE49-F238E27FC236}">
                  <a16:creationId xmlns:a16="http://schemas.microsoft.com/office/drawing/2014/main" id="{5671CD67-6F60-D810-3458-6D5DC19D8E82}"/>
                </a:ext>
              </a:extLst>
            </p:cNvPr>
            <p:cNvSpPr/>
            <p:nvPr/>
          </p:nvSpPr>
          <p:spPr>
            <a:xfrm>
              <a:off x="3534676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0">
              <a:extLst>
                <a:ext uri="{FF2B5EF4-FFF2-40B4-BE49-F238E27FC236}">
                  <a16:creationId xmlns:a16="http://schemas.microsoft.com/office/drawing/2014/main" id="{44DA5A5D-7DA7-E3D6-8BA4-0310EA5BE9F0}"/>
                </a:ext>
              </a:extLst>
            </p:cNvPr>
            <p:cNvSpPr/>
            <p:nvPr/>
          </p:nvSpPr>
          <p:spPr>
            <a:xfrm>
              <a:off x="3621515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1">
              <a:extLst>
                <a:ext uri="{FF2B5EF4-FFF2-40B4-BE49-F238E27FC236}">
                  <a16:creationId xmlns:a16="http://schemas.microsoft.com/office/drawing/2014/main" id="{0E5BC712-D4A0-0888-30C2-AEAA2DB17985}"/>
                </a:ext>
              </a:extLst>
            </p:cNvPr>
            <p:cNvSpPr/>
            <p:nvPr/>
          </p:nvSpPr>
          <p:spPr>
            <a:xfrm>
              <a:off x="1994627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2">
              <a:extLst>
                <a:ext uri="{FF2B5EF4-FFF2-40B4-BE49-F238E27FC236}">
                  <a16:creationId xmlns:a16="http://schemas.microsoft.com/office/drawing/2014/main" id="{B39C1706-144C-6EC6-4ABA-7C6BB0BD76D7}"/>
                </a:ext>
              </a:extLst>
            </p:cNvPr>
            <p:cNvSpPr/>
            <p:nvPr/>
          </p:nvSpPr>
          <p:spPr>
            <a:xfrm>
              <a:off x="3737625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3">
              <a:extLst>
                <a:ext uri="{FF2B5EF4-FFF2-40B4-BE49-F238E27FC236}">
                  <a16:creationId xmlns:a16="http://schemas.microsoft.com/office/drawing/2014/main" id="{D863E555-DD78-FDDE-5787-070DA8236280}"/>
                </a:ext>
              </a:extLst>
            </p:cNvPr>
            <p:cNvSpPr/>
            <p:nvPr/>
          </p:nvSpPr>
          <p:spPr>
            <a:xfrm>
              <a:off x="3639737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4">
              <a:extLst>
                <a:ext uri="{FF2B5EF4-FFF2-40B4-BE49-F238E27FC236}">
                  <a16:creationId xmlns:a16="http://schemas.microsoft.com/office/drawing/2014/main" id="{3904C477-F698-E274-7BA2-1FDCF0649199}"/>
                </a:ext>
              </a:extLst>
            </p:cNvPr>
            <p:cNvSpPr/>
            <p:nvPr/>
          </p:nvSpPr>
          <p:spPr>
            <a:xfrm>
              <a:off x="1884828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5">
              <a:extLst>
                <a:ext uri="{FF2B5EF4-FFF2-40B4-BE49-F238E27FC236}">
                  <a16:creationId xmlns:a16="http://schemas.microsoft.com/office/drawing/2014/main" id="{DD3BCCF9-FA37-8023-EA21-3D202046B587}"/>
                </a:ext>
              </a:extLst>
            </p:cNvPr>
            <p:cNvSpPr/>
            <p:nvPr/>
          </p:nvSpPr>
          <p:spPr>
            <a:xfrm>
              <a:off x="4321493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6">
              <a:extLst>
                <a:ext uri="{FF2B5EF4-FFF2-40B4-BE49-F238E27FC236}">
                  <a16:creationId xmlns:a16="http://schemas.microsoft.com/office/drawing/2014/main" id="{BB0968F2-EEBE-215C-CF51-D42BFF80AA69}"/>
                </a:ext>
              </a:extLst>
            </p:cNvPr>
            <p:cNvSpPr/>
            <p:nvPr/>
          </p:nvSpPr>
          <p:spPr>
            <a:xfrm>
              <a:off x="3437531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7">
              <a:extLst>
                <a:ext uri="{FF2B5EF4-FFF2-40B4-BE49-F238E27FC236}">
                  <a16:creationId xmlns:a16="http://schemas.microsoft.com/office/drawing/2014/main" id="{A37A03E1-56A7-3851-138C-548CAB0C06BD}"/>
                </a:ext>
              </a:extLst>
            </p:cNvPr>
            <p:cNvSpPr/>
            <p:nvPr/>
          </p:nvSpPr>
          <p:spPr>
            <a:xfrm>
              <a:off x="1624878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88">
              <a:extLst>
                <a:ext uri="{FF2B5EF4-FFF2-40B4-BE49-F238E27FC236}">
                  <a16:creationId xmlns:a16="http://schemas.microsoft.com/office/drawing/2014/main" id="{62A07928-5837-CFEE-6F8B-E28FCF05D6F8}"/>
                </a:ext>
              </a:extLst>
            </p:cNvPr>
            <p:cNvSpPr/>
            <p:nvPr/>
          </p:nvSpPr>
          <p:spPr>
            <a:xfrm>
              <a:off x="3623791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89">
              <a:extLst>
                <a:ext uri="{FF2B5EF4-FFF2-40B4-BE49-F238E27FC236}">
                  <a16:creationId xmlns:a16="http://schemas.microsoft.com/office/drawing/2014/main" id="{B5D7CF0F-989C-5621-9EBC-81628A59921A}"/>
                </a:ext>
              </a:extLst>
            </p:cNvPr>
            <p:cNvSpPr/>
            <p:nvPr/>
          </p:nvSpPr>
          <p:spPr>
            <a:xfrm>
              <a:off x="3575637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0">
              <a:extLst>
                <a:ext uri="{FF2B5EF4-FFF2-40B4-BE49-F238E27FC236}">
                  <a16:creationId xmlns:a16="http://schemas.microsoft.com/office/drawing/2014/main" id="{542BE409-8911-233F-7614-764CCE8029AA}"/>
                </a:ext>
              </a:extLst>
            </p:cNvPr>
            <p:cNvSpPr/>
            <p:nvPr/>
          </p:nvSpPr>
          <p:spPr>
            <a:xfrm>
              <a:off x="1902921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1">
              <a:extLst>
                <a:ext uri="{FF2B5EF4-FFF2-40B4-BE49-F238E27FC236}">
                  <a16:creationId xmlns:a16="http://schemas.microsoft.com/office/drawing/2014/main" id="{75B5B358-B402-C22C-5BC5-CC98DB00A955}"/>
                </a:ext>
              </a:extLst>
            </p:cNvPr>
            <p:cNvSpPr/>
            <p:nvPr/>
          </p:nvSpPr>
          <p:spPr>
            <a:xfrm>
              <a:off x="1607101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2">
              <a:extLst>
                <a:ext uri="{FF2B5EF4-FFF2-40B4-BE49-F238E27FC236}">
                  <a16:creationId xmlns:a16="http://schemas.microsoft.com/office/drawing/2014/main" id="{181A0E15-DCEC-9F1F-F68F-040777A01DFD}"/>
                </a:ext>
              </a:extLst>
            </p:cNvPr>
            <p:cNvSpPr/>
            <p:nvPr/>
          </p:nvSpPr>
          <p:spPr>
            <a:xfrm>
              <a:off x="160948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3">
              <a:extLst>
                <a:ext uri="{FF2B5EF4-FFF2-40B4-BE49-F238E27FC236}">
                  <a16:creationId xmlns:a16="http://schemas.microsoft.com/office/drawing/2014/main" id="{1A7AE6A0-369B-0070-4276-91235FCFFAB7}"/>
                </a:ext>
              </a:extLst>
            </p:cNvPr>
            <p:cNvSpPr/>
            <p:nvPr/>
          </p:nvSpPr>
          <p:spPr>
            <a:xfrm>
              <a:off x="4408738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4">
              <a:extLst>
                <a:ext uri="{FF2B5EF4-FFF2-40B4-BE49-F238E27FC236}">
                  <a16:creationId xmlns:a16="http://schemas.microsoft.com/office/drawing/2014/main" id="{C2B65B7D-D4C3-0B5A-E97A-2E9312699908}"/>
                </a:ext>
              </a:extLst>
            </p:cNvPr>
            <p:cNvSpPr/>
            <p:nvPr/>
          </p:nvSpPr>
          <p:spPr>
            <a:xfrm>
              <a:off x="343825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5">
              <a:extLst>
                <a:ext uri="{FF2B5EF4-FFF2-40B4-BE49-F238E27FC236}">
                  <a16:creationId xmlns:a16="http://schemas.microsoft.com/office/drawing/2014/main" id="{1705E1E1-CA9E-2380-A607-579D19E2257A}"/>
                </a:ext>
              </a:extLst>
            </p:cNvPr>
            <p:cNvSpPr/>
            <p:nvPr/>
          </p:nvSpPr>
          <p:spPr>
            <a:xfrm>
              <a:off x="1624515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6">
              <a:extLst>
                <a:ext uri="{FF2B5EF4-FFF2-40B4-BE49-F238E27FC236}">
                  <a16:creationId xmlns:a16="http://schemas.microsoft.com/office/drawing/2014/main" id="{969D657D-AD35-8536-6058-D7EE797131D6}"/>
                </a:ext>
              </a:extLst>
            </p:cNvPr>
            <p:cNvSpPr/>
            <p:nvPr/>
          </p:nvSpPr>
          <p:spPr>
            <a:xfrm>
              <a:off x="1849986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7">
              <a:extLst>
                <a:ext uri="{FF2B5EF4-FFF2-40B4-BE49-F238E27FC236}">
                  <a16:creationId xmlns:a16="http://schemas.microsoft.com/office/drawing/2014/main" id="{6035E7C9-F45E-E39C-DABE-5AD0A17B9DB4}"/>
                </a:ext>
              </a:extLst>
            </p:cNvPr>
            <p:cNvSpPr/>
            <p:nvPr/>
          </p:nvSpPr>
          <p:spPr>
            <a:xfrm>
              <a:off x="4404427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298">
              <a:extLst>
                <a:ext uri="{FF2B5EF4-FFF2-40B4-BE49-F238E27FC236}">
                  <a16:creationId xmlns:a16="http://schemas.microsoft.com/office/drawing/2014/main" id="{A6DA6509-7B97-371B-4F87-0038BB7D4AF6}"/>
                </a:ext>
              </a:extLst>
            </p:cNvPr>
            <p:cNvSpPr/>
            <p:nvPr/>
          </p:nvSpPr>
          <p:spPr>
            <a:xfrm>
              <a:off x="3294058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299">
              <a:extLst>
                <a:ext uri="{FF2B5EF4-FFF2-40B4-BE49-F238E27FC236}">
                  <a16:creationId xmlns:a16="http://schemas.microsoft.com/office/drawing/2014/main" id="{3BF9C22A-6150-E395-8F8F-692C839653B6}"/>
                </a:ext>
              </a:extLst>
            </p:cNvPr>
            <p:cNvSpPr/>
            <p:nvPr/>
          </p:nvSpPr>
          <p:spPr>
            <a:xfrm>
              <a:off x="352465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0">
              <a:extLst>
                <a:ext uri="{FF2B5EF4-FFF2-40B4-BE49-F238E27FC236}">
                  <a16:creationId xmlns:a16="http://schemas.microsoft.com/office/drawing/2014/main" id="{3B1319E1-2E64-FD7F-47E0-7EFE30BD4791}"/>
                </a:ext>
              </a:extLst>
            </p:cNvPr>
            <p:cNvSpPr/>
            <p:nvPr/>
          </p:nvSpPr>
          <p:spPr>
            <a:xfrm>
              <a:off x="3294058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1">
              <a:extLst>
                <a:ext uri="{FF2B5EF4-FFF2-40B4-BE49-F238E27FC236}">
                  <a16:creationId xmlns:a16="http://schemas.microsoft.com/office/drawing/2014/main" id="{81D4B438-5519-DA14-D73F-A110BA0F073F}"/>
                </a:ext>
              </a:extLst>
            </p:cNvPr>
            <p:cNvSpPr/>
            <p:nvPr/>
          </p:nvSpPr>
          <p:spPr>
            <a:xfrm>
              <a:off x="1904062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2">
              <a:extLst>
                <a:ext uri="{FF2B5EF4-FFF2-40B4-BE49-F238E27FC236}">
                  <a16:creationId xmlns:a16="http://schemas.microsoft.com/office/drawing/2014/main" id="{4A0D8238-E8F3-3FF4-7E81-04714E0E70C7}"/>
                </a:ext>
              </a:extLst>
            </p:cNvPr>
            <p:cNvSpPr/>
            <p:nvPr/>
          </p:nvSpPr>
          <p:spPr>
            <a:xfrm>
              <a:off x="3388899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3">
              <a:extLst>
                <a:ext uri="{FF2B5EF4-FFF2-40B4-BE49-F238E27FC236}">
                  <a16:creationId xmlns:a16="http://schemas.microsoft.com/office/drawing/2014/main" id="{4D5FFB40-8E92-A51C-C2C3-EE73BB871C3A}"/>
                </a:ext>
              </a:extLst>
            </p:cNvPr>
            <p:cNvSpPr/>
            <p:nvPr/>
          </p:nvSpPr>
          <p:spPr>
            <a:xfrm>
              <a:off x="1609594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4">
              <a:extLst>
                <a:ext uri="{FF2B5EF4-FFF2-40B4-BE49-F238E27FC236}">
                  <a16:creationId xmlns:a16="http://schemas.microsoft.com/office/drawing/2014/main" id="{4FBE81C9-C350-57DF-62F2-BE2A23188C43}"/>
                </a:ext>
              </a:extLst>
            </p:cNvPr>
            <p:cNvSpPr/>
            <p:nvPr/>
          </p:nvSpPr>
          <p:spPr>
            <a:xfrm>
              <a:off x="1823660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5">
              <a:extLst>
                <a:ext uri="{FF2B5EF4-FFF2-40B4-BE49-F238E27FC236}">
                  <a16:creationId xmlns:a16="http://schemas.microsoft.com/office/drawing/2014/main" id="{A651A78A-EDEF-9493-534D-060C39A8FAB3}"/>
                </a:ext>
              </a:extLst>
            </p:cNvPr>
            <p:cNvSpPr/>
            <p:nvPr/>
          </p:nvSpPr>
          <p:spPr>
            <a:xfrm>
              <a:off x="2120894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6">
              <a:extLst>
                <a:ext uri="{FF2B5EF4-FFF2-40B4-BE49-F238E27FC236}">
                  <a16:creationId xmlns:a16="http://schemas.microsoft.com/office/drawing/2014/main" id="{31AE93C1-0238-A592-431A-BE9BA0254FB5}"/>
                </a:ext>
              </a:extLst>
            </p:cNvPr>
            <p:cNvSpPr/>
            <p:nvPr/>
          </p:nvSpPr>
          <p:spPr>
            <a:xfrm>
              <a:off x="3638799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t307">
              <a:extLst>
                <a:ext uri="{FF2B5EF4-FFF2-40B4-BE49-F238E27FC236}">
                  <a16:creationId xmlns:a16="http://schemas.microsoft.com/office/drawing/2014/main" id="{19E52B31-73F1-D3B9-741E-F34263EC81B3}"/>
                </a:ext>
              </a:extLst>
            </p:cNvPr>
            <p:cNvSpPr/>
            <p:nvPr/>
          </p:nvSpPr>
          <p:spPr>
            <a:xfrm>
              <a:off x="1722950" y="4036957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t308">
              <a:extLst>
                <a:ext uri="{FF2B5EF4-FFF2-40B4-BE49-F238E27FC236}">
                  <a16:creationId xmlns:a16="http://schemas.microsoft.com/office/drawing/2014/main" id="{2663BFED-EA22-2196-D818-43BA14603285}"/>
                </a:ext>
              </a:extLst>
            </p:cNvPr>
            <p:cNvSpPr/>
            <p:nvPr/>
          </p:nvSpPr>
          <p:spPr>
            <a:xfrm>
              <a:off x="2099211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t309">
              <a:extLst>
                <a:ext uri="{FF2B5EF4-FFF2-40B4-BE49-F238E27FC236}">
                  <a16:creationId xmlns:a16="http://schemas.microsoft.com/office/drawing/2014/main" id="{AFAA3310-CE6C-587B-9DAF-56A3AD0FFD46}"/>
                </a:ext>
              </a:extLst>
            </p:cNvPr>
            <p:cNvSpPr/>
            <p:nvPr/>
          </p:nvSpPr>
          <p:spPr>
            <a:xfrm>
              <a:off x="1913803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t310">
              <a:extLst>
                <a:ext uri="{FF2B5EF4-FFF2-40B4-BE49-F238E27FC236}">
                  <a16:creationId xmlns:a16="http://schemas.microsoft.com/office/drawing/2014/main" id="{544E4260-1BB5-5EA0-20AD-3978B2EC502F}"/>
                </a:ext>
              </a:extLst>
            </p:cNvPr>
            <p:cNvSpPr/>
            <p:nvPr/>
          </p:nvSpPr>
          <p:spPr>
            <a:xfrm>
              <a:off x="2053542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t311">
              <a:extLst>
                <a:ext uri="{FF2B5EF4-FFF2-40B4-BE49-F238E27FC236}">
                  <a16:creationId xmlns:a16="http://schemas.microsoft.com/office/drawing/2014/main" id="{38AB1123-348F-755A-BEC2-D6CA4A2AEEDF}"/>
                </a:ext>
              </a:extLst>
            </p:cNvPr>
            <p:cNvSpPr/>
            <p:nvPr/>
          </p:nvSpPr>
          <p:spPr>
            <a:xfrm>
              <a:off x="3735196" y="15076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2">
              <a:extLst>
                <a:ext uri="{FF2B5EF4-FFF2-40B4-BE49-F238E27FC236}">
                  <a16:creationId xmlns:a16="http://schemas.microsoft.com/office/drawing/2014/main" id="{D111BE95-708A-641E-DA02-7AD24C83E66F}"/>
                </a:ext>
              </a:extLst>
            </p:cNvPr>
            <p:cNvSpPr/>
            <p:nvPr/>
          </p:nvSpPr>
          <p:spPr>
            <a:xfrm>
              <a:off x="241614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3">
              <a:extLst>
                <a:ext uri="{FF2B5EF4-FFF2-40B4-BE49-F238E27FC236}">
                  <a16:creationId xmlns:a16="http://schemas.microsoft.com/office/drawing/2014/main" id="{28F62D8D-A8D9-B621-78EF-BCF2BD140B56}"/>
                </a:ext>
              </a:extLst>
            </p:cNvPr>
            <p:cNvSpPr/>
            <p:nvPr/>
          </p:nvSpPr>
          <p:spPr>
            <a:xfrm>
              <a:off x="21907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4">
              <a:extLst>
                <a:ext uri="{FF2B5EF4-FFF2-40B4-BE49-F238E27FC236}">
                  <a16:creationId xmlns:a16="http://schemas.microsoft.com/office/drawing/2014/main" id="{E0438522-901D-8710-D4E1-37E0B9A4BB1C}"/>
                </a:ext>
              </a:extLst>
            </p:cNvPr>
            <p:cNvSpPr/>
            <p:nvPr/>
          </p:nvSpPr>
          <p:spPr>
            <a:xfrm>
              <a:off x="434562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5">
              <a:extLst>
                <a:ext uri="{FF2B5EF4-FFF2-40B4-BE49-F238E27FC236}">
                  <a16:creationId xmlns:a16="http://schemas.microsoft.com/office/drawing/2014/main" id="{770382B5-D0D3-3055-4401-6AAF8C3BE569}"/>
                </a:ext>
              </a:extLst>
            </p:cNvPr>
            <p:cNvSpPr/>
            <p:nvPr/>
          </p:nvSpPr>
          <p:spPr>
            <a:xfrm>
              <a:off x="537388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6">
              <a:extLst>
                <a:ext uri="{FF2B5EF4-FFF2-40B4-BE49-F238E27FC236}">
                  <a16:creationId xmlns:a16="http://schemas.microsoft.com/office/drawing/2014/main" id="{D3D801EF-CF62-12E3-E824-B608E7D5B2DC}"/>
                </a:ext>
              </a:extLst>
            </p:cNvPr>
            <p:cNvSpPr/>
            <p:nvPr/>
          </p:nvSpPr>
          <p:spPr>
            <a:xfrm>
              <a:off x="22956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7">
              <a:extLst>
                <a:ext uri="{FF2B5EF4-FFF2-40B4-BE49-F238E27FC236}">
                  <a16:creationId xmlns:a16="http://schemas.microsoft.com/office/drawing/2014/main" id="{B64B01F3-3AA0-BD6B-8FCA-759F33FCC919}"/>
                </a:ext>
              </a:extLst>
            </p:cNvPr>
            <p:cNvSpPr/>
            <p:nvPr/>
          </p:nvSpPr>
          <p:spPr>
            <a:xfrm>
              <a:off x="461626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18">
              <a:extLst>
                <a:ext uri="{FF2B5EF4-FFF2-40B4-BE49-F238E27FC236}">
                  <a16:creationId xmlns:a16="http://schemas.microsoft.com/office/drawing/2014/main" id="{F500D306-9229-7DCB-F6EA-ACBC17373C6D}"/>
                </a:ext>
              </a:extLst>
            </p:cNvPr>
            <p:cNvSpPr/>
            <p:nvPr/>
          </p:nvSpPr>
          <p:spPr>
            <a:xfrm>
              <a:off x="241324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19">
              <a:extLst>
                <a:ext uri="{FF2B5EF4-FFF2-40B4-BE49-F238E27FC236}">
                  <a16:creationId xmlns:a16="http://schemas.microsoft.com/office/drawing/2014/main" id="{81ED8889-8C37-7EA6-7A7F-8FCC271105D1}"/>
                </a:ext>
              </a:extLst>
            </p:cNvPr>
            <p:cNvSpPr/>
            <p:nvPr/>
          </p:nvSpPr>
          <p:spPr>
            <a:xfrm>
              <a:off x="256781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0">
              <a:extLst>
                <a:ext uri="{FF2B5EF4-FFF2-40B4-BE49-F238E27FC236}">
                  <a16:creationId xmlns:a16="http://schemas.microsoft.com/office/drawing/2014/main" id="{D549C248-6E5E-2C35-42EB-2901FFE38B37}"/>
                </a:ext>
              </a:extLst>
            </p:cNvPr>
            <p:cNvSpPr/>
            <p:nvPr/>
          </p:nvSpPr>
          <p:spPr>
            <a:xfrm>
              <a:off x="251255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1">
              <a:extLst>
                <a:ext uri="{FF2B5EF4-FFF2-40B4-BE49-F238E27FC236}">
                  <a16:creationId xmlns:a16="http://schemas.microsoft.com/office/drawing/2014/main" id="{8C274AD0-FF79-CFC3-03D4-D42A0D3DF508}"/>
                </a:ext>
              </a:extLst>
            </p:cNvPr>
            <p:cNvSpPr/>
            <p:nvPr/>
          </p:nvSpPr>
          <p:spPr>
            <a:xfrm>
              <a:off x="257102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2">
              <a:extLst>
                <a:ext uri="{FF2B5EF4-FFF2-40B4-BE49-F238E27FC236}">
                  <a16:creationId xmlns:a16="http://schemas.microsoft.com/office/drawing/2014/main" id="{1EA81AD2-E209-17BC-05B9-8032A101E640}"/>
                </a:ext>
              </a:extLst>
            </p:cNvPr>
            <p:cNvSpPr/>
            <p:nvPr/>
          </p:nvSpPr>
          <p:spPr>
            <a:xfrm>
              <a:off x="242165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3">
              <a:extLst>
                <a:ext uri="{FF2B5EF4-FFF2-40B4-BE49-F238E27FC236}">
                  <a16:creationId xmlns:a16="http://schemas.microsoft.com/office/drawing/2014/main" id="{C2FC15DE-8788-80F9-1676-2DE6D298B975}"/>
                </a:ext>
              </a:extLst>
            </p:cNvPr>
            <p:cNvSpPr/>
            <p:nvPr/>
          </p:nvSpPr>
          <p:spPr>
            <a:xfrm>
              <a:off x="465680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4">
              <a:extLst>
                <a:ext uri="{FF2B5EF4-FFF2-40B4-BE49-F238E27FC236}">
                  <a16:creationId xmlns:a16="http://schemas.microsoft.com/office/drawing/2014/main" id="{322C8DA5-2BE7-B8D9-4066-5B844A63B60A}"/>
                </a:ext>
              </a:extLst>
            </p:cNvPr>
            <p:cNvSpPr/>
            <p:nvPr/>
          </p:nvSpPr>
          <p:spPr>
            <a:xfrm>
              <a:off x="241614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5">
              <a:extLst>
                <a:ext uri="{FF2B5EF4-FFF2-40B4-BE49-F238E27FC236}">
                  <a16:creationId xmlns:a16="http://schemas.microsoft.com/office/drawing/2014/main" id="{0E92AD4D-080A-FD46-A5D6-0E68CE494EA1}"/>
                </a:ext>
              </a:extLst>
            </p:cNvPr>
            <p:cNvSpPr/>
            <p:nvPr/>
          </p:nvSpPr>
          <p:spPr>
            <a:xfrm>
              <a:off x="447011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6">
              <a:extLst>
                <a:ext uri="{FF2B5EF4-FFF2-40B4-BE49-F238E27FC236}">
                  <a16:creationId xmlns:a16="http://schemas.microsoft.com/office/drawing/2014/main" id="{F4F23DAB-4B9F-B0D8-721A-D4E634CB6A2A}"/>
                </a:ext>
              </a:extLst>
            </p:cNvPr>
            <p:cNvSpPr/>
            <p:nvPr/>
          </p:nvSpPr>
          <p:spPr>
            <a:xfrm>
              <a:off x="46672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7">
              <a:extLst>
                <a:ext uri="{FF2B5EF4-FFF2-40B4-BE49-F238E27FC236}">
                  <a16:creationId xmlns:a16="http://schemas.microsoft.com/office/drawing/2014/main" id="{415FC1A5-4FD1-8CBF-21B5-30178167FF74}"/>
                </a:ext>
              </a:extLst>
            </p:cNvPr>
            <p:cNvSpPr/>
            <p:nvPr/>
          </p:nvSpPr>
          <p:spPr>
            <a:xfrm>
              <a:off x="2193666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28">
              <a:extLst>
                <a:ext uri="{FF2B5EF4-FFF2-40B4-BE49-F238E27FC236}">
                  <a16:creationId xmlns:a16="http://schemas.microsoft.com/office/drawing/2014/main" id="{FA0E55DE-E280-E345-FC56-860E8D67AD6A}"/>
                </a:ext>
              </a:extLst>
            </p:cNvPr>
            <p:cNvSpPr/>
            <p:nvPr/>
          </p:nvSpPr>
          <p:spPr>
            <a:xfrm>
              <a:off x="429662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29">
              <a:extLst>
                <a:ext uri="{FF2B5EF4-FFF2-40B4-BE49-F238E27FC236}">
                  <a16:creationId xmlns:a16="http://schemas.microsoft.com/office/drawing/2014/main" id="{A2876F09-3AF9-0A64-075B-A0EF12E0BDE4}"/>
                </a:ext>
              </a:extLst>
            </p:cNvPr>
            <p:cNvSpPr/>
            <p:nvPr/>
          </p:nvSpPr>
          <p:spPr>
            <a:xfrm>
              <a:off x="434826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0">
              <a:extLst>
                <a:ext uri="{FF2B5EF4-FFF2-40B4-BE49-F238E27FC236}">
                  <a16:creationId xmlns:a16="http://schemas.microsoft.com/office/drawing/2014/main" id="{42212CF4-BB0F-A6A0-FA18-6FD659C0E725}"/>
                </a:ext>
              </a:extLst>
            </p:cNvPr>
            <p:cNvSpPr/>
            <p:nvPr/>
          </p:nvSpPr>
          <p:spPr>
            <a:xfrm>
              <a:off x="470760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1">
              <a:extLst>
                <a:ext uri="{FF2B5EF4-FFF2-40B4-BE49-F238E27FC236}">
                  <a16:creationId xmlns:a16="http://schemas.microsoft.com/office/drawing/2014/main" id="{05ED8F4E-65A5-75E0-C42B-18A5BCDE0D81}"/>
                </a:ext>
              </a:extLst>
            </p:cNvPr>
            <p:cNvSpPr/>
            <p:nvPr/>
          </p:nvSpPr>
          <p:spPr>
            <a:xfrm>
              <a:off x="459748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2">
              <a:extLst>
                <a:ext uri="{FF2B5EF4-FFF2-40B4-BE49-F238E27FC236}">
                  <a16:creationId xmlns:a16="http://schemas.microsoft.com/office/drawing/2014/main" id="{8E82D2A4-8002-52E1-B314-A41CC488776D}"/>
                </a:ext>
              </a:extLst>
            </p:cNvPr>
            <p:cNvSpPr/>
            <p:nvPr/>
          </p:nvSpPr>
          <p:spPr>
            <a:xfrm>
              <a:off x="2509039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3">
              <a:extLst>
                <a:ext uri="{FF2B5EF4-FFF2-40B4-BE49-F238E27FC236}">
                  <a16:creationId xmlns:a16="http://schemas.microsoft.com/office/drawing/2014/main" id="{00114FF0-7B91-AE47-AC6F-9685A7A8963B}"/>
                </a:ext>
              </a:extLst>
            </p:cNvPr>
            <p:cNvSpPr/>
            <p:nvPr/>
          </p:nvSpPr>
          <p:spPr>
            <a:xfrm>
              <a:off x="455046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4">
              <a:extLst>
                <a:ext uri="{FF2B5EF4-FFF2-40B4-BE49-F238E27FC236}">
                  <a16:creationId xmlns:a16="http://schemas.microsoft.com/office/drawing/2014/main" id="{5C31CC86-99FE-C185-6AE0-C0948437641B}"/>
                </a:ext>
              </a:extLst>
            </p:cNvPr>
            <p:cNvSpPr/>
            <p:nvPr/>
          </p:nvSpPr>
          <p:spPr>
            <a:xfrm>
              <a:off x="451592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5">
              <a:extLst>
                <a:ext uri="{FF2B5EF4-FFF2-40B4-BE49-F238E27FC236}">
                  <a16:creationId xmlns:a16="http://schemas.microsoft.com/office/drawing/2014/main" id="{88F1A707-7C06-F65A-B753-2538C1EB8568}"/>
                </a:ext>
              </a:extLst>
            </p:cNvPr>
            <p:cNvSpPr/>
            <p:nvPr/>
          </p:nvSpPr>
          <p:spPr>
            <a:xfrm>
              <a:off x="241087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6">
              <a:extLst>
                <a:ext uri="{FF2B5EF4-FFF2-40B4-BE49-F238E27FC236}">
                  <a16:creationId xmlns:a16="http://schemas.microsoft.com/office/drawing/2014/main" id="{B62A531D-CB5C-0C3B-2826-46E5BC053737}"/>
                </a:ext>
              </a:extLst>
            </p:cNvPr>
            <p:cNvSpPr/>
            <p:nvPr/>
          </p:nvSpPr>
          <p:spPr>
            <a:xfrm>
              <a:off x="429639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7">
              <a:extLst>
                <a:ext uri="{FF2B5EF4-FFF2-40B4-BE49-F238E27FC236}">
                  <a16:creationId xmlns:a16="http://schemas.microsoft.com/office/drawing/2014/main" id="{5629B66C-1955-EA4D-24CC-610BB2F96B95}"/>
                </a:ext>
              </a:extLst>
            </p:cNvPr>
            <p:cNvSpPr/>
            <p:nvPr/>
          </p:nvSpPr>
          <p:spPr>
            <a:xfrm>
              <a:off x="533873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38">
              <a:extLst>
                <a:ext uri="{FF2B5EF4-FFF2-40B4-BE49-F238E27FC236}">
                  <a16:creationId xmlns:a16="http://schemas.microsoft.com/office/drawing/2014/main" id="{9E30A534-5764-FC07-E8AD-7AE1ECCCBC25}"/>
                </a:ext>
              </a:extLst>
            </p:cNvPr>
            <p:cNvSpPr/>
            <p:nvPr/>
          </p:nvSpPr>
          <p:spPr>
            <a:xfrm>
              <a:off x="46672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39">
              <a:extLst>
                <a:ext uri="{FF2B5EF4-FFF2-40B4-BE49-F238E27FC236}">
                  <a16:creationId xmlns:a16="http://schemas.microsoft.com/office/drawing/2014/main" id="{34EEC0D8-A850-2668-120E-9C301588C0F3}"/>
                </a:ext>
              </a:extLst>
            </p:cNvPr>
            <p:cNvSpPr/>
            <p:nvPr/>
          </p:nvSpPr>
          <p:spPr>
            <a:xfrm>
              <a:off x="533997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0">
              <a:extLst>
                <a:ext uri="{FF2B5EF4-FFF2-40B4-BE49-F238E27FC236}">
                  <a16:creationId xmlns:a16="http://schemas.microsoft.com/office/drawing/2014/main" id="{67ED1AF2-3E48-4917-22F8-3635537D4639}"/>
                </a:ext>
              </a:extLst>
            </p:cNvPr>
            <p:cNvSpPr/>
            <p:nvPr/>
          </p:nvSpPr>
          <p:spPr>
            <a:xfrm>
              <a:off x="242738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1">
              <a:extLst>
                <a:ext uri="{FF2B5EF4-FFF2-40B4-BE49-F238E27FC236}">
                  <a16:creationId xmlns:a16="http://schemas.microsoft.com/office/drawing/2014/main" id="{9B869296-3D8E-75CA-2FCB-7EB3EF416416}"/>
                </a:ext>
              </a:extLst>
            </p:cNvPr>
            <p:cNvSpPr/>
            <p:nvPr/>
          </p:nvSpPr>
          <p:spPr>
            <a:xfrm>
              <a:off x="219681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2">
              <a:extLst>
                <a:ext uri="{FF2B5EF4-FFF2-40B4-BE49-F238E27FC236}">
                  <a16:creationId xmlns:a16="http://schemas.microsoft.com/office/drawing/2014/main" id="{FA066797-8A22-4A6A-EECF-1993582C9047}"/>
                </a:ext>
              </a:extLst>
            </p:cNvPr>
            <p:cNvSpPr/>
            <p:nvPr/>
          </p:nvSpPr>
          <p:spPr>
            <a:xfrm>
              <a:off x="465933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3">
              <a:extLst>
                <a:ext uri="{FF2B5EF4-FFF2-40B4-BE49-F238E27FC236}">
                  <a16:creationId xmlns:a16="http://schemas.microsoft.com/office/drawing/2014/main" id="{90ED315D-CD7A-0399-BEEF-333B70A305AD}"/>
                </a:ext>
              </a:extLst>
            </p:cNvPr>
            <p:cNvSpPr/>
            <p:nvPr/>
          </p:nvSpPr>
          <p:spPr>
            <a:xfrm>
              <a:off x="242014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4">
              <a:extLst>
                <a:ext uri="{FF2B5EF4-FFF2-40B4-BE49-F238E27FC236}">
                  <a16:creationId xmlns:a16="http://schemas.microsoft.com/office/drawing/2014/main" id="{1792287A-493F-9465-006C-CEF33FADD54D}"/>
                </a:ext>
              </a:extLst>
            </p:cNvPr>
            <p:cNvSpPr/>
            <p:nvPr/>
          </p:nvSpPr>
          <p:spPr>
            <a:xfrm>
              <a:off x="459480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5">
              <a:extLst>
                <a:ext uri="{FF2B5EF4-FFF2-40B4-BE49-F238E27FC236}">
                  <a16:creationId xmlns:a16="http://schemas.microsoft.com/office/drawing/2014/main" id="{6935C515-7A31-2289-3333-5410FF6F9848}"/>
                </a:ext>
              </a:extLst>
            </p:cNvPr>
            <p:cNvSpPr/>
            <p:nvPr/>
          </p:nvSpPr>
          <p:spPr>
            <a:xfrm>
              <a:off x="218204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6">
              <a:extLst>
                <a:ext uri="{FF2B5EF4-FFF2-40B4-BE49-F238E27FC236}">
                  <a16:creationId xmlns:a16="http://schemas.microsoft.com/office/drawing/2014/main" id="{BD5A94EF-B126-E675-180F-59DB27272899}"/>
                </a:ext>
              </a:extLst>
            </p:cNvPr>
            <p:cNvSpPr/>
            <p:nvPr/>
          </p:nvSpPr>
          <p:spPr>
            <a:xfrm>
              <a:off x="4514544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7">
              <a:extLst>
                <a:ext uri="{FF2B5EF4-FFF2-40B4-BE49-F238E27FC236}">
                  <a16:creationId xmlns:a16="http://schemas.microsoft.com/office/drawing/2014/main" id="{F8A38725-3A15-364C-28A4-BD3E18158423}"/>
                </a:ext>
              </a:extLst>
            </p:cNvPr>
            <p:cNvSpPr/>
            <p:nvPr/>
          </p:nvSpPr>
          <p:spPr>
            <a:xfrm>
              <a:off x="259386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48">
              <a:extLst>
                <a:ext uri="{FF2B5EF4-FFF2-40B4-BE49-F238E27FC236}">
                  <a16:creationId xmlns:a16="http://schemas.microsoft.com/office/drawing/2014/main" id="{59469C1B-8A06-CCC1-4CD4-16A351BC0F1F}"/>
                </a:ext>
              </a:extLst>
            </p:cNvPr>
            <p:cNvSpPr/>
            <p:nvPr/>
          </p:nvSpPr>
          <p:spPr>
            <a:xfrm>
              <a:off x="447011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49">
              <a:extLst>
                <a:ext uri="{FF2B5EF4-FFF2-40B4-BE49-F238E27FC236}">
                  <a16:creationId xmlns:a16="http://schemas.microsoft.com/office/drawing/2014/main" id="{1DE26AC4-689F-A255-38E4-8F1116D4C179}"/>
                </a:ext>
              </a:extLst>
            </p:cNvPr>
            <p:cNvSpPr/>
            <p:nvPr/>
          </p:nvSpPr>
          <p:spPr>
            <a:xfrm>
              <a:off x="229519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0">
              <a:extLst>
                <a:ext uri="{FF2B5EF4-FFF2-40B4-BE49-F238E27FC236}">
                  <a16:creationId xmlns:a16="http://schemas.microsoft.com/office/drawing/2014/main" id="{2D0A63C5-8B05-FE8C-254A-3213D15E8415}"/>
                </a:ext>
              </a:extLst>
            </p:cNvPr>
            <p:cNvSpPr/>
            <p:nvPr/>
          </p:nvSpPr>
          <p:spPr>
            <a:xfrm>
              <a:off x="259386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1">
              <a:extLst>
                <a:ext uri="{FF2B5EF4-FFF2-40B4-BE49-F238E27FC236}">
                  <a16:creationId xmlns:a16="http://schemas.microsoft.com/office/drawing/2014/main" id="{0D02486D-26EC-27BD-47AF-661CBBFFC5ED}"/>
                </a:ext>
              </a:extLst>
            </p:cNvPr>
            <p:cNvSpPr/>
            <p:nvPr/>
          </p:nvSpPr>
          <p:spPr>
            <a:xfrm>
              <a:off x="461607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2">
              <a:extLst>
                <a:ext uri="{FF2B5EF4-FFF2-40B4-BE49-F238E27FC236}">
                  <a16:creationId xmlns:a16="http://schemas.microsoft.com/office/drawing/2014/main" id="{5EF0BB82-1567-11BA-2B18-6FCA11C6B8F6}"/>
                </a:ext>
              </a:extLst>
            </p:cNvPr>
            <p:cNvSpPr/>
            <p:nvPr/>
          </p:nvSpPr>
          <p:spPr>
            <a:xfrm>
              <a:off x="238169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3">
              <a:extLst>
                <a:ext uri="{FF2B5EF4-FFF2-40B4-BE49-F238E27FC236}">
                  <a16:creationId xmlns:a16="http://schemas.microsoft.com/office/drawing/2014/main" id="{5731CA56-BAF4-7AED-3422-8F450579D38B}"/>
                </a:ext>
              </a:extLst>
            </p:cNvPr>
            <p:cNvSpPr/>
            <p:nvPr/>
          </p:nvSpPr>
          <p:spPr>
            <a:xfrm>
              <a:off x="455064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4">
              <a:extLst>
                <a:ext uri="{FF2B5EF4-FFF2-40B4-BE49-F238E27FC236}">
                  <a16:creationId xmlns:a16="http://schemas.microsoft.com/office/drawing/2014/main" id="{2B29EDBC-CD11-1482-3F17-44C15B3A9B9C}"/>
                </a:ext>
              </a:extLst>
            </p:cNvPr>
            <p:cNvSpPr/>
            <p:nvPr/>
          </p:nvSpPr>
          <p:spPr>
            <a:xfrm>
              <a:off x="219238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5">
              <a:extLst>
                <a:ext uri="{FF2B5EF4-FFF2-40B4-BE49-F238E27FC236}">
                  <a16:creationId xmlns:a16="http://schemas.microsoft.com/office/drawing/2014/main" id="{B3F455D5-5972-6B88-93B6-EC35A9AE8F81}"/>
                </a:ext>
              </a:extLst>
            </p:cNvPr>
            <p:cNvSpPr/>
            <p:nvPr/>
          </p:nvSpPr>
          <p:spPr>
            <a:xfrm>
              <a:off x="238169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6">
              <a:extLst>
                <a:ext uri="{FF2B5EF4-FFF2-40B4-BE49-F238E27FC236}">
                  <a16:creationId xmlns:a16="http://schemas.microsoft.com/office/drawing/2014/main" id="{14C6A0D8-6B0D-B994-0716-5EBBDF222D16}"/>
                </a:ext>
              </a:extLst>
            </p:cNvPr>
            <p:cNvSpPr/>
            <p:nvPr/>
          </p:nvSpPr>
          <p:spPr>
            <a:xfrm>
              <a:off x="218241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7">
              <a:extLst>
                <a:ext uri="{FF2B5EF4-FFF2-40B4-BE49-F238E27FC236}">
                  <a16:creationId xmlns:a16="http://schemas.microsoft.com/office/drawing/2014/main" id="{667ABC86-D58D-5850-39C0-D106B13152C2}"/>
                </a:ext>
              </a:extLst>
            </p:cNvPr>
            <p:cNvSpPr/>
            <p:nvPr/>
          </p:nvSpPr>
          <p:spPr>
            <a:xfrm>
              <a:off x="471214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58">
              <a:extLst>
                <a:ext uri="{FF2B5EF4-FFF2-40B4-BE49-F238E27FC236}">
                  <a16:creationId xmlns:a16="http://schemas.microsoft.com/office/drawing/2014/main" id="{40DE9A6C-B5FC-0D72-5079-F4D8D6DB0E76}"/>
                </a:ext>
              </a:extLst>
            </p:cNvPr>
            <p:cNvSpPr/>
            <p:nvPr/>
          </p:nvSpPr>
          <p:spPr>
            <a:xfrm>
              <a:off x="242165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59">
              <a:extLst>
                <a:ext uri="{FF2B5EF4-FFF2-40B4-BE49-F238E27FC236}">
                  <a16:creationId xmlns:a16="http://schemas.microsoft.com/office/drawing/2014/main" id="{AEE23BCF-F7EF-520F-1176-24F835F40608}"/>
                </a:ext>
              </a:extLst>
            </p:cNvPr>
            <p:cNvSpPr/>
            <p:nvPr/>
          </p:nvSpPr>
          <p:spPr>
            <a:xfrm>
              <a:off x="174912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0">
              <a:extLst>
                <a:ext uri="{FF2B5EF4-FFF2-40B4-BE49-F238E27FC236}">
                  <a16:creationId xmlns:a16="http://schemas.microsoft.com/office/drawing/2014/main" id="{095A52F2-D82C-8613-B879-384BE9995D27}"/>
                </a:ext>
              </a:extLst>
            </p:cNvPr>
            <p:cNvSpPr/>
            <p:nvPr/>
          </p:nvSpPr>
          <p:spPr>
            <a:xfrm>
              <a:off x="430361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1">
              <a:extLst>
                <a:ext uri="{FF2B5EF4-FFF2-40B4-BE49-F238E27FC236}">
                  <a16:creationId xmlns:a16="http://schemas.microsoft.com/office/drawing/2014/main" id="{31D03DFF-6EE8-F9B4-7DB7-A603EFD14C1E}"/>
                </a:ext>
              </a:extLst>
            </p:cNvPr>
            <p:cNvSpPr/>
            <p:nvPr/>
          </p:nvSpPr>
          <p:spPr>
            <a:xfrm>
              <a:off x="1748518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2">
              <a:extLst>
                <a:ext uri="{FF2B5EF4-FFF2-40B4-BE49-F238E27FC236}">
                  <a16:creationId xmlns:a16="http://schemas.microsoft.com/office/drawing/2014/main" id="{5AF218D9-E222-33CD-C7F5-EDBBF49CDC4B}"/>
                </a:ext>
              </a:extLst>
            </p:cNvPr>
            <p:cNvSpPr/>
            <p:nvPr/>
          </p:nvSpPr>
          <p:spPr>
            <a:xfrm>
              <a:off x="361804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3">
              <a:extLst>
                <a:ext uri="{FF2B5EF4-FFF2-40B4-BE49-F238E27FC236}">
                  <a16:creationId xmlns:a16="http://schemas.microsoft.com/office/drawing/2014/main" id="{CA8D34C8-F52D-DE58-BA71-215023F9649D}"/>
                </a:ext>
              </a:extLst>
            </p:cNvPr>
            <p:cNvSpPr/>
            <p:nvPr/>
          </p:nvSpPr>
          <p:spPr>
            <a:xfrm>
              <a:off x="343144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4">
              <a:extLst>
                <a:ext uri="{FF2B5EF4-FFF2-40B4-BE49-F238E27FC236}">
                  <a16:creationId xmlns:a16="http://schemas.microsoft.com/office/drawing/2014/main" id="{6B8DFBBC-D358-D383-EC34-34DECE4DCFF6}"/>
                </a:ext>
              </a:extLst>
            </p:cNvPr>
            <p:cNvSpPr/>
            <p:nvPr/>
          </p:nvSpPr>
          <p:spPr>
            <a:xfrm>
              <a:off x="329068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5">
              <a:extLst>
                <a:ext uri="{FF2B5EF4-FFF2-40B4-BE49-F238E27FC236}">
                  <a16:creationId xmlns:a16="http://schemas.microsoft.com/office/drawing/2014/main" id="{6C69DAA2-B0A2-404D-C697-FCD53F190B09}"/>
                </a:ext>
              </a:extLst>
            </p:cNvPr>
            <p:cNvSpPr/>
            <p:nvPr/>
          </p:nvSpPr>
          <p:spPr>
            <a:xfrm>
              <a:off x="189180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6">
              <a:extLst>
                <a:ext uri="{FF2B5EF4-FFF2-40B4-BE49-F238E27FC236}">
                  <a16:creationId xmlns:a16="http://schemas.microsoft.com/office/drawing/2014/main" id="{0D5FD433-A780-4533-3B49-7A9633D416A7}"/>
                </a:ext>
              </a:extLst>
            </p:cNvPr>
            <p:cNvSpPr/>
            <p:nvPr/>
          </p:nvSpPr>
          <p:spPr>
            <a:xfrm>
              <a:off x="3338368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7">
              <a:extLst>
                <a:ext uri="{FF2B5EF4-FFF2-40B4-BE49-F238E27FC236}">
                  <a16:creationId xmlns:a16="http://schemas.microsoft.com/office/drawing/2014/main" id="{CEE43D12-674E-63F3-1045-44EAF3728B6F}"/>
                </a:ext>
              </a:extLst>
            </p:cNvPr>
            <p:cNvSpPr/>
            <p:nvPr/>
          </p:nvSpPr>
          <p:spPr>
            <a:xfrm>
              <a:off x="184809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68">
              <a:extLst>
                <a:ext uri="{FF2B5EF4-FFF2-40B4-BE49-F238E27FC236}">
                  <a16:creationId xmlns:a16="http://schemas.microsoft.com/office/drawing/2014/main" id="{FF4D8EFC-A59B-73B7-DE9B-46A9AAE9B510}"/>
                </a:ext>
              </a:extLst>
            </p:cNvPr>
            <p:cNvSpPr/>
            <p:nvPr/>
          </p:nvSpPr>
          <p:spPr>
            <a:xfrm>
              <a:off x="164466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69">
              <a:extLst>
                <a:ext uri="{FF2B5EF4-FFF2-40B4-BE49-F238E27FC236}">
                  <a16:creationId xmlns:a16="http://schemas.microsoft.com/office/drawing/2014/main" id="{BA62B506-E74B-D2D6-3AE8-139DFCDB8742}"/>
                </a:ext>
              </a:extLst>
            </p:cNvPr>
            <p:cNvSpPr/>
            <p:nvPr/>
          </p:nvSpPr>
          <p:spPr>
            <a:xfrm>
              <a:off x="1745808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0">
              <a:extLst>
                <a:ext uri="{FF2B5EF4-FFF2-40B4-BE49-F238E27FC236}">
                  <a16:creationId xmlns:a16="http://schemas.microsoft.com/office/drawing/2014/main" id="{956BBEC6-0A46-BC99-8F4E-9A4FB107454C}"/>
                </a:ext>
              </a:extLst>
            </p:cNvPr>
            <p:cNvSpPr/>
            <p:nvPr/>
          </p:nvSpPr>
          <p:spPr>
            <a:xfrm>
              <a:off x="164592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1">
              <a:extLst>
                <a:ext uri="{FF2B5EF4-FFF2-40B4-BE49-F238E27FC236}">
                  <a16:creationId xmlns:a16="http://schemas.microsoft.com/office/drawing/2014/main" id="{2D9C5166-6FF7-B458-9224-846219393F42}"/>
                </a:ext>
              </a:extLst>
            </p:cNvPr>
            <p:cNvSpPr/>
            <p:nvPr/>
          </p:nvSpPr>
          <p:spPr>
            <a:xfrm>
              <a:off x="361629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2">
              <a:extLst>
                <a:ext uri="{FF2B5EF4-FFF2-40B4-BE49-F238E27FC236}">
                  <a16:creationId xmlns:a16="http://schemas.microsoft.com/office/drawing/2014/main" id="{51CBE9BD-FCC6-81A3-B68F-ECA42E533F15}"/>
                </a:ext>
              </a:extLst>
            </p:cNvPr>
            <p:cNvSpPr/>
            <p:nvPr/>
          </p:nvSpPr>
          <p:spPr>
            <a:xfrm>
              <a:off x="368138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3">
              <a:extLst>
                <a:ext uri="{FF2B5EF4-FFF2-40B4-BE49-F238E27FC236}">
                  <a16:creationId xmlns:a16="http://schemas.microsoft.com/office/drawing/2014/main" id="{3EC5A8D5-0AF5-5AEE-D59F-CD66D91C85AA}"/>
                </a:ext>
              </a:extLst>
            </p:cNvPr>
            <p:cNvSpPr/>
            <p:nvPr/>
          </p:nvSpPr>
          <p:spPr>
            <a:xfrm>
              <a:off x="356524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4">
              <a:extLst>
                <a:ext uri="{FF2B5EF4-FFF2-40B4-BE49-F238E27FC236}">
                  <a16:creationId xmlns:a16="http://schemas.microsoft.com/office/drawing/2014/main" id="{886EB928-908D-775C-4F97-76E5935A6B88}"/>
                </a:ext>
              </a:extLst>
            </p:cNvPr>
            <p:cNvSpPr/>
            <p:nvPr/>
          </p:nvSpPr>
          <p:spPr>
            <a:xfrm>
              <a:off x="3336399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5">
              <a:extLst>
                <a:ext uri="{FF2B5EF4-FFF2-40B4-BE49-F238E27FC236}">
                  <a16:creationId xmlns:a16="http://schemas.microsoft.com/office/drawing/2014/main" id="{D12EE214-0ABB-C062-EE53-8E600FC6E6AE}"/>
                </a:ext>
              </a:extLst>
            </p:cNvPr>
            <p:cNvSpPr/>
            <p:nvPr/>
          </p:nvSpPr>
          <p:spPr>
            <a:xfrm>
              <a:off x="430361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6">
              <a:extLst>
                <a:ext uri="{FF2B5EF4-FFF2-40B4-BE49-F238E27FC236}">
                  <a16:creationId xmlns:a16="http://schemas.microsoft.com/office/drawing/2014/main" id="{D5BF429C-CC9A-1685-F250-C8142BA6A07F}"/>
                </a:ext>
              </a:extLst>
            </p:cNvPr>
            <p:cNvSpPr/>
            <p:nvPr/>
          </p:nvSpPr>
          <p:spPr>
            <a:xfrm>
              <a:off x="436635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7">
              <a:extLst>
                <a:ext uri="{FF2B5EF4-FFF2-40B4-BE49-F238E27FC236}">
                  <a16:creationId xmlns:a16="http://schemas.microsoft.com/office/drawing/2014/main" id="{729D916F-C368-8CEC-790F-05AB08B07CC0}"/>
                </a:ext>
              </a:extLst>
            </p:cNvPr>
            <p:cNvSpPr/>
            <p:nvPr/>
          </p:nvSpPr>
          <p:spPr>
            <a:xfrm>
              <a:off x="176009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78">
              <a:extLst>
                <a:ext uri="{FF2B5EF4-FFF2-40B4-BE49-F238E27FC236}">
                  <a16:creationId xmlns:a16="http://schemas.microsoft.com/office/drawing/2014/main" id="{6D0DF154-D2C9-5B90-14EC-9378BB8E8F26}"/>
                </a:ext>
              </a:extLst>
            </p:cNvPr>
            <p:cNvSpPr/>
            <p:nvPr/>
          </p:nvSpPr>
          <p:spPr>
            <a:xfrm>
              <a:off x="1890161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79">
              <a:extLst>
                <a:ext uri="{FF2B5EF4-FFF2-40B4-BE49-F238E27FC236}">
                  <a16:creationId xmlns:a16="http://schemas.microsoft.com/office/drawing/2014/main" id="{512576BB-C355-0875-15C3-020B445B0724}"/>
                </a:ext>
              </a:extLst>
            </p:cNvPr>
            <p:cNvSpPr/>
            <p:nvPr/>
          </p:nvSpPr>
          <p:spPr>
            <a:xfrm>
              <a:off x="343112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0">
              <a:extLst>
                <a:ext uri="{FF2B5EF4-FFF2-40B4-BE49-F238E27FC236}">
                  <a16:creationId xmlns:a16="http://schemas.microsoft.com/office/drawing/2014/main" id="{866AA2E5-B4BA-A81B-6C0D-D36C6828CBFA}"/>
                </a:ext>
              </a:extLst>
            </p:cNvPr>
            <p:cNvSpPr/>
            <p:nvPr/>
          </p:nvSpPr>
          <p:spPr>
            <a:xfrm>
              <a:off x="175741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1">
              <a:extLst>
                <a:ext uri="{FF2B5EF4-FFF2-40B4-BE49-F238E27FC236}">
                  <a16:creationId xmlns:a16="http://schemas.microsoft.com/office/drawing/2014/main" id="{E1A5CE67-A649-C126-675A-241E60D6A64D}"/>
                </a:ext>
              </a:extLst>
            </p:cNvPr>
            <p:cNvSpPr/>
            <p:nvPr/>
          </p:nvSpPr>
          <p:spPr>
            <a:xfrm>
              <a:off x="3480027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2">
              <a:extLst>
                <a:ext uri="{FF2B5EF4-FFF2-40B4-BE49-F238E27FC236}">
                  <a16:creationId xmlns:a16="http://schemas.microsoft.com/office/drawing/2014/main" id="{BAAE66C2-CAD4-0E61-1025-2C24BEB4BF3A}"/>
                </a:ext>
              </a:extLst>
            </p:cNvPr>
            <p:cNvSpPr/>
            <p:nvPr/>
          </p:nvSpPr>
          <p:spPr>
            <a:xfrm>
              <a:off x="189136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3">
              <a:extLst>
                <a:ext uri="{FF2B5EF4-FFF2-40B4-BE49-F238E27FC236}">
                  <a16:creationId xmlns:a16="http://schemas.microsoft.com/office/drawing/2014/main" id="{666E0ABF-498F-F59C-CDFE-EC44853C89D2}"/>
                </a:ext>
              </a:extLst>
            </p:cNvPr>
            <p:cNvSpPr/>
            <p:nvPr/>
          </p:nvSpPr>
          <p:spPr>
            <a:xfrm>
              <a:off x="194749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4">
              <a:extLst>
                <a:ext uri="{FF2B5EF4-FFF2-40B4-BE49-F238E27FC236}">
                  <a16:creationId xmlns:a16="http://schemas.microsoft.com/office/drawing/2014/main" id="{D5D159CA-3EC4-6264-A4E4-59BB0C200397}"/>
                </a:ext>
              </a:extLst>
            </p:cNvPr>
            <p:cNvSpPr/>
            <p:nvPr/>
          </p:nvSpPr>
          <p:spPr>
            <a:xfrm>
              <a:off x="194529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5">
              <a:extLst>
                <a:ext uri="{FF2B5EF4-FFF2-40B4-BE49-F238E27FC236}">
                  <a16:creationId xmlns:a16="http://schemas.microsoft.com/office/drawing/2014/main" id="{F88EFD40-9099-0280-CEAB-51DC95FBBDDF}"/>
                </a:ext>
              </a:extLst>
            </p:cNvPr>
            <p:cNvSpPr/>
            <p:nvPr/>
          </p:nvSpPr>
          <p:spPr>
            <a:xfrm>
              <a:off x="1641522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6">
              <a:extLst>
                <a:ext uri="{FF2B5EF4-FFF2-40B4-BE49-F238E27FC236}">
                  <a16:creationId xmlns:a16="http://schemas.microsoft.com/office/drawing/2014/main" id="{B66963A4-2307-FC07-A778-5BDD05C78812}"/>
                </a:ext>
              </a:extLst>
            </p:cNvPr>
            <p:cNvSpPr/>
            <p:nvPr/>
          </p:nvSpPr>
          <p:spPr>
            <a:xfrm>
              <a:off x="363130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7">
              <a:extLst>
                <a:ext uri="{FF2B5EF4-FFF2-40B4-BE49-F238E27FC236}">
                  <a16:creationId xmlns:a16="http://schemas.microsoft.com/office/drawing/2014/main" id="{05539F93-2B7D-06C7-11BA-88D0E3FE2EBC}"/>
                </a:ext>
              </a:extLst>
            </p:cNvPr>
            <p:cNvSpPr/>
            <p:nvPr/>
          </p:nvSpPr>
          <p:spPr>
            <a:xfrm>
              <a:off x="436422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88">
              <a:extLst>
                <a:ext uri="{FF2B5EF4-FFF2-40B4-BE49-F238E27FC236}">
                  <a16:creationId xmlns:a16="http://schemas.microsoft.com/office/drawing/2014/main" id="{C78A9BD6-CBDE-6B20-DC8C-665CFDD3CA93}"/>
                </a:ext>
              </a:extLst>
            </p:cNvPr>
            <p:cNvSpPr/>
            <p:nvPr/>
          </p:nvSpPr>
          <p:spPr>
            <a:xfrm>
              <a:off x="351598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89">
              <a:extLst>
                <a:ext uri="{FF2B5EF4-FFF2-40B4-BE49-F238E27FC236}">
                  <a16:creationId xmlns:a16="http://schemas.microsoft.com/office/drawing/2014/main" id="{350D0067-163D-2BB9-79FD-FB6D8D2627FE}"/>
                </a:ext>
              </a:extLst>
            </p:cNvPr>
            <p:cNvSpPr/>
            <p:nvPr/>
          </p:nvSpPr>
          <p:spPr>
            <a:xfrm>
              <a:off x="351570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0">
              <a:extLst>
                <a:ext uri="{FF2B5EF4-FFF2-40B4-BE49-F238E27FC236}">
                  <a16:creationId xmlns:a16="http://schemas.microsoft.com/office/drawing/2014/main" id="{90CDF8BD-EBE9-B9FF-FB40-B10EF8948DE3}"/>
                </a:ext>
              </a:extLst>
            </p:cNvPr>
            <p:cNvSpPr/>
            <p:nvPr/>
          </p:nvSpPr>
          <p:spPr>
            <a:xfrm>
              <a:off x="1862540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1">
              <a:extLst>
                <a:ext uri="{FF2B5EF4-FFF2-40B4-BE49-F238E27FC236}">
                  <a16:creationId xmlns:a16="http://schemas.microsoft.com/office/drawing/2014/main" id="{5F794E0C-B420-A72C-9C7F-A5D04CA56C5C}"/>
                </a:ext>
              </a:extLst>
            </p:cNvPr>
            <p:cNvSpPr/>
            <p:nvPr/>
          </p:nvSpPr>
          <p:spPr>
            <a:xfrm>
              <a:off x="176018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2">
              <a:extLst>
                <a:ext uri="{FF2B5EF4-FFF2-40B4-BE49-F238E27FC236}">
                  <a16:creationId xmlns:a16="http://schemas.microsoft.com/office/drawing/2014/main" id="{70AD17B0-F796-E1E3-30A2-38148C8F2D2D}"/>
                </a:ext>
              </a:extLst>
            </p:cNvPr>
            <p:cNvSpPr/>
            <p:nvPr/>
          </p:nvSpPr>
          <p:spPr>
            <a:xfrm>
              <a:off x="1662373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3">
              <a:extLst>
                <a:ext uri="{FF2B5EF4-FFF2-40B4-BE49-F238E27FC236}">
                  <a16:creationId xmlns:a16="http://schemas.microsoft.com/office/drawing/2014/main" id="{0FEEE54E-CB1C-E2C1-A6F0-705DD1DD616A}"/>
                </a:ext>
              </a:extLst>
            </p:cNvPr>
            <p:cNvSpPr/>
            <p:nvPr/>
          </p:nvSpPr>
          <p:spPr>
            <a:xfrm>
              <a:off x="194599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4">
              <a:extLst>
                <a:ext uri="{FF2B5EF4-FFF2-40B4-BE49-F238E27FC236}">
                  <a16:creationId xmlns:a16="http://schemas.microsoft.com/office/drawing/2014/main" id="{AB9FE46E-E2D0-366F-A7B5-452345E00C49}"/>
                </a:ext>
              </a:extLst>
            </p:cNvPr>
            <p:cNvSpPr/>
            <p:nvPr/>
          </p:nvSpPr>
          <p:spPr>
            <a:xfrm>
              <a:off x="356567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5">
              <a:extLst>
                <a:ext uri="{FF2B5EF4-FFF2-40B4-BE49-F238E27FC236}">
                  <a16:creationId xmlns:a16="http://schemas.microsoft.com/office/drawing/2014/main" id="{34E4CDF3-02B6-C466-A30A-5A51A6DAF558}"/>
                </a:ext>
              </a:extLst>
            </p:cNvPr>
            <p:cNvSpPr/>
            <p:nvPr/>
          </p:nvSpPr>
          <p:spPr>
            <a:xfrm>
              <a:off x="1661086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6">
              <a:extLst>
                <a:ext uri="{FF2B5EF4-FFF2-40B4-BE49-F238E27FC236}">
                  <a16:creationId xmlns:a16="http://schemas.microsoft.com/office/drawing/2014/main" id="{2C2D52DE-2BA0-BBA3-CA4E-DCEF637A1689}"/>
                </a:ext>
              </a:extLst>
            </p:cNvPr>
            <p:cNvSpPr/>
            <p:nvPr/>
          </p:nvSpPr>
          <p:spPr>
            <a:xfrm>
              <a:off x="1760181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7">
              <a:extLst>
                <a:ext uri="{FF2B5EF4-FFF2-40B4-BE49-F238E27FC236}">
                  <a16:creationId xmlns:a16="http://schemas.microsoft.com/office/drawing/2014/main" id="{CF2FB7CE-AE47-E834-99A7-B920BEB0C79A}"/>
                </a:ext>
              </a:extLst>
            </p:cNvPr>
            <p:cNvSpPr/>
            <p:nvPr/>
          </p:nvSpPr>
          <p:spPr>
            <a:xfrm>
              <a:off x="3567294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398">
              <a:extLst>
                <a:ext uri="{FF2B5EF4-FFF2-40B4-BE49-F238E27FC236}">
                  <a16:creationId xmlns:a16="http://schemas.microsoft.com/office/drawing/2014/main" id="{93DDFB68-6C77-00FE-FB3E-5EA10F0B1990}"/>
                </a:ext>
              </a:extLst>
            </p:cNvPr>
            <p:cNvSpPr/>
            <p:nvPr/>
          </p:nvSpPr>
          <p:spPr>
            <a:xfrm>
              <a:off x="1841225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399">
              <a:extLst>
                <a:ext uri="{FF2B5EF4-FFF2-40B4-BE49-F238E27FC236}">
                  <a16:creationId xmlns:a16="http://schemas.microsoft.com/office/drawing/2014/main" id="{4F948DF4-1E6F-D2DD-D00A-0D6A52CDF877}"/>
                </a:ext>
              </a:extLst>
            </p:cNvPr>
            <p:cNvSpPr/>
            <p:nvPr/>
          </p:nvSpPr>
          <p:spPr>
            <a:xfrm>
              <a:off x="1862540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0">
              <a:extLst>
                <a:ext uri="{FF2B5EF4-FFF2-40B4-BE49-F238E27FC236}">
                  <a16:creationId xmlns:a16="http://schemas.microsoft.com/office/drawing/2014/main" id="{4ACD6044-D971-8272-B3C4-E47DE10C1802}"/>
                </a:ext>
              </a:extLst>
            </p:cNvPr>
            <p:cNvSpPr/>
            <p:nvPr/>
          </p:nvSpPr>
          <p:spPr>
            <a:xfrm>
              <a:off x="164152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1">
              <a:extLst>
                <a:ext uri="{FF2B5EF4-FFF2-40B4-BE49-F238E27FC236}">
                  <a16:creationId xmlns:a16="http://schemas.microsoft.com/office/drawing/2014/main" id="{1BA67F9E-3016-21BC-C347-E489A3052804}"/>
                </a:ext>
              </a:extLst>
            </p:cNvPr>
            <p:cNvSpPr/>
            <p:nvPr/>
          </p:nvSpPr>
          <p:spPr>
            <a:xfrm>
              <a:off x="3480296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2">
              <a:extLst>
                <a:ext uri="{FF2B5EF4-FFF2-40B4-BE49-F238E27FC236}">
                  <a16:creationId xmlns:a16="http://schemas.microsoft.com/office/drawing/2014/main" id="{39D665F0-9314-0386-712E-670BAC1452AB}"/>
                </a:ext>
              </a:extLst>
            </p:cNvPr>
            <p:cNvSpPr/>
            <p:nvPr/>
          </p:nvSpPr>
          <p:spPr>
            <a:xfrm>
              <a:off x="3289268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g403">
              <a:extLst>
                <a:ext uri="{FF2B5EF4-FFF2-40B4-BE49-F238E27FC236}">
                  <a16:creationId xmlns:a16="http://schemas.microsoft.com/office/drawing/2014/main" id="{45212F43-C6E6-0A3F-D6E9-476B5E41F37F}"/>
                </a:ext>
              </a:extLst>
            </p:cNvPr>
            <p:cNvSpPr/>
            <p:nvPr/>
          </p:nvSpPr>
          <p:spPr>
            <a:xfrm>
              <a:off x="3567003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g404">
              <a:extLst>
                <a:ext uri="{FF2B5EF4-FFF2-40B4-BE49-F238E27FC236}">
                  <a16:creationId xmlns:a16="http://schemas.microsoft.com/office/drawing/2014/main" id="{016481F1-3174-7037-B2FA-EC7FEE905E6B}"/>
                </a:ext>
              </a:extLst>
            </p:cNvPr>
            <p:cNvSpPr/>
            <p:nvPr/>
          </p:nvSpPr>
          <p:spPr>
            <a:xfrm>
              <a:off x="3629282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g405">
              <a:extLst>
                <a:ext uri="{FF2B5EF4-FFF2-40B4-BE49-F238E27FC236}">
                  <a16:creationId xmlns:a16="http://schemas.microsoft.com/office/drawing/2014/main" id="{FA72BA5D-D4B9-76E4-39F8-7859CB79D801}"/>
                </a:ext>
              </a:extLst>
            </p:cNvPr>
            <p:cNvSpPr/>
            <p:nvPr/>
          </p:nvSpPr>
          <p:spPr>
            <a:xfrm>
              <a:off x="1746387" y="14826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g406">
              <a:extLst>
                <a:ext uri="{FF2B5EF4-FFF2-40B4-BE49-F238E27FC236}">
                  <a16:creationId xmlns:a16="http://schemas.microsoft.com/office/drawing/2014/main" id="{B49FD7AC-F31F-2EDF-95B4-0D3B07F1C6FE}"/>
                </a:ext>
              </a:extLst>
            </p:cNvPr>
            <p:cNvSpPr/>
            <p:nvPr/>
          </p:nvSpPr>
          <p:spPr>
            <a:xfrm>
              <a:off x="3681385" y="401189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7">
              <a:extLst>
                <a:ext uri="{FF2B5EF4-FFF2-40B4-BE49-F238E27FC236}">
                  <a16:creationId xmlns:a16="http://schemas.microsoft.com/office/drawing/2014/main" id="{2D204890-A3B1-7E3A-1A74-8F4AB9E0A543}"/>
                </a:ext>
              </a:extLst>
            </p:cNvPr>
            <p:cNvSpPr/>
            <p:nvPr/>
          </p:nvSpPr>
          <p:spPr>
            <a:xfrm>
              <a:off x="1702331" y="1845584"/>
              <a:ext cx="2724830" cy="1394117"/>
            </a:xfrm>
            <a:custGeom>
              <a:avLst/>
              <a:gdLst/>
              <a:ahLst/>
              <a:cxnLst/>
              <a:rect l="0" t="0" r="0" b="0"/>
              <a:pathLst>
                <a:path w="2724830" h="1394117">
                  <a:moveTo>
                    <a:pt x="0" y="0"/>
                  </a:moveTo>
                  <a:lnTo>
                    <a:pt x="34491" y="9057"/>
                  </a:lnTo>
                  <a:lnTo>
                    <a:pt x="68983" y="18355"/>
                  </a:lnTo>
                  <a:lnTo>
                    <a:pt x="103474" y="27899"/>
                  </a:lnTo>
                  <a:lnTo>
                    <a:pt x="137966" y="37692"/>
                  </a:lnTo>
                  <a:lnTo>
                    <a:pt x="172457" y="47738"/>
                  </a:lnTo>
                  <a:lnTo>
                    <a:pt x="206949" y="58041"/>
                  </a:lnTo>
                  <a:lnTo>
                    <a:pt x="241440" y="68604"/>
                  </a:lnTo>
                  <a:lnTo>
                    <a:pt x="275932" y="79430"/>
                  </a:lnTo>
                  <a:lnTo>
                    <a:pt x="310423" y="90524"/>
                  </a:lnTo>
                  <a:lnTo>
                    <a:pt x="344915" y="101888"/>
                  </a:lnTo>
                  <a:lnTo>
                    <a:pt x="379406" y="113525"/>
                  </a:lnTo>
                  <a:lnTo>
                    <a:pt x="413898" y="125438"/>
                  </a:lnTo>
                  <a:lnTo>
                    <a:pt x="448389" y="137629"/>
                  </a:lnTo>
                  <a:lnTo>
                    <a:pt x="482881" y="150102"/>
                  </a:lnTo>
                  <a:lnTo>
                    <a:pt x="517372" y="162857"/>
                  </a:lnTo>
                  <a:lnTo>
                    <a:pt x="551864" y="175897"/>
                  </a:lnTo>
                  <a:lnTo>
                    <a:pt x="586355" y="189224"/>
                  </a:lnTo>
                  <a:lnTo>
                    <a:pt x="620847" y="202839"/>
                  </a:lnTo>
                  <a:lnTo>
                    <a:pt x="655338" y="216742"/>
                  </a:lnTo>
                  <a:lnTo>
                    <a:pt x="689830" y="230935"/>
                  </a:lnTo>
                  <a:lnTo>
                    <a:pt x="724322" y="245418"/>
                  </a:lnTo>
                  <a:lnTo>
                    <a:pt x="758813" y="260191"/>
                  </a:lnTo>
                  <a:lnTo>
                    <a:pt x="793305" y="275254"/>
                  </a:lnTo>
                  <a:lnTo>
                    <a:pt x="827796" y="290606"/>
                  </a:lnTo>
                  <a:lnTo>
                    <a:pt x="862288" y="306247"/>
                  </a:lnTo>
                  <a:lnTo>
                    <a:pt x="896779" y="322174"/>
                  </a:lnTo>
                  <a:lnTo>
                    <a:pt x="931271" y="338387"/>
                  </a:lnTo>
                  <a:lnTo>
                    <a:pt x="965762" y="354882"/>
                  </a:lnTo>
                  <a:lnTo>
                    <a:pt x="1000254" y="371657"/>
                  </a:lnTo>
                  <a:lnTo>
                    <a:pt x="1034745" y="388710"/>
                  </a:lnTo>
                  <a:lnTo>
                    <a:pt x="1069237" y="406036"/>
                  </a:lnTo>
                  <a:lnTo>
                    <a:pt x="1103728" y="423632"/>
                  </a:lnTo>
                  <a:lnTo>
                    <a:pt x="1138220" y="441493"/>
                  </a:lnTo>
                  <a:lnTo>
                    <a:pt x="1172711" y="459615"/>
                  </a:lnTo>
                  <a:lnTo>
                    <a:pt x="1207203" y="477992"/>
                  </a:lnTo>
                  <a:lnTo>
                    <a:pt x="1241694" y="496619"/>
                  </a:lnTo>
                  <a:lnTo>
                    <a:pt x="1276186" y="515489"/>
                  </a:lnTo>
                  <a:lnTo>
                    <a:pt x="1310677" y="534595"/>
                  </a:lnTo>
                  <a:lnTo>
                    <a:pt x="1345169" y="553931"/>
                  </a:lnTo>
                  <a:lnTo>
                    <a:pt x="1379660" y="573489"/>
                  </a:lnTo>
                  <a:lnTo>
                    <a:pt x="1414152" y="593260"/>
                  </a:lnTo>
                  <a:lnTo>
                    <a:pt x="1448644" y="613237"/>
                  </a:lnTo>
                  <a:lnTo>
                    <a:pt x="1483135" y="633411"/>
                  </a:lnTo>
                  <a:lnTo>
                    <a:pt x="1517627" y="653772"/>
                  </a:lnTo>
                  <a:lnTo>
                    <a:pt x="1552118" y="674310"/>
                  </a:lnTo>
                  <a:lnTo>
                    <a:pt x="1586610" y="695017"/>
                  </a:lnTo>
                  <a:lnTo>
                    <a:pt x="1621101" y="715880"/>
                  </a:lnTo>
                  <a:lnTo>
                    <a:pt x="1655593" y="736889"/>
                  </a:lnTo>
                  <a:lnTo>
                    <a:pt x="1690084" y="758034"/>
                  </a:lnTo>
                  <a:lnTo>
                    <a:pt x="1724576" y="779302"/>
                  </a:lnTo>
                  <a:lnTo>
                    <a:pt x="1759067" y="800683"/>
                  </a:lnTo>
                  <a:lnTo>
                    <a:pt x="1793559" y="822164"/>
                  </a:lnTo>
                  <a:lnTo>
                    <a:pt x="1828050" y="843733"/>
                  </a:lnTo>
                  <a:lnTo>
                    <a:pt x="1862542" y="865377"/>
                  </a:lnTo>
                  <a:lnTo>
                    <a:pt x="1897033" y="887085"/>
                  </a:lnTo>
                  <a:lnTo>
                    <a:pt x="1931525" y="908842"/>
                  </a:lnTo>
                  <a:lnTo>
                    <a:pt x="1966016" y="930638"/>
                  </a:lnTo>
                  <a:lnTo>
                    <a:pt x="2000508" y="952457"/>
                  </a:lnTo>
                  <a:lnTo>
                    <a:pt x="2034999" y="974289"/>
                  </a:lnTo>
                  <a:lnTo>
                    <a:pt x="2069491" y="996119"/>
                  </a:lnTo>
                  <a:lnTo>
                    <a:pt x="2103982" y="1017934"/>
                  </a:lnTo>
                  <a:lnTo>
                    <a:pt x="2138474" y="1039722"/>
                  </a:lnTo>
                  <a:lnTo>
                    <a:pt x="2172966" y="1061470"/>
                  </a:lnTo>
                  <a:lnTo>
                    <a:pt x="2207457" y="1083165"/>
                  </a:lnTo>
                  <a:lnTo>
                    <a:pt x="2241949" y="1104794"/>
                  </a:lnTo>
                  <a:lnTo>
                    <a:pt x="2276440" y="1126344"/>
                  </a:lnTo>
                  <a:lnTo>
                    <a:pt x="2310932" y="1147804"/>
                  </a:lnTo>
                  <a:lnTo>
                    <a:pt x="2345423" y="1169161"/>
                  </a:lnTo>
                  <a:lnTo>
                    <a:pt x="2379915" y="1190403"/>
                  </a:lnTo>
                  <a:lnTo>
                    <a:pt x="2414406" y="1211519"/>
                  </a:lnTo>
                  <a:lnTo>
                    <a:pt x="2448898" y="1232498"/>
                  </a:lnTo>
                  <a:lnTo>
                    <a:pt x="2483389" y="1253327"/>
                  </a:lnTo>
                  <a:lnTo>
                    <a:pt x="2517881" y="1273997"/>
                  </a:lnTo>
                  <a:lnTo>
                    <a:pt x="2552372" y="1294498"/>
                  </a:lnTo>
                  <a:lnTo>
                    <a:pt x="2586864" y="1314818"/>
                  </a:lnTo>
                  <a:lnTo>
                    <a:pt x="2621355" y="1334950"/>
                  </a:lnTo>
                  <a:lnTo>
                    <a:pt x="2655847" y="1354882"/>
                  </a:lnTo>
                  <a:lnTo>
                    <a:pt x="2690338" y="1374608"/>
                  </a:lnTo>
                  <a:lnTo>
                    <a:pt x="2724830" y="1394117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08">
              <a:extLst>
                <a:ext uri="{FF2B5EF4-FFF2-40B4-BE49-F238E27FC236}">
                  <a16:creationId xmlns:a16="http://schemas.microsoft.com/office/drawing/2014/main" id="{FF167615-A468-4079-8785-8232F5395AD8}"/>
                </a:ext>
              </a:extLst>
            </p:cNvPr>
            <p:cNvSpPr/>
            <p:nvPr/>
          </p:nvSpPr>
          <p:spPr>
            <a:xfrm>
              <a:off x="2242857" y="2783190"/>
              <a:ext cx="3191835" cy="1055947"/>
            </a:xfrm>
            <a:custGeom>
              <a:avLst/>
              <a:gdLst/>
              <a:ahLst/>
              <a:cxnLst/>
              <a:rect l="0" t="0" r="0" b="0"/>
              <a:pathLst>
                <a:path w="3191835" h="1055947">
                  <a:moveTo>
                    <a:pt x="0" y="0"/>
                  </a:moveTo>
                  <a:lnTo>
                    <a:pt x="40402" y="18369"/>
                  </a:lnTo>
                  <a:lnTo>
                    <a:pt x="80805" y="36745"/>
                  </a:lnTo>
                  <a:lnTo>
                    <a:pt x="121208" y="55120"/>
                  </a:lnTo>
                  <a:lnTo>
                    <a:pt x="161611" y="73487"/>
                  </a:lnTo>
                  <a:lnTo>
                    <a:pt x="202014" y="91836"/>
                  </a:lnTo>
                  <a:lnTo>
                    <a:pt x="242417" y="110162"/>
                  </a:lnTo>
                  <a:lnTo>
                    <a:pt x="282820" y="128456"/>
                  </a:lnTo>
                  <a:lnTo>
                    <a:pt x="323223" y="146710"/>
                  </a:lnTo>
                  <a:lnTo>
                    <a:pt x="363626" y="164917"/>
                  </a:lnTo>
                  <a:lnTo>
                    <a:pt x="404029" y="183069"/>
                  </a:lnTo>
                  <a:lnTo>
                    <a:pt x="444432" y="201160"/>
                  </a:lnTo>
                  <a:lnTo>
                    <a:pt x="484835" y="219181"/>
                  </a:lnTo>
                  <a:lnTo>
                    <a:pt x="525238" y="237126"/>
                  </a:lnTo>
                  <a:lnTo>
                    <a:pt x="565641" y="254987"/>
                  </a:lnTo>
                  <a:lnTo>
                    <a:pt x="606044" y="272758"/>
                  </a:lnTo>
                  <a:lnTo>
                    <a:pt x="646447" y="290432"/>
                  </a:lnTo>
                  <a:lnTo>
                    <a:pt x="686850" y="308002"/>
                  </a:lnTo>
                  <a:lnTo>
                    <a:pt x="727253" y="325462"/>
                  </a:lnTo>
                  <a:lnTo>
                    <a:pt x="767656" y="342805"/>
                  </a:lnTo>
                  <a:lnTo>
                    <a:pt x="808059" y="360027"/>
                  </a:lnTo>
                  <a:lnTo>
                    <a:pt x="848462" y="377119"/>
                  </a:lnTo>
                  <a:lnTo>
                    <a:pt x="888865" y="394078"/>
                  </a:lnTo>
                  <a:lnTo>
                    <a:pt x="929268" y="410896"/>
                  </a:lnTo>
                  <a:lnTo>
                    <a:pt x="969671" y="427570"/>
                  </a:lnTo>
                  <a:lnTo>
                    <a:pt x="1010074" y="444094"/>
                  </a:lnTo>
                  <a:lnTo>
                    <a:pt x="1050477" y="460463"/>
                  </a:lnTo>
                  <a:lnTo>
                    <a:pt x="1090880" y="476673"/>
                  </a:lnTo>
                  <a:lnTo>
                    <a:pt x="1131283" y="492718"/>
                  </a:lnTo>
                  <a:lnTo>
                    <a:pt x="1171686" y="508596"/>
                  </a:lnTo>
                  <a:lnTo>
                    <a:pt x="1212089" y="524301"/>
                  </a:lnTo>
                  <a:lnTo>
                    <a:pt x="1252492" y="539830"/>
                  </a:lnTo>
                  <a:lnTo>
                    <a:pt x="1292895" y="555180"/>
                  </a:lnTo>
                  <a:lnTo>
                    <a:pt x="1333298" y="570348"/>
                  </a:lnTo>
                  <a:lnTo>
                    <a:pt x="1373701" y="585329"/>
                  </a:lnTo>
                  <a:lnTo>
                    <a:pt x="1414104" y="600123"/>
                  </a:lnTo>
                  <a:lnTo>
                    <a:pt x="1454507" y="614725"/>
                  </a:lnTo>
                  <a:lnTo>
                    <a:pt x="1494910" y="629133"/>
                  </a:lnTo>
                  <a:lnTo>
                    <a:pt x="1535313" y="643346"/>
                  </a:lnTo>
                  <a:lnTo>
                    <a:pt x="1575716" y="657362"/>
                  </a:lnTo>
                  <a:lnTo>
                    <a:pt x="1616119" y="671178"/>
                  </a:lnTo>
                  <a:lnTo>
                    <a:pt x="1656522" y="684793"/>
                  </a:lnTo>
                  <a:lnTo>
                    <a:pt x="1696925" y="698207"/>
                  </a:lnTo>
                  <a:lnTo>
                    <a:pt x="1737328" y="711417"/>
                  </a:lnTo>
                  <a:lnTo>
                    <a:pt x="1777731" y="724423"/>
                  </a:lnTo>
                  <a:lnTo>
                    <a:pt x="1818133" y="737225"/>
                  </a:lnTo>
                  <a:lnTo>
                    <a:pt x="1858536" y="749822"/>
                  </a:lnTo>
                  <a:lnTo>
                    <a:pt x="1898939" y="762213"/>
                  </a:lnTo>
                  <a:lnTo>
                    <a:pt x="1939342" y="774398"/>
                  </a:lnTo>
                  <a:lnTo>
                    <a:pt x="1979745" y="786378"/>
                  </a:lnTo>
                  <a:lnTo>
                    <a:pt x="2020148" y="798153"/>
                  </a:lnTo>
                  <a:lnTo>
                    <a:pt x="2060551" y="809723"/>
                  </a:lnTo>
                  <a:lnTo>
                    <a:pt x="2100954" y="821089"/>
                  </a:lnTo>
                  <a:lnTo>
                    <a:pt x="2141357" y="832250"/>
                  </a:lnTo>
                  <a:lnTo>
                    <a:pt x="2181760" y="843210"/>
                  </a:lnTo>
                  <a:lnTo>
                    <a:pt x="2222163" y="853967"/>
                  </a:lnTo>
                  <a:lnTo>
                    <a:pt x="2262566" y="864523"/>
                  </a:lnTo>
                  <a:lnTo>
                    <a:pt x="2302969" y="874880"/>
                  </a:lnTo>
                  <a:lnTo>
                    <a:pt x="2343372" y="885039"/>
                  </a:lnTo>
                  <a:lnTo>
                    <a:pt x="2383775" y="895001"/>
                  </a:lnTo>
                  <a:lnTo>
                    <a:pt x="2424178" y="904768"/>
                  </a:lnTo>
                  <a:lnTo>
                    <a:pt x="2464581" y="914342"/>
                  </a:lnTo>
                  <a:lnTo>
                    <a:pt x="2504984" y="923724"/>
                  </a:lnTo>
                  <a:lnTo>
                    <a:pt x="2545387" y="932916"/>
                  </a:lnTo>
                  <a:lnTo>
                    <a:pt x="2585790" y="941920"/>
                  </a:lnTo>
                  <a:lnTo>
                    <a:pt x="2626193" y="950739"/>
                  </a:lnTo>
                  <a:lnTo>
                    <a:pt x="2666596" y="959373"/>
                  </a:lnTo>
                  <a:lnTo>
                    <a:pt x="2706999" y="967826"/>
                  </a:lnTo>
                  <a:lnTo>
                    <a:pt x="2747402" y="976100"/>
                  </a:lnTo>
                  <a:lnTo>
                    <a:pt x="2787805" y="984196"/>
                  </a:lnTo>
                  <a:lnTo>
                    <a:pt x="2828208" y="992118"/>
                  </a:lnTo>
                  <a:lnTo>
                    <a:pt x="2868611" y="999867"/>
                  </a:lnTo>
                  <a:lnTo>
                    <a:pt x="2909014" y="1007446"/>
                  </a:lnTo>
                  <a:lnTo>
                    <a:pt x="2949417" y="1014858"/>
                  </a:lnTo>
                  <a:lnTo>
                    <a:pt x="2989820" y="1022104"/>
                  </a:lnTo>
                  <a:lnTo>
                    <a:pt x="3030223" y="1029188"/>
                  </a:lnTo>
                  <a:lnTo>
                    <a:pt x="3070626" y="1036111"/>
                  </a:lnTo>
                  <a:lnTo>
                    <a:pt x="3111029" y="1042877"/>
                  </a:lnTo>
                  <a:lnTo>
                    <a:pt x="3151432" y="1049488"/>
                  </a:lnTo>
                  <a:lnTo>
                    <a:pt x="3191835" y="105594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09">
              <a:extLst>
                <a:ext uri="{FF2B5EF4-FFF2-40B4-BE49-F238E27FC236}">
                  <a16:creationId xmlns:a16="http://schemas.microsoft.com/office/drawing/2014/main" id="{0BF9963C-44EC-8086-45C6-551A7D7621D5}"/>
                </a:ext>
              </a:extLst>
            </p:cNvPr>
            <p:cNvSpPr/>
            <p:nvPr/>
          </p:nvSpPr>
          <p:spPr>
            <a:xfrm>
              <a:off x="1757158" y="2416758"/>
              <a:ext cx="2949628" cy="758701"/>
            </a:xfrm>
            <a:custGeom>
              <a:avLst/>
              <a:gdLst/>
              <a:ahLst/>
              <a:cxnLst/>
              <a:rect l="0" t="0" r="0" b="0"/>
              <a:pathLst>
                <a:path w="2949628" h="758701">
                  <a:moveTo>
                    <a:pt x="0" y="0"/>
                  </a:moveTo>
                  <a:lnTo>
                    <a:pt x="37337" y="8938"/>
                  </a:lnTo>
                  <a:lnTo>
                    <a:pt x="74674" y="17920"/>
                  </a:lnTo>
                  <a:lnTo>
                    <a:pt x="112011" y="26945"/>
                  </a:lnTo>
                  <a:lnTo>
                    <a:pt x="149348" y="36012"/>
                  </a:lnTo>
                  <a:lnTo>
                    <a:pt x="186685" y="45120"/>
                  </a:lnTo>
                  <a:lnTo>
                    <a:pt x="224022" y="54268"/>
                  </a:lnTo>
                  <a:lnTo>
                    <a:pt x="261359" y="63455"/>
                  </a:lnTo>
                  <a:lnTo>
                    <a:pt x="298696" y="72681"/>
                  </a:lnTo>
                  <a:lnTo>
                    <a:pt x="336033" y="81945"/>
                  </a:lnTo>
                  <a:lnTo>
                    <a:pt x="373370" y="91245"/>
                  </a:lnTo>
                  <a:lnTo>
                    <a:pt x="410707" y="100581"/>
                  </a:lnTo>
                  <a:lnTo>
                    <a:pt x="448044" y="109952"/>
                  </a:lnTo>
                  <a:lnTo>
                    <a:pt x="485381" y="119356"/>
                  </a:lnTo>
                  <a:lnTo>
                    <a:pt x="522718" y="128794"/>
                  </a:lnTo>
                  <a:lnTo>
                    <a:pt x="560055" y="138263"/>
                  </a:lnTo>
                  <a:lnTo>
                    <a:pt x="597393" y="147763"/>
                  </a:lnTo>
                  <a:lnTo>
                    <a:pt x="634730" y="157293"/>
                  </a:lnTo>
                  <a:lnTo>
                    <a:pt x="672067" y="166852"/>
                  </a:lnTo>
                  <a:lnTo>
                    <a:pt x="709404" y="176439"/>
                  </a:lnTo>
                  <a:lnTo>
                    <a:pt x="746741" y="186052"/>
                  </a:lnTo>
                  <a:lnTo>
                    <a:pt x="784078" y="195691"/>
                  </a:lnTo>
                  <a:lnTo>
                    <a:pt x="821415" y="205354"/>
                  </a:lnTo>
                  <a:lnTo>
                    <a:pt x="858752" y="215041"/>
                  </a:lnTo>
                  <a:lnTo>
                    <a:pt x="896089" y="224750"/>
                  </a:lnTo>
                  <a:lnTo>
                    <a:pt x="933426" y="234480"/>
                  </a:lnTo>
                  <a:lnTo>
                    <a:pt x="970763" y="244231"/>
                  </a:lnTo>
                  <a:lnTo>
                    <a:pt x="1008100" y="254000"/>
                  </a:lnTo>
                  <a:lnTo>
                    <a:pt x="1045437" y="263787"/>
                  </a:lnTo>
                  <a:lnTo>
                    <a:pt x="1082774" y="273591"/>
                  </a:lnTo>
                  <a:lnTo>
                    <a:pt x="1120111" y="283410"/>
                  </a:lnTo>
                  <a:lnTo>
                    <a:pt x="1157448" y="293244"/>
                  </a:lnTo>
                  <a:lnTo>
                    <a:pt x="1194786" y="303090"/>
                  </a:lnTo>
                  <a:lnTo>
                    <a:pt x="1232123" y="312949"/>
                  </a:lnTo>
                  <a:lnTo>
                    <a:pt x="1269460" y="322818"/>
                  </a:lnTo>
                  <a:lnTo>
                    <a:pt x="1306797" y="332697"/>
                  </a:lnTo>
                  <a:lnTo>
                    <a:pt x="1344134" y="342584"/>
                  </a:lnTo>
                  <a:lnTo>
                    <a:pt x="1381471" y="352478"/>
                  </a:lnTo>
                  <a:lnTo>
                    <a:pt x="1418808" y="362378"/>
                  </a:lnTo>
                  <a:lnTo>
                    <a:pt x="1456145" y="372283"/>
                  </a:lnTo>
                  <a:lnTo>
                    <a:pt x="1493482" y="382191"/>
                  </a:lnTo>
                  <a:lnTo>
                    <a:pt x="1530819" y="392102"/>
                  </a:lnTo>
                  <a:lnTo>
                    <a:pt x="1568156" y="402014"/>
                  </a:lnTo>
                  <a:lnTo>
                    <a:pt x="1605493" y="411925"/>
                  </a:lnTo>
                  <a:lnTo>
                    <a:pt x="1642830" y="421835"/>
                  </a:lnTo>
                  <a:lnTo>
                    <a:pt x="1680167" y="431743"/>
                  </a:lnTo>
                  <a:lnTo>
                    <a:pt x="1717504" y="441647"/>
                  </a:lnTo>
                  <a:lnTo>
                    <a:pt x="1754842" y="451545"/>
                  </a:lnTo>
                  <a:lnTo>
                    <a:pt x="1792179" y="461438"/>
                  </a:lnTo>
                  <a:lnTo>
                    <a:pt x="1829516" y="471323"/>
                  </a:lnTo>
                  <a:lnTo>
                    <a:pt x="1866853" y="481199"/>
                  </a:lnTo>
                  <a:lnTo>
                    <a:pt x="1904190" y="491066"/>
                  </a:lnTo>
                  <a:lnTo>
                    <a:pt x="1941527" y="500921"/>
                  </a:lnTo>
                  <a:lnTo>
                    <a:pt x="1978864" y="510764"/>
                  </a:lnTo>
                  <a:lnTo>
                    <a:pt x="2016201" y="520594"/>
                  </a:lnTo>
                  <a:lnTo>
                    <a:pt x="2053538" y="530410"/>
                  </a:lnTo>
                  <a:lnTo>
                    <a:pt x="2090875" y="540209"/>
                  </a:lnTo>
                  <a:lnTo>
                    <a:pt x="2128212" y="549992"/>
                  </a:lnTo>
                  <a:lnTo>
                    <a:pt x="2165549" y="559756"/>
                  </a:lnTo>
                  <a:lnTo>
                    <a:pt x="2202886" y="569501"/>
                  </a:lnTo>
                  <a:lnTo>
                    <a:pt x="2240223" y="579226"/>
                  </a:lnTo>
                  <a:lnTo>
                    <a:pt x="2277560" y="588930"/>
                  </a:lnTo>
                  <a:lnTo>
                    <a:pt x="2314897" y="598610"/>
                  </a:lnTo>
                  <a:lnTo>
                    <a:pt x="2352235" y="608267"/>
                  </a:lnTo>
                  <a:lnTo>
                    <a:pt x="2389572" y="617900"/>
                  </a:lnTo>
                  <a:lnTo>
                    <a:pt x="2426909" y="627506"/>
                  </a:lnTo>
                  <a:lnTo>
                    <a:pt x="2464246" y="637085"/>
                  </a:lnTo>
                  <a:lnTo>
                    <a:pt x="2501583" y="646637"/>
                  </a:lnTo>
                  <a:lnTo>
                    <a:pt x="2538920" y="656159"/>
                  </a:lnTo>
                  <a:lnTo>
                    <a:pt x="2576257" y="665651"/>
                  </a:lnTo>
                  <a:lnTo>
                    <a:pt x="2613594" y="675112"/>
                  </a:lnTo>
                  <a:lnTo>
                    <a:pt x="2650931" y="684541"/>
                  </a:lnTo>
                  <a:lnTo>
                    <a:pt x="2688268" y="693937"/>
                  </a:lnTo>
                  <a:lnTo>
                    <a:pt x="2725605" y="703299"/>
                  </a:lnTo>
                  <a:lnTo>
                    <a:pt x="2762942" y="712625"/>
                  </a:lnTo>
                  <a:lnTo>
                    <a:pt x="2800279" y="721916"/>
                  </a:lnTo>
                  <a:lnTo>
                    <a:pt x="2837616" y="731170"/>
                  </a:lnTo>
                  <a:lnTo>
                    <a:pt x="2874953" y="740386"/>
                  </a:lnTo>
                  <a:lnTo>
                    <a:pt x="2912291" y="749563"/>
                  </a:lnTo>
                  <a:lnTo>
                    <a:pt x="2949628" y="758701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pl410">
              <a:extLst>
                <a:ext uri="{FF2B5EF4-FFF2-40B4-BE49-F238E27FC236}">
                  <a16:creationId xmlns:a16="http://schemas.microsoft.com/office/drawing/2014/main" id="{BD07D841-5019-BFC7-6DAB-777CBDEF25EC}"/>
                </a:ext>
              </a:extLst>
            </p:cNvPr>
            <p:cNvSpPr/>
            <p:nvPr/>
          </p:nvSpPr>
          <p:spPr>
            <a:xfrm>
              <a:off x="1801592" y="2221692"/>
              <a:ext cx="2897319" cy="1173073"/>
            </a:xfrm>
            <a:custGeom>
              <a:avLst/>
              <a:gdLst/>
              <a:ahLst/>
              <a:cxnLst/>
              <a:rect l="0" t="0" r="0" b="0"/>
              <a:pathLst>
                <a:path w="2897319" h="1173073">
                  <a:moveTo>
                    <a:pt x="0" y="0"/>
                  </a:moveTo>
                  <a:lnTo>
                    <a:pt x="36674" y="12584"/>
                  </a:lnTo>
                  <a:lnTo>
                    <a:pt x="73349" y="25316"/>
                  </a:lnTo>
                  <a:lnTo>
                    <a:pt x="110024" y="38196"/>
                  </a:lnTo>
                  <a:lnTo>
                    <a:pt x="146699" y="51220"/>
                  </a:lnTo>
                  <a:lnTo>
                    <a:pt x="183374" y="64388"/>
                  </a:lnTo>
                  <a:lnTo>
                    <a:pt x="220049" y="77698"/>
                  </a:lnTo>
                  <a:lnTo>
                    <a:pt x="256724" y="91147"/>
                  </a:lnTo>
                  <a:lnTo>
                    <a:pt x="293399" y="104733"/>
                  </a:lnTo>
                  <a:lnTo>
                    <a:pt x="330074" y="118453"/>
                  </a:lnTo>
                  <a:lnTo>
                    <a:pt x="366749" y="132306"/>
                  </a:lnTo>
                  <a:lnTo>
                    <a:pt x="403424" y="146289"/>
                  </a:lnTo>
                  <a:lnTo>
                    <a:pt x="440099" y="160399"/>
                  </a:lnTo>
                  <a:lnTo>
                    <a:pt x="476774" y="174633"/>
                  </a:lnTo>
                  <a:lnTo>
                    <a:pt x="513448" y="188987"/>
                  </a:lnTo>
                  <a:lnTo>
                    <a:pt x="550123" y="203460"/>
                  </a:lnTo>
                  <a:lnTo>
                    <a:pt x="586798" y="218047"/>
                  </a:lnTo>
                  <a:lnTo>
                    <a:pt x="623473" y="232746"/>
                  </a:lnTo>
                  <a:lnTo>
                    <a:pt x="660148" y="247552"/>
                  </a:lnTo>
                  <a:lnTo>
                    <a:pt x="696823" y="262462"/>
                  </a:lnTo>
                  <a:lnTo>
                    <a:pt x="733498" y="277473"/>
                  </a:lnTo>
                  <a:lnTo>
                    <a:pt x="770173" y="292579"/>
                  </a:lnTo>
                  <a:lnTo>
                    <a:pt x="806848" y="307779"/>
                  </a:lnTo>
                  <a:lnTo>
                    <a:pt x="843523" y="323066"/>
                  </a:lnTo>
                  <a:lnTo>
                    <a:pt x="880198" y="338438"/>
                  </a:lnTo>
                  <a:lnTo>
                    <a:pt x="916873" y="353889"/>
                  </a:lnTo>
                  <a:lnTo>
                    <a:pt x="953548" y="369415"/>
                  </a:lnTo>
                  <a:lnTo>
                    <a:pt x="990222" y="385013"/>
                  </a:lnTo>
                  <a:lnTo>
                    <a:pt x="1026897" y="400676"/>
                  </a:lnTo>
                  <a:lnTo>
                    <a:pt x="1063572" y="416402"/>
                  </a:lnTo>
                  <a:lnTo>
                    <a:pt x="1100247" y="432184"/>
                  </a:lnTo>
                  <a:lnTo>
                    <a:pt x="1136922" y="448018"/>
                  </a:lnTo>
                  <a:lnTo>
                    <a:pt x="1173597" y="463899"/>
                  </a:lnTo>
                  <a:lnTo>
                    <a:pt x="1210272" y="479822"/>
                  </a:lnTo>
                  <a:lnTo>
                    <a:pt x="1246947" y="495782"/>
                  </a:lnTo>
                  <a:lnTo>
                    <a:pt x="1283622" y="511775"/>
                  </a:lnTo>
                  <a:lnTo>
                    <a:pt x="1320297" y="527794"/>
                  </a:lnTo>
                  <a:lnTo>
                    <a:pt x="1356972" y="543836"/>
                  </a:lnTo>
                  <a:lnTo>
                    <a:pt x="1393647" y="559894"/>
                  </a:lnTo>
                  <a:lnTo>
                    <a:pt x="1430322" y="575964"/>
                  </a:lnTo>
                  <a:lnTo>
                    <a:pt x="1466996" y="592040"/>
                  </a:lnTo>
                  <a:lnTo>
                    <a:pt x="1503671" y="608118"/>
                  </a:lnTo>
                  <a:lnTo>
                    <a:pt x="1540346" y="624191"/>
                  </a:lnTo>
                  <a:lnTo>
                    <a:pt x="1577021" y="640256"/>
                  </a:lnTo>
                  <a:lnTo>
                    <a:pt x="1613696" y="656306"/>
                  </a:lnTo>
                  <a:lnTo>
                    <a:pt x="1650371" y="672336"/>
                  </a:lnTo>
                  <a:lnTo>
                    <a:pt x="1687046" y="688342"/>
                  </a:lnTo>
                  <a:lnTo>
                    <a:pt x="1723721" y="704318"/>
                  </a:lnTo>
                  <a:lnTo>
                    <a:pt x="1760396" y="720259"/>
                  </a:lnTo>
                  <a:lnTo>
                    <a:pt x="1797071" y="736160"/>
                  </a:lnTo>
                  <a:lnTo>
                    <a:pt x="1833746" y="752017"/>
                  </a:lnTo>
                  <a:lnTo>
                    <a:pt x="1870421" y="767824"/>
                  </a:lnTo>
                  <a:lnTo>
                    <a:pt x="1907096" y="783576"/>
                  </a:lnTo>
                  <a:lnTo>
                    <a:pt x="1943771" y="799269"/>
                  </a:lnTo>
                  <a:lnTo>
                    <a:pt x="1980445" y="814898"/>
                  </a:lnTo>
                  <a:lnTo>
                    <a:pt x="2017120" y="830458"/>
                  </a:lnTo>
                  <a:lnTo>
                    <a:pt x="2053795" y="845945"/>
                  </a:lnTo>
                  <a:lnTo>
                    <a:pt x="2090470" y="861354"/>
                  </a:lnTo>
                  <a:lnTo>
                    <a:pt x="2127145" y="876681"/>
                  </a:lnTo>
                  <a:lnTo>
                    <a:pt x="2163820" y="891922"/>
                  </a:lnTo>
                  <a:lnTo>
                    <a:pt x="2200495" y="907072"/>
                  </a:lnTo>
                  <a:lnTo>
                    <a:pt x="2237170" y="922128"/>
                  </a:lnTo>
                  <a:lnTo>
                    <a:pt x="2273845" y="937085"/>
                  </a:lnTo>
                  <a:lnTo>
                    <a:pt x="2310520" y="951940"/>
                  </a:lnTo>
                  <a:lnTo>
                    <a:pt x="2347195" y="966689"/>
                  </a:lnTo>
                  <a:lnTo>
                    <a:pt x="2383870" y="981329"/>
                  </a:lnTo>
                  <a:lnTo>
                    <a:pt x="2420545" y="995855"/>
                  </a:lnTo>
                  <a:lnTo>
                    <a:pt x="2457219" y="1010265"/>
                  </a:lnTo>
                  <a:lnTo>
                    <a:pt x="2493894" y="1024556"/>
                  </a:lnTo>
                  <a:lnTo>
                    <a:pt x="2530569" y="1038724"/>
                  </a:lnTo>
                  <a:lnTo>
                    <a:pt x="2567244" y="1052766"/>
                  </a:lnTo>
                  <a:lnTo>
                    <a:pt x="2603919" y="1066680"/>
                  </a:lnTo>
                  <a:lnTo>
                    <a:pt x="2640594" y="1080462"/>
                  </a:lnTo>
                  <a:lnTo>
                    <a:pt x="2677269" y="1094111"/>
                  </a:lnTo>
                  <a:lnTo>
                    <a:pt x="2713944" y="1107624"/>
                  </a:lnTo>
                  <a:lnTo>
                    <a:pt x="2750619" y="1120999"/>
                  </a:lnTo>
                  <a:lnTo>
                    <a:pt x="2787294" y="1134233"/>
                  </a:lnTo>
                  <a:lnTo>
                    <a:pt x="2823969" y="1147325"/>
                  </a:lnTo>
                  <a:lnTo>
                    <a:pt x="2860644" y="1160272"/>
                  </a:lnTo>
                  <a:lnTo>
                    <a:pt x="2897319" y="117307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3" name="pl411">
              <a:extLst>
                <a:ext uri="{FF2B5EF4-FFF2-40B4-BE49-F238E27FC236}">
                  <a16:creationId xmlns:a16="http://schemas.microsoft.com/office/drawing/2014/main" id="{F0E3916A-0FDF-82E7-22E6-C3F81E0CECF1}"/>
                </a:ext>
              </a:extLst>
            </p:cNvPr>
            <p:cNvSpPr/>
            <p:nvPr/>
          </p:nvSpPr>
          <p:spPr>
            <a:xfrm>
              <a:off x="1652121" y="2433580"/>
              <a:ext cx="2801768" cy="1224681"/>
            </a:xfrm>
            <a:custGeom>
              <a:avLst/>
              <a:gdLst/>
              <a:ahLst/>
              <a:cxnLst/>
              <a:rect l="0" t="0" r="0" b="0"/>
              <a:pathLst>
                <a:path w="2801768" h="1224681">
                  <a:moveTo>
                    <a:pt x="0" y="0"/>
                  </a:moveTo>
                  <a:lnTo>
                    <a:pt x="35465" y="16271"/>
                  </a:lnTo>
                  <a:lnTo>
                    <a:pt x="70930" y="32676"/>
                  </a:lnTo>
                  <a:lnTo>
                    <a:pt x="106396" y="49210"/>
                  </a:lnTo>
                  <a:lnTo>
                    <a:pt x="141861" y="65868"/>
                  </a:lnTo>
                  <a:lnTo>
                    <a:pt x="177327" y="82645"/>
                  </a:lnTo>
                  <a:lnTo>
                    <a:pt x="212792" y="99535"/>
                  </a:lnTo>
                  <a:lnTo>
                    <a:pt x="248257" y="116533"/>
                  </a:lnTo>
                  <a:lnTo>
                    <a:pt x="283723" y="133632"/>
                  </a:lnTo>
                  <a:lnTo>
                    <a:pt x="319188" y="150827"/>
                  </a:lnTo>
                  <a:lnTo>
                    <a:pt x="354654" y="168112"/>
                  </a:lnTo>
                  <a:lnTo>
                    <a:pt x="390119" y="185480"/>
                  </a:lnTo>
                  <a:lnTo>
                    <a:pt x="425585" y="202925"/>
                  </a:lnTo>
                  <a:lnTo>
                    <a:pt x="461050" y="220441"/>
                  </a:lnTo>
                  <a:lnTo>
                    <a:pt x="496515" y="238021"/>
                  </a:lnTo>
                  <a:lnTo>
                    <a:pt x="531981" y="255658"/>
                  </a:lnTo>
                  <a:lnTo>
                    <a:pt x="567446" y="273346"/>
                  </a:lnTo>
                  <a:lnTo>
                    <a:pt x="602912" y="291078"/>
                  </a:lnTo>
                  <a:lnTo>
                    <a:pt x="638377" y="308846"/>
                  </a:lnTo>
                  <a:lnTo>
                    <a:pt x="673842" y="326644"/>
                  </a:lnTo>
                  <a:lnTo>
                    <a:pt x="709308" y="344464"/>
                  </a:lnTo>
                  <a:lnTo>
                    <a:pt x="744773" y="362301"/>
                  </a:lnTo>
                  <a:lnTo>
                    <a:pt x="780239" y="380146"/>
                  </a:lnTo>
                  <a:lnTo>
                    <a:pt x="815704" y="397992"/>
                  </a:lnTo>
                  <a:lnTo>
                    <a:pt x="851170" y="415833"/>
                  </a:lnTo>
                  <a:lnTo>
                    <a:pt x="886635" y="433662"/>
                  </a:lnTo>
                  <a:lnTo>
                    <a:pt x="922100" y="451470"/>
                  </a:lnTo>
                  <a:lnTo>
                    <a:pt x="957566" y="469252"/>
                  </a:lnTo>
                  <a:lnTo>
                    <a:pt x="993031" y="486999"/>
                  </a:lnTo>
                  <a:lnTo>
                    <a:pt x="1028497" y="504706"/>
                  </a:lnTo>
                  <a:lnTo>
                    <a:pt x="1063962" y="522366"/>
                  </a:lnTo>
                  <a:lnTo>
                    <a:pt x="1099427" y="539970"/>
                  </a:lnTo>
                  <a:lnTo>
                    <a:pt x="1134893" y="557514"/>
                  </a:lnTo>
                  <a:lnTo>
                    <a:pt x="1170358" y="574990"/>
                  </a:lnTo>
                  <a:lnTo>
                    <a:pt x="1205824" y="592391"/>
                  </a:lnTo>
                  <a:lnTo>
                    <a:pt x="1241289" y="609712"/>
                  </a:lnTo>
                  <a:lnTo>
                    <a:pt x="1276755" y="626945"/>
                  </a:lnTo>
                  <a:lnTo>
                    <a:pt x="1312220" y="644085"/>
                  </a:lnTo>
                  <a:lnTo>
                    <a:pt x="1347685" y="661126"/>
                  </a:lnTo>
                  <a:lnTo>
                    <a:pt x="1383151" y="678062"/>
                  </a:lnTo>
                  <a:lnTo>
                    <a:pt x="1418616" y="694887"/>
                  </a:lnTo>
                  <a:lnTo>
                    <a:pt x="1454082" y="711596"/>
                  </a:lnTo>
                  <a:lnTo>
                    <a:pt x="1489547" y="728183"/>
                  </a:lnTo>
                  <a:lnTo>
                    <a:pt x="1525012" y="744643"/>
                  </a:lnTo>
                  <a:lnTo>
                    <a:pt x="1560478" y="760971"/>
                  </a:lnTo>
                  <a:lnTo>
                    <a:pt x="1595943" y="777162"/>
                  </a:lnTo>
                  <a:lnTo>
                    <a:pt x="1631409" y="793212"/>
                  </a:lnTo>
                  <a:lnTo>
                    <a:pt x="1666874" y="809116"/>
                  </a:lnTo>
                  <a:lnTo>
                    <a:pt x="1702340" y="824870"/>
                  </a:lnTo>
                  <a:lnTo>
                    <a:pt x="1737805" y="840469"/>
                  </a:lnTo>
                  <a:lnTo>
                    <a:pt x="1773270" y="855910"/>
                  </a:lnTo>
                  <a:lnTo>
                    <a:pt x="1808736" y="871189"/>
                  </a:lnTo>
                  <a:lnTo>
                    <a:pt x="1844201" y="886303"/>
                  </a:lnTo>
                  <a:lnTo>
                    <a:pt x="1879667" y="901249"/>
                  </a:lnTo>
                  <a:lnTo>
                    <a:pt x="1915132" y="916023"/>
                  </a:lnTo>
                  <a:lnTo>
                    <a:pt x="1950597" y="930623"/>
                  </a:lnTo>
                  <a:lnTo>
                    <a:pt x="1986063" y="945045"/>
                  </a:lnTo>
                  <a:lnTo>
                    <a:pt x="2021528" y="959288"/>
                  </a:lnTo>
                  <a:lnTo>
                    <a:pt x="2056994" y="973349"/>
                  </a:lnTo>
                  <a:lnTo>
                    <a:pt x="2092459" y="987227"/>
                  </a:lnTo>
                  <a:lnTo>
                    <a:pt x="2127925" y="1000919"/>
                  </a:lnTo>
                  <a:lnTo>
                    <a:pt x="2163390" y="1014424"/>
                  </a:lnTo>
                  <a:lnTo>
                    <a:pt x="2198855" y="1027740"/>
                  </a:lnTo>
                  <a:lnTo>
                    <a:pt x="2234321" y="1040866"/>
                  </a:lnTo>
                  <a:lnTo>
                    <a:pt x="2269786" y="1053801"/>
                  </a:lnTo>
                  <a:lnTo>
                    <a:pt x="2305252" y="1066544"/>
                  </a:lnTo>
                  <a:lnTo>
                    <a:pt x="2340717" y="1079094"/>
                  </a:lnTo>
                  <a:lnTo>
                    <a:pt x="2376182" y="1091451"/>
                  </a:lnTo>
                  <a:lnTo>
                    <a:pt x="2411648" y="1103615"/>
                  </a:lnTo>
                  <a:lnTo>
                    <a:pt x="2447113" y="1115584"/>
                  </a:lnTo>
                  <a:lnTo>
                    <a:pt x="2482579" y="1127360"/>
                  </a:lnTo>
                  <a:lnTo>
                    <a:pt x="2518044" y="1138942"/>
                  </a:lnTo>
                  <a:lnTo>
                    <a:pt x="2553510" y="1150331"/>
                  </a:lnTo>
                  <a:lnTo>
                    <a:pt x="2588975" y="1161526"/>
                  </a:lnTo>
                  <a:lnTo>
                    <a:pt x="2624440" y="1172529"/>
                  </a:lnTo>
                  <a:lnTo>
                    <a:pt x="2659906" y="1183340"/>
                  </a:lnTo>
                  <a:lnTo>
                    <a:pt x="2695371" y="1193959"/>
                  </a:lnTo>
                  <a:lnTo>
                    <a:pt x="2730837" y="1204389"/>
                  </a:lnTo>
                  <a:lnTo>
                    <a:pt x="2766302" y="1214629"/>
                  </a:lnTo>
                  <a:lnTo>
                    <a:pt x="2801768" y="1224681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4" name="pl412">
              <a:extLst>
                <a:ext uri="{FF2B5EF4-FFF2-40B4-BE49-F238E27FC236}">
                  <a16:creationId xmlns:a16="http://schemas.microsoft.com/office/drawing/2014/main" id="{A66F3033-0F05-664D-B8E1-261B7C9367A2}"/>
                </a:ext>
              </a:extLst>
            </p:cNvPr>
            <p:cNvSpPr/>
            <p:nvPr/>
          </p:nvSpPr>
          <p:spPr>
            <a:xfrm>
              <a:off x="1592652" y="2033280"/>
              <a:ext cx="2326053" cy="1107291"/>
            </a:xfrm>
            <a:custGeom>
              <a:avLst/>
              <a:gdLst/>
              <a:ahLst/>
              <a:cxnLst/>
              <a:rect l="0" t="0" r="0" b="0"/>
              <a:pathLst>
                <a:path w="2326053" h="1107291">
                  <a:moveTo>
                    <a:pt x="0" y="0"/>
                  </a:moveTo>
                  <a:lnTo>
                    <a:pt x="29443" y="9794"/>
                  </a:lnTo>
                  <a:lnTo>
                    <a:pt x="58887" y="19739"/>
                  </a:lnTo>
                  <a:lnTo>
                    <a:pt x="88331" y="29835"/>
                  </a:lnTo>
                  <a:lnTo>
                    <a:pt x="117774" y="40083"/>
                  </a:lnTo>
                  <a:lnTo>
                    <a:pt x="147218" y="50483"/>
                  </a:lnTo>
                  <a:lnTo>
                    <a:pt x="176662" y="61035"/>
                  </a:lnTo>
                  <a:lnTo>
                    <a:pt x="206106" y="71738"/>
                  </a:lnTo>
                  <a:lnTo>
                    <a:pt x="235549" y="82593"/>
                  </a:lnTo>
                  <a:lnTo>
                    <a:pt x="264993" y="93599"/>
                  </a:lnTo>
                  <a:lnTo>
                    <a:pt x="294437" y="104756"/>
                  </a:lnTo>
                  <a:lnTo>
                    <a:pt x="323880" y="116065"/>
                  </a:lnTo>
                  <a:lnTo>
                    <a:pt x="353324" y="127523"/>
                  </a:lnTo>
                  <a:lnTo>
                    <a:pt x="382768" y="139131"/>
                  </a:lnTo>
                  <a:lnTo>
                    <a:pt x="412212" y="150887"/>
                  </a:lnTo>
                  <a:lnTo>
                    <a:pt x="441655" y="162792"/>
                  </a:lnTo>
                  <a:lnTo>
                    <a:pt x="471099" y="174844"/>
                  </a:lnTo>
                  <a:lnTo>
                    <a:pt x="500543" y="187041"/>
                  </a:lnTo>
                  <a:lnTo>
                    <a:pt x="529986" y="199383"/>
                  </a:lnTo>
                  <a:lnTo>
                    <a:pt x="559430" y="211869"/>
                  </a:lnTo>
                  <a:lnTo>
                    <a:pt x="588874" y="224496"/>
                  </a:lnTo>
                  <a:lnTo>
                    <a:pt x="618318" y="237264"/>
                  </a:lnTo>
                  <a:lnTo>
                    <a:pt x="647761" y="250170"/>
                  </a:lnTo>
                  <a:lnTo>
                    <a:pt x="677205" y="263213"/>
                  </a:lnTo>
                  <a:lnTo>
                    <a:pt x="706649" y="276391"/>
                  </a:lnTo>
                  <a:lnTo>
                    <a:pt x="736092" y="289702"/>
                  </a:lnTo>
                  <a:lnTo>
                    <a:pt x="765536" y="303144"/>
                  </a:lnTo>
                  <a:lnTo>
                    <a:pt x="794980" y="316714"/>
                  </a:lnTo>
                  <a:lnTo>
                    <a:pt x="824424" y="330409"/>
                  </a:lnTo>
                  <a:lnTo>
                    <a:pt x="853867" y="344228"/>
                  </a:lnTo>
                  <a:lnTo>
                    <a:pt x="883311" y="358168"/>
                  </a:lnTo>
                  <a:lnTo>
                    <a:pt x="912755" y="372225"/>
                  </a:lnTo>
                  <a:lnTo>
                    <a:pt x="942198" y="386397"/>
                  </a:lnTo>
                  <a:lnTo>
                    <a:pt x="971642" y="400681"/>
                  </a:lnTo>
                  <a:lnTo>
                    <a:pt x="1001086" y="415073"/>
                  </a:lnTo>
                  <a:lnTo>
                    <a:pt x="1030530" y="429571"/>
                  </a:lnTo>
                  <a:lnTo>
                    <a:pt x="1059973" y="444170"/>
                  </a:lnTo>
                  <a:lnTo>
                    <a:pt x="1089417" y="458868"/>
                  </a:lnTo>
                  <a:lnTo>
                    <a:pt x="1118861" y="473661"/>
                  </a:lnTo>
                  <a:lnTo>
                    <a:pt x="1148304" y="488544"/>
                  </a:lnTo>
                  <a:lnTo>
                    <a:pt x="1177748" y="503515"/>
                  </a:lnTo>
                  <a:lnTo>
                    <a:pt x="1207192" y="518569"/>
                  </a:lnTo>
                  <a:lnTo>
                    <a:pt x="1236636" y="533702"/>
                  </a:lnTo>
                  <a:lnTo>
                    <a:pt x="1266079" y="548910"/>
                  </a:lnTo>
                  <a:lnTo>
                    <a:pt x="1295523" y="564189"/>
                  </a:lnTo>
                  <a:lnTo>
                    <a:pt x="1324967" y="579535"/>
                  </a:lnTo>
                  <a:lnTo>
                    <a:pt x="1354411" y="594943"/>
                  </a:lnTo>
                  <a:lnTo>
                    <a:pt x="1383854" y="610408"/>
                  </a:lnTo>
                  <a:lnTo>
                    <a:pt x="1413298" y="625926"/>
                  </a:lnTo>
                  <a:lnTo>
                    <a:pt x="1442742" y="641493"/>
                  </a:lnTo>
                  <a:lnTo>
                    <a:pt x="1472185" y="657105"/>
                  </a:lnTo>
                  <a:lnTo>
                    <a:pt x="1501629" y="672755"/>
                  </a:lnTo>
                  <a:lnTo>
                    <a:pt x="1531073" y="688439"/>
                  </a:lnTo>
                  <a:lnTo>
                    <a:pt x="1560517" y="704154"/>
                  </a:lnTo>
                  <a:lnTo>
                    <a:pt x="1589960" y="719893"/>
                  </a:lnTo>
                  <a:lnTo>
                    <a:pt x="1619404" y="735652"/>
                  </a:lnTo>
                  <a:lnTo>
                    <a:pt x="1648848" y="751427"/>
                  </a:lnTo>
                  <a:lnTo>
                    <a:pt x="1678291" y="767211"/>
                  </a:lnTo>
                  <a:lnTo>
                    <a:pt x="1707735" y="783001"/>
                  </a:lnTo>
                  <a:lnTo>
                    <a:pt x="1737179" y="798791"/>
                  </a:lnTo>
                  <a:lnTo>
                    <a:pt x="1766623" y="814577"/>
                  </a:lnTo>
                  <a:lnTo>
                    <a:pt x="1796066" y="830353"/>
                  </a:lnTo>
                  <a:lnTo>
                    <a:pt x="1825510" y="846115"/>
                  </a:lnTo>
                  <a:lnTo>
                    <a:pt x="1854954" y="861858"/>
                  </a:lnTo>
                  <a:lnTo>
                    <a:pt x="1884397" y="877576"/>
                  </a:lnTo>
                  <a:lnTo>
                    <a:pt x="1913841" y="893266"/>
                  </a:lnTo>
                  <a:lnTo>
                    <a:pt x="1943285" y="908921"/>
                  </a:lnTo>
                  <a:lnTo>
                    <a:pt x="1972729" y="924539"/>
                  </a:lnTo>
                  <a:lnTo>
                    <a:pt x="2002172" y="940113"/>
                  </a:lnTo>
                  <a:lnTo>
                    <a:pt x="2031616" y="955639"/>
                  </a:lnTo>
                  <a:lnTo>
                    <a:pt x="2061060" y="971112"/>
                  </a:lnTo>
                  <a:lnTo>
                    <a:pt x="2090503" y="986529"/>
                  </a:lnTo>
                  <a:lnTo>
                    <a:pt x="2119947" y="1001884"/>
                  </a:lnTo>
                  <a:lnTo>
                    <a:pt x="2149391" y="1017174"/>
                  </a:lnTo>
                  <a:lnTo>
                    <a:pt x="2178835" y="1032393"/>
                  </a:lnTo>
                  <a:lnTo>
                    <a:pt x="2208278" y="1047538"/>
                  </a:lnTo>
                  <a:lnTo>
                    <a:pt x="2237722" y="1062604"/>
                  </a:lnTo>
                  <a:lnTo>
                    <a:pt x="2267166" y="1077587"/>
                  </a:lnTo>
                  <a:lnTo>
                    <a:pt x="2296609" y="1092484"/>
                  </a:lnTo>
                  <a:lnTo>
                    <a:pt x="2326053" y="110729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5" name="pl413">
              <a:extLst>
                <a:ext uri="{FF2B5EF4-FFF2-40B4-BE49-F238E27FC236}">
                  <a16:creationId xmlns:a16="http://schemas.microsoft.com/office/drawing/2014/main" id="{E0D4CB68-C353-696C-7ADD-60B7212F7C71}"/>
                </a:ext>
              </a:extLst>
            </p:cNvPr>
            <p:cNvSpPr/>
            <p:nvPr/>
          </p:nvSpPr>
          <p:spPr>
            <a:xfrm>
              <a:off x="1793348" y="2295565"/>
              <a:ext cx="2979060" cy="1103826"/>
            </a:xfrm>
            <a:custGeom>
              <a:avLst/>
              <a:gdLst/>
              <a:ahLst/>
              <a:cxnLst/>
              <a:rect l="0" t="0" r="0" b="0"/>
              <a:pathLst>
                <a:path w="2979060" h="1103826">
                  <a:moveTo>
                    <a:pt x="0" y="0"/>
                  </a:moveTo>
                  <a:lnTo>
                    <a:pt x="37709" y="12496"/>
                  </a:lnTo>
                  <a:lnTo>
                    <a:pt x="75419" y="25113"/>
                  </a:lnTo>
                  <a:lnTo>
                    <a:pt x="113128" y="37848"/>
                  </a:lnTo>
                  <a:lnTo>
                    <a:pt x="150838" y="50698"/>
                  </a:lnTo>
                  <a:lnTo>
                    <a:pt x="188548" y="63663"/>
                  </a:lnTo>
                  <a:lnTo>
                    <a:pt x="226257" y="76740"/>
                  </a:lnTo>
                  <a:lnTo>
                    <a:pt x="263967" y="89926"/>
                  </a:lnTo>
                  <a:lnTo>
                    <a:pt x="301676" y="103219"/>
                  </a:lnTo>
                  <a:lnTo>
                    <a:pt x="339386" y="116618"/>
                  </a:lnTo>
                  <a:lnTo>
                    <a:pt x="377096" y="130118"/>
                  </a:lnTo>
                  <a:lnTo>
                    <a:pt x="414805" y="143718"/>
                  </a:lnTo>
                  <a:lnTo>
                    <a:pt x="452515" y="157414"/>
                  </a:lnTo>
                  <a:lnTo>
                    <a:pt x="490225" y="171205"/>
                  </a:lnTo>
                  <a:lnTo>
                    <a:pt x="527934" y="185086"/>
                  </a:lnTo>
                  <a:lnTo>
                    <a:pt x="565644" y="199055"/>
                  </a:lnTo>
                  <a:lnTo>
                    <a:pt x="603353" y="213110"/>
                  </a:lnTo>
                  <a:lnTo>
                    <a:pt x="641063" y="227245"/>
                  </a:lnTo>
                  <a:lnTo>
                    <a:pt x="678773" y="241459"/>
                  </a:lnTo>
                  <a:lnTo>
                    <a:pt x="716482" y="255748"/>
                  </a:lnTo>
                  <a:lnTo>
                    <a:pt x="754192" y="270109"/>
                  </a:lnTo>
                  <a:lnTo>
                    <a:pt x="791902" y="284537"/>
                  </a:lnTo>
                  <a:lnTo>
                    <a:pt x="829611" y="299030"/>
                  </a:lnTo>
                  <a:lnTo>
                    <a:pt x="867321" y="313583"/>
                  </a:lnTo>
                  <a:lnTo>
                    <a:pt x="905030" y="328193"/>
                  </a:lnTo>
                  <a:lnTo>
                    <a:pt x="942740" y="342856"/>
                  </a:lnTo>
                  <a:lnTo>
                    <a:pt x="980450" y="357569"/>
                  </a:lnTo>
                  <a:lnTo>
                    <a:pt x="1018159" y="372327"/>
                  </a:lnTo>
                  <a:lnTo>
                    <a:pt x="1055869" y="387127"/>
                  </a:lnTo>
                  <a:lnTo>
                    <a:pt x="1093579" y="401964"/>
                  </a:lnTo>
                  <a:lnTo>
                    <a:pt x="1131288" y="416834"/>
                  </a:lnTo>
                  <a:lnTo>
                    <a:pt x="1168998" y="431734"/>
                  </a:lnTo>
                  <a:lnTo>
                    <a:pt x="1206707" y="446659"/>
                  </a:lnTo>
                  <a:lnTo>
                    <a:pt x="1244417" y="461605"/>
                  </a:lnTo>
                  <a:lnTo>
                    <a:pt x="1282127" y="476567"/>
                  </a:lnTo>
                  <a:lnTo>
                    <a:pt x="1319836" y="491543"/>
                  </a:lnTo>
                  <a:lnTo>
                    <a:pt x="1357546" y="506527"/>
                  </a:lnTo>
                  <a:lnTo>
                    <a:pt x="1395256" y="521516"/>
                  </a:lnTo>
                  <a:lnTo>
                    <a:pt x="1432965" y="536504"/>
                  </a:lnTo>
                  <a:lnTo>
                    <a:pt x="1470675" y="551488"/>
                  </a:lnTo>
                  <a:lnTo>
                    <a:pt x="1508384" y="566465"/>
                  </a:lnTo>
                  <a:lnTo>
                    <a:pt x="1546094" y="581428"/>
                  </a:lnTo>
                  <a:lnTo>
                    <a:pt x="1583804" y="596375"/>
                  </a:lnTo>
                  <a:lnTo>
                    <a:pt x="1621513" y="611301"/>
                  </a:lnTo>
                  <a:lnTo>
                    <a:pt x="1659223" y="626202"/>
                  </a:lnTo>
                  <a:lnTo>
                    <a:pt x="1696933" y="641074"/>
                  </a:lnTo>
                  <a:lnTo>
                    <a:pt x="1734642" y="655913"/>
                  </a:lnTo>
                  <a:lnTo>
                    <a:pt x="1772352" y="670715"/>
                  </a:lnTo>
                  <a:lnTo>
                    <a:pt x="1810061" y="685475"/>
                  </a:lnTo>
                  <a:lnTo>
                    <a:pt x="1847771" y="700190"/>
                  </a:lnTo>
                  <a:lnTo>
                    <a:pt x="1885481" y="714856"/>
                  </a:lnTo>
                  <a:lnTo>
                    <a:pt x="1923190" y="729470"/>
                  </a:lnTo>
                  <a:lnTo>
                    <a:pt x="1960900" y="744026"/>
                  </a:lnTo>
                  <a:lnTo>
                    <a:pt x="1998610" y="758522"/>
                  </a:lnTo>
                  <a:lnTo>
                    <a:pt x="2036319" y="772954"/>
                  </a:lnTo>
                  <a:lnTo>
                    <a:pt x="2074029" y="787318"/>
                  </a:lnTo>
                  <a:lnTo>
                    <a:pt x="2111738" y="801610"/>
                  </a:lnTo>
                  <a:lnTo>
                    <a:pt x="2149448" y="815828"/>
                  </a:lnTo>
                  <a:lnTo>
                    <a:pt x="2187158" y="829968"/>
                  </a:lnTo>
                  <a:lnTo>
                    <a:pt x="2224867" y="844027"/>
                  </a:lnTo>
                  <a:lnTo>
                    <a:pt x="2262577" y="858001"/>
                  </a:lnTo>
                  <a:lnTo>
                    <a:pt x="2300287" y="871887"/>
                  </a:lnTo>
                  <a:lnTo>
                    <a:pt x="2337996" y="885682"/>
                  </a:lnTo>
                  <a:lnTo>
                    <a:pt x="2375706" y="899384"/>
                  </a:lnTo>
                  <a:lnTo>
                    <a:pt x="2413415" y="912989"/>
                  </a:lnTo>
                  <a:lnTo>
                    <a:pt x="2451125" y="926494"/>
                  </a:lnTo>
                  <a:lnTo>
                    <a:pt x="2488835" y="939898"/>
                  </a:lnTo>
                  <a:lnTo>
                    <a:pt x="2526544" y="953197"/>
                  </a:lnTo>
                  <a:lnTo>
                    <a:pt x="2564254" y="966389"/>
                  </a:lnTo>
                  <a:lnTo>
                    <a:pt x="2601963" y="979471"/>
                  </a:lnTo>
                  <a:lnTo>
                    <a:pt x="2639673" y="992442"/>
                  </a:lnTo>
                  <a:lnTo>
                    <a:pt x="2677383" y="1005299"/>
                  </a:lnTo>
                  <a:lnTo>
                    <a:pt x="2715092" y="1018040"/>
                  </a:lnTo>
                  <a:lnTo>
                    <a:pt x="2752802" y="1030663"/>
                  </a:lnTo>
                  <a:lnTo>
                    <a:pt x="2790512" y="1043166"/>
                  </a:lnTo>
                  <a:lnTo>
                    <a:pt x="2828221" y="1055547"/>
                  </a:lnTo>
                  <a:lnTo>
                    <a:pt x="2865931" y="1067806"/>
                  </a:lnTo>
                  <a:lnTo>
                    <a:pt x="2903640" y="1079939"/>
                  </a:lnTo>
                  <a:lnTo>
                    <a:pt x="2941350" y="1091946"/>
                  </a:lnTo>
                  <a:lnTo>
                    <a:pt x="2979060" y="1103826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6" name="pl414">
              <a:extLst>
                <a:ext uri="{FF2B5EF4-FFF2-40B4-BE49-F238E27FC236}">
                  <a16:creationId xmlns:a16="http://schemas.microsoft.com/office/drawing/2014/main" id="{8386617A-70D9-F5FF-7EC2-8F7B5FFB2DBC}"/>
                </a:ext>
              </a:extLst>
            </p:cNvPr>
            <p:cNvSpPr/>
            <p:nvPr/>
          </p:nvSpPr>
          <p:spPr>
            <a:xfrm>
              <a:off x="1849257" y="2139781"/>
              <a:ext cx="3642671" cy="1603103"/>
            </a:xfrm>
            <a:custGeom>
              <a:avLst/>
              <a:gdLst/>
              <a:ahLst/>
              <a:cxnLst/>
              <a:rect l="0" t="0" r="0" b="0"/>
              <a:pathLst>
                <a:path w="3642671" h="1603103">
                  <a:moveTo>
                    <a:pt x="0" y="0"/>
                  </a:moveTo>
                  <a:lnTo>
                    <a:pt x="46109" y="17649"/>
                  </a:lnTo>
                  <a:lnTo>
                    <a:pt x="92219" y="35660"/>
                  </a:lnTo>
                  <a:lnTo>
                    <a:pt x="138329" y="54028"/>
                  </a:lnTo>
                  <a:lnTo>
                    <a:pt x="184439" y="72751"/>
                  </a:lnTo>
                  <a:lnTo>
                    <a:pt x="230548" y="91824"/>
                  </a:lnTo>
                  <a:lnTo>
                    <a:pt x="276658" y="111242"/>
                  </a:lnTo>
                  <a:lnTo>
                    <a:pt x="322768" y="131001"/>
                  </a:lnTo>
                  <a:lnTo>
                    <a:pt x="368878" y="151093"/>
                  </a:lnTo>
                  <a:lnTo>
                    <a:pt x="414987" y="171512"/>
                  </a:lnTo>
                  <a:lnTo>
                    <a:pt x="461097" y="192250"/>
                  </a:lnTo>
                  <a:lnTo>
                    <a:pt x="507207" y="213299"/>
                  </a:lnTo>
                  <a:lnTo>
                    <a:pt x="553317" y="234650"/>
                  </a:lnTo>
                  <a:lnTo>
                    <a:pt x="599426" y="256293"/>
                  </a:lnTo>
                  <a:lnTo>
                    <a:pt x="645536" y="278217"/>
                  </a:lnTo>
                  <a:lnTo>
                    <a:pt x="691646" y="300411"/>
                  </a:lnTo>
                  <a:lnTo>
                    <a:pt x="737756" y="322863"/>
                  </a:lnTo>
                  <a:lnTo>
                    <a:pt x="783866" y="345560"/>
                  </a:lnTo>
                  <a:lnTo>
                    <a:pt x="829975" y="368490"/>
                  </a:lnTo>
                  <a:lnTo>
                    <a:pt x="876085" y="391638"/>
                  </a:lnTo>
                  <a:lnTo>
                    <a:pt x="922195" y="414989"/>
                  </a:lnTo>
                  <a:lnTo>
                    <a:pt x="968305" y="438530"/>
                  </a:lnTo>
                  <a:lnTo>
                    <a:pt x="1014414" y="462244"/>
                  </a:lnTo>
                  <a:lnTo>
                    <a:pt x="1060524" y="486114"/>
                  </a:lnTo>
                  <a:lnTo>
                    <a:pt x="1106634" y="510125"/>
                  </a:lnTo>
                  <a:lnTo>
                    <a:pt x="1152744" y="534260"/>
                  </a:lnTo>
                  <a:lnTo>
                    <a:pt x="1198853" y="558501"/>
                  </a:lnTo>
                  <a:lnTo>
                    <a:pt x="1244963" y="582831"/>
                  </a:lnTo>
                  <a:lnTo>
                    <a:pt x="1291073" y="607232"/>
                  </a:lnTo>
                  <a:lnTo>
                    <a:pt x="1337183" y="631685"/>
                  </a:lnTo>
                  <a:lnTo>
                    <a:pt x="1383292" y="656173"/>
                  </a:lnTo>
                  <a:lnTo>
                    <a:pt x="1429402" y="680677"/>
                  </a:lnTo>
                  <a:lnTo>
                    <a:pt x="1475512" y="705179"/>
                  </a:lnTo>
                  <a:lnTo>
                    <a:pt x="1521622" y="729660"/>
                  </a:lnTo>
                  <a:lnTo>
                    <a:pt x="1567732" y="754103"/>
                  </a:lnTo>
                  <a:lnTo>
                    <a:pt x="1613841" y="778488"/>
                  </a:lnTo>
                  <a:lnTo>
                    <a:pt x="1659951" y="802798"/>
                  </a:lnTo>
                  <a:lnTo>
                    <a:pt x="1706061" y="827014"/>
                  </a:lnTo>
                  <a:lnTo>
                    <a:pt x="1752171" y="851121"/>
                  </a:lnTo>
                  <a:lnTo>
                    <a:pt x="1798280" y="875099"/>
                  </a:lnTo>
                  <a:lnTo>
                    <a:pt x="1844390" y="898933"/>
                  </a:lnTo>
                  <a:lnTo>
                    <a:pt x="1890500" y="922606"/>
                  </a:lnTo>
                  <a:lnTo>
                    <a:pt x="1936610" y="946102"/>
                  </a:lnTo>
                  <a:lnTo>
                    <a:pt x="1982719" y="969406"/>
                  </a:lnTo>
                  <a:lnTo>
                    <a:pt x="2028829" y="992502"/>
                  </a:lnTo>
                  <a:lnTo>
                    <a:pt x="2074939" y="1015376"/>
                  </a:lnTo>
                  <a:lnTo>
                    <a:pt x="2121049" y="1038015"/>
                  </a:lnTo>
                  <a:lnTo>
                    <a:pt x="2167158" y="1060405"/>
                  </a:lnTo>
                  <a:lnTo>
                    <a:pt x="2213268" y="1082535"/>
                  </a:lnTo>
                  <a:lnTo>
                    <a:pt x="2259378" y="1104391"/>
                  </a:lnTo>
                  <a:lnTo>
                    <a:pt x="2305488" y="1125964"/>
                  </a:lnTo>
                  <a:lnTo>
                    <a:pt x="2351598" y="1147242"/>
                  </a:lnTo>
                  <a:lnTo>
                    <a:pt x="2397707" y="1168216"/>
                  </a:lnTo>
                  <a:lnTo>
                    <a:pt x="2443817" y="1188877"/>
                  </a:lnTo>
                  <a:lnTo>
                    <a:pt x="2489927" y="1209218"/>
                  </a:lnTo>
                  <a:lnTo>
                    <a:pt x="2536037" y="1229229"/>
                  </a:lnTo>
                  <a:lnTo>
                    <a:pt x="2582146" y="1248906"/>
                  </a:lnTo>
                  <a:lnTo>
                    <a:pt x="2628256" y="1268240"/>
                  </a:lnTo>
                  <a:lnTo>
                    <a:pt x="2674366" y="1287229"/>
                  </a:lnTo>
                  <a:lnTo>
                    <a:pt x="2720476" y="1305865"/>
                  </a:lnTo>
                  <a:lnTo>
                    <a:pt x="2766585" y="1324147"/>
                  </a:lnTo>
                  <a:lnTo>
                    <a:pt x="2812695" y="1342070"/>
                  </a:lnTo>
                  <a:lnTo>
                    <a:pt x="2858805" y="1359631"/>
                  </a:lnTo>
                  <a:lnTo>
                    <a:pt x="2904915" y="1376830"/>
                  </a:lnTo>
                  <a:lnTo>
                    <a:pt x="2951024" y="1393664"/>
                  </a:lnTo>
                  <a:lnTo>
                    <a:pt x="2997134" y="1410132"/>
                  </a:lnTo>
                  <a:lnTo>
                    <a:pt x="3043244" y="1426235"/>
                  </a:lnTo>
                  <a:lnTo>
                    <a:pt x="3089354" y="1441973"/>
                  </a:lnTo>
                  <a:lnTo>
                    <a:pt x="3135464" y="1457347"/>
                  </a:lnTo>
                  <a:lnTo>
                    <a:pt x="3181573" y="1472358"/>
                  </a:lnTo>
                  <a:lnTo>
                    <a:pt x="3227683" y="1487007"/>
                  </a:lnTo>
                  <a:lnTo>
                    <a:pt x="3273793" y="1501298"/>
                  </a:lnTo>
                  <a:lnTo>
                    <a:pt x="3319903" y="1515233"/>
                  </a:lnTo>
                  <a:lnTo>
                    <a:pt x="3366012" y="1528814"/>
                  </a:lnTo>
                  <a:lnTo>
                    <a:pt x="3412122" y="1542046"/>
                  </a:lnTo>
                  <a:lnTo>
                    <a:pt x="3458232" y="1554932"/>
                  </a:lnTo>
                  <a:lnTo>
                    <a:pt x="3504342" y="1567476"/>
                  </a:lnTo>
                  <a:lnTo>
                    <a:pt x="3550451" y="1579683"/>
                  </a:lnTo>
                  <a:lnTo>
                    <a:pt x="3596561" y="1591557"/>
                  </a:lnTo>
                  <a:lnTo>
                    <a:pt x="3642671" y="160310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7" name="tx415">
              <a:extLst>
                <a:ext uri="{FF2B5EF4-FFF2-40B4-BE49-F238E27FC236}">
                  <a16:creationId xmlns:a16="http://schemas.microsoft.com/office/drawing/2014/main" id="{EB3ACE76-9DC9-1F54-69F5-3EBDCCB88965}"/>
                </a:ext>
              </a:extLst>
            </p:cNvPr>
            <p:cNvSpPr/>
            <p:nvPr/>
          </p:nvSpPr>
          <p:spPr>
            <a:xfrm>
              <a:off x="1117431" y="40421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8" name="tx416">
              <a:extLst>
                <a:ext uri="{FF2B5EF4-FFF2-40B4-BE49-F238E27FC236}">
                  <a16:creationId xmlns:a16="http://schemas.microsoft.com/office/drawing/2014/main" id="{99FDA92D-C1D3-6C6E-F677-909F5FCEAF73}"/>
                </a:ext>
              </a:extLst>
            </p:cNvPr>
            <p:cNvSpPr/>
            <p:nvPr/>
          </p:nvSpPr>
          <p:spPr>
            <a:xfrm>
              <a:off x="1117431" y="340978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9" name="tx417">
              <a:extLst>
                <a:ext uri="{FF2B5EF4-FFF2-40B4-BE49-F238E27FC236}">
                  <a16:creationId xmlns:a16="http://schemas.microsoft.com/office/drawing/2014/main" id="{11E4F309-61E7-B42F-5C07-B763FDA5B610}"/>
                </a:ext>
              </a:extLst>
            </p:cNvPr>
            <p:cNvSpPr/>
            <p:nvPr/>
          </p:nvSpPr>
          <p:spPr>
            <a:xfrm>
              <a:off x="1117431" y="277747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0" name="tx418">
              <a:extLst>
                <a:ext uri="{FF2B5EF4-FFF2-40B4-BE49-F238E27FC236}">
                  <a16:creationId xmlns:a16="http://schemas.microsoft.com/office/drawing/2014/main" id="{2BAC1B2E-8998-1356-EA2E-F8DA8F8DD196}"/>
                </a:ext>
              </a:extLst>
            </p:cNvPr>
            <p:cNvSpPr/>
            <p:nvPr/>
          </p:nvSpPr>
          <p:spPr>
            <a:xfrm>
              <a:off x="1117431" y="214515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1" name="tx419">
              <a:extLst>
                <a:ext uri="{FF2B5EF4-FFF2-40B4-BE49-F238E27FC236}">
                  <a16:creationId xmlns:a16="http://schemas.microsoft.com/office/drawing/2014/main" id="{03FAB69A-9609-8E53-23F7-4C887649436F}"/>
                </a:ext>
              </a:extLst>
            </p:cNvPr>
            <p:cNvSpPr/>
            <p:nvPr/>
          </p:nvSpPr>
          <p:spPr>
            <a:xfrm>
              <a:off x="1117431" y="151283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2" name="tx420">
              <a:extLst>
                <a:ext uri="{FF2B5EF4-FFF2-40B4-BE49-F238E27FC236}">
                  <a16:creationId xmlns:a16="http://schemas.microsoft.com/office/drawing/2014/main" id="{E4EC315B-EB68-A0B4-5A4C-D46ED2437BD6}"/>
                </a:ext>
              </a:extLst>
            </p:cNvPr>
            <p:cNvSpPr/>
            <p:nvPr/>
          </p:nvSpPr>
          <p:spPr>
            <a:xfrm>
              <a:off x="1437229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23" name="tx421">
              <a:extLst>
                <a:ext uri="{FF2B5EF4-FFF2-40B4-BE49-F238E27FC236}">
                  <a16:creationId xmlns:a16="http://schemas.microsoft.com/office/drawing/2014/main" id="{CD522068-171E-2680-DB9C-49A5DC35F093}"/>
                </a:ext>
              </a:extLst>
            </p:cNvPr>
            <p:cNvSpPr/>
            <p:nvPr/>
          </p:nvSpPr>
          <p:spPr>
            <a:xfrm>
              <a:off x="2237769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424" name="tx422">
              <a:extLst>
                <a:ext uri="{FF2B5EF4-FFF2-40B4-BE49-F238E27FC236}">
                  <a16:creationId xmlns:a16="http://schemas.microsoft.com/office/drawing/2014/main" id="{94F5EA40-B909-8AFD-203D-F0437B256BD9}"/>
                </a:ext>
              </a:extLst>
            </p:cNvPr>
            <p:cNvSpPr/>
            <p:nvPr/>
          </p:nvSpPr>
          <p:spPr>
            <a:xfrm>
              <a:off x="3038310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425" name="tx423">
              <a:extLst>
                <a:ext uri="{FF2B5EF4-FFF2-40B4-BE49-F238E27FC236}">
                  <a16:creationId xmlns:a16="http://schemas.microsoft.com/office/drawing/2014/main" id="{E049DF6B-8160-6BA0-B178-664A75BDA11E}"/>
                </a:ext>
              </a:extLst>
            </p:cNvPr>
            <p:cNvSpPr/>
            <p:nvPr/>
          </p:nvSpPr>
          <p:spPr>
            <a:xfrm>
              <a:off x="3838850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426" name="tx424">
              <a:extLst>
                <a:ext uri="{FF2B5EF4-FFF2-40B4-BE49-F238E27FC236}">
                  <a16:creationId xmlns:a16="http://schemas.microsoft.com/office/drawing/2014/main" id="{0C44F6CB-B3C8-45D9-42EB-8B366E04CC8C}"/>
                </a:ext>
              </a:extLst>
            </p:cNvPr>
            <p:cNvSpPr/>
            <p:nvPr/>
          </p:nvSpPr>
          <p:spPr>
            <a:xfrm>
              <a:off x="4639391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427" name="tx425">
              <a:extLst>
                <a:ext uri="{FF2B5EF4-FFF2-40B4-BE49-F238E27FC236}">
                  <a16:creationId xmlns:a16="http://schemas.microsoft.com/office/drawing/2014/main" id="{4CDD4CE6-1F86-D375-0010-39035686A364}"/>
                </a:ext>
              </a:extLst>
            </p:cNvPr>
            <p:cNvSpPr/>
            <p:nvPr/>
          </p:nvSpPr>
          <p:spPr>
            <a:xfrm>
              <a:off x="5439931" y="4271203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28" name="tx426">
              <a:extLst>
                <a:ext uri="{FF2B5EF4-FFF2-40B4-BE49-F238E27FC236}">
                  <a16:creationId xmlns:a16="http://schemas.microsoft.com/office/drawing/2014/main" id="{EC2779A5-DD51-FB6D-AFF1-5E83BC850E8B}"/>
                </a:ext>
              </a:extLst>
            </p:cNvPr>
            <p:cNvSpPr/>
            <p:nvPr/>
          </p:nvSpPr>
          <p:spPr>
            <a:xfrm>
              <a:off x="3209495" y="4409507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9" name="tx427">
              <a:extLst>
                <a:ext uri="{FF2B5EF4-FFF2-40B4-BE49-F238E27FC236}">
                  <a16:creationId xmlns:a16="http://schemas.microsoft.com/office/drawing/2014/main" id="{9F86B9AD-DBED-4968-EAB4-3EFBB0DACCFE}"/>
                </a:ext>
              </a:extLst>
            </p:cNvPr>
            <p:cNvSpPr/>
            <p:nvPr/>
          </p:nvSpPr>
          <p:spPr>
            <a:xfrm rot="16200000">
              <a:off x="754733" y="2767458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60" name="tx458">
              <a:extLst>
                <a:ext uri="{FF2B5EF4-FFF2-40B4-BE49-F238E27FC236}">
                  <a16:creationId xmlns:a16="http://schemas.microsoft.com/office/drawing/2014/main" id="{BACE905E-6106-7C69-9550-8F9444B15D82}"/>
                </a:ext>
              </a:extLst>
            </p:cNvPr>
            <p:cNvSpPr/>
            <p:nvPr/>
          </p:nvSpPr>
          <p:spPr>
            <a:xfrm>
              <a:off x="1397688" y="1020565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61" name="tx459">
              <a:extLst>
                <a:ext uri="{FF2B5EF4-FFF2-40B4-BE49-F238E27FC236}">
                  <a16:creationId xmlns:a16="http://schemas.microsoft.com/office/drawing/2014/main" id="{06BC10F3-27F8-17DC-C18C-A0A570DA105E}"/>
                </a:ext>
              </a:extLst>
            </p:cNvPr>
            <p:cNvSpPr/>
            <p:nvPr/>
          </p:nvSpPr>
          <p:spPr>
            <a:xfrm>
              <a:off x="1397688" y="1201616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FFCDA4FE-0793-EBA1-4852-8F5F14FB7C77}"/>
              </a:ext>
            </a:extLst>
          </p:cNvPr>
          <p:cNvGrpSpPr/>
          <p:nvPr/>
        </p:nvGrpSpPr>
        <p:grpSpPr>
          <a:xfrm>
            <a:off x="6245225" y="953344"/>
            <a:ext cx="5943600" cy="3657600"/>
            <a:chOff x="914400" y="914400"/>
            <a:chExt cx="5943600" cy="3657600"/>
          </a:xfrm>
        </p:grpSpPr>
        <p:sp>
          <p:nvSpPr>
            <p:cNvPr id="463" name="rc3">
              <a:extLst>
                <a:ext uri="{FF2B5EF4-FFF2-40B4-BE49-F238E27FC236}">
                  <a16:creationId xmlns:a16="http://schemas.microsoft.com/office/drawing/2014/main" id="{5373044F-7664-0DA0-FF3E-A165393EEC69}"/>
                </a:ext>
              </a:extLst>
            </p:cNvPr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4" name="rc4">
              <a:extLst>
                <a:ext uri="{FF2B5EF4-FFF2-40B4-BE49-F238E27FC236}">
                  <a16:creationId xmlns:a16="http://schemas.microsoft.com/office/drawing/2014/main" id="{A3FD17C6-F080-14AA-4AF1-17A7C4A9DCB4}"/>
                </a:ext>
              </a:extLst>
            </p:cNvPr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65" name="pl5">
              <a:extLst>
                <a:ext uri="{FF2B5EF4-FFF2-40B4-BE49-F238E27FC236}">
                  <a16:creationId xmlns:a16="http://schemas.microsoft.com/office/drawing/2014/main" id="{39AC6BE2-4480-B1B8-25D4-85E561E4C8F6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6" name="pl6">
              <a:extLst>
                <a:ext uri="{FF2B5EF4-FFF2-40B4-BE49-F238E27FC236}">
                  <a16:creationId xmlns:a16="http://schemas.microsoft.com/office/drawing/2014/main" id="{C328E8AD-4425-70AF-6120-174BA2414528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7" name="pl7">
              <a:extLst>
                <a:ext uri="{FF2B5EF4-FFF2-40B4-BE49-F238E27FC236}">
                  <a16:creationId xmlns:a16="http://schemas.microsoft.com/office/drawing/2014/main" id="{0151B9D2-6911-8F7B-E37F-F21870259202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8" name="pl8">
              <a:extLst>
                <a:ext uri="{FF2B5EF4-FFF2-40B4-BE49-F238E27FC236}">
                  <a16:creationId xmlns:a16="http://schemas.microsoft.com/office/drawing/2014/main" id="{73193B6C-64B0-EEED-9005-B55E6D1EBD07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9" name="pl9">
              <a:extLst>
                <a:ext uri="{FF2B5EF4-FFF2-40B4-BE49-F238E27FC236}">
                  <a16:creationId xmlns:a16="http://schemas.microsoft.com/office/drawing/2014/main" id="{8BE2E64C-ADEF-5A1A-6B19-8C2F59BB111E}"/>
                </a:ext>
              </a:extLst>
            </p:cNvPr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0" name="pl10">
              <a:extLst>
                <a:ext uri="{FF2B5EF4-FFF2-40B4-BE49-F238E27FC236}">
                  <a16:creationId xmlns:a16="http://schemas.microsoft.com/office/drawing/2014/main" id="{9AA63C44-8D31-9A2A-619F-3E6F0ADEB69E}"/>
                </a:ext>
              </a:extLst>
            </p:cNvPr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1" name="pl11">
              <a:extLst>
                <a:ext uri="{FF2B5EF4-FFF2-40B4-BE49-F238E27FC236}">
                  <a16:creationId xmlns:a16="http://schemas.microsoft.com/office/drawing/2014/main" id="{1AF360E9-7757-2EFB-750C-A28C1B5743FE}"/>
                </a:ext>
              </a:extLst>
            </p:cNvPr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2" name="pl12">
              <a:extLst>
                <a:ext uri="{FF2B5EF4-FFF2-40B4-BE49-F238E27FC236}">
                  <a16:creationId xmlns:a16="http://schemas.microsoft.com/office/drawing/2014/main" id="{9407E4CF-1F2E-52E0-88B3-36DF0DAC7B9E}"/>
                </a:ext>
              </a:extLst>
            </p:cNvPr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3" name="pl13">
              <a:extLst>
                <a:ext uri="{FF2B5EF4-FFF2-40B4-BE49-F238E27FC236}">
                  <a16:creationId xmlns:a16="http://schemas.microsoft.com/office/drawing/2014/main" id="{EBDBDB5A-2872-01D8-6484-D6D545B6F6BB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4" name="pl14">
              <a:extLst>
                <a:ext uri="{FF2B5EF4-FFF2-40B4-BE49-F238E27FC236}">
                  <a16:creationId xmlns:a16="http://schemas.microsoft.com/office/drawing/2014/main" id="{ABDC9B13-0F3B-F9FD-C188-4DF104F88A26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5" name="pl15">
              <a:extLst>
                <a:ext uri="{FF2B5EF4-FFF2-40B4-BE49-F238E27FC236}">
                  <a16:creationId xmlns:a16="http://schemas.microsoft.com/office/drawing/2014/main" id="{A7ED15C5-862D-162A-6890-66FAC27A4990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6" name="pl16">
              <a:extLst>
                <a:ext uri="{FF2B5EF4-FFF2-40B4-BE49-F238E27FC236}">
                  <a16:creationId xmlns:a16="http://schemas.microsoft.com/office/drawing/2014/main" id="{6F13C053-21FF-8FC7-D16C-A7CFB753300D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7" name="pl17">
              <a:extLst>
                <a:ext uri="{FF2B5EF4-FFF2-40B4-BE49-F238E27FC236}">
                  <a16:creationId xmlns:a16="http://schemas.microsoft.com/office/drawing/2014/main" id="{92C56AF6-C76D-6D6D-3C41-E4F4C53517D4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8" name="pl18">
              <a:extLst>
                <a:ext uri="{FF2B5EF4-FFF2-40B4-BE49-F238E27FC236}">
                  <a16:creationId xmlns:a16="http://schemas.microsoft.com/office/drawing/2014/main" id="{FCE8B841-A113-44A7-8A55-834C9FECD1A4}"/>
                </a:ext>
              </a:extLst>
            </p:cNvPr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9" name="pl19">
              <a:extLst>
                <a:ext uri="{FF2B5EF4-FFF2-40B4-BE49-F238E27FC236}">
                  <a16:creationId xmlns:a16="http://schemas.microsoft.com/office/drawing/2014/main" id="{10436892-5F59-ECCF-E2EA-61EE386FDBFF}"/>
                </a:ext>
              </a:extLst>
            </p:cNvPr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0" name="pl20">
              <a:extLst>
                <a:ext uri="{FF2B5EF4-FFF2-40B4-BE49-F238E27FC236}">
                  <a16:creationId xmlns:a16="http://schemas.microsoft.com/office/drawing/2014/main" id="{F61F6C35-5566-A458-1845-D93ED3CC1B50}"/>
                </a:ext>
              </a:extLst>
            </p:cNvPr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1" name="pl21">
              <a:extLst>
                <a:ext uri="{FF2B5EF4-FFF2-40B4-BE49-F238E27FC236}">
                  <a16:creationId xmlns:a16="http://schemas.microsoft.com/office/drawing/2014/main" id="{0BB58C99-4EA2-122D-F322-802068689E65}"/>
                </a:ext>
              </a:extLst>
            </p:cNvPr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2" name="pg22">
              <a:extLst>
                <a:ext uri="{FF2B5EF4-FFF2-40B4-BE49-F238E27FC236}">
                  <a16:creationId xmlns:a16="http://schemas.microsoft.com/office/drawing/2014/main" id="{868C1F9E-4961-10D3-0D64-405C36E05E8F}"/>
                </a:ext>
              </a:extLst>
            </p:cNvPr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3" name="pg23">
              <a:extLst>
                <a:ext uri="{FF2B5EF4-FFF2-40B4-BE49-F238E27FC236}">
                  <a16:creationId xmlns:a16="http://schemas.microsoft.com/office/drawing/2014/main" id="{2A1EB7B1-7FEC-30C3-25B8-9786E5FFC369}"/>
                </a:ext>
              </a:extLst>
            </p:cNvPr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4" name="pg24">
              <a:extLst>
                <a:ext uri="{FF2B5EF4-FFF2-40B4-BE49-F238E27FC236}">
                  <a16:creationId xmlns:a16="http://schemas.microsoft.com/office/drawing/2014/main" id="{B99BEAD4-4F10-F479-F6A6-2E38D3F64087}"/>
                </a:ext>
              </a:extLst>
            </p:cNvPr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5" name="pg25">
              <a:extLst>
                <a:ext uri="{FF2B5EF4-FFF2-40B4-BE49-F238E27FC236}">
                  <a16:creationId xmlns:a16="http://schemas.microsoft.com/office/drawing/2014/main" id="{2E791618-0BCE-E413-8BCD-841AF611B3B0}"/>
                </a:ext>
              </a:extLst>
            </p:cNvPr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6" name="pg26">
              <a:extLst>
                <a:ext uri="{FF2B5EF4-FFF2-40B4-BE49-F238E27FC236}">
                  <a16:creationId xmlns:a16="http://schemas.microsoft.com/office/drawing/2014/main" id="{27FCBF16-B671-F20F-B335-5393F07E6D74}"/>
                </a:ext>
              </a:extLst>
            </p:cNvPr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7" name="pg27">
              <a:extLst>
                <a:ext uri="{FF2B5EF4-FFF2-40B4-BE49-F238E27FC236}">
                  <a16:creationId xmlns:a16="http://schemas.microsoft.com/office/drawing/2014/main" id="{2B5DA452-3449-D44F-E77C-75FFC429E8F5}"/>
                </a:ext>
              </a:extLst>
            </p:cNvPr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8" name="pg28">
              <a:extLst>
                <a:ext uri="{FF2B5EF4-FFF2-40B4-BE49-F238E27FC236}">
                  <a16:creationId xmlns:a16="http://schemas.microsoft.com/office/drawing/2014/main" id="{91CF0753-D064-265F-7856-15124F3226AB}"/>
                </a:ext>
              </a:extLst>
            </p:cNvPr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9" name="pg29">
              <a:extLst>
                <a:ext uri="{FF2B5EF4-FFF2-40B4-BE49-F238E27FC236}">
                  <a16:creationId xmlns:a16="http://schemas.microsoft.com/office/drawing/2014/main" id="{7C0392E6-B78D-5FE4-CAF2-6AE76181DB1C}"/>
                </a:ext>
              </a:extLst>
            </p:cNvPr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0" name="pg30">
              <a:extLst>
                <a:ext uri="{FF2B5EF4-FFF2-40B4-BE49-F238E27FC236}">
                  <a16:creationId xmlns:a16="http://schemas.microsoft.com/office/drawing/2014/main" id="{623BEEB7-8E01-E3A5-F88F-3FD199CCB5A7}"/>
                </a:ext>
              </a:extLst>
            </p:cNvPr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1" name="pg31">
              <a:extLst>
                <a:ext uri="{FF2B5EF4-FFF2-40B4-BE49-F238E27FC236}">
                  <a16:creationId xmlns:a16="http://schemas.microsoft.com/office/drawing/2014/main" id="{FABDA2EC-AC7C-E040-E78E-20B479CE6A9C}"/>
                </a:ext>
              </a:extLst>
            </p:cNvPr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2" name="pg32">
              <a:extLst>
                <a:ext uri="{FF2B5EF4-FFF2-40B4-BE49-F238E27FC236}">
                  <a16:creationId xmlns:a16="http://schemas.microsoft.com/office/drawing/2014/main" id="{7D6F7AB9-E405-1BCE-B735-D2D74FD01F06}"/>
                </a:ext>
              </a:extLst>
            </p:cNvPr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3" name="pg33">
              <a:extLst>
                <a:ext uri="{FF2B5EF4-FFF2-40B4-BE49-F238E27FC236}">
                  <a16:creationId xmlns:a16="http://schemas.microsoft.com/office/drawing/2014/main" id="{7D137B96-8A21-C378-C563-DC2175783929}"/>
                </a:ext>
              </a:extLst>
            </p:cNvPr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4" name="pg34">
              <a:extLst>
                <a:ext uri="{FF2B5EF4-FFF2-40B4-BE49-F238E27FC236}">
                  <a16:creationId xmlns:a16="http://schemas.microsoft.com/office/drawing/2014/main" id="{DF9596EA-5DFE-A3F2-CCF4-DEAF64F32C3F}"/>
                </a:ext>
              </a:extLst>
            </p:cNvPr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5" name="pg35">
              <a:extLst>
                <a:ext uri="{FF2B5EF4-FFF2-40B4-BE49-F238E27FC236}">
                  <a16:creationId xmlns:a16="http://schemas.microsoft.com/office/drawing/2014/main" id="{3189D778-BE00-850E-C123-FB6064468CB8}"/>
                </a:ext>
              </a:extLst>
            </p:cNvPr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6" name="pg36">
              <a:extLst>
                <a:ext uri="{FF2B5EF4-FFF2-40B4-BE49-F238E27FC236}">
                  <a16:creationId xmlns:a16="http://schemas.microsoft.com/office/drawing/2014/main" id="{2A888898-1C7C-B9C9-9432-D43A44E40A06}"/>
                </a:ext>
              </a:extLst>
            </p:cNvPr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7" name="pg37">
              <a:extLst>
                <a:ext uri="{FF2B5EF4-FFF2-40B4-BE49-F238E27FC236}">
                  <a16:creationId xmlns:a16="http://schemas.microsoft.com/office/drawing/2014/main" id="{E66D999F-490A-4DC1-13C7-4AFB77DC3E03}"/>
                </a:ext>
              </a:extLst>
            </p:cNvPr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8" name="pg38">
              <a:extLst>
                <a:ext uri="{FF2B5EF4-FFF2-40B4-BE49-F238E27FC236}">
                  <a16:creationId xmlns:a16="http://schemas.microsoft.com/office/drawing/2014/main" id="{9ACAB3A3-7E88-C283-8823-EC37A5900C65}"/>
                </a:ext>
              </a:extLst>
            </p:cNvPr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9" name="pg39">
              <a:extLst>
                <a:ext uri="{FF2B5EF4-FFF2-40B4-BE49-F238E27FC236}">
                  <a16:creationId xmlns:a16="http://schemas.microsoft.com/office/drawing/2014/main" id="{DDDFC9A2-0D0C-AC57-C4EF-D46C8258DF0D}"/>
                </a:ext>
              </a:extLst>
            </p:cNvPr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0" name="pg40">
              <a:extLst>
                <a:ext uri="{FF2B5EF4-FFF2-40B4-BE49-F238E27FC236}">
                  <a16:creationId xmlns:a16="http://schemas.microsoft.com/office/drawing/2014/main" id="{FB58E983-F8D2-4239-B8B3-30C83E3327CB}"/>
                </a:ext>
              </a:extLst>
            </p:cNvPr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1" name="pg41">
              <a:extLst>
                <a:ext uri="{FF2B5EF4-FFF2-40B4-BE49-F238E27FC236}">
                  <a16:creationId xmlns:a16="http://schemas.microsoft.com/office/drawing/2014/main" id="{A8319B02-810B-23D9-76D0-5AA1BD4F6FB2}"/>
                </a:ext>
              </a:extLst>
            </p:cNvPr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2" name="pg42">
              <a:extLst>
                <a:ext uri="{FF2B5EF4-FFF2-40B4-BE49-F238E27FC236}">
                  <a16:creationId xmlns:a16="http://schemas.microsoft.com/office/drawing/2014/main" id="{6A1C1D3A-378E-67DC-5B8C-A8201295A35F}"/>
                </a:ext>
              </a:extLst>
            </p:cNvPr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3" name="pg43">
              <a:extLst>
                <a:ext uri="{FF2B5EF4-FFF2-40B4-BE49-F238E27FC236}">
                  <a16:creationId xmlns:a16="http://schemas.microsoft.com/office/drawing/2014/main" id="{0158676B-AFBA-172B-F402-3038E9665596}"/>
                </a:ext>
              </a:extLst>
            </p:cNvPr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4" name="pg44">
              <a:extLst>
                <a:ext uri="{FF2B5EF4-FFF2-40B4-BE49-F238E27FC236}">
                  <a16:creationId xmlns:a16="http://schemas.microsoft.com/office/drawing/2014/main" id="{6FAC8ABE-62E5-97D6-8143-4AD9C94ADE16}"/>
                </a:ext>
              </a:extLst>
            </p:cNvPr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5" name="pg45">
              <a:extLst>
                <a:ext uri="{FF2B5EF4-FFF2-40B4-BE49-F238E27FC236}">
                  <a16:creationId xmlns:a16="http://schemas.microsoft.com/office/drawing/2014/main" id="{3EFF7D22-9DD4-4D68-E059-C6ABD11E7624}"/>
                </a:ext>
              </a:extLst>
            </p:cNvPr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6" name="pg46">
              <a:extLst>
                <a:ext uri="{FF2B5EF4-FFF2-40B4-BE49-F238E27FC236}">
                  <a16:creationId xmlns:a16="http://schemas.microsoft.com/office/drawing/2014/main" id="{497EF69C-D25F-A0FF-F18D-779F987201C8}"/>
                </a:ext>
              </a:extLst>
            </p:cNvPr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7" name="pg47">
              <a:extLst>
                <a:ext uri="{FF2B5EF4-FFF2-40B4-BE49-F238E27FC236}">
                  <a16:creationId xmlns:a16="http://schemas.microsoft.com/office/drawing/2014/main" id="{338F2901-057E-DD71-E66E-A4F9BFF72EFB}"/>
                </a:ext>
              </a:extLst>
            </p:cNvPr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8" name="pg48">
              <a:extLst>
                <a:ext uri="{FF2B5EF4-FFF2-40B4-BE49-F238E27FC236}">
                  <a16:creationId xmlns:a16="http://schemas.microsoft.com/office/drawing/2014/main" id="{E7A7CFAA-87DF-B564-2F20-4FB161EC9E6E}"/>
                </a:ext>
              </a:extLst>
            </p:cNvPr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9" name="pg49">
              <a:extLst>
                <a:ext uri="{FF2B5EF4-FFF2-40B4-BE49-F238E27FC236}">
                  <a16:creationId xmlns:a16="http://schemas.microsoft.com/office/drawing/2014/main" id="{6449E7B7-86C8-0ABD-BB9C-0752975DE95A}"/>
                </a:ext>
              </a:extLst>
            </p:cNvPr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0" name="pg50">
              <a:extLst>
                <a:ext uri="{FF2B5EF4-FFF2-40B4-BE49-F238E27FC236}">
                  <a16:creationId xmlns:a16="http://schemas.microsoft.com/office/drawing/2014/main" id="{5479AD04-819F-2457-BD70-A210E71DF93C}"/>
                </a:ext>
              </a:extLst>
            </p:cNvPr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1" name="pg51">
              <a:extLst>
                <a:ext uri="{FF2B5EF4-FFF2-40B4-BE49-F238E27FC236}">
                  <a16:creationId xmlns:a16="http://schemas.microsoft.com/office/drawing/2014/main" id="{B7602ED0-993B-2F1E-602C-B4C2356602B2}"/>
                </a:ext>
              </a:extLst>
            </p:cNvPr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2" name="pg52">
              <a:extLst>
                <a:ext uri="{FF2B5EF4-FFF2-40B4-BE49-F238E27FC236}">
                  <a16:creationId xmlns:a16="http://schemas.microsoft.com/office/drawing/2014/main" id="{2A883A1F-B071-7E67-164F-476C028E410E}"/>
                </a:ext>
              </a:extLst>
            </p:cNvPr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3" name="pg53">
              <a:extLst>
                <a:ext uri="{FF2B5EF4-FFF2-40B4-BE49-F238E27FC236}">
                  <a16:creationId xmlns:a16="http://schemas.microsoft.com/office/drawing/2014/main" id="{F111546A-80AF-3644-CAFE-6202DC540964}"/>
                </a:ext>
              </a:extLst>
            </p:cNvPr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4" name="pg54">
              <a:extLst>
                <a:ext uri="{FF2B5EF4-FFF2-40B4-BE49-F238E27FC236}">
                  <a16:creationId xmlns:a16="http://schemas.microsoft.com/office/drawing/2014/main" id="{4438BBB5-B8FF-6637-42D3-9533EAADBC46}"/>
                </a:ext>
              </a:extLst>
            </p:cNvPr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5" name="pg55">
              <a:extLst>
                <a:ext uri="{FF2B5EF4-FFF2-40B4-BE49-F238E27FC236}">
                  <a16:creationId xmlns:a16="http://schemas.microsoft.com/office/drawing/2014/main" id="{B71CC3D1-435C-9C9B-32B0-DF6633B3F9E6}"/>
                </a:ext>
              </a:extLst>
            </p:cNvPr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6" name="pg56">
              <a:extLst>
                <a:ext uri="{FF2B5EF4-FFF2-40B4-BE49-F238E27FC236}">
                  <a16:creationId xmlns:a16="http://schemas.microsoft.com/office/drawing/2014/main" id="{AC52E653-FE84-CCD2-59E1-7F2DC51CB3EC}"/>
                </a:ext>
              </a:extLst>
            </p:cNvPr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7" name="pg57">
              <a:extLst>
                <a:ext uri="{FF2B5EF4-FFF2-40B4-BE49-F238E27FC236}">
                  <a16:creationId xmlns:a16="http://schemas.microsoft.com/office/drawing/2014/main" id="{920A0194-0D19-A8FD-4E9C-4AF5E0E5A5DC}"/>
                </a:ext>
              </a:extLst>
            </p:cNvPr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8" name="pg58">
              <a:extLst>
                <a:ext uri="{FF2B5EF4-FFF2-40B4-BE49-F238E27FC236}">
                  <a16:creationId xmlns:a16="http://schemas.microsoft.com/office/drawing/2014/main" id="{1135AF1B-C3D5-80E3-0B95-AEE8AEF12DC6}"/>
                </a:ext>
              </a:extLst>
            </p:cNvPr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9" name="pg59">
              <a:extLst>
                <a:ext uri="{FF2B5EF4-FFF2-40B4-BE49-F238E27FC236}">
                  <a16:creationId xmlns:a16="http://schemas.microsoft.com/office/drawing/2014/main" id="{2A9C6B35-982A-3A4B-58C6-970C7B1503DB}"/>
                </a:ext>
              </a:extLst>
            </p:cNvPr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0" name="pg60">
              <a:extLst>
                <a:ext uri="{FF2B5EF4-FFF2-40B4-BE49-F238E27FC236}">
                  <a16:creationId xmlns:a16="http://schemas.microsoft.com/office/drawing/2014/main" id="{59ABD1D0-FAEE-5ADB-8CB3-98B75064FBBE}"/>
                </a:ext>
              </a:extLst>
            </p:cNvPr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1" name="pg61">
              <a:extLst>
                <a:ext uri="{FF2B5EF4-FFF2-40B4-BE49-F238E27FC236}">
                  <a16:creationId xmlns:a16="http://schemas.microsoft.com/office/drawing/2014/main" id="{576BB29A-09D3-1DCD-F91F-FF918694EDA8}"/>
                </a:ext>
              </a:extLst>
            </p:cNvPr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2" name="pg62">
              <a:extLst>
                <a:ext uri="{FF2B5EF4-FFF2-40B4-BE49-F238E27FC236}">
                  <a16:creationId xmlns:a16="http://schemas.microsoft.com/office/drawing/2014/main" id="{3CD1F893-9FE4-2837-B40B-6B7BB80940ED}"/>
                </a:ext>
              </a:extLst>
            </p:cNvPr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3" name="pg63">
              <a:extLst>
                <a:ext uri="{FF2B5EF4-FFF2-40B4-BE49-F238E27FC236}">
                  <a16:creationId xmlns:a16="http://schemas.microsoft.com/office/drawing/2014/main" id="{DD37003A-FC1D-9E6B-1458-FBA5F055C9A0}"/>
                </a:ext>
              </a:extLst>
            </p:cNvPr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4" name="pg64">
              <a:extLst>
                <a:ext uri="{FF2B5EF4-FFF2-40B4-BE49-F238E27FC236}">
                  <a16:creationId xmlns:a16="http://schemas.microsoft.com/office/drawing/2014/main" id="{E2A3A880-80A4-22FD-3F1B-76D70C0A7D8C}"/>
                </a:ext>
              </a:extLst>
            </p:cNvPr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5" name="pg65">
              <a:extLst>
                <a:ext uri="{FF2B5EF4-FFF2-40B4-BE49-F238E27FC236}">
                  <a16:creationId xmlns:a16="http://schemas.microsoft.com/office/drawing/2014/main" id="{A0F88146-B0E8-95C2-380F-6235B0288569}"/>
                </a:ext>
              </a:extLst>
            </p:cNvPr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6" name="pg66">
              <a:extLst>
                <a:ext uri="{FF2B5EF4-FFF2-40B4-BE49-F238E27FC236}">
                  <a16:creationId xmlns:a16="http://schemas.microsoft.com/office/drawing/2014/main" id="{A68FD8B6-08EF-B710-9EEB-52E49F17556F}"/>
                </a:ext>
              </a:extLst>
            </p:cNvPr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7" name="pg67">
              <a:extLst>
                <a:ext uri="{FF2B5EF4-FFF2-40B4-BE49-F238E27FC236}">
                  <a16:creationId xmlns:a16="http://schemas.microsoft.com/office/drawing/2014/main" id="{88AABF33-6EE1-EDAA-27B5-BAF27999A225}"/>
                </a:ext>
              </a:extLst>
            </p:cNvPr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8" name="pg68">
              <a:extLst>
                <a:ext uri="{FF2B5EF4-FFF2-40B4-BE49-F238E27FC236}">
                  <a16:creationId xmlns:a16="http://schemas.microsoft.com/office/drawing/2014/main" id="{9097F66A-6748-3886-6456-C1CB7A44A976}"/>
                </a:ext>
              </a:extLst>
            </p:cNvPr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9" name="pg69">
              <a:extLst>
                <a:ext uri="{FF2B5EF4-FFF2-40B4-BE49-F238E27FC236}">
                  <a16:creationId xmlns:a16="http://schemas.microsoft.com/office/drawing/2014/main" id="{630320D7-2E49-1D86-7777-38C26BBBB906}"/>
                </a:ext>
              </a:extLst>
            </p:cNvPr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0" name="pt70">
              <a:extLst>
                <a:ext uri="{FF2B5EF4-FFF2-40B4-BE49-F238E27FC236}">
                  <a16:creationId xmlns:a16="http://schemas.microsoft.com/office/drawing/2014/main" id="{0D07C738-FD22-F1EE-2E55-F55CBFE72B88}"/>
                </a:ext>
              </a:extLst>
            </p:cNvPr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1" name="pt71">
              <a:extLst>
                <a:ext uri="{FF2B5EF4-FFF2-40B4-BE49-F238E27FC236}">
                  <a16:creationId xmlns:a16="http://schemas.microsoft.com/office/drawing/2014/main" id="{20C6B0FC-35D9-2165-D11A-60592A125BE5}"/>
                </a:ext>
              </a:extLst>
            </p:cNvPr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2" name="pt72">
              <a:extLst>
                <a:ext uri="{FF2B5EF4-FFF2-40B4-BE49-F238E27FC236}">
                  <a16:creationId xmlns:a16="http://schemas.microsoft.com/office/drawing/2014/main" id="{6BBE0764-80BF-C76F-37EE-F9825EC1F722}"/>
                </a:ext>
              </a:extLst>
            </p:cNvPr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3" name="pt73">
              <a:extLst>
                <a:ext uri="{FF2B5EF4-FFF2-40B4-BE49-F238E27FC236}">
                  <a16:creationId xmlns:a16="http://schemas.microsoft.com/office/drawing/2014/main" id="{D3862911-A4EE-AC20-D76D-06FF39F370C2}"/>
                </a:ext>
              </a:extLst>
            </p:cNvPr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4" name="pt74">
              <a:extLst>
                <a:ext uri="{FF2B5EF4-FFF2-40B4-BE49-F238E27FC236}">
                  <a16:creationId xmlns:a16="http://schemas.microsoft.com/office/drawing/2014/main" id="{315BC9BA-54CA-F85C-0EE3-A8D11EFC6F06}"/>
                </a:ext>
              </a:extLst>
            </p:cNvPr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5" name="pt75">
              <a:extLst>
                <a:ext uri="{FF2B5EF4-FFF2-40B4-BE49-F238E27FC236}">
                  <a16:creationId xmlns:a16="http://schemas.microsoft.com/office/drawing/2014/main" id="{D3E68E5C-F67E-9870-8E81-909A869B2AEF}"/>
                </a:ext>
              </a:extLst>
            </p:cNvPr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6" name="pt76">
              <a:extLst>
                <a:ext uri="{FF2B5EF4-FFF2-40B4-BE49-F238E27FC236}">
                  <a16:creationId xmlns:a16="http://schemas.microsoft.com/office/drawing/2014/main" id="{3370FC3F-8AAC-78D3-36D1-DC8A7295AD84}"/>
                </a:ext>
              </a:extLst>
            </p:cNvPr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7" name="pt77">
              <a:extLst>
                <a:ext uri="{FF2B5EF4-FFF2-40B4-BE49-F238E27FC236}">
                  <a16:creationId xmlns:a16="http://schemas.microsoft.com/office/drawing/2014/main" id="{B0674F69-600C-40D2-3594-3B86159AF331}"/>
                </a:ext>
              </a:extLst>
            </p:cNvPr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8" name="pt78">
              <a:extLst>
                <a:ext uri="{FF2B5EF4-FFF2-40B4-BE49-F238E27FC236}">
                  <a16:creationId xmlns:a16="http://schemas.microsoft.com/office/drawing/2014/main" id="{42217336-9F55-FF7D-0010-25CF754C471A}"/>
                </a:ext>
              </a:extLst>
            </p:cNvPr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9" name="pt79">
              <a:extLst>
                <a:ext uri="{FF2B5EF4-FFF2-40B4-BE49-F238E27FC236}">
                  <a16:creationId xmlns:a16="http://schemas.microsoft.com/office/drawing/2014/main" id="{BB2FCADD-9685-7D2F-DE0B-46801FBE7DDF}"/>
                </a:ext>
              </a:extLst>
            </p:cNvPr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0" name="pt80">
              <a:extLst>
                <a:ext uri="{FF2B5EF4-FFF2-40B4-BE49-F238E27FC236}">
                  <a16:creationId xmlns:a16="http://schemas.microsoft.com/office/drawing/2014/main" id="{EFD1F893-08E6-54F5-5E2B-415A97A1D517}"/>
                </a:ext>
              </a:extLst>
            </p:cNvPr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1" name="pt81">
              <a:extLst>
                <a:ext uri="{FF2B5EF4-FFF2-40B4-BE49-F238E27FC236}">
                  <a16:creationId xmlns:a16="http://schemas.microsoft.com/office/drawing/2014/main" id="{01E839BB-85CC-A100-8C99-55820E1B3BA9}"/>
                </a:ext>
              </a:extLst>
            </p:cNvPr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2" name="pt82">
              <a:extLst>
                <a:ext uri="{FF2B5EF4-FFF2-40B4-BE49-F238E27FC236}">
                  <a16:creationId xmlns:a16="http://schemas.microsoft.com/office/drawing/2014/main" id="{E2405EC9-2E09-62B0-EE2C-7899496F7E76}"/>
                </a:ext>
              </a:extLst>
            </p:cNvPr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3" name="pt83">
              <a:extLst>
                <a:ext uri="{FF2B5EF4-FFF2-40B4-BE49-F238E27FC236}">
                  <a16:creationId xmlns:a16="http://schemas.microsoft.com/office/drawing/2014/main" id="{DB365DE9-39FE-12CA-9F5D-55E989DA040C}"/>
                </a:ext>
              </a:extLst>
            </p:cNvPr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4" name="pt84">
              <a:extLst>
                <a:ext uri="{FF2B5EF4-FFF2-40B4-BE49-F238E27FC236}">
                  <a16:creationId xmlns:a16="http://schemas.microsoft.com/office/drawing/2014/main" id="{8061C000-DAAC-1706-8E4B-49773DF502DF}"/>
                </a:ext>
              </a:extLst>
            </p:cNvPr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5" name="pt85">
              <a:extLst>
                <a:ext uri="{FF2B5EF4-FFF2-40B4-BE49-F238E27FC236}">
                  <a16:creationId xmlns:a16="http://schemas.microsoft.com/office/drawing/2014/main" id="{E9A2B0F9-77B4-1A80-0664-50FE34DA74F6}"/>
                </a:ext>
              </a:extLst>
            </p:cNvPr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6" name="pt86">
              <a:extLst>
                <a:ext uri="{FF2B5EF4-FFF2-40B4-BE49-F238E27FC236}">
                  <a16:creationId xmlns:a16="http://schemas.microsoft.com/office/drawing/2014/main" id="{277D0839-2E33-E32F-5B51-8DB8D431FE4A}"/>
                </a:ext>
              </a:extLst>
            </p:cNvPr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7" name="pt87">
              <a:extLst>
                <a:ext uri="{FF2B5EF4-FFF2-40B4-BE49-F238E27FC236}">
                  <a16:creationId xmlns:a16="http://schemas.microsoft.com/office/drawing/2014/main" id="{D43B1956-80EC-06AD-74B4-4A84A5ED62E3}"/>
                </a:ext>
              </a:extLst>
            </p:cNvPr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8" name="pt88">
              <a:extLst>
                <a:ext uri="{FF2B5EF4-FFF2-40B4-BE49-F238E27FC236}">
                  <a16:creationId xmlns:a16="http://schemas.microsoft.com/office/drawing/2014/main" id="{02270BB2-ACC8-7779-AB29-B962D494D8B1}"/>
                </a:ext>
              </a:extLst>
            </p:cNvPr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9" name="pt89">
              <a:extLst>
                <a:ext uri="{FF2B5EF4-FFF2-40B4-BE49-F238E27FC236}">
                  <a16:creationId xmlns:a16="http://schemas.microsoft.com/office/drawing/2014/main" id="{E8449F87-8AAF-5061-3236-DFA68A57F959}"/>
                </a:ext>
              </a:extLst>
            </p:cNvPr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0" name="pt90">
              <a:extLst>
                <a:ext uri="{FF2B5EF4-FFF2-40B4-BE49-F238E27FC236}">
                  <a16:creationId xmlns:a16="http://schemas.microsoft.com/office/drawing/2014/main" id="{A8A8D08C-F40F-4696-9338-9E96815054EB}"/>
                </a:ext>
              </a:extLst>
            </p:cNvPr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1" name="pt91">
              <a:extLst>
                <a:ext uri="{FF2B5EF4-FFF2-40B4-BE49-F238E27FC236}">
                  <a16:creationId xmlns:a16="http://schemas.microsoft.com/office/drawing/2014/main" id="{8F44331F-7334-6A49-A0AA-25912910DFB1}"/>
                </a:ext>
              </a:extLst>
            </p:cNvPr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2" name="pt92">
              <a:extLst>
                <a:ext uri="{FF2B5EF4-FFF2-40B4-BE49-F238E27FC236}">
                  <a16:creationId xmlns:a16="http://schemas.microsoft.com/office/drawing/2014/main" id="{B0B7DD77-1C52-5765-C7B8-7A4E0E4F5757}"/>
                </a:ext>
              </a:extLst>
            </p:cNvPr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3" name="pt93">
              <a:extLst>
                <a:ext uri="{FF2B5EF4-FFF2-40B4-BE49-F238E27FC236}">
                  <a16:creationId xmlns:a16="http://schemas.microsoft.com/office/drawing/2014/main" id="{7EEE3DF0-AEC4-4EC7-2A55-B4258217DA3C}"/>
                </a:ext>
              </a:extLst>
            </p:cNvPr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4" name="pt94">
              <a:extLst>
                <a:ext uri="{FF2B5EF4-FFF2-40B4-BE49-F238E27FC236}">
                  <a16:creationId xmlns:a16="http://schemas.microsoft.com/office/drawing/2014/main" id="{FC176DBE-6354-0698-DB73-65C56882E12C}"/>
                </a:ext>
              </a:extLst>
            </p:cNvPr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5" name="pt95">
              <a:extLst>
                <a:ext uri="{FF2B5EF4-FFF2-40B4-BE49-F238E27FC236}">
                  <a16:creationId xmlns:a16="http://schemas.microsoft.com/office/drawing/2014/main" id="{2397403A-4E83-FC57-FB49-D5F300A2C86C}"/>
                </a:ext>
              </a:extLst>
            </p:cNvPr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6" name="pt96">
              <a:extLst>
                <a:ext uri="{FF2B5EF4-FFF2-40B4-BE49-F238E27FC236}">
                  <a16:creationId xmlns:a16="http://schemas.microsoft.com/office/drawing/2014/main" id="{55959547-6FB1-7F02-682C-B16F10B2B87D}"/>
                </a:ext>
              </a:extLst>
            </p:cNvPr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7" name="pt97">
              <a:extLst>
                <a:ext uri="{FF2B5EF4-FFF2-40B4-BE49-F238E27FC236}">
                  <a16:creationId xmlns:a16="http://schemas.microsoft.com/office/drawing/2014/main" id="{50C6AE05-C2D5-B412-D02B-1E01E4C52591}"/>
                </a:ext>
              </a:extLst>
            </p:cNvPr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8" name="pt98">
              <a:extLst>
                <a:ext uri="{FF2B5EF4-FFF2-40B4-BE49-F238E27FC236}">
                  <a16:creationId xmlns:a16="http://schemas.microsoft.com/office/drawing/2014/main" id="{68866712-E94C-3576-D74C-79B8CEE98CB5}"/>
                </a:ext>
              </a:extLst>
            </p:cNvPr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9" name="pt99">
              <a:extLst>
                <a:ext uri="{FF2B5EF4-FFF2-40B4-BE49-F238E27FC236}">
                  <a16:creationId xmlns:a16="http://schemas.microsoft.com/office/drawing/2014/main" id="{755A1BF0-CC0A-ADEA-DCD5-8253DDB0D428}"/>
                </a:ext>
              </a:extLst>
            </p:cNvPr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0" name="pt100">
              <a:extLst>
                <a:ext uri="{FF2B5EF4-FFF2-40B4-BE49-F238E27FC236}">
                  <a16:creationId xmlns:a16="http://schemas.microsoft.com/office/drawing/2014/main" id="{CE7F77B1-A149-DDAD-1F06-21EF9C2A63A6}"/>
                </a:ext>
              </a:extLst>
            </p:cNvPr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1" name="pt101">
              <a:extLst>
                <a:ext uri="{FF2B5EF4-FFF2-40B4-BE49-F238E27FC236}">
                  <a16:creationId xmlns:a16="http://schemas.microsoft.com/office/drawing/2014/main" id="{62A1A9F6-3059-81A1-1335-0AA9F8B12038}"/>
                </a:ext>
              </a:extLst>
            </p:cNvPr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2" name="pt102">
              <a:extLst>
                <a:ext uri="{FF2B5EF4-FFF2-40B4-BE49-F238E27FC236}">
                  <a16:creationId xmlns:a16="http://schemas.microsoft.com/office/drawing/2014/main" id="{AFA9E5DC-3823-3850-4C8E-1FDA692A5D49}"/>
                </a:ext>
              </a:extLst>
            </p:cNvPr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3" name="pt103">
              <a:extLst>
                <a:ext uri="{FF2B5EF4-FFF2-40B4-BE49-F238E27FC236}">
                  <a16:creationId xmlns:a16="http://schemas.microsoft.com/office/drawing/2014/main" id="{65F803DA-A52E-8AF8-3A35-9789E84C9DCE}"/>
                </a:ext>
              </a:extLst>
            </p:cNvPr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4" name="pt104">
              <a:extLst>
                <a:ext uri="{FF2B5EF4-FFF2-40B4-BE49-F238E27FC236}">
                  <a16:creationId xmlns:a16="http://schemas.microsoft.com/office/drawing/2014/main" id="{2E546970-E5B7-8725-33CC-12BBCAC17554}"/>
                </a:ext>
              </a:extLst>
            </p:cNvPr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5" name="pt105">
              <a:extLst>
                <a:ext uri="{FF2B5EF4-FFF2-40B4-BE49-F238E27FC236}">
                  <a16:creationId xmlns:a16="http://schemas.microsoft.com/office/drawing/2014/main" id="{EE4E5702-EDC9-88F0-D73C-51AAF7B63780}"/>
                </a:ext>
              </a:extLst>
            </p:cNvPr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6" name="pt106">
              <a:extLst>
                <a:ext uri="{FF2B5EF4-FFF2-40B4-BE49-F238E27FC236}">
                  <a16:creationId xmlns:a16="http://schemas.microsoft.com/office/drawing/2014/main" id="{5F44306D-C1E6-6206-70C2-69F0E50BE991}"/>
                </a:ext>
              </a:extLst>
            </p:cNvPr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7" name="pt107">
              <a:extLst>
                <a:ext uri="{FF2B5EF4-FFF2-40B4-BE49-F238E27FC236}">
                  <a16:creationId xmlns:a16="http://schemas.microsoft.com/office/drawing/2014/main" id="{2B08964F-8070-9046-8958-765B303D1852}"/>
                </a:ext>
              </a:extLst>
            </p:cNvPr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8" name="pt108">
              <a:extLst>
                <a:ext uri="{FF2B5EF4-FFF2-40B4-BE49-F238E27FC236}">
                  <a16:creationId xmlns:a16="http://schemas.microsoft.com/office/drawing/2014/main" id="{DB145356-83CD-8978-A770-70BD4E32A20E}"/>
                </a:ext>
              </a:extLst>
            </p:cNvPr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9" name="pt109">
              <a:extLst>
                <a:ext uri="{FF2B5EF4-FFF2-40B4-BE49-F238E27FC236}">
                  <a16:creationId xmlns:a16="http://schemas.microsoft.com/office/drawing/2014/main" id="{1D01CBDB-8557-44B4-3A05-01B5B292686F}"/>
                </a:ext>
              </a:extLst>
            </p:cNvPr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0" name="pt110">
              <a:extLst>
                <a:ext uri="{FF2B5EF4-FFF2-40B4-BE49-F238E27FC236}">
                  <a16:creationId xmlns:a16="http://schemas.microsoft.com/office/drawing/2014/main" id="{2AB45C4A-7B29-B1FB-5EAB-C82988A04E22}"/>
                </a:ext>
              </a:extLst>
            </p:cNvPr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1" name="pt111">
              <a:extLst>
                <a:ext uri="{FF2B5EF4-FFF2-40B4-BE49-F238E27FC236}">
                  <a16:creationId xmlns:a16="http://schemas.microsoft.com/office/drawing/2014/main" id="{EEC5A23D-9251-996B-1947-445A795482C8}"/>
                </a:ext>
              </a:extLst>
            </p:cNvPr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2" name="pt112">
              <a:extLst>
                <a:ext uri="{FF2B5EF4-FFF2-40B4-BE49-F238E27FC236}">
                  <a16:creationId xmlns:a16="http://schemas.microsoft.com/office/drawing/2014/main" id="{4C098AF6-1B55-970F-F897-ACDD91AB3572}"/>
                </a:ext>
              </a:extLst>
            </p:cNvPr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3" name="pt113">
              <a:extLst>
                <a:ext uri="{FF2B5EF4-FFF2-40B4-BE49-F238E27FC236}">
                  <a16:creationId xmlns:a16="http://schemas.microsoft.com/office/drawing/2014/main" id="{9E7361F5-749B-7A51-4AD0-2AA7D320DBEA}"/>
                </a:ext>
              </a:extLst>
            </p:cNvPr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4" name="pt114">
              <a:extLst>
                <a:ext uri="{FF2B5EF4-FFF2-40B4-BE49-F238E27FC236}">
                  <a16:creationId xmlns:a16="http://schemas.microsoft.com/office/drawing/2014/main" id="{149CD66B-F682-1876-B948-DA89ED043133}"/>
                </a:ext>
              </a:extLst>
            </p:cNvPr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5" name="pt115">
              <a:extLst>
                <a:ext uri="{FF2B5EF4-FFF2-40B4-BE49-F238E27FC236}">
                  <a16:creationId xmlns:a16="http://schemas.microsoft.com/office/drawing/2014/main" id="{18A0437A-4878-D406-3A74-10DF97ACF9E9}"/>
                </a:ext>
              </a:extLst>
            </p:cNvPr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6" name="pt116">
              <a:extLst>
                <a:ext uri="{FF2B5EF4-FFF2-40B4-BE49-F238E27FC236}">
                  <a16:creationId xmlns:a16="http://schemas.microsoft.com/office/drawing/2014/main" id="{249C873F-6C81-5D99-A447-3A8C07993D29}"/>
                </a:ext>
              </a:extLst>
            </p:cNvPr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7" name="pt117">
              <a:extLst>
                <a:ext uri="{FF2B5EF4-FFF2-40B4-BE49-F238E27FC236}">
                  <a16:creationId xmlns:a16="http://schemas.microsoft.com/office/drawing/2014/main" id="{ED5D7FE9-2FF4-C819-7843-450F3D205EBC}"/>
                </a:ext>
              </a:extLst>
            </p:cNvPr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8" name="pg118">
              <a:extLst>
                <a:ext uri="{FF2B5EF4-FFF2-40B4-BE49-F238E27FC236}">
                  <a16:creationId xmlns:a16="http://schemas.microsoft.com/office/drawing/2014/main" id="{2BE27894-8376-264D-30A2-9789782E7402}"/>
                </a:ext>
              </a:extLst>
            </p:cNvPr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9" name="pg119">
              <a:extLst>
                <a:ext uri="{FF2B5EF4-FFF2-40B4-BE49-F238E27FC236}">
                  <a16:creationId xmlns:a16="http://schemas.microsoft.com/office/drawing/2014/main" id="{69E8E7A5-3C69-65AC-6E3F-A0ED974AC810}"/>
                </a:ext>
              </a:extLst>
            </p:cNvPr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0" name="pg120">
              <a:extLst>
                <a:ext uri="{FF2B5EF4-FFF2-40B4-BE49-F238E27FC236}">
                  <a16:creationId xmlns:a16="http://schemas.microsoft.com/office/drawing/2014/main" id="{F9165380-8BF2-32FA-FA5F-B85D3EF858AE}"/>
                </a:ext>
              </a:extLst>
            </p:cNvPr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1" name="pg121">
              <a:extLst>
                <a:ext uri="{FF2B5EF4-FFF2-40B4-BE49-F238E27FC236}">
                  <a16:creationId xmlns:a16="http://schemas.microsoft.com/office/drawing/2014/main" id="{71281127-7068-6392-7F2F-0A697BB4B47F}"/>
                </a:ext>
              </a:extLst>
            </p:cNvPr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2" name="pg122">
              <a:extLst>
                <a:ext uri="{FF2B5EF4-FFF2-40B4-BE49-F238E27FC236}">
                  <a16:creationId xmlns:a16="http://schemas.microsoft.com/office/drawing/2014/main" id="{459DFF53-B45E-D9B9-6E15-5ED70C7B6ACF}"/>
                </a:ext>
              </a:extLst>
            </p:cNvPr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3" name="pg123">
              <a:extLst>
                <a:ext uri="{FF2B5EF4-FFF2-40B4-BE49-F238E27FC236}">
                  <a16:creationId xmlns:a16="http://schemas.microsoft.com/office/drawing/2014/main" id="{89352F91-9527-4CCB-28C3-6028813EA43B}"/>
                </a:ext>
              </a:extLst>
            </p:cNvPr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4" name="pg124">
              <a:extLst>
                <a:ext uri="{FF2B5EF4-FFF2-40B4-BE49-F238E27FC236}">
                  <a16:creationId xmlns:a16="http://schemas.microsoft.com/office/drawing/2014/main" id="{E708B129-215E-BF06-B7A0-883542583BAD}"/>
                </a:ext>
              </a:extLst>
            </p:cNvPr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5" name="pg125">
              <a:extLst>
                <a:ext uri="{FF2B5EF4-FFF2-40B4-BE49-F238E27FC236}">
                  <a16:creationId xmlns:a16="http://schemas.microsoft.com/office/drawing/2014/main" id="{B4CA04BC-E6FF-4A19-04E1-908BFDE98406}"/>
                </a:ext>
              </a:extLst>
            </p:cNvPr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6" name="pg126">
              <a:extLst>
                <a:ext uri="{FF2B5EF4-FFF2-40B4-BE49-F238E27FC236}">
                  <a16:creationId xmlns:a16="http://schemas.microsoft.com/office/drawing/2014/main" id="{E696B7B8-04AE-3820-D03E-F9BAE5E1025D}"/>
                </a:ext>
              </a:extLst>
            </p:cNvPr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7" name="pg127">
              <a:extLst>
                <a:ext uri="{FF2B5EF4-FFF2-40B4-BE49-F238E27FC236}">
                  <a16:creationId xmlns:a16="http://schemas.microsoft.com/office/drawing/2014/main" id="{207DB306-634A-A537-ACFB-5D8FF33C063A}"/>
                </a:ext>
              </a:extLst>
            </p:cNvPr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8" name="pg128">
              <a:extLst>
                <a:ext uri="{FF2B5EF4-FFF2-40B4-BE49-F238E27FC236}">
                  <a16:creationId xmlns:a16="http://schemas.microsoft.com/office/drawing/2014/main" id="{F5DA8194-4D76-9963-B232-8F5EAFBC5599}"/>
                </a:ext>
              </a:extLst>
            </p:cNvPr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9" name="pg129">
              <a:extLst>
                <a:ext uri="{FF2B5EF4-FFF2-40B4-BE49-F238E27FC236}">
                  <a16:creationId xmlns:a16="http://schemas.microsoft.com/office/drawing/2014/main" id="{C2730502-7206-D9E2-ED1F-D74E5FC46715}"/>
                </a:ext>
              </a:extLst>
            </p:cNvPr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0" name="pg130">
              <a:extLst>
                <a:ext uri="{FF2B5EF4-FFF2-40B4-BE49-F238E27FC236}">
                  <a16:creationId xmlns:a16="http://schemas.microsoft.com/office/drawing/2014/main" id="{59C7EB5B-6126-5FAA-4A57-BE3D3A1040FC}"/>
                </a:ext>
              </a:extLst>
            </p:cNvPr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1" name="pg131">
              <a:extLst>
                <a:ext uri="{FF2B5EF4-FFF2-40B4-BE49-F238E27FC236}">
                  <a16:creationId xmlns:a16="http://schemas.microsoft.com/office/drawing/2014/main" id="{CA11E9E6-B4D3-2F4B-4270-8429E55350C7}"/>
                </a:ext>
              </a:extLst>
            </p:cNvPr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2" name="pg132">
              <a:extLst>
                <a:ext uri="{FF2B5EF4-FFF2-40B4-BE49-F238E27FC236}">
                  <a16:creationId xmlns:a16="http://schemas.microsoft.com/office/drawing/2014/main" id="{96022EC5-D4D2-1418-E2E2-5E36E7AF7124}"/>
                </a:ext>
              </a:extLst>
            </p:cNvPr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3" name="pg133">
              <a:extLst>
                <a:ext uri="{FF2B5EF4-FFF2-40B4-BE49-F238E27FC236}">
                  <a16:creationId xmlns:a16="http://schemas.microsoft.com/office/drawing/2014/main" id="{CB1941C1-1CB2-A522-B0A9-FC7F8770AE9A}"/>
                </a:ext>
              </a:extLst>
            </p:cNvPr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4" name="pg134">
              <a:extLst>
                <a:ext uri="{FF2B5EF4-FFF2-40B4-BE49-F238E27FC236}">
                  <a16:creationId xmlns:a16="http://schemas.microsoft.com/office/drawing/2014/main" id="{DE7D701E-0ABD-4470-7E3B-3EB58AFB8387}"/>
                </a:ext>
              </a:extLst>
            </p:cNvPr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5" name="pg135">
              <a:extLst>
                <a:ext uri="{FF2B5EF4-FFF2-40B4-BE49-F238E27FC236}">
                  <a16:creationId xmlns:a16="http://schemas.microsoft.com/office/drawing/2014/main" id="{A1FCF60B-B642-2E76-93CA-6D3B6F28208B}"/>
                </a:ext>
              </a:extLst>
            </p:cNvPr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6" name="pg136">
              <a:extLst>
                <a:ext uri="{FF2B5EF4-FFF2-40B4-BE49-F238E27FC236}">
                  <a16:creationId xmlns:a16="http://schemas.microsoft.com/office/drawing/2014/main" id="{463C33F5-A848-7855-F530-7E73F63863DC}"/>
                </a:ext>
              </a:extLst>
            </p:cNvPr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7" name="pg137">
              <a:extLst>
                <a:ext uri="{FF2B5EF4-FFF2-40B4-BE49-F238E27FC236}">
                  <a16:creationId xmlns:a16="http://schemas.microsoft.com/office/drawing/2014/main" id="{29B2AF6E-77CE-6EF9-F693-56B731460F06}"/>
                </a:ext>
              </a:extLst>
            </p:cNvPr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8" name="pg138">
              <a:extLst>
                <a:ext uri="{FF2B5EF4-FFF2-40B4-BE49-F238E27FC236}">
                  <a16:creationId xmlns:a16="http://schemas.microsoft.com/office/drawing/2014/main" id="{2C130D51-6950-E691-CD81-7D16DBF1691F}"/>
                </a:ext>
              </a:extLst>
            </p:cNvPr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9" name="pg139">
              <a:extLst>
                <a:ext uri="{FF2B5EF4-FFF2-40B4-BE49-F238E27FC236}">
                  <a16:creationId xmlns:a16="http://schemas.microsoft.com/office/drawing/2014/main" id="{59C2E519-C8DC-D46A-2D3F-E6E8211B3165}"/>
                </a:ext>
              </a:extLst>
            </p:cNvPr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0" name="pg140">
              <a:extLst>
                <a:ext uri="{FF2B5EF4-FFF2-40B4-BE49-F238E27FC236}">
                  <a16:creationId xmlns:a16="http://schemas.microsoft.com/office/drawing/2014/main" id="{09485592-2E19-0F07-21D1-C4604B512A89}"/>
                </a:ext>
              </a:extLst>
            </p:cNvPr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1" name="pg141">
              <a:extLst>
                <a:ext uri="{FF2B5EF4-FFF2-40B4-BE49-F238E27FC236}">
                  <a16:creationId xmlns:a16="http://schemas.microsoft.com/office/drawing/2014/main" id="{559558D1-94ED-AD3B-072A-437CAD3A3F1F}"/>
                </a:ext>
              </a:extLst>
            </p:cNvPr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2" name="pg142">
              <a:extLst>
                <a:ext uri="{FF2B5EF4-FFF2-40B4-BE49-F238E27FC236}">
                  <a16:creationId xmlns:a16="http://schemas.microsoft.com/office/drawing/2014/main" id="{A4DF4C05-4049-2176-C931-D3DE0720C597}"/>
                </a:ext>
              </a:extLst>
            </p:cNvPr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3" name="pg143">
              <a:extLst>
                <a:ext uri="{FF2B5EF4-FFF2-40B4-BE49-F238E27FC236}">
                  <a16:creationId xmlns:a16="http://schemas.microsoft.com/office/drawing/2014/main" id="{2CEF5E47-2C11-2BBF-4CB7-56649B2F3A45}"/>
                </a:ext>
              </a:extLst>
            </p:cNvPr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4" name="pg144">
              <a:extLst>
                <a:ext uri="{FF2B5EF4-FFF2-40B4-BE49-F238E27FC236}">
                  <a16:creationId xmlns:a16="http://schemas.microsoft.com/office/drawing/2014/main" id="{BBA124AF-8548-687E-3798-94DF425CD5F5}"/>
                </a:ext>
              </a:extLst>
            </p:cNvPr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5" name="pg145">
              <a:extLst>
                <a:ext uri="{FF2B5EF4-FFF2-40B4-BE49-F238E27FC236}">
                  <a16:creationId xmlns:a16="http://schemas.microsoft.com/office/drawing/2014/main" id="{C21A0AB1-BC64-694A-65D3-B9A3FDC4EAEF}"/>
                </a:ext>
              </a:extLst>
            </p:cNvPr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6" name="pg146">
              <a:extLst>
                <a:ext uri="{FF2B5EF4-FFF2-40B4-BE49-F238E27FC236}">
                  <a16:creationId xmlns:a16="http://schemas.microsoft.com/office/drawing/2014/main" id="{DEE4011A-4EE8-CF0A-DA45-65B16AB1B732}"/>
                </a:ext>
              </a:extLst>
            </p:cNvPr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7" name="pg147">
              <a:extLst>
                <a:ext uri="{FF2B5EF4-FFF2-40B4-BE49-F238E27FC236}">
                  <a16:creationId xmlns:a16="http://schemas.microsoft.com/office/drawing/2014/main" id="{359F5A06-ACD8-3D87-7182-D2B7377E1A5F}"/>
                </a:ext>
              </a:extLst>
            </p:cNvPr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8" name="pg148">
              <a:extLst>
                <a:ext uri="{FF2B5EF4-FFF2-40B4-BE49-F238E27FC236}">
                  <a16:creationId xmlns:a16="http://schemas.microsoft.com/office/drawing/2014/main" id="{21E0A308-BFA5-A68A-AF97-9620B34D62E7}"/>
                </a:ext>
              </a:extLst>
            </p:cNvPr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9" name="pg149">
              <a:extLst>
                <a:ext uri="{FF2B5EF4-FFF2-40B4-BE49-F238E27FC236}">
                  <a16:creationId xmlns:a16="http://schemas.microsoft.com/office/drawing/2014/main" id="{DECA65F0-439A-7B65-30D3-2117C0D807C0}"/>
                </a:ext>
              </a:extLst>
            </p:cNvPr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0" name="pg150">
              <a:extLst>
                <a:ext uri="{FF2B5EF4-FFF2-40B4-BE49-F238E27FC236}">
                  <a16:creationId xmlns:a16="http://schemas.microsoft.com/office/drawing/2014/main" id="{BB0CC3A4-9B65-71F5-BC4E-77C112492CB5}"/>
                </a:ext>
              </a:extLst>
            </p:cNvPr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1" name="pg151">
              <a:extLst>
                <a:ext uri="{FF2B5EF4-FFF2-40B4-BE49-F238E27FC236}">
                  <a16:creationId xmlns:a16="http://schemas.microsoft.com/office/drawing/2014/main" id="{F550F5AA-CFC0-5088-3F5B-3B89BF613F44}"/>
                </a:ext>
              </a:extLst>
            </p:cNvPr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2" name="pg152">
              <a:extLst>
                <a:ext uri="{FF2B5EF4-FFF2-40B4-BE49-F238E27FC236}">
                  <a16:creationId xmlns:a16="http://schemas.microsoft.com/office/drawing/2014/main" id="{5A03B9F5-ED73-A7BE-9E40-AD32D6F5612E}"/>
                </a:ext>
              </a:extLst>
            </p:cNvPr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3" name="pg153">
              <a:extLst>
                <a:ext uri="{FF2B5EF4-FFF2-40B4-BE49-F238E27FC236}">
                  <a16:creationId xmlns:a16="http://schemas.microsoft.com/office/drawing/2014/main" id="{E5CD6FAB-6127-28E9-1C72-24BC5C24D367}"/>
                </a:ext>
              </a:extLst>
            </p:cNvPr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4" name="pg154">
              <a:extLst>
                <a:ext uri="{FF2B5EF4-FFF2-40B4-BE49-F238E27FC236}">
                  <a16:creationId xmlns:a16="http://schemas.microsoft.com/office/drawing/2014/main" id="{4B6C0244-E86D-0A09-49DB-DFFC72F529EF}"/>
                </a:ext>
              </a:extLst>
            </p:cNvPr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5" name="pg155">
              <a:extLst>
                <a:ext uri="{FF2B5EF4-FFF2-40B4-BE49-F238E27FC236}">
                  <a16:creationId xmlns:a16="http://schemas.microsoft.com/office/drawing/2014/main" id="{A509D56B-09B4-3E37-72D2-CE3DA32E0261}"/>
                </a:ext>
              </a:extLst>
            </p:cNvPr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6" name="pg156">
              <a:extLst>
                <a:ext uri="{FF2B5EF4-FFF2-40B4-BE49-F238E27FC236}">
                  <a16:creationId xmlns:a16="http://schemas.microsoft.com/office/drawing/2014/main" id="{AB508779-CFED-8220-C640-BFE75A36205A}"/>
                </a:ext>
              </a:extLst>
            </p:cNvPr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7" name="pg157">
              <a:extLst>
                <a:ext uri="{FF2B5EF4-FFF2-40B4-BE49-F238E27FC236}">
                  <a16:creationId xmlns:a16="http://schemas.microsoft.com/office/drawing/2014/main" id="{F51E8D30-F4A4-3BB6-ED75-7542816888D1}"/>
                </a:ext>
              </a:extLst>
            </p:cNvPr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8" name="pg158">
              <a:extLst>
                <a:ext uri="{FF2B5EF4-FFF2-40B4-BE49-F238E27FC236}">
                  <a16:creationId xmlns:a16="http://schemas.microsoft.com/office/drawing/2014/main" id="{8D658F61-D083-C069-B45E-73A3924160DE}"/>
                </a:ext>
              </a:extLst>
            </p:cNvPr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9" name="pg159">
              <a:extLst>
                <a:ext uri="{FF2B5EF4-FFF2-40B4-BE49-F238E27FC236}">
                  <a16:creationId xmlns:a16="http://schemas.microsoft.com/office/drawing/2014/main" id="{F3ED8A40-D317-C8A4-8F0B-FE8014C02BAB}"/>
                </a:ext>
              </a:extLst>
            </p:cNvPr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0" name="pg160">
              <a:extLst>
                <a:ext uri="{FF2B5EF4-FFF2-40B4-BE49-F238E27FC236}">
                  <a16:creationId xmlns:a16="http://schemas.microsoft.com/office/drawing/2014/main" id="{BF287381-70DF-5485-6822-972860F5D57B}"/>
                </a:ext>
              </a:extLst>
            </p:cNvPr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1" name="pg161">
              <a:extLst>
                <a:ext uri="{FF2B5EF4-FFF2-40B4-BE49-F238E27FC236}">
                  <a16:creationId xmlns:a16="http://schemas.microsoft.com/office/drawing/2014/main" id="{4D76647D-7E06-58A6-2816-E9C3CC2E79DD}"/>
                </a:ext>
              </a:extLst>
            </p:cNvPr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2" name="pg162">
              <a:extLst>
                <a:ext uri="{FF2B5EF4-FFF2-40B4-BE49-F238E27FC236}">
                  <a16:creationId xmlns:a16="http://schemas.microsoft.com/office/drawing/2014/main" id="{EA1DE04D-80CA-9515-CDA9-C1429D986F6D}"/>
                </a:ext>
              </a:extLst>
            </p:cNvPr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3" name="pg163">
              <a:extLst>
                <a:ext uri="{FF2B5EF4-FFF2-40B4-BE49-F238E27FC236}">
                  <a16:creationId xmlns:a16="http://schemas.microsoft.com/office/drawing/2014/main" id="{47A05234-5A4E-A750-352D-782D381DB4D3}"/>
                </a:ext>
              </a:extLst>
            </p:cNvPr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4" name="pg164">
              <a:extLst>
                <a:ext uri="{FF2B5EF4-FFF2-40B4-BE49-F238E27FC236}">
                  <a16:creationId xmlns:a16="http://schemas.microsoft.com/office/drawing/2014/main" id="{D58C3F21-409B-CDD3-5D18-B80439D8B0E3}"/>
                </a:ext>
              </a:extLst>
            </p:cNvPr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5" name="pt165">
              <a:extLst>
                <a:ext uri="{FF2B5EF4-FFF2-40B4-BE49-F238E27FC236}">
                  <a16:creationId xmlns:a16="http://schemas.microsoft.com/office/drawing/2014/main" id="{42EE4C54-A874-C12C-8171-5AC2F81E7CEB}"/>
                </a:ext>
              </a:extLst>
            </p:cNvPr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6" name="pt166">
              <a:extLst>
                <a:ext uri="{FF2B5EF4-FFF2-40B4-BE49-F238E27FC236}">
                  <a16:creationId xmlns:a16="http://schemas.microsoft.com/office/drawing/2014/main" id="{272E86CB-9D98-CB6A-09DB-887C90357EF2}"/>
                </a:ext>
              </a:extLst>
            </p:cNvPr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7" name="pt167">
              <a:extLst>
                <a:ext uri="{FF2B5EF4-FFF2-40B4-BE49-F238E27FC236}">
                  <a16:creationId xmlns:a16="http://schemas.microsoft.com/office/drawing/2014/main" id="{AD491068-F359-1159-0B47-43FF857A9B00}"/>
                </a:ext>
              </a:extLst>
            </p:cNvPr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8" name="pt168">
              <a:extLst>
                <a:ext uri="{FF2B5EF4-FFF2-40B4-BE49-F238E27FC236}">
                  <a16:creationId xmlns:a16="http://schemas.microsoft.com/office/drawing/2014/main" id="{FC8B0BC0-B78B-472B-C0E1-336A11843F93}"/>
                </a:ext>
              </a:extLst>
            </p:cNvPr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9" name="pt169">
              <a:extLst>
                <a:ext uri="{FF2B5EF4-FFF2-40B4-BE49-F238E27FC236}">
                  <a16:creationId xmlns:a16="http://schemas.microsoft.com/office/drawing/2014/main" id="{7DCD6110-AAD2-ACEE-FE68-D74143F580ED}"/>
                </a:ext>
              </a:extLst>
            </p:cNvPr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0" name="pt170">
              <a:extLst>
                <a:ext uri="{FF2B5EF4-FFF2-40B4-BE49-F238E27FC236}">
                  <a16:creationId xmlns:a16="http://schemas.microsoft.com/office/drawing/2014/main" id="{CD9C8F6D-292C-AF92-E4FC-9F4CCE6A7C79}"/>
                </a:ext>
              </a:extLst>
            </p:cNvPr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1" name="pt171">
              <a:extLst>
                <a:ext uri="{FF2B5EF4-FFF2-40B4-BE49-F238E27FC236}">
                  <a16:creationId xmlns:a16="http://schemas.microsoft.com/office/drawing/2014/main" id="{3B04867B-9983-72A1-0881-1CC1835A7422}"/>
                </a:ext>
              </a:extLst>
            </p:cNvPr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2" name="pt172">
              <a:extLst>
                <a:ext uri="{FF2B5EF4-FFF2-40B4-BE49-F238E27FC236}">
                  <a16:creationId xmlns:a16="http://schemas.microsoft.com/office/drawing/2014/main" id="{B81B965E-E857-3E99-DB9F-CE16F8A8DFA1}"/>
                </a:ext>
              </a:extLst>
            </p:cNvPr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3" name="pt173">
              <a:extLst>
                <a:ext uri="{FF2B5EF4-FFF2-40B4-BE49-F238E27FC236}">
                  <a16:creationId xmlns:a16="http://schemas.microsoft.com/office/drawing/2014/main" id="{F62436C3-563C-188F-9946-2707B4E1D043}"/>
                </a:ext>
              </a:extLst>
            </p:cNvPr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4" name="pt174">
              <a:extLst>
                <a:ext uri="{FF2B5EF4-FFF2-40B4-BE49-F238E27FC236}">
                  <a16:creationId xmlns:a16="http://schemas.microsoft.com/office/drawing/2014/main" id="{56C98071-3DB9-5B8C-03E0-5410193CC54C}"/>
                </a:ext>
              </a:extLst>
            </p:cNvPr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5" name="pt175">
              <a:extLst>
                <a:ext uri="{FF2B5EF4-FFF2-40B4-BE49-F238E27FC236}">
                  <a16:creationId xmlns:a16="http://schemas.microsoft.com/office/drawing/2014/main" id="{8515748C-9FDE-FFD8-7175-038782A35623}"/>
                </a:ext>
              </a:extLst>
            </p:cNvPr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6" name="pt176">
              <a:extLst>
                <a:ext uri="{FF2B5EF4-FFF2-40B4-BE49-F238E27FC236}">
                  <a16:creationId xmlns:a16="http://schemas.microsoft.com/office/drawing/2014/main" id="{07402557-A8AB-45E9-DDFD-1F2541A5F9E5}"/>
                </a:ext>
              </a:extLst>
            </p:cNvPr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7" name="pt177">
              <a:extLst>
                <a:ext uri="{FF2B5EF4-FFF2-40B4-BE49-F238E27FC236}">
                  <a16:creationId xmlns:a16="http://schemas.microsoft.com/office/drawing/2014/main" id="{7445C50C-E94A-42B4-1F94-4555936436FF}"/>
                </a:ext>
              </a:extLst>
            </p:cNvPr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8" name="pt178">
              <a:extLst>
                <a:ext uri="{FF2B5EF4-FFF2-40B4-BE49-F238E27FC236}">
                  <a16:creationId xmlns:a16="http://schemas.microsoft.com/office/drawing/2014/main" id="{784DC0E3-5106-E1E6-BF4B-C3A046CA9D0C}"/>
                </a:ext>
              </a:extLst>
            </p:cNvPr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9" name="pt179">
              <a:extLst>
                <a:ext uri="{FF2B5EF4-FFF2-40B4-BE49-F238E27FC236}">
                  <a16:creationId xmlns:a16="http://schemas.microsoft.com/office/drawing/2014/main" id="{0EB4D5B2-20C8-E0F5-E358-527887C8FA53}"/>
                </a:ext>
              </a:extLst>
            </p:cNvPr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0" name="pt180">
              <a:extLst>
                <a:ext uri="{FF2B5EF4-FFF2-40B4-BE49-F238E27FC236}">
                  <a16:creationId xmlns:a16="http://schemas.microsoft.com/office/drawing/2014/main" id="{E2C47CCA-A5A8-88DE-CDED-F098125D219B}"/>
                </a:ext>
              </a:extLst>
            </p:cNvPr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1" name="pt181">
              <a:extLst>
                <a:ext uri="{FF2B5EF4-FFF2-40B4-BE49-F238E27FC236}">
                  <a16:creationId xmlns:a16="http://schemas.microsoft.com/office/drawing/2014/main" id="{327DCF6C-6C99-3E11-7A01-87F297436902}"/>
                </a:ext>
              </a:extLst>
            </p:cNvPr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2" name="pt182">
              <a:extLst>
                <a:ext uri="{FF2B5EF4-FFF2-40B4-BE49-F238E27FC236}">
                  <a16:creationId xmlns:a16="http://schemas.microsoft.com/office/drawing/2014/main" id="{3AAEF295-4FA8-E5F8-B88A-EF6B1D4798A7}"/>
                </a:ext>
              </a:extLst>
            </p:cNvPr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3" name="pt183">
              <a:extLst>
                <a:ext uri="{FF2B5EF4-FFF2-40B4-BE49-F238E27FC236}">
                  <a16:creationId xmlns:a16="http://schemas.microsoft.com/office/drawing/2014/main" id="{07A08463-E1AB-4E15-C4C7-4AB0B7734375}"/>
                </a:ext>
              </a:extLst>
            </p:cNvPr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4" name="pt184">
              <a:extLst>
                <a:ext uri="{FF2B5EF4-FFF2-40B4-BE49-F238E27FC236}">
                  <a16:creationId xmlns:a16="http://schemas.microsoft.com/office/drawing/2014/main" id="{4C046A91-DA34-DBE6-77C4-9FCEAFB9F2A2}"/>
                </a:ext>
              </a:extLst>
            </p:cNvPr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5" name="pt185">
              <a:extLst>
                <a:ext uri="{FF2B5EF4-FFF2-40B4-BE49-F238E27FC236}">
                  <a16:creationId xmlns:a16="http://schemas.microsoft.com/office/drawing/2014/main" id="{7B2CFB72-1189-4B51-7D11-56AE26861876}"/>
                </a:ext>
              </a:extLst>
            </p:cNvPr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6" name="pt186">
              <a:extLst>
                <a:ext uri="{FF2B5EF4-FFF2-40B4-BE49-F238E27FC236}">
                  <a16:creationId xmlns:a16="http://schemas.microsoft.com/office/drawing/2014/main" id="{B81F6251-2B42-86B4-177F-4F2E8D64B542}"/>
                </a:ext>
              </a:extLst>
            </p:cNvPr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7" name="pt187">
              <a:extLst>
                <a:ext uri="{FF2B5EF4-FFF2-40B4-BE49-F238E27FC236}">
                  <a16:creationId xmlns:a16="http://schemas.microsoft.com/office/drawing/2014/main" id="{6597F7FE-7208-2870-2CA6-F1A64E4A1203}"/>
                </a:ext>
              </a:extLst>
            </p:cNvPr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8" name="pt188">
              <a:extLst>
                <a:ext uri="{FF2B5EF4-FFF2-40B4-BE49-F238E27FC236}">
                  <a16:creationId xmlns:a16="http://schemas.microsoft.com/office/drawing/2014/main" id="{F0C1A52B-4575-476F-DE6A-FFD9009904F9}"/>
                </a:ext>
              </a:extLst>
            </p:cNvPr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9" name="pt189">
              <a:extLst>
                <a:ext uri="{FF2B5EF4-FFF2-40B4-BE49-F238E27FC236}">
                  <a16:creationId xmlns:a16="http://schemas.microsoft.com/office/drawing/2014/main" id="{AB006797-043D-45E4-2DF7-49A1FFFCD0A9}"/>
                </a:ext>
              </a:extLst>
            </p:cNvPr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0" name="pt190">
              <a:extLst>
                <a:ext uri="{FF2B5EF4-FFF2-40B4-BE49-F238E27FC236}">
                  <a16:creationId xmlns:a16="http://schemas.microsoft.com/office/drawing/2014/main" id="{7F0D297D-2A7F-180A-B09E-6656D511BCFB}"/>
                </a:ext>
              </a:extLst>
            </p:cNvPr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1" name="pt191">
              <a:extLst>
                <a:ext uri="{FF2B5EF4-FFF2-40B4-BE49-F238E27FC236}">
                  <a16:creationId xmlns:a16="http://schemas.microsoft.com/office/drawing/2014/main" id="{6EB1EDD2-F9C9-E5DB-319C-F03A1B635155}"/>
                </a:ext>
              </a:extLst>
            </p:cNvPr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2" name="pt192">
              <a:extLst>
                <a:ext uri="{FF2B5EF4-FFF2-40B4-BE49-F238E27FC236}">
                  <a16:creationId xmlns:a16="http://schemas.microsoft.com/office/drawing/2014/main" id="{5E1867C1-4879-1312-3E29-A89F042E2F44}"/>
                </a:ext>
              </a:extLst>
            </p:cNvPr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3" name="pt193">
              <a:extLst>
                <a:ext uri="{FF2B5EF4-FFF2-40B4-BE49-F238E27FC236}">
                  <a16:creationId xmlns:a16="http://schemas.microsoft.com/office/drawing/2014/main" id="{477E0376-6E05-5881-476F-79BAA8F45279}"/>
                </a:ext>
              </a:extLst>
            </p:cNvPr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4" name="pt194">
              <a:extLst>
                <a:ext uri="{FF2B5EF4-FFF2-40B4-BE49-F238E27FC236}">
                  <a16:creationId xmlns:a16="http://schemas.microsoft.com/office/drawing/2014/main" id="{F3B6546D-AAF1-486C-2EC9-AEA6A7065CF3}"/>
                </a:ext>
              </a:extLst>
            </p:cNvPr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5" name="pt195">
              <a:extLst>
                <a:ext uri="{FF2B5EF4-FFF2-40B4-BE49-F238E27FC236}">
                  <a16:creationId xmlns:a16="http://schemas.microsoft.com/office/drawing/2014/main" id="{3F25001A-35DB-27E7-512D-B5F58B15C1F1}"/>
                </a:ext>
              </a:extLst>
            </p:cNvPr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6" name="pt196">
              <a:extLst>
                <a:ext uri="{FF2B5EF4-FFF2-40B4-BE49-F238E27FC236}">
                  <a16:creationId xmlns:a16="http://schemas.microsoft.com/office/drawing/2014/main" id="{1C1E3EE3-0485-3ED2-F8D0-1717A2D48D74}"/>
                </a:ext>
              </a:extLst>
            </p:cNvPr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7" name="pt197">
              <a:extLst>
                <a:ext uri="{FF2B5EF4-FFF2-40B4-BE49-F238E27FC236}">
                  <a16:creationId xmlns:a16="http://schemas.microsoft.com/office/drawing/2014/main" id="{C0EE5F43-6EE0-9537-4C43-079DC2C37F3B}"/>
                </a:ext>
              </a:extLst>
            </p:cNvPr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8" name="pt198">
              <a:extLst>
                <a:ext uri="{FF2B5EF4-FFF2-40B4-BE49-F238E27FC236}">
                  <a16:creationId xmlns:a16="http://schemas.microsoft.com/office/drawing/2014/main" id="{31A6F8CF-0160-AE5D-30E8-B539E63E8B4A}"/>
                </a:ext>
              </a:extLst>
            </p:cNvPr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9" name="pt199">
              <a:extLst>
                <a:ext uri="{FF2B5EF4-FFF2-40B4-BE49-F238E27FC236}">
                  <a16:creationId xmlns:a16="http://schemas.microsoft.com/office/drawing/2014/main" id="{195A1818-8921-5207-956E-7933BCD55959}"/>
                </a:ext>
              </a:extLst>
            </p:cNvPr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0" name="pt200">
              <a:extLst>
                <a:ext uri="{FF2B5EF4-FFF2-40B4-BE49-F238E27FC236}">
                  <a16:creationId xmlns:a16="http://schemas.microsoft.com/office/drawing/2014/main" id="{048458DA-9B35-9854-5E6B-9551C43B0558}"/>
                </a:ext>
              </a:extLst>
            </p:cNvPr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1" name="pt201">
              <a:extLst>
                <a:ext uri="{FF2B5EF4-FFF2-40B4-BE49-F238E27FC236}">
                  <a16:creationId xmlns:a16="http://schemas.microsoft.com/office/drawing/2014/main" id="{BCCCF9E8-0886-2CA8-EEE8-474AF1D1F70A}"/>
                </a:ext>
              </a:extLst>
            </p:cNvPr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2" name="pt202">
              <a:extLst>
                <a:ext uri="{FF2B5EF4-FFF2-40B4-BE49-F238E27FC236}">
                  <a16:creationId xmlns:a16="http://schemas.microsoft.com/office/drawing/2014/main" id="{86730B2F-7ED3-ACC2-A042-30ADAAB6903C}"/>
                </a:ext>
              </a:extLst>
            </p:cNvPr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3" name="pt203">
              <a:extLst>
                <a:ext uri="{FF2B5EF4-FFF2-40B4-BE49-F238E27FC236}">
                  <a16:creationId xmlns:a16="http://schemas.microsoft.com/office/drawing/2014/main" id="{D8F1E9FF-4238-6379-4833-74235698E819}"/>
                </a:ext>
              </a:extLst>
            </p:cNvPr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4" name="pt204">
              <a:extLst>
                <a:ext uri="{FF2B5EF4-FFF2-40B4-BE49-F238E27FC236}">
                  <a16:creationId xmlns:a16="http://schemas.microsoft.com/office/drawing/2014/main" id="{F85DC23D-4D2A-ECF3-0CBA-DAAA67302E39}"/>
                </a:ext>
              </a:extLst>
            </p:cNvPr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5" name="pt205">
              <a:extLst>
                <a:ext uri="{FF2B5EF4-FFF2-40B4-BE49-F238E27FC236}">
                  <a16:creationId xmlns:a16="http://schemas.microsoft.com/office/drawing/2014/main" id="{E6B836E4-AF7A-E81C-6EBC-10FBA37DAE9A}"/>
                </a:ext>
              </a:extLst>
            </p:cNvPr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6" name="pt206">
              <a:extLst>
                <a:ext uri="{FF2B5EF4-FFF2-40B4-BE49-F238E27FC236}">
                  <a16:creationId xmlns:a16="http://schemas.microsoft.com/office/drawing/2014/main" id="{1F244759-6DB0-3A2E-B6B1-7D8802044230}"/>
                </a:ext>
              </a:extLst>
            </p:cNvPr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7" name="pt207">
              <a:extLst>
                <a:ext uri="{FF2B5EF4-FFF2-40B4-BE49-F238E27FC236}">
                  <a16:creationId xmlns:a16="http://schemas.microsoft.com/office/drawing/2014/main" id="{F423B401-15F7-FF0F-2C36-0164E6DE153C}"/>
                </a:ext>
              </a:extLst>
            </p:cNvPr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8" name="pt208">
              <a:extLst>
                <a:ext uri="{FF2B5EF4-FFF2-40B4-BE49-F238E27FC236}">
                  <a16:creationId xmlns:a16="http://schemas.microsoft.com/office/drawing/2014/main" id="{4F2AFF7D-5271-2A88-2DF7-6C1100F7E1FC}"/>
                </a:ext>
              </a:extLst>
            </p:cNvPr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9" name="pt209">
              <a:extLst>
                <a:ext uri="{FF2B5EF4-FFF2-40B4-BE49-F238E27FC236}">
                  <a16:creationId xmlns:a16="http://schemas.microsoft.com/office/drawing/2014/main" id="{B39CE910-3352-517D-1243-CB9AD48F3675}"/>
                </a:ext>
              </a:extLst>
            </p:cNvPr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0" name="pt210">
              <a:extLst>
                <a:ext uri="{FF2B5EF4-FFF2-40B4-BE49-F238E27FC236}">
                  <a16:creationId xmlns:a16="http://schemas.microsoft.com/office/drawing/2014/main" id="{6C79A575-E8AE-86F2-E4B3-F6D631595D76}"/>
                </a:ext>
              </a:extLst>
            </p:cNvPr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1" name="pt211">
              <a:extLst>
                <a:ext uri="{FF2B5EF4-FFF2-40B4-BE49-F238E27FC236}">
                  <a16:creationId xmlns:a16="http://schemas.microsoft.com/office/drawing/2014/main" id="{49FDFBC2-9C8C-4056-88AB-144262E57DD3}"/>
                </a:ext>
              </a:extLst>
            </p:cNvPr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2" name="pt212">
              <a:extLst>
                <a:ext uri="{FF2B5EF4-FFF2-40B4-BE49-F238E27FC236}">
                  <a16:creationId xmlns:a16="http://schemas.microsoft.com/office/drawing/2014/main" id="{80B8FC6E-B1BA-E103-62DA-38DD10C050CB}"/>
                </a:ext>
              </a:extLst>
            </p:cNvPr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3" name="pt213">
              <a:extLst>
                <a:ext uri="{FF2B5EF4-FFF2-40B4-BE49-F238E27FC236}">
                  <a16:creationId xmlns:a16="http://schemas.microsoft.com/office/drawing/2014/main" id="{F4C2A9D9-0178-E470-3556-F4E8C8254B28}"/>
                </a:ext>
              </a:extLst>
            </p:cNvPr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4" name="pt214">
              <a:extLst>
                <a:ext uri="{FF2B5EF4-FFF2-40B4-BE49-F238E27FC236}">
                  <a16:creationId xmlns:a16="http://schemas.microsoft.com/office/drawing/2014/main" id="{DD4C80BC-CBA3-6732-C9DD-C017BD2B9A96}"/>
                </a:ext>
              </a:extLst>
            </p:cNvPr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5" name="pt215">
              <a:extLst>
                <a:ext uri="{FF2B5EF4-FFF2-40B4-BE49-F238E27FC236}">
                  <a16:creationId xmlns:a16="http://schemas.microsoft.com/office/drawing/2014/main" id="{A459FFA0-C970-47CD-9400-14B8C6E3EAEA}"/>
                </a:ext>
              </a:extLst>
            </p:cNvPr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6" name="pt216">
              <a:extLst>
                <a:ext uri="{FF2B5EF4-FFF2-40B4-BE49-F238E27FC236}">
                  <a16:creationId xmlns:a16="http://schemas.microsoft.com/office/drawing/2014/main" id="{3AA21343-07E4-1DFD-6353-7374A33CB637}"/>
                </a:ext>
              </a:extLst>
            </p:cNvPr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7" name="pt217">
              <a:extLst>
                <a:ext uri="{FF2B5EF4-FFF2-40B4-BE49-F238E27FC236}">
                  <a16:creationId xmlns:a16="http://schemas.microsoft.com/office/drawing/2014/main" id="{AECDCFF3-97EB-B603-3415-D16E7591EB03}"/>
                </a:ext>
              </a:extLst>
            </p:cNvPr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8" name="pt218">
              <a:extLst>
                <a:ext uri="{FF2B5EF4-FFF2-40B4-BE49-F238E27FC236}">
                  <a16:creationId xmlns:a16="http://schemas.microsoft.com/office/drawing/2014/main" id="{AF2F2786-FA4E-BA51-E3A6-6C962019391B}"/>
                </a:ext>
              </a:extLst>
            </p:cNvPr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9" name="pt219">
              <a:extLst>
                <a:ext uri="{FF2B5EF4-FFF2-40B4-BE49-F238E27FC236}">
                  <a16:creationId xmlns:a16="http://schemas.microsoft.com/office/drawing/2014/main" id="{0C4A144A-D837-18A9-AE83-7368DBD657BA}"/>
                </a:ext>
              </a:extLst>
            </p:cNvPr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0" name="pt220">
              <a:extLst>
                <a:ext uri="{FF2B5EF4-FFF2-40B4-BE49-F238E27FC236}">
                  <a16:creationId xmlns:a16="http://schemas.microsoft.com/office/drawing/2014/main" id="{DF7CDA20-4056-B18B-865B-55EDE4677C1F}"/>
                </a:ext>
              </a:extLst>
            </p:cNvPr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1" name="pt221">
              <a:extLst>
                <a:ext uri="{FF2B5EF4-FFF2-40B4-BE49-F238E27FC236}">
                  <a16:creationId xmlns:a16="http://schemas.microsoft.com/office/drawing/2014/main" id="{CD8C3452-41B3-4F5B-F2FC-C473AE7E28AF}"/>
                </a:ext>
              </a:extLst>
            </p:cNvPr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2" name="pt222">
              <a:extLst>
                <a:ext uri="{FF2B5EF4-FFF2-40B4-BE49-F238E27FC236}">
                  <a16:creationId xmlns:a16="http://schemas.microsoft.com/office/drawing/2014/main" id="{8FE53131-2974-EC9D-2F47-6E0866133BF1}"/>
                </a:ext>
              </a:extLst>
            </p:cNvPr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3" name="pt223">
              <a:extLst>
                <a:ext uri="{FF2B5EF4-FFF2-40B4-BE49-F238E27FC236}">
                  <a16:creationId xmlns:a16="http://schemas.microsoft.com/office/drawing/2014/main" id="{129A40FC-F754-2A50-80CF-EACE911ABFEC}"/>
                </a:ext>
              </a:extLst>
            </p:cNvPr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4" name="pt224">
              <a:extLst>
                <a:ext uri="{FF2B5EF4-FFF2-40B4-BE49-F238E27FC236}">
                  <a16:creationId xmlns:a16="http://schemas.microsoft.com/office/drawing/2014/main" id="{9A10DC89-1713-5BE0-3C50-74E4F3588CC5}"/>
                </a:ext>
              </a:extLst>
            </p:cNvPr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5" name="pt225">
              <a:extLst>
                <a:ext uri="{FF2B5EF4-FFF2-40B4-BE49-F238E27FC236}">
                  <a16:creationId xmlns:a16="http://schemas.microsoft.com/office/drawing/2014/main" id="{A335CBDE-A246-B23E-4E57-81467A982FC1}"/>
                </a:ext>
              </a:extLst>
            </p:cNvPr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6" name="pt226">
              <a:extLst>
                <a:ext uri="{FF2B5EF4-FFF2-40B4-BE49-F238E27FC236}">
                  <a16:creationId xmlns:a16="http://schemas.microsoft.com/office/drawing/2014/main" id="{8C29FA72-9CBE-3D66-B794-BC15DB52DCE7}"/>
                </a:ext>
              </a:extLst>
            </p:cNvPr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7" name="pt227">
              <a:extLst>
                <a:ext uri="{FF2B5EF4-FFF2-40B4-BE49-F238E27FC236}">
                  <a16:creationId xmlns:a16="http://schemas.microsoft.com/office/drawing/2014/main" id="{38C6FBCB-A8D2-7E87-7845-0CF7644A46CB}"/>
                </a:ext>
              </a:extLst>
            </p:cNvPr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8" name="pt228">
              <a:extLst>
                <a:ext uri="{FF2B5EF4-FFF2-40B4-BE49-F238E27FC236}">
                  <a16:creationId xmlns:a16="http://schemas.microsoft.com/office/drawing/2014/main" id="{A6CEC019-5535-4AF1-B30F-C2666D81A83C}"/>
                </a:ext>
              </a:extLst>
            </p:cNvPr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9" name="pt229">
              <a:extLst>
                <a:ext uri="{FF2B5EF4-FFF2-40B4-BE49-F238E27FC236}">
                  <a16:creationId xmlns:a16="http://schemas.microsoft.com/office/drawing/2014/main" id="{ADFA01EC-8E60-112A-B1B6-037D00E2E01A}"/>
                </a:ext>
              </a:extLst>
            </p:cNvPr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0" name="pt230">
              <a:extLst>
                <a:ext uri="{FF2B5EF4-FFF2-40B4-BE49-F238E27FC236}">
                  <a16:creationId xmlns:a16="http://schemas.microsoft.com/office/drawing/2014/main" id="{D665736A-A62E-E3CD-0C7E-95D405E65B12}"/>
                </a:ext>
              </a:extLst>
            </p:cNvPr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1" name="pt231">
              <a:extLst>
                <a:ext uri="{FF2B5EF4-FFF2-40B4-BE49-F238E27FC236}">
                  <a16:creationId xmlns:a16="http://schemas.microsoft.com/office/drawing/2014/main" id="{6853F2CE-86F5-F2B9-67E0-4614F2A4B150}"/>
                </a:ext>
              </a:extLst>
            </p:cNvPr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2" name="pt232">
              <a:extLst>
                <a:ext uri="{FF2B5EF4-FFF2-40B4-BE49-F238E27FC236}">
                  <a16:creationId xmlns:a16="http://schemas.microsoft.com/office/drawing/2014/main" id="{3F49CC83-9255-9390-D8DE-0A106E601637}"/>
                </a:ext>
              </a:extLst>
            </p:cNvPr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3" name="pt233">
              <a:extLst>
                <a:ext uri="{FF2B5EF4-FFF2-40B4-BE49-F238E27FC236}">
                  <a16:creationId xmlns:a16="http://schemas.microsoft.com/office/drawing/2014/main" id="{51A9F4BA-CADC-FF53-7AD9-74F817810B42}"/>
                </a:ext>
              </a:extLst>
            </p:cNvPr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4" name="pt234">
              <a:extLst>
                <a:ext uri="{FF2B5EF4-FFF2-40B4-BE49-F238E27FC236}">
                  <a16:creationId xmlns:a16="http://schemas.microsoft.com/office/drawing/2014/main" id="{34858392-BD84-6093-BDCA-4B53E441AE28}"/>
                </a:ext>
              </a:extLst>
            </p:cNvPr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5" name="pt235">
              <a:extLst>
                <a:ext uri="{FF2B5EF4-FFF2-40B4-BE49-F238E27FC236}">
                  <a16:creationId xmlns:a16="http://schemas.microsoft.com/office/drawing/2014/main" id="{F9ACAC46-9D6D-E919-4ACA-E87B164F14B3}"/>
                </a:ext>
              </a:extLst>
            </p:cNvPr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6" name="pt236">
              <a:extLst>
                <a:ext uri="{FF2B5EF4-FFF2-40B4-BE49-F238E27FC236}">
                  <a16:creationId xmlns:a16="http://schemas.microsoft.com/office/drawing/2014/main" id="{D600E9B4-2568-726C-1991-D055244CB892}"/>
                </a:ext>
              </a:extLst>
            </p:cNvPr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7" name="pt237">
              <a:extLst>
                <a:ext uri="{FF2B5EF4-FFF2-40B4-BE49-F238E27FC236}">
                  <a16:creationId xmlns:a16="http://schemas.microsoft.com/office/drawing/2014/main" id="{8B5A0E4B-15CD-09E5-D703-66CDE1B788F8}"/>
                </a:ext>
              </a:extLst>
            </p:cNvPr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8" name="pt238">
              <a:extLst>
                <a:ext uri="{FF2B5EF4-FFF2-40B4-BE49-F238E27FC236}">
                  <a16:creationId xmlns:a16="http://schemas.microsoft.com/office/drawing/2014/main" id="{59648DAC-28D2-FEE8-2ED6-EFCBEDF6F5F4}"/>
                </a:ext>
              </a:extLst>
            </p:cNvPr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9" name="pt239">
              <a:extLst>
                <a:ext uri="{FF2B5EF4-FFF2-40B4-BE49-F238E27FC236}">
                  <a16:creationId xmlns:a16="http://schemas.microsoft.com/office/drawing/2014/main" id="{15837A7A-A6AC-28D3-F49B-FEC031FF4402}"/>
                </a:ext>
              </a:extLst>
            </p:cNvPr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0" name="pt240">
              <a:extLst>
                <a:ext uri="{FF2B5EF4-FFF2-40B4-BE49-F238E27FC236}">
                  <a16:creationId xmlns:a16="http://schemas.microsoft.com/office/drawing/2014/main" id="{057DDD70-A880-0DA2-6FDF-FB96EA0E24E9}"/>
                </a:ext>
              </a:extLst>
            </p:cNvPr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1" name="pt241">
              <a:extLst>
                <a:ext uri="{FF2B5EF4-FFF2-40B4-BE49-F238E27FC236}">
                  <a16:creationId xmlns:a16="http://schemas.microsoft.com/office/drawing/2014/main" id="{98F861A3-503D-8B35-16F3-0AB1AC3824F3}"/>
                </a:ext>
              </a:extLst>
            </p:cNvPr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2" name="pt242">
              <a:extLst>
                <a:ext uri="{FF2B5EF4-FFF2-40B4-BE49-F238E27FC236}">
                  <a16:creationId xmlns:a16="http://schemas.microsoft.com/office/drawing/2014/main" id="{2EB4EC69-B745-632D-C4E5-4C049FD80271}"/>
                </a:ext>
              </a:extLst>
            </p:cNvPr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3" name="pt243">
              <a:extLst>
                <a:ext uri="{FF2B5EF4-FFF2-40B4-BE49-F238E27FC236}">
                  <a16:creationId xmlns:a16="http://schemas.microsoft.com/office/drawing/2014/main" id="{F15A5287-DEF9-D95D-0BAA-5E817C93A8CB}"/>
                </a:ext>
              </a:extLst>
            </p:cNvPr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4" name="pt244">
              <a:extLst>
                <a:ext uri="{FF2B5EF4-FFF2-40B4-BE49-F238E27FC236}">
                  <a16:creationId xmlns:a16="http://schemas.microsoft.com/office/drawing/2014/main" id="{29FDB530-8047-89E9-0D25-CC1F7156FBF3}"/>
                </a:ext>
              </a:extLst>
            </p:cNvPr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5" name="pt245">
              <a:extLst>
                <a:ext uri="{FF2B5EF4-FFF2-40B4-BE49-F238E27FC236}">
                  <a16:creationId xmlns:a16="http://schemas.microsoft.com/office/drawing/2014/main" id="{5DB2521E-DF0D-AE4C-10B8-730766A986DE}"/>
                </a:ext>
              </a:extLst>
            </p:cNvPr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6" name="pt246">
              <a:extLst>
                <a:ext uri="{FF2B5EF4-FFF2-40B4-BE49-F238E27FC236}">
                  <a16:creationId xmlns:a16="http://schemas.microsoft.com/office/drawing/2014/main" id="{7B2BB3A0-7F25-A28B-04CA-770B906D3403}"/>
                </a:ext>
              </a:extLst>
            </p:cNvPr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7" name="pt247">
              <a:extLst>
                <a:ext uri="{FF2B5EF4-FFF2-40B4-BE49-F238E27FC236}">
                  <a16:creationId xmlns:a16="http://schemas.microsoft.com/office/drawing/2014/main" id="{7D5B7F1B-AD9F-89B6-155E-0E1F52421A46}"/>
                </a:ext>
              </a:extLst>
            </p:cNvPr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8" name="pt248">
              <a:extLst>
                <a:ext uri="{FF2B5EF4-FFF2-40B4-BE49-F238E27FC236}">
                  <a16:creationId xmlns:a16="http://schemas.microsoft.com/office/drawing/2014/main" id="{111BF50C-F995-4C72-7AD5-D86235438E34}"/>
                </a:ext>
              </a:extLst>
            </p:cNvPr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9" name="pt249">
              <a:extLst>
                <a:ext uri="{FF2B5EF4-FFF2-40B4-BE49-F238E27FC236}">
                  <a16:creationId xmlns:a16="http://schemas.microsoft.com/office/drawing/2014/main" id="{5442FE21-E5CF-C1E8-C410-C6A1C5612FD0}"/>
                </a:ext>
              </a:extLst>
            </p:cNvPr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0" name="pt250">
              <a:extLst>
                <a:ext uri="{FF2B5EF4-FFF2-40B4-BE49-F238E27FC236}">
                  <a16:creationId xmlns:a16="http://schemas.microsoft.com/office/drawing/2014/main" id="{3D94E763-1C99-8969-62B5-446080377381}"/>
                </a:ext>
              </a:extLst>
            </p:cNvPr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1" name="pt251">
              <a:extLst>
                <a:ext uri="{FF2B5EF4-FFF2-40B4-BE49-F238E27FC236}">
                  <a16:creationId xmlns:a16="http://schemas.microsoft.com/office/drawing/2014/main" id="{CFBA5C94-A095-932B-D093-A7CDADF3888E}"/>
                </a:ext>
              </a:extLst>
            </p:cNvPr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2" name="pt252">
              <a:extLst>
                <a:ext uri="{FF2B5EF4-FFF2-40B4-BE49-F238E27FC236}">
                  <a16:creationId xmlns:a16="http://schemas.microsoft.com/office/drawing/2014/main" id="{B16CE706-13DA-CE39-69F8-059D35CBD8E8}"/>
                </a:ext>
              </a:extLst>
            </p:cNvPr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3" name="pt253">
              <a:extLst>
                <a:ext uri="{FF2B5EF4-FFF2-40B4-BE49-F238E27FC236}">
                  <a16:creationId xmlns:a16="http://schemas.microsoft.com/office/drawing/2014/main" id="{1C5B481F-80BE-81C9-9478-6495B66E554B}"/>
                </a:ext>
              </a:extLst>
            </p:cNvPr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4" name="pt254">
              <a:extLst>
                <a:ext uri="{FF2B5EF4-FFF2-40B4-BE49-F238E27FC236}">
                  <a16:creationId xmlns:a16="http://schemas.microsoft.com/office/drawing/2014/main" id="{B56D99A4-B6F8-3CC6-7F1D-837271CF6ED3}"/>
                </a:ext>
              </a:extLst>
            </p:cNvPr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5" name="pt255">
              <a:extLst>
                <a:ext uri="{FF2B5EF4-FFF2-40B4-BE49-F238E27FC236}">
                  <a16:creationId xmlns:a16="http://schemas.microsoft.com/office/drawing/2014/main" id="{48336CD9-3C5C-0E39-529E-9F197C91FE8C}"/>
                </a:ext>
              </a:extLst>
            </p:cNvPr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6" name="pt256">
              <a:extLst>
                <a:ext uri="{FF2B5EF4-FFF2-40B4-BE49-F238E27FC236}">
                  <a16:creationId xmlns:a16="http://schemas.microsoft.com/office/drawing/2014/main" id="{57941C6B-6FF3-5B3C-FF42-BDBDFEF45C25}"/>
                </a:ext>
              </a:extLst>
            </p:cNvPr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7" name="pt257">
              <a:extLst>
                <a:ext uri="{FF2B5EF4-FFF2-40B4-BE49-F238E27FC236}">
                  <a16:creationId xmlns:a16="http://schemas.microsoft.com/office/drawing/2014/main" id="{69A4B218-7F0B-6FA5-C135-562FA2FBC91A}"/>
                </a:ext>
              </a:extLst>
            </p:cNvPr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8" name="pt258">
              <a:extLst>
                <a:ext uri="{FF2B5EF4-FFF2-40B4-BE49-F238E27FC236}">
                  <a16:creationId xmlns:a16="http://schemas.microsoft.com/office/drawing/2014/main" id="{FEF2D7C5-1DF9-6141-A177-6AEF17F47B0D}"/>
                </a:ext>
              </a:extLst>
            </p:cNvPr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9" name="pt259">
              <a:extLst>
                <a:ext uri="{FF2B5EF4-FFF2-40B4-BE49-F238E27FC236}">
                  <a16:creationId xmlns:a16="http://schemas.microsoft.com/office/drawing/2014/main" id="{1C8084C0-17C1-C64F-2DC4-30C1695BE7F9}"/>
                </a:ext>
              </a:extLst>
            </p:cNvPr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0" name="pt260">
              <a:extLst>
                <a:ext uri="{FF2B5EF4-FFF2-40B4-BE49-F238E27FC236}">
                  <a16:creationId xmlns:a16="http://schemas.microsoft.com/office/drawing/2014/main" id="{C8BFEF69-EE7D-8AD8-9F33-67C701CCAF25}"/>
                </a:ext>
              </a:extLst>
            </p:cNvPr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1" name="pt261">
              <a:extLst>
                <a:ext uri="{FF2B5EF4-FFF2-40B4-BE49-F238E27FC236}">
                  <a16:creationId xmlns:a16="http://schemas.microsoft.com/office/drawing/2014/main" id="{193E8F5F-2F7C-B412-3BA3-7867245F89A8}"/>
                </a:ext>
              </a:extLst>
            </p:cNvPr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2" name="pt262">
              <a:extLst>
                <a:ext uri="{FF2B5EF4-FFF2-40B4-BE49-F238E27FC236}">
                  <a16:creationId xmlns:a16="http://schemas.microsoft.com/office/drawing/2014/main" id="{F0D38673-4075-3652-A2BD-E5B55C639B6D}"/>
                </a:ext>
              </a:extLst>
            </p:cNvPr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3" name="pt263">
              <a:extLst>
                <a:ext uri="{FF2B5EF4-FFF2-40B4-BE49-F238E27FC236}">
                  <a16:creationId xmlns:a16="http://schemas.microsoft.com/office/drawing/2014/main" id="{79ACA379-35E6-DC24-C931-E1686E660F80}"/>
                </a:ext>
              </a:extLst>
            </p:cNvPr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4" name="pt264">
              <a:extLst>
                <a:ext uri="{FF2B5EF4-FFF2-40B4-BE49-F238E27FC236}">
                  <a16:creationId xmlns:a16="http://schemas.microsoft.com/office/drawing/2014/main" id="{A44162B4-EC2D-7F4E-E7B1-782982550720}"/>
                </a:ext>
              </a:extLst>
            </p:cNvPr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5" name="pt265">
              <a:extLst>
                <a:ext uri="{FF2B5EF4-FFF2-40B4-BE49-F238E27FC236}">
                  <a16:creationId xmlns:a16="http://schemas.microsoft.com/office/drawing/2014/main" id="{3571338D-1999-CF42-8153-4B3855108C60}"/>
                </a:ext>
              </a:extLst>
            </p:cNvPr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6" name="pt266">
              <a:extLst>
                <a:ext uri="{FF2B5EF4-FFF2-40B4-BE49-F238E27FC236}">
                  <a16:creationId xmlns:a16="http://schemas.microsoft.com/office/drawing/2014/main" id="{22CEAAE7-72D8-66CB-6BDE-42FDD18E0FB2}"/>
                </a:ext>
              </a:extLst>
            </p:cNvPr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7" name="pt267">
              <a:extLst>
                <a:ext uri="{FF2B5EF4-FFF2-40B4-BE49-F238E27FC236}">
                  <a16:creationId xmlns:a16="http://schemas.microsoft.com/office/drawing/2014/main" id="{9DB195BF-B57E-7DF9-4D91-64488A40B10E}"/>
                </a:ext>
              </a:extLst>
            </p:cNvPr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8" name="pt268">
              <a:extLst>
                <a:ext uri="{FF2B5EF4-FFF2-40B4-BE49-F238E27FC236}">
                  <a16:creationId xmlns:a16="http://schemas.microsoft.com/office/drawing/2014/main" id="{BF35BAEE-ACE5-A730-218A-519A765824E6}"/>
                </a:ext>
              </a:extLst>
            </p:cNvPr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9" name="pt269">
              <a:extLst>
                <a:ext uri="{FF2B5EF4-FFF2-40B4-BE49-F238E27FC236}">
                  <a16:creationId xmlns:a16="http://schemas.microsoft.com/office/drawing/2014/main" id="{F9D274BA-886B-E9ED-EAA6-2A0150EA650D}"/>
                </a:ext>
              </a:extLst>
            </p:cNvPr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0" name="pt270">
              <a:extLst>
                <a:ext uri="{FF2B5EF4-FFF2-40B4-BE49-F238E27FC236}">
                  <a16:creationId xmlns:a16="http://schemas.microsoft.com/office/drawing/2014/main" id="{EBCE02F7-FC89-33AD-52DB-763FE372EE38}"/>
                </a:ext>
              </a:extLst>
            </p:cNvPr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1" name="pt271">
              <a:extLst>
                <a:ext uri="{FF2B5EF4-FFF2-40B4-BE49-F238E27FC236}">
                  <a16:creationId xmlns:a16="http://schemas.microsoft.com/office/drawing/2014/main" id="{04272D28-BBBD-222F-1493-CE8DF3FF3807}"/>
                </a:ext>
              </a:extLst>
            </p:cNvPr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2" name="pt272">
              <a:extLst>
                <a:ext uri="{FF2B5EF4-FFF2-40B4-BE49-F238E27FC236}">
                  <a16:creationId xmlns:a16="http://schemas.microsoft.com/office/drawing/2014/main" id="{1B4468CB-5862-5EFA-DD21-7548F30AF73B}"/>
                </a:ext>
              </a:extLst>
            </p:cNvPr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3" name="pt273">
              <a:extLst>
                <a:ext uri="{FF2B5EF4-FFF2-40B4-BE49-F238E27FC236}">
                  <a16:creationId xmlns:a16="http://schemas.microsoft.com/office/drawing/2014/main" id="{2B3F1AEE-9321-3DDC-DC1D-1616A7EFE422}"/>
                </a:ext>
              </a:extLst>
            </p:cNvPr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4" name="pt274">
              <a:extLst>
                <a:ext uri="{FF2B5EF4-FFF2-40B4-BE49-F238E27FC236}">
                  <a16:creationId xmlns:a16="http://schemas.microsoft.com/office/drawing/2014/main" id="{CA6A5032-44DE-264B-2E23-14A885A24200}"/>
                </a:ext>
              </a:extLst>
            </p:cNvPr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5" name="pt275">
              <a:extLst>
                <a:ext uri="{FF2B5EF4-FFF2-40B4-BE49-F238E27FC236}">
                  <a16:creationId xmlns:a16="http://schemas.microsoft.com/office/drawing/2014/main" id="{59640739-65D7-F0D1-076A-7030389537DF}"/>
                </a:ext>
              </a:extLst>
            </p:cNvPr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6" name="pt276">
              <a:extLst>
                <a:ext uri="{FF2B5EF4-FFF2-40B4-BE49-F238E27FC236}">
                  <a16:creationId xmlns:a16="http://schemas.microsoft.com/office/drawing/2014/main" id="{A92A4C5A-6E7A-45BF-F8DA-E78C605CBD52}"/>
                </a:ext>
              </a:extLst>
            </p:cNvPr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7" name="pt277">
              <a:extLst>
                <a:ext uri="{FF2B5EF4-FFF2-40B4-BE49-F238E27FC236}">
                  <a16:creationId xmlns:a16="http://schemas.microsoft.com/office/drawing/2014/main" id="{E6BBC999-7751-6E47-C0D6-5E3F95633BEA}"/>
                </a:ext>
              </a:extLst>
            </p:cNvPr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8" name="pt278">
              <a:extLst>
                <a:ext uri="{FF2B5EF4-FFF2-40B4-BE49-F238E27FC236}">
                  <a16:creationId xmlns:a16="http://schemas.microsoft.com/office/drawing/2014/main" id="{9DB18441-F2F9-B4F7-750B-CC79F37656E0}"/>
                </a:ext>
              </a:extLst>
            </p:cNvPr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9" name="pt279">
              <a:extLst>
                <a:ext uri="{FF2B5EF4-FFF2-40B4-BE49-F238E27FC236}">
                  <a16:creationId xmlns:a16="http://schemas.microsoft.com/office/drawing/2014/main" id="{92A71F0F-1A88-362F-9370-41F3D43EEE20}"/>
                </a:ext>
              </a:extLst>
            </p:cNvPr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0" name="pt280">
              <a:extLst>
                <a:ext uri="{FF2B5EF4-FFF2-40B4-BE49-F238E27FC236}">
                  <a16:creationId xmlns:a16="http://schemas.microsoft.com/office/drawing/2014/main" id="{F7B3C636-11E6-72F4-EE1C-078F7B471E51}"/>
                </a:ext>
              </a:extLst>
            </p:cNvPr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1" name="pt281">
              <a:extLst>
                <a:ext uri="{FF2B5EF4-FFF2-40B4-BE49-F238E27FC236}">
                  <a16:creationId xmlns:a16="http://schemas.microsoft.com/office/drawing/2014/main" id="{E6555118-963A-A362-C5BE-9C74D0B42567}"/>
                </a:ext>
              </a:extLst>
            </p:cNvPr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2" name="pt282">
              <a:extLst>
                <a:ext uri="{FF2B5EF4-FFF2-40B4-BE49-F238E27FC236}">
                  <a16:creationId xmlns:a16="http://schemas.microsoft.com/office/drawing/2014/main" id="{AA8BBB52-923B-64FC-6737-0BDBD7E433BD}"/>
                </a:ext>
              </a:extLst>
            </p:cNvPr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3" name="pt283">
              <a:extLst>
                <a:ext uri="{FF2B5EF4-FFF2-40B4-BE49-F238E27FC236}">
                  <a16:creationId xmlns:a16="http://schemas.microsoft.com/office/drawing/2014/main" id="{AC0772B7-3F11-FD0B-FADB-8D444BAFD826}"/>
                </a:ext>
              </a:extLst>
            </p:cNvPr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4" name="pt284">
              <a:extLst>
                <a:ext uri="{FF2B5EF4-FFF2-40B4-BE49-F238E27FC236}">
                  <a16:creationId xmlns:a16="http://schemas.microsoft.com/office/drawing/2014/main" id="{84121912-A925-CDD7-BBBC-DC98D397398C}"/>
                </a:ext>
              </a:extLst>
            </p:cNvPr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5" name="pt285">
              <a:extLst>
                <a:ext uri="{FF2B5EF4-FFF2-40B4-BE49-F238E27FC236}">
                  <a16:creationId xmlns:a16="http://schemas.microsoft.com/office/drawing/2014/main" id="{8E3FEFCE-224B-CAFF-62C8-F9672DF04530}"/>
                </a:ext>
              </a:extLst>
            </p:cNvPr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6" name="pt286">
              <a:extLst>
                <a:ext uri="{FF2B5EF4-FFF2-40B4-BE49-F238E27FC236}">
                  <a16:creationId xmlns:a16="http://schemas.microsoft.com/office/drawing/2014/main" id="{A1B17A43-0B34-5F2E-737B-B829B53A0A51}"/>
                </a:ext>
              </a:extLst>
            </p:cNvPr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7" name="pt287">
              <a:extLst>
                <a:ext uri="{FF2B5EF4-FFF2-40B4-BE49-F238E27FC236}">
                  <a16:creationId xmlns:a16="http://schemas.microsoft.com/office/drawing/2014/main" id="{F408CEFF-6ADB-AC20-2CBE-5462DF5FA938}"/>
                </a:ext>
              </a:extLst>
            </p:cNvPr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8" name="pt288">
              <a:extLst>
                <a:ext uri="{FF2B5EF4-FFF2-40B4-BE49-F238E27FC236}">
                  <a16:creationId xmlns:a16="http://schemas.microsoft.com/office/drawing/2014/main" id="{585A1BFE-31C9-4D67-1349-E2E3CDF9E6ED}"/>
                </a:ext>
              </a:extLst>
            </p:cNvPr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9" name="pt289">
              <a:extLst>
                <a:ext uri="{FF2B5EF4-FFF2-40B4-BE49-F238E27FC236}">
                  <a16:creationId xmlns:a16="http://schemas.microsoft.com/office/drawing/2014/main" id="{02565E06-7C6A-E5FE-7237-DD19CDCF51FB}"/>
                </a:ext>
              </a:extLst>
            </p:cNvPr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0" name="pt290">
              <a:extLst>
                <a:ext uri="{FF2B5EF4-FFF2-40B4-BE49-F238E27FC236}">
                  <a16:creationId xmlns:a16="http://schemas.microsoft.com/office/drawing/2014/main" id="{6CC79372-280E-8E43-F618-F9FBC9988562}"/>
                </a:ext>
              </a:extLst>
            </p:cNvPr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1" name="pt291">
              <a:extLst>
                <a:ext uri="{FF2B5EF4-FFF2-40B4-BE49-F238E27FC236}">
                  <a16:creationId xmlns:a16="http://schemas.microsoft.com/office/drawing/2014/main" id="{8E73548E-A379-4D71-32F6-4BC61A9D42F4}"/>
                </a:ext>
              </a:extLst>
            </p:cNvPr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2" name="pt292">
              <a:extLst>
                <a:ext uri="{FF2B5EF4-FFF2-40B4-BE49-F238E27FC236}">
                  <a16:creationId xmlns:a16="http://schemas.microsoft.com/office/drawing/2014/main" id="{A2FC6094-07A2-D6E3-237D-D94620C3F676}"/>
                </a:ext>
              </a:extLst>
            </p:cNvPr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3" name="pt293">
              <a:extLst>
                <a:ext uri="{FF2B5EF4-FFF2-40B4-BE49-F238E27FC236}">
                  <a16:creationId xmlns:a16="http://schemas.microsoft.com/office/drawing/2014/main" id="{22919B4B-96E1-8F56-6273-CB8774E76578}"/>
                </a:ext>
              </a:extLst>
            </p:cNvPr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4" name="pt294">
              <a:extLst>
                <a:ext uri="{FF2B5EF4-FFF2-40B4-BE49-F238E27FC236}">
                  <a16:creationId xmlns:a16="http://schemas.microsoft.com/office/drawing/2014/main" id="{5AC45C46-3DA5-E743-8C6C-663C28DBB29E}"/>
                </a:ext>
              </a:extLst>
            </p:cNvPr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5" name="pt295">
              <a:extLst>
                <a:ext uri="{FF2B5EF4-FFF2-40B4-BE49-F238E27FC236}">
                  <a16:creationId xmlns:a16="http://schemas.microsoft.com/office/drawing/2014/main" id="{D1EA988D-F5F6-5B6C-DB52-62EDA9676ECE}"/>
                </a:ext>
              </a:extLst>
            </p:cNvPr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6" name="pt296">
              <a:extLst>
                <a:ext uri="{FF2B5EF4-FFF2-40B4-BE49-F238E27FC236}">
                  <a16:creationId xmlns:a16="http://schemas.microsoft.com/office/drawing/2014/main" id="{868E2D35-E788-3655-C336-1777A7E656C5}"/>
                </a:ext>
              </a:extLst>
            </p:cNvPr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7" name="pt297">
              <a:extLst>
                <a:ext uri="{FF2B5EF4-FFF2-40B4-BE49-F238E27FC236}">
                  <a16:creationId xmlns:a16="http://schemas.microsoft.com/office/drawing/2014/main" id="{7F9CC153-1AB3-8351-7659-679AAC2BBF1F}"/>
                </a:ext>
              </a:extLst>
            </p:cNvPr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8" name="pt298">
              <a:extLst>
                <a:ext uri="{FF2B5EF4-FFF2-40B4-BE49-F238E27FC236}">
                  <a16:creationId xmlns:a16="http://schemas.microsoft.com/office/drawing/2014/main" id="{334A06C4-7AD3-4A79-F4B6-B4BE9DE4EB3C}"/>
                </a:ext>
              </a:extLst>
            </p:cNvPr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9" name="pt299">
              <a:extLst>
                <a:ext uri="{FF2B5EF4-FFF2-40B4-BE49-F238E27FC236}">
                  <a16:creationId xmlns:a16="http://schemas.microsoft.com/office/drawing/2014/main" id="{1B957B1E-A766-ED9D-1601-CCAF86ABE385}"/>
                </a:ext>
              </a:extLst>
            </p:cNvPr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0" name="pt300">
              <a:extLst>
                <a:ext uri="{FF2B5EF4-FFF2-40B4-BE49-F238E27FC236}">
                  <a16:creationId xmlns:a16="http://schemas.microsoft.com/office/drawing/2014/main" id="{629665CB-B466-36AC-F5DD-6E8898C6CF49}"/>
                </a:ext>
              </a:extLst>
            </p:cNvPr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1" name="pt301">
              <a:extLst>
                <a:ext uri="{FF2B5EF4-FFF2-40B4-BE49-F238E27FC236}">
                  <a16:creationId xmlns:a16="http://schemas.microsoft.com/office/drawing/2014/main" id="{6703F1EF-6EBC-E13A-F8CB-2586BFBDDBF1}"/>
                </a:ext>
              </a:extLst>
            </p:cNvPr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2" name="pt302">
              <a:extLst>
                <a:ext uri="{FF2B5EF4-FFF2-40B4-BE49-F238E27FC236}">
                  <a16:creationId xmlns:a16="http://schemas.microsoft.com/office/drawing/2014/main" id="{ED563F57-068A-9FC1-57BC-BDDFF1BA2FAD}"/>
                </a:ext>
              </a:extLst>
            </p:cNvPr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3" name="pt303">
              <a:extLst>
                <a:ext uri="{FF2B5EF4-FFF2-40B4-BE49-F238E27FC236}">
                  <a16:creationId xmlns:a16="http://schemas.microsoft.com/office/drawing/2014/main" id="{22C53B5D-6CC9-F22F-4160-6C57C3D0CC27}"/>
                </a:ext>
              </a:extLst>
            </p:cNvPr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4" name="pt304">
              <a:extLst>
                <a:ext uri="{FF2B5EF4-FFF2-40B4-BE49-F238E27FC236}">
                  <a16:creationId xmlns:a16="http://schemas.microsoft.com/office/drawing/2014/main" id="{3CA0C7A7-FE4B-DA29-3085-983143788AC8}"/>
                </a:ext>
              </a:extLst>
            </p:cNvPr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5" name="pt305">
              <a:extLst>
                <a:ext uri="{FF2B5EF4-FFF2-40B4-BE49-F238E27FC236}">
                  <a16:creationId xmlns:a16="http://schemas.microsoft.com/office/drawing/2014/main" id="{A1960541-C9AE-BBEE-42B1-42C0F10272A1}"/>
                </a:ext>
              </a:extLst>
            </p:cNvPr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6" name="pt306">
              <a:extLst>
                <a:ext uri="{FF2B5EF4-FFF2-40B4-BE49-F238E27FC236}">
                  <a16:creationId xmlns:a16="http://schemas.microsoft.com/office/drawing/2014/main" id="{3D4B9629-EFAC-D428-CF24-09599072C4E7}"/>
                </a:ext>
              </a:extLst>
            </p:cNvPr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7" name="pt307">
              <a:extLst>
                <a:ext uri="{FF2B5EF4-FFF2-40B4-BE49-F238E27FC236}">
                  <a16:creationId xmlns:a16="http://schemas.microsoft.com/office/drawing/2014/main" id="{1B1EA9BF-F3A4-14D4-AEEF-70B71793BEC3}"/>
                </a:ext>
              </a:extLst>
            </p:cNvPr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8" name="pt308">
              <a:extLst>
                <a:ext uri="{FF2B5EF4-FFF2-40B4-BE49-F238E27FC236}">
                  <a16:creationId xmlns:a16="http://schemas.microsoft.com/office/drawing/2014/main" id="{95C4D4CE-C819-6265-EF8A-CD3A6C385417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9" name="pg309">
              <a:extLst>
                <a:ext uri="{FF2B5EF4-FFF2-40B4-BE49-F238E27FC236}">
                  <a16:creationId xmlns:a16="http://schemas.microsoft.com/office/drawing/2014/main" id="{8C04D97D-ACB3-708F-F5B0-D639480FBB57}"/>
                </a:ext>
              </a:extLst>
            </p:cNvPr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0" name="pg310">
              <a:extLst>
                <a:ext uri="{FF2B5EF4-FFF2-40B4-BE49-F238E27FC236}">
                  <a16:creationId xmlns:a16="http://schemas.microsoft.com/office/drawing/2014/main" id="{F3B30193-543E-00D0-E380-8CDB713EA1AB}"/>
                </a:ext>
              </a:extLst>
            </p:cNvPr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1" name="pg311">
              <a:extLst>
                <a:ext uri="{FF2B5EF4-FFF2-40B4-BE49-F238E27FC236}">
                  <a16:creationId xmlns:a16="http://schemas.microsoft.com/office/drawing/2014/main" id="{12D96F14-E16B-7791-2AB7-C467D79D1929}"/>
                </a:ext>
              </a:extLst>
            </p:cNvPr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2" name="pg312">
              <a:extLst>
                <a:ext uri="{FF2B5EF4-FFF2-40B4-BE49-F238E27FC236}">
                  <a16:creationId xmlns:a16="http://schemas.microsoft.com/office/drawing/2014/main" id="{A0CC3293-DC3C-04B9-A2C4-6718A9717563}"/>
                </a:ext>
              </a:extLst>
            </p:cNvPr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3" name="pg313">
              <a:extLst>
                <a:ext uri="{FF2B5EF4-FFF2-40B4-BE49-F238E27FC236}">
                  <a16:creationId xmlns:a16="http://schemas.microsoft.com/office/drawing/2014/main" id="{A3B7E64A-6B03-133A-3F66-FC4230256BA3}"/>
                </a:ext>
              </a:extLst>
            </p:cNvPr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4" name="pg314">
              <a:extLst>
                <a:ext uri="{FF2B5EF4-FFF2-40B4-BE49-F238E27FC236}">
                  <a16:creationId xmlns:a16="http://schemas.microsoft.com/office/drawing/2014/main" id="{6C89F037-DAEA-D28F-C78E-E618A5369B35}"/>
                </a:ext>
              </a:extLst>
            </p:cNvPr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5" name="pg315">
              <a:extLst>
                <a:ext uri="{FF2B5EF4-FFF2-40B4-BE49-F238E27FC236}">
                  <a16:creationId xmlns:a16="http://schemas.microsoft.com/office/drawing/2014/main" id="{9BD08EB3-C5D3-9E02-C0DB-CC01CA04BB44}"/>
                </a:ext>
              </a:extLst>
            </p:cNvPr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6" name="pg316">
              <a:extLst>
                <a:ext uri="{FF2B5EF4-FFF2-40B4-BE49-F238E27FC236}">
                  <a16:creationId xmlns:a16="http://schemas.microsoft.com/office/drawing/2014/main" id="{3C813157-38C7-E07C-51F3-E3CB26789D25}"/>
                </a:ext>
              </a:extLst>
            </p:cNvPr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7" name="pg317">
              <a:extLst>
                <a:ext uri="{FF2B5EF4-FFF2-40B4-BE49-F238E27FC236}">
                  <a16:creationId xmlns:a16="http://schemas.microsoft.com/office/drawing/2014/main" id="{58F6D1A3-8E8C-E527-C171-8E96E13A8504}"/>
                </a:ext>
              </a:extLst>
            </p:cNvPr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8" name="pg318">
              <a:extLst>
                <a:ext uri="{FF2B5EF4-FFF2-40B4-BE49-F238E27FC236}">
                  <a16:creationId xmlns:a16="http://schemas.microsoft.com/office/drawing/2014/main" id="{05B29F3D-0645-D7EA-E733-D9A6DC1DE257}"/>
                </a:ext>
              </a:extLst>
            </p:cNvPr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9" name="pg319">
              <a:extLst>
                <a:ext uri="{FF2B5EF4-FFF2-40B4-BE49-F238E27FC236}">
                  <a16:creationId xmlns:a16="http://schemas.microsoft.com/office/drawing/2014/main" id="{085CB7DD-A21B-A277-1C81-446F095BD74F}"/>
                </a:ext>
              </a:extLst>
            </p:cNvPr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0" name="pg320">
              <a:extLst>
                <a:ext uri="{FF2B5EF4-FFF2-40B4-BE49-F238E27FC236}">
                  <a16:creationId xmlns:a16="http://schemas.microsoft.com/office/drawing/2014/main" id="{E6797C26-2C92-B880-5389-E920DD902AF1}"/>
                </a:ext>
              </a:extLst>
            </p:cNvPr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1" name="pg321">
              <a:extLst>
                <a:ext uri="{FF2B5EF4-FFF2-40B4-BE49-F238E27FC236}">
                  <a16:creationId xmlns:a16="http://schemas.microsoft.com/office/drawing/2014/main" id="{9435DB05-B426-3FF4-E5C2-839BE272871C}"/>
                </a:ext>
              </a:extLst>
            </p:cNvPr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2" name="pg322">
              <a:extLst>
                <a:ext uri="{FF2B5EF4-FFF2-40B4-BE49-F238E27FC236}">
                  <a16:creationId xmlns:a16="http://schemas.microsoft.com/office/drawing/2014/main" id="{77E0C4A5-DF8B-F9D6-56D9-55BA60D8C675}"/>
                </a:ext>
              </a:extLst>
            </p:cNvPr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3" name="pg323">
              <a:extLst>
                <a:ext uri="{FF2B5EF4-FFF2-40B4-BE49-F238E27FC236}">
                  <a16:creationId xmlns:a16="http://schemas.microsoft.com/office/drawing/2014/main" id="{553810EB-4385-137C-0B80-6D72CA83F5BA}"/>
                </a:ext>
              </a:extLst>
            </p:cNvPr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4" name="pg324">
              <a:extLst>
                <a:ext uri="{FF2B5EF4-FFF2-40B4-BE49-F238E27FC236}">
                  <a16:creationId xmlns:a16="http://schemas.microsoft.com/office/drawing/2014/main" id="{A34E4A68-3F05-0A16-1E63-BCCC8A7C95F8}"/>
                </a:ext>
              </a:extLst>
            </p:cNvPr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5" name="pg325">
              <a:extLst>
                <a:ext uri="{FF2B5EF4-FFF2-40B4-BE49-F238E27FC236}">
                  <a16:creationId xmlns:a16="http://schemas.microsoft.com/office/drawing/2014/main" id="{522C0F59-F80D-2EC8-72F3-372E44232027}"/>
                </a:ext>
              </a:extLst>
            </p:cNvPr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6" name="pg326">
              <a:extLst>
                <a:ext uri="{FF2B5EF4-FFF2-40B4-BE49-F238E27FC236}">
                  <a16:creationId xmlns:a16="http://schemas.microsoft.com/office/drawing/2014/main" id="{2EBA4290-B291-3558-82F1-AFD1E8B73EAC}"/>
                </a:ext>
              </a:extLst>
            </p:cNvPr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7" name="pg327">
              <a:extLst>
                <a:ext uri="{FF2B5EF4-FFF2-40B4-BE49-F238E27FC236}">
                  <a16:creationId xmlns:a16="http://schemas.microsoft.com/office/drawing/2014/main" id="{260921D0-0A46-D768-EDFB-2B3036FD851A}"/>
                </a:ext>
              </a:extLst>
            </p:cNvPr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8" name="pg328">
              <a:extLst>
                <a:ext uri="{FF2B5EF4-FFF2-40B4-BE49-F238E27FC236}">
                  <a16:creationId xmlns:a16="http://schemas.microsoft.com/office/drawing/2014/main" id="{956E6B0C-6869-3423-65EE-870288A7A352}"/>
                </a:ext>
              </a:extLst>
            </p:cNvPr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9" name="pg329">
              <a:extLst>
                <a:ext uri="{FF2B5EF4-FFF2-40B4-BE49-F238E27FC236}">
                  <a16:creationId xmlns:a16="http://schemas.microsoft.com/office/drawing/2014/main" id="{7D4DC8D6-A36D-B2CD-7EA6-13B054D15FF1}"/>
                </a:ext>
              </a:extLst>
            </p:cNvPr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0" name="pg330">
              <a:extLst>
                <a:ext uri="{FF2B5EF4-FFF2-40B4-BE49-F238E27FC236}">
                  <a16:creationId xmlns:a16="http://schemas.microsoft.com/office/drawing/2014/main" id="{E9BDC2DA-3300-BCFF-5160-CDEE0DB25E75}"/>
                </a:ext>
              </a:extLst>
            </p:cNvPr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1" name="pg331">
              <a:extLst>
                <a:ext uri="{FF2B5EF4-FFF2-40B4-BE49-F238E27FC236}">
                  <a16:creationId xmlns:a16="http://schemas.microsoft.com/office/drawing/2014/main" id="{A03A8BE0-F1DB-E442-9D13-07694CFAD02D}"/>
                </a:ext>
              </a:extLst>
            </p:cNvPr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2" name="pg332">
              <a:extLst>
                <a:ext uri="{FF2B5EF4-FFF2-40B4-BE49-F238E27FC236}">
                  <a16:creationId xmlns:a16="http://schemas.microsoft.com/office/drawing/2014/main" id="{8BA2F257-D637-1180-92CC-6CDBE0BAD4CA}"/>
                </a:ext>
              </a:extLst>
            </p:cNvPr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3" name="pg333">
              <a:extLst>
                <a:ext uri="{FF2B5EF4-FFF2-40B4-BE49-F238E27FC236}">
                  <a16:creationId xmlns:a16="http://schemas.microsoft.com/office/drawing/2014/main" id="{D168300B-43F1-6410-91E2-CE4C27FF1A5A}"/>
                </a:ext>
              </a:extLst>
            </p:cNvPr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4" name="pg334">
              <a:extLst>
                <a:ext uri="{FF2B5EF4-FFF2-40B4-BE49-F238E27FC236}">
                  <a16:creationId xmlns:a16="http://schemas.microsoft.com/office/drawing/2014/main" id="{D2085B05-891B-486C-70CC-A815A38EC37A}"/>
                </a:ext>
              </a:extLst>
            </p:cNvPr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5" name="pg335">
              <a:extLst>
                <a:ext uri="{FF2B5EF4-FFF2-40B4-BE49-F238E27FC236}">
                  <a16:creationId xmlns:a16="http://schemas.microsoft.com/office/drawing/2014/main" id="{E7D92DC4-0941-A65C-C62C-0F79815B7EE1}"/>
                </a:ext>
              </a:extLst>
            </p:cNvPr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6" name="pg336">
              <a:extLst>
                <a:ext uri="{FF2B5EF4-FFF2-40B4-BE49-F238E27FC236}">
                  <a16:creationId xmlns:a16="http://schemas.microsoft.com/office/drawing/2014/main" id="{1AFD5CE3-32FC-5087-325C-04BD347F7FAA}"/>
                </a:ext>
              </a:extLst>
            </p:cNvPr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7" name="pg337">
              <a:extLst>
                <a:ext uri="{FF2B5EF4-FFF2-40B4-BE49-F238E27FC236}">
                  <a16:creationId xmlns:a16="http://schemas.microsoft.com/office/drawing/2014/main" id="{A3082D64-2447-D8AE-3AF3-2F85A7984BF9}"/>
                </a:ext>
              </a:extLst>
            </p:cNvPr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8" name="pg338">
              <a:extLst>
                <a:ext uri="{FF2B5EF4-FFF2-40B4-BE49-F238E27FC236}">
                  <a16:creationId xmlns:a16="http://schemas.microsoft.com/office/drawing/2014/main" id="{22AFC270-0AC3-B92A-19B4-5D7FA26AA680}"/>
                </a:ext>
              </a:extLst>
            </p:cNvPr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9" name="pg339">
              <a:extLst>
                <a:ext uri="{FF2B5EF4-FFF2-40B4-BE49-F238E27FC236}">
                  <a16:creationId xmlns:a16="http://schemas.microsoft.com/office/drawing/2014/main" id="{3A4CD95A-43F3-F549-EC0B-C6527D655D08}"/>
                </a:ext>
              </a:extLst>
            </p:cNvPr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0" name="pg340">
              <a:extLst>
                <a:ext uri="{FF2B5EF4-FFF2-40B4-BE49-F238E27FC236}">
                  <a16:creationId xmlns:a16="http://schemas.microsoft.com/office/drawing/2014/main" id="{C9EEC025-C5C0-8DA5-D44E-D1B85010D39B}"/>
                </a:ext>
              </a:extLst>
            </p:cNvPr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1" name="pg341">
              <a:extLst>
                <a:ext uri="{FF2B5EF4-FFF2-40B4-BE49-F238E27FC236}">
                  <a16:creationId xmlns:a16="http://schemas.microsoft.com/office/drawing/2014/main" id="{C5225091-9D50-841D-1C4A-8782613CCADE}"/>
                </a:ext>
              </a:extLst>
            </p:cNvPr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2" name="pg342">
              <a:extLst>
                <a:ext uri="{FF2B5EF4-FFF2-40B4-BE49-F238E27FC236}">
                  <a16:creationId xmlns:a16="http://schemas.microsoft.com/office/drawing/2014/main" id="{5D1B5019-E283-8639-D797-AADCC5F5362B}"/>
                </a:ext>
              </a:extLst>
            </p:cNvPr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3" name="pg343">
              <a:extLst>
                <a:ext uri="{FF2B5EF4-FFF2-40B4-BE49-F238E27FC236}">
                  <a16:creationId xmlns:a16="http://schemas.microsoft.com/office/drawing/2014/main" id="{2E443675-0E9C-79D2-F8CE-9352130292F2}"/>
                </a:ext>
              </a:extLst>
            </p:cNvPr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4" name="pg344">
              <a:extLst>
                <a:ext uri="{FF2B5EF4-FFF2-40B4-BE49-F238E27FC236}">
                  <a16:creationId xmlns:a16="http://schemas.microsoft.com/office/drawing/2014/main" id="{D639395F-2836-5815-82AF-CB06C2991286}"/>
                </a:ext>
              </a:extLst>
            </p:cNvPr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5" name="pg345">
              <a:extLst>
                <a:ext uri="{FF2B5EF4-FFF2-40B4-BE49-F238E27FC236}">
                  <a16:creationId xmlns:a16="http://schemas.microsoft.com/office/drawing/2014/main" id="{2FC0D574-079F-04FA-6203-88C509AC656E}"/>
                </a:ext>
              </a:extLst>
            </p:cNvPr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6" name="pg346">
              <a:extLst>
                <a:ext uri="{FF2B5EF4-FFF2-40B4-BE49-F238E27FC236}">
                  <a16:creationId xmlns:a16="http://schemas.microsoft.com/office/drawing/2014/main" id="{D57E7F95-0597-A737-C4C4-2391EE7AA8B9}"/>
                </a:ext>
              </a:extLst>
            </p:cNvPr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7" name="pg347">
              <a:extLst>
                <a:ext uri="{FF2B5EF4-FFF2-40B4-BE49-F238E27FC236}">
                  <a16:creationId xmlns:a16="http://schemas.microsoft.com/office/drawing/2014/main" id="{4E9CC8DE-0D4A-C8C9-47DC-5C1E9A71A789}"/>
                </a:ext>
              </a:extLst>
            </p:cNvPr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8" name="pg348">
              <a:extLst>
                <a:ext uri="{FF2B5EF4-FFF2-40B4-BE49-F238E27FC236}">
                  <a16:creationId xmlns:a16="http://schemas.microsoft.com/office/drawing/2014/main" id="{AD0DA2B0-3DB2-DA9F-607E-2BBBAF2EF1C2}"/>
                </a:ext>
              </a:extLst>
            </p:cNvPr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9" name="pg349">
              <a:extLst>
                <a:ext uri="{FF2B5EF4-FFF2-40B4-BE49-F238E27FC236}">
                  <a16:creationId xmlns:a16="http://schemas.microsoft.com/office/drawing/2014/main" id="{9C0EF922-9947-C7EE-F19C-5474FDFA4627}"/>
                </a:ext>
              </a:extLst>
            </p:cNvPr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0" name="pg350">
              <a:extLst>
                <a:ext uri="{FF2B5EF4-FFF2-40B4-BE49-F238E27FC236}">
                  <a16:creationId xmlns:a16="http://schemas.microsoft.com/office/drawing/2014/main" id="{36991E02-AAD3-02EA-9153-C8666A1089A5}"/>
                </a:ext>
              </a:extLst>
            </p:cNvPr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1" name="pg351">
              <a:extLst>
                <a:ext uri="{FF2B5EF4-FFF2-40B4-BE49-F238E27FC236}">
                  <a16:creationId xmlns:a16="http://schemas.microsoft.com/office/drawing/2014/main" id="{F0E41814-054A-F0D0-F366-FCF02BA88C2D}"/>
                </a:ext>
              </a:extLst>
            </p:cNvPr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2" name="pg352">
              <a:extLst>
                <a:ext uri="{FF2B5EF4-FFF2-40B4-BE49-F238E27FC236}">
                  <a16:creationId xmlns:a16="http://schemas.microsoft.com/office/drawing/2014/main" id="{7F097EE1-2F6A-3AFA-772F-F9A591B7D4DA}"/>
                </a:ext>
              </a:extLst>
            </p:cNvPr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3" name="pg353">
              <a:extLst>
                <a:ext uri="{FF2B5EF4-FFF2-40B4-BE49-F238E27FC236}">
                  <a16:creationId xmlns:a16="http://schemas.microsoft.com/office/drawing/2014/main" id="{DDB45C72-4132-FD05-5286-5F0A1817D2F7}"/>
                </a:ext>
              </a:extLst>
            </p:cNvPr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4" name="pg354">
              <a:extLst>
                <a:ext uri="{FF2B5EF4-FFF2-40B4-BE49-F238E27FC236}">
                  <a16:creationId xmlns:a16="http://schemas.microsoft.com/office/drawing/2014/main" id="{E4E862E5-CEF8-5527-A041-B960C0495BD2}"/>
                </a:ext>
              </a:extLst>
            </p:cNvPr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5" name="pg355">
              <a:extLst>
                <a:ext uri="{FF2B5EF4-FFF2-40B4-BE49-F238E27FC236}">
                  <a16:creationId xmlns:a16="http://schemas.microsoft.com/office/drawing/2014/main" id="{E8AA16AE-17AE-5209-67F3-4EA81AC93B95}"/>
                </a:ext>
              </a:extLst>
            </p:cNvPr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6" name="pg356">
              <a:extLst>
                <a:ext uri="{FF2B5EF4-FFF2-40B4-BE49-F238E27FC236}">
                  <a16:creationId xmlns:a16="http://schemas.microsoft.com/office/drawing/2014/main" id="{5FBFBDE7-0C2F-C250-420D-17DF0C3D0305}"/>
                </a:ext>
              </a:extLst>
            </p:cNvPr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7" name="pg357">
              <a:extLst>
                <a:ext uri="{FF2B5EF4-FFF2-40B4-BE49-F238E27FC236}">
                  <a16:creationId xmlns:a16="http://schemas.microsoft.com/office/drawing/2014/main" id="{56A45CBC-29CD-1590-4838-BE4E85AC640E}"/>
                </a:ext>
              </a:extLst>
            </p:cNvPr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8" name="pg358">
              <a:extLst>
                <a:ext uri="{FF2B5EF4-FFF2-40B4-BE49-F238E27FC236}">
                  <a16:creationId xmlns:a16="http://schemas.microsoft.com/office/drawing/2014/main" id="{26E71ADD-93AF-89F4-CFD4-D9F13AE14094}"/>
                </a:ext>
              </a:extLst>
            </p:cNvPr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9" name="pg359">
              <a:extLst>
                <a:ext uri="{FF2B5EF4-FFF2-40B4-BE49-F238E27FC236}">
                  <a16:creationId xmlns:a16="http://schemas.microsoft.com/office/drawing/2014/main" id="{EE551F66-73A7-AC96-FB1D-93905C7DC0C4}"/>
                </a:ext>
              </a:extLst>
            </p:cNvPr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0" name="pg360">
              <a:extLst>
                <a:ext uri="{FF2B5EF4-FFF2-40B4-BE49-F238E27FC236}">
                  <a16:creationId xmlns:a16="http://schemas.microsoft.com/office/drawing/2014/main" id="{53458537-B054-0BF7-3215-92233C77ED3E}"/>
                </a:ext>
              </a:extLst>
            </p:cNvPr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1" name="pg361">
              <a:extLst>
                <a:ext uri="{FF2B5EF4-FFF2-40B4-BE49-F238E27FC236}">
                  <a16:creationId xmlns:a16="http://schemas.microsoft.com/office/drawing/2014/main" id="{ACC5068D-0A1B-419C-7F43-85A6950FD106}"/>
                </a:ext>
              </a:extLst>
            </p:cNvPr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2" name="pg362">
              <a:extLst>
                <a:ext uri="{FF2B5EF4-FFF2-40B4-BE49-F238E27FC236}">
                  <a16:creationId xmlns:a16="http://schemas.microsoft.com/office/drawing/2014/main" id="{D0A77832-4AE4-6EA2-B213-9430C47EBDC3}"/>
                </a:ext>
              </a:extLst>
            </p:cNvPr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3" name="pg363">
              <a:extLst>
                <a:ext uri="{FF2B5EF4-FFF2-40B4-BE49-F238E27FC236}">
                  <a16:creationId xmlns:a16="http://schemas.microsoft.com/office/drawing/2014/main" id="{EB3C0DBC-0806-0DEA-F7D9-03FCD7F60F2C}"/>
                </a:ext>
              </a:extLst>
            </p:cNvPr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4" name="pg364">
              <a:extLst>
                <a:ext uri="{FF2B5EF4-FFF2-40B4-BE49-F238E27FC236}">
                  <a16:creationId xmlns:a16="http://schemas.microsoft.com/office/drawing/2014/main" id="{0E471F56-0318-7993-2521-63FE1E7A3485}"/>
                </a:ext>
              </a:extLst>
            </p:cNvPr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5" name="pg365">
              <a:extLst>
                <a:ext uri="{FF2B5EF4-FFF2-40B4-BE49-F238E27FC236}">
                  <a16:creationId xmlns:a16="http://schemas.microsoft.com/office/drawing/2014/main" id="{6E4C6AEE-6FB0-4E32-9E61-D4114C031633}"/>
                </a:ext>
              </a:extLst>
            </p:cNvPr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6" name="pg366">
              <a:extLst>
                <a:ext uri="{FF2B5EF4-FFF2-40B4-BE49-F238E27FC236}">
                  <a16:creationId xmlns:a16="http://schemas.microsoft.com/office/drawing/2014/main" id="{21B4F405-33DD-DC3B-9419-0A45ACDC6C3C}"/>
                </a:ext>
              </a:extLst>
            </p:cNvPr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7" name="pg367">
              <a:extLst>
                <a:ext uri="{FF2B5EF4-FFF2-40B4-BE49-F238E27FC236}">
                  <a16:creationId xmlns:a16="http://schemas.microsoft.com/office/drawing/2014/main" id="{2BD30BC1-3BFC-72BA-A262-166D974CB75B}"/>
                </a:ext>
              </a:extLst>
            </p:cNvPr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8" name="pg368">
              <a:extLst>
                <a:ext uri="{FF2B5EF4-FFF2-40B4-BE49-F238E27FC236}">
                  <a16:creationId xmlns:a16="http://schemas.microsoft.com/office/drawing/2014/main" id="{35212511-389A-9705-E5CF-4FCC338EA482}"/>
                </a:ext>
              </a:extLst>
            </p:cNvPr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9" name="pg369">
              <a:extLst>
                <a:ext uri="{FF2B5EF4-FFF2-40B4-BE49-F238E27FC236}">
                  <a16:creationId xmlns:a16="http://schemas.microsoft.com/office/drawing/2014/main" id="{E86C88F8-4EEF-4FAA-AFFD-8CF685425EDD}"/>
                </a:ext>
              </a:extLst>
            </p:cNvPr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0" name="pg370">
              <a:extLst>
                <a:ext uri="{FF2B5EF4-FFF2-40B4-BE49-F238E27FC236}">
                  <a16:creationId xmlns:a16="http://schemas.microsoft.com/office/drawing/2014/main" id="{DDF0EA08-76EE-2580-7692-D6E2D0361632}"/>
                </a:ext>
              </a:extLst>
            </p:cNvPr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1" name="pg371">
              <a:extLst>
                <a:ext uri="{FF2B5EF4-FFF2-40B4-BE49-F238E27FC236}">
                  <a16:creationId xmlns:a16="http://schemas.microsoft.com/office/drawing/2014/main" id="{C219B2B3-8F61-E0F5-F132-34EDB66DFC4F}"/>
                </a:ext>
              </a:extLst>
            </p:cNvPr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2" name="pg372">
              <a:extLst>
                <a:ext uri="{FF2B5EF4-FFF2-40B4-BE49-F238E27FC236}">
                  <a16:creationId xmlns:a16="http://schemas.microsoft.com/office/drawing/2014/main" id="{3801C535-8E81-EA95-0B14-8FED85A5A005}"/>
                </a:ext>
              </a:extLst>
            </p:cNvPr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3" name="pg373">
              <a:extLst>
                <a:ext uri="{FF2B5EF4-FFF2-40B4-BE49-F238E27FC236}">
                  <a16:creationId xmlns:a16="http://schemas.microsoft.com/office/drawing/2014/main" id="{9A793B82-24F0-E57F-249C-C3FB5762952B}"/>
                </a:ext>
              </a:extLst>
            </p:cNvPr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4" name="pg374">
              <a:extLst>
                <a:ext uri="{FF2B5EF4-FFF2-40B4-BE49-F238E27FC236}">
                  <a16:creationId xmlns:a16="http://schemas.microsoft.com/office/drawing/2014/main" id="{DDEC127E-01E3-C379-FF16-C30B8B0ED771}"/>
                </a:ext>
              </a:extLst>
            </p:cNvPr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5" name="pg375">
              <a:extLst>
                <a:ext uri="{FF2B5EF4-FFF2-40B4-BE49-F238E27FC236}">
                  <a16:creationId xmlns:a16="http://schemas.microsoft.com/office/drawing/2014/main" id="{BBAC8776-FB8B-9313-2167-4489A95D78FD}"/>
                </a:ext>
              </a:extLst>
            </p:cNvPr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6" name="pg376">
              <a:extLst>
                <a:ext uri="{FF2B5EF4-FFF2-40B4-BE49-F238E27FC236}">
                  <a16:creationId xmlns:a16="http://schemas.microsoft.com/office/drawing/2014/main" id="{A0384CCA-F265-16D9-4498-C43A6DB004C7}"/>
                </a:ext>
              </a:extLst>
            </p:cNvPr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7" name="pg377">
              <a:extLst>
                <a:ext uri="{FF2B5EF4-FFF2-40B4-BE49-F238E27FC236}">
                  <a16:creationId xmlns:a16="http://schemas.microsoft.com/office/drawing/2014/main" id="{1FF8E4AF-1D4E-6A6C-FE6D-FD7B7F46FDB6}"/>
                </a:ext>
              </a:extLst>
            </p:cNvPr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8" name="pg378">
              <a:extLst>
                <a:ext uri="{FF2B5EF4-FFF2-40B4-BE49-F238E27FC236}">
                  <a16:creationId xmlns:a16="http://schemas.microsoft.com/office/drawing/2014/main" id="{1B29A763-FFDB-2209-6EBA-5A5EEEE7C3FB}"/>
                </a:ext>
              </a:extLst>
            </p:cNvPr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9" name="pg379">
              <a:extLst>
                <a:ext uri="{FF2B5EF4-FFF2-40B4-BE49-F238E27FC236}">
                  <a16:creationId xmlns:a16="http://schemas.microsoft.com/office/drawing/2014/main" id="{C87D0148-A0E5-B097-CB7E-5136F19A2AD9}"/>
                </a:ext>
              </a:extLst>
            </p:cNvPr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0" name="pg380">
              <a:extLst>
                <a:ext uri="{FF2B5EF4-FFF2-40B4-BE49-F238E27FC236}">
                  <a16:creationId xmlns:a16="http://schemas.microsoft.com/office/drawing/2014/main" id="{7A2DED9C-ECC1-9485-503C-0336E4909A19}"/>
                </a:ext>
              </a:extLst>
            </p:cNvPr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1" name="pg381">
              <a:extLst>
                <a:ext uri="{FF2B5EF4-FFF2-40B4-BE49-F238E27FC236}">
                  <a16:creationId xmlns:a16="http://schemas.microsoft.com/office/drawing/2014/main" id="{31324454-F715-94E5-6B75-94498F2D7CF3}"/>
                </a:ext>
              </a:extLst>
            </p:cNvPr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2" name="pg382">
              <a:extLst>
                <a:ext uri="{FF2B5EF4-FFF2-40B4-BE49-F238E27FC236}">
                  <a16:creationId xmlns:a16="http://schemas.microsoft.com/office/drawing/2014/main" id="{5617B688-E841-01E8-4083-295839695648}"/>
                </a:ext>
              </a:extLst>
            </p:cNvPr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3" name="pg383">
              <a:extLst>
                <a:ext uri="{FF2B5EF4-FFF2-40B4-BE49-F238E27FC236}">
                  <a16:creationId xmlns:a16="http://schemas.microsoft.com/office/drawing/2014/main" id="{E10FBBF7-4960-078F-0206-64ACE6AF713F}"/>
                </a:ext>
              </a:extLst>
            </p:cNvPr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4" name="pg384">
              <a:extLst>
                <a:ext uri="{FF2B5EF4-FFF2-40B4-BE49-F238E27FC236}">
                  <a16:creationId xmlns:a16="http://schemas.microsoft.com/office/drawing/2014/main" id="{7A60EE3D-4797-6A2D-F436-8E6F9A07E8B3}"/>
                </a:ext>
              </a:extLst>
            </p:cNvPr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5" name="pg385">
              <a:extLst>
                <a:ext uri="{FF2B5EF4-FFF2-40B4-BE49-F238E27FC236}">
                  <a16:creationId xmlns:a16="http://schemas.microsoft.com/office/drawing/2014/main" id="{95B8BF21-3FBB-1EE2-C726-6596192FAE4F}"/>
                </a:ext>
              </a:extLst>
            </p:cNvPr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6" name="pg386">
              <a:extLst>
                <a:ext uri="{FF2B5EF4-FFF2-40B4-BE49-F238E27FC236}">
                  <a16:creationId xmlns:a16="http://schemas.microsoft.com/office/drawing/2014/main" id="{255083E0-38DD-1431-E809-F4B205351084}"/>
                </a:ext>
              </a:extLst>
            </p:cNvPr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7" name="pg387">
              <a:extLst>
                <a:ext uri="{FF2B5EF4-FFF2-40B4-BE49-F238E27FC236}">
                  <a16:creationId xmlns:a16="http://schemas.microsoft.com/office/drawing/2014/main" id="{26848CE2-8D8D-CC4C-EF01-4A20BDCE9347}"/>
                </a:ext>
              </a:extLst>
            </p:cNvPr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8" name="pg388">
              <a:extLst>
                <a:ext uri="{FF2B5EF4-FFF2-40B4-BE49-F238E27FC236}">
                  <a16:creationId xmlns:a16="http://schemas.microsoft.com/office/drawing/2014/main" id="{733598D2-46E5-08FC-0EAE-5AE970FB9B5A}"/>
                </a:ext>
              </a:extLst>
            </p:cNvPr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9" name="pg389">
              <a:extLst>
                <a:ext uri="{FF2B5EF4-FFF2-40B4-BE49-F238E27FC236}">
                  <a16:creationId xmlns:a16="http://schemas.microsoft.com/office/drawing/2014/main" id="{54B49961-4FF4-8BCF-91EF-04D43B48F5B9}"/>
                </a:ext>
              </a:extLst>
            </p:cNvPr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0" name="pg390">
              <a:extLst>
                <a:ext uri="{FF2B5EF4-FFF2-40B4-BE49-F238E27FC236}">
                  <a16:creationId xmlns:a16="http://schemas.microsoft.com/office/drawing/2014/main" id="{22DE1AB1-B2B0-E63A-2608-8E5D067F41EC}"/>
                </a:ext>
              </a:extLst>
            </p:cNvPr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1" name="pg391">
              <a:extLst>
                <a:ext uri="{FF2B5EF4-FFF2-40B4-BE49-F238E27FC236}">
                  <a16:creationId xmlns:a16="http://schemas.microsoft.com/office/drawing/2014/main" id="{E445C6CF-A4F2-D418-5162-BE0ABBF26656}"/>
                </a:ext>
              </a:extLst>
            </p:cNvPr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2" name="pg392">
              <a:extLst>
                <a:ext uri="{FF2B5EF4-FFF2-40B4-BE49-F238E27FC236}">
                  <a16:creationId xmlns:a16="http://schemas.microsoft.com/office/drawing/2014/main" id="{57458360-F683-1C62-F510-D637BC94BF95}"/>
                </a:ext>
              </a:extLst>
            </p:cNvPr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3" name="pg393">
              <a:extLst>
                <a:ext uri="{FF2B5EF4-FFF2-40B4-BE49-F238E27FC236}">
                  <a16:creationId xmlns:a16="http://schemas.microsoft.com/office/drawing/2014/main" id="{911C51BB-FA0B-23AF-285D-FC81FFB5B11B}"/>
                </a:ext>
              </a:extLst>
            </p:cNvPr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4" name="pg394">
              <a:extLst>
                <a:ext uri="{FF2B5EF4-FFF2-40B4-BE49-F238E27FC236}">
                  <a16:creationId xmlns:a16="http://schemas.microsoft.com/office/drawing/2014/main" id="{7D7E2781-F42D-F42B-4872-9F98E9204FE8}"/>
                </a:ext>
              </a:extLst>
            </p:cNvPr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5" name="pg395">
              <a:extLst>
                <a:ext uri="{FF2B5EF4-FFF2-40B4-BE49-F238E27FC236}">
                  <a16:creationId xmlns:a16="http://schemas.microsoft.com/office/drawing/2014/main" id="{306F8BF3-848A-E69C-FC52-19D6FF5D025A}"/>
                </a:ext>
              </a:extLst>
            </p:cNvPr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6" name="pg396">
              <a:extLst>
                <a:ext uri="{FF2B5EF4-FFF2-40B4-BE49-F238E27FC236}">
                  <a16:creationId xmlns:a16="http://schemas.microsoft.com/office/drawing/2014/main" id="{1A3F3BCC-8ED9-2A2F-DD99-FBC79596F739}"/>
                </a:ext>
              </a:extLst>
            </p:cNvPr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7" name="pg397">
              <a:extLst>
                <a:ext uri="{FF2B5EF4-FFF2-40B4-BE49-F238E27FC236}">
                  <a16:creationId xmlns:a16="http://schemas.microsoft.com/office/drawing/2014/main" id="{40743E2C-15C5-C14D-F380-F13EACACE61F}"/>
                </a:ext>
              </a:extLst>
            </p:cNvPr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8" name="pg398">
              <a:extLst>
                <a:ext uri="{FF2B5EF4-FFF2-40B4-BE49-F238E27FC236}">
                  <a16:creationId xmlns:a16="http://schemas.microsoft.com/office/drawing/2014/main" id="{C18D6718-CFF5-878F-5EE2-4A4CD4080C50}"/>
                </a:ext>
              </a:extLst>
            </p:cNvPr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9" name="pg399">
              <a:extLst>
                <a:ext uri="{FF2B5EF4-FFF2-40B4-BE49-F238E27FC236}">
                  <a16:creationId xmlns:a16="http://schemas.microsoft.com/office/drawing/2014/main" id="{204EAA05-AFE5-BFD2-B1FB-37F431BDB102}"/>
                </a:ext>
              </a:extLst>
            </p:cNvPr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0" name="pg400">
              <a:extLst>
                <a:ext uri="{FF2B5EF4-FFF2-40B4-BE49-F238E27FC236}">
                  <a16:creationId xmlns:a16="http://schemas.microsoft.com/office/drawing/2014/main" id="{440C28A2-6A90-7DF6-BD7B-0E985341C1A9}"/>
                </a:ext>
              </a:extLst>
            </p:cNvPr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1" name="pg401">
              <a:extLst>
                <a:ext uri="{FF2B5EF4-FFF2-40B4-BE49-F238E27FC236}">
                  <a16:creationId xmlns:a16="http://schemas.microsoft.com/office/drawing/2014/main" id="{7A18F150-0C15-2F6C-AAE9-9EEFCF4B0CEF}"/>
                </a:ext>
              </a:extLst>
            </p:cNvPr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2" name="pg402">
              <a:extLst>
                <a:ext uri="{FF2B5EF4-FFF2-40B4-BE49-F238E27FC236}">
                  <a16:creationId xmlns:a16="http://schemas.microsoft.com/office/drawing/2014/main" id="{B3F16BB5-1A03-EDED-561E-E22DF4B7F95B}"/>
                </a:ext>
              </a:extLst>
            </p:cNvPr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3" name="pg403">
              <a:extLst>
                <a:ext uri="{FF2B5EF4-FFF2-40B4-BE49-F238E27FC236}">
                  <a16:creationId xmlns:a16="http://schemas.microsoft.com/office/drawing/2014/main" id="{7213F52E-02C9-3EBB-FA2D-ACD1FEEB2613}"/>
                </a:ext>
              </a:extLst>
            </p:cNvPr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4" name="pl404">
              <a:extLst>
                <a:ext uri="{FF2B5EF4-FFF2-40B4-BE49-F238E27FC236}">
                  <a16:creationId xmlns:a16="http://schemas.microsoft.com/office/drawing/2014/main" id="{474D4B4C-BC0F-CC43-F0A7-002CF9B17379}"/>
                </a:ext>
              </a:extLst>
            </p:cNvPr>
            <p:cNvSpPr/>
            <p:nvPr/>
          </p:nvSpPr>
          <p:spPr>
            <a:xfrm>
              <a:off x="1828441" y="1516266"/>
              <a:ext cx="2672513" cy="2520726"/>
            </a:xfrm>
            <a:custGeom>
              <a:avLst/>
              <a:gdLst/>
              <a:ahLst/>
              <a:cxnLst/>
              <a:rect l="0" t="0" r="0" b="0"/>
              <a:pathLst>
                <a:path w="2672513" h="2520726">
                  <a:moveTo>
                    <a:pt x="0" y="0"/>
                  </a:moveTo>
                  <a:lnTo>
                    <a:pt x="33829" y="0"/>
                  </a:lnTo>
                  <a:lnTo>
                    <a:pt x="67658" y="0"/>
                  </a:lnTo>
                  <a:lnTo>
                    <a:pt x="101487" y="0"/>
                  </a:lnTo>
                  <a:lnTo>
                    <a:pt x="135317" y="0"/>
                  </a:lnTo>
                  <a:lnTo>
                    <a:pt x="169146" y="0"/>
                  </a:lnTo>
                  <a:lnTo>
                    <a:pt x="202975" y="0"/>
                  </a:lnTo>
                  <a:lnTo>
                    <a:pt x="236805" y="0"/>
                  </a:lnTo>
                  <a:lnTo>
                    <a:pt x="270634" y="0"/>
                  </a:lnTo>
                  <a:lnTo>
                    <a:pt x="304463" y="0"/>
                  </a:lnTo>
                  <a:lnTo>
                    <a:pt x="338292" y="0"/>
                  </a:lnTo>
                  <a:lnTo>
                    <a:pt x="372122" y="0"/>
                  </a:lnTo>
                  <a:lnTo>
                    <a:pt x="405951" y="0"/>
                  </a:lnTo>
                  <a:lnTo>
                    <a:pt x="439780" y="0"/>
                  </a:lnTo>
                  <a:lnTo>
                    <a:pt x="473610" y="0"/>
                  </a:lnTo>
                  <a:lnTo>
                    <a:pt x="507439" y="0"/>
                  </a:lnTo>
                  <a:lnTo>
                    <a:pt x="541268" y="0"/>
                  </a:lnTo>
                  <a:lnTo>
                    <a:pt x="575097" y="0"/>
                  </a:lnTo>
                  <a:lnTo>
                    <a:pt x="608927" y="0"/>
                  </a:lnTo>
                  <a:lnTo>
                    <a:pt x="642756" y="0"/>
                  </a:lnTo>
                  <a:lnTo>
                    <a:pt x="676585" y="0"/>
                  </a:lnTo>
                  <a:lnTo>
                    <a:pt x="710415" y="0"/>
                  </a:lnTo>
                  <a:lnTo>
                    <a:pt x="744244" y="0"/>
                  </a:lnTo>
                  <a:lnTo>
                    <a:pt x="778073" y="0"/>
                  </a:lnTo>
                  <a:lnTo>
                    <a:pt x="811902" y="0"/>
                  </a:lnTo>
                  <a:lnTo>
                    <a:pt x="845732" y="0"/>
                  </a:lnTo>
                  <a:lnTo>
                    <a:pt x="879561" y="0"/>
                  </a:lnTo>
                  <a:lnTo>
                    <a:pt x="913390" y="0"/>
                  </a:lnTo>
                  <a:lnTo>
                    <a:pt x="947220" y="0"/>
                  </a:lnTo>
                  <a:lnTo>
                    <a:pt x="981049" y="0"/>
                  </a:lnTo>
                  <a:lnTo>
                    <a:pt x="1014878" y="1"/>
                  </a:lnTo>
                  <a:lnTo>
                    <a:pt x="1048707" y="2"/>
                  </a:lnTo>
                  <a:lnTo>
                    <a:pt x="1082537" y="3"/>
                  </a:lnTo>
                  <a:lnTo>
                    <a:pt x="1116366" y="4"/>
                  </a:lnTo>
                  <a:lnTo>
                    <a:pt x="1150195" y="7"/>
                  </a:lnTo>
                  <a:lnTo>
                    <a:pt x="1184025" y="11"/>
                  </a:lnTo>
                  <a:lnTo>
                    <a:pt x="1217854" y="17"/>
                  </a:lnTo>
                  <a:lnTo>
                    <a:pt x="1251683" y="25"/>
                  </a:lnTo>
                  <a:lnTo>
                    <a:pt x="1285512" y="38"/>
                  </a:lnTo>
                  <a:lnTo>
                    <a:pt x="1319342" y="58"/>
                  </a:lnTo>
                  <a:lnTo>
                    <a:pt x="1353171" y="87"/>
                  </a:lnTo>
                  <a:lnTo>
                    <a:pt x="1387000" y="131"/>
                  </a:lnTo>
                  <a:lnTo>
                    <a:pt x="1420830" y="198"/>
                  </a:lnTo>
                  <a:lnTo>
                    <a:pt x="1454659" y="298"/>
                  </a:lnTo>
                  <a:lnTo>
                    <a:pt x="1488488" y="449"/>
                  </a:lnTo>
                  <a:lnTo>
                    <a:pt x="1522317" y="676"/>
                  </a:lnTo>
                  <a:lnTo>
                    <a:pt x="1556147" y="1018"/>
                  </a:lnTo>
                  <a:lnTo>
                    <a:pt x="1589976" y="1533"/>
                  </a:lnTo>
                  <a:lnTo>
                    <a:pt x="1623805" y="2308"/>
                  </a:lnTo>
                  <a:lnTo>
                    <a:pt x="1657635" y="3474"/>
                  </a:lnTo>
                  <a:lnTo>
                    <a:pt x="1691464" y="5227"/>
                  </a:lnTo>
                  <a:lnTo>
                    <a:pt x="1725293" y="7862"/>
                  </a:lnTo>
                  <a:lnTo>
                    <a:pt x="1759122" y="11818"/>
                  </a:lnTo>
                  <a:lnTo>
                    <a:pt x="1792952" y="17752"/>
                  </a:lnTo>
                  <a:lnTo>
                    <a:pt x="1826781" y="26634"/>
                  </a:lnTo>
                  <a:lnTo>
                    <a:pt x="1860610" y="39889"/>
                  </a:lnTo>
                  <a:lnTo>
                    <a:pt x="1894440" y="59583"/>
                  </a:lnTo>
                  <a:lnTo>
                    <a:pt x="1928269" y="88655"/>
                  </a:lnTo>
                  <a:lnTo>
                    <a:pt x="1962098" y="131157"/>
                  </a:lnTo>
                  <a:lnTo>
                    <a:pt x="1995927" y="192428"/>
                  </a:lnTo>
                  <a:lnTo>
                    <a:pt x="2029757" y="278993"/>
                  </a:lnTo>
                  <a:lnTo>
                    <a:pt x="2063586" y="397870"/>
                  </a:lnTo>
                  <a:lnTo>
                    <a:pt x="2097415" y="554908"/>
                  </a:lnTo>
                  <a:lnTo>
                    <a:pt x="2131245" y="752058"/>
                  </a:lnTo>
                  <a:lnTo>
                    <a:pt x="2165074" y="984331"/>
                  </a:lnTo>
                  <a:lnTo>
                    <a:pt x="2198903" y="1238355"/>
                  </a:lnTo>
                  <a:lnTo>
                    <a:pt x="2232732" y="1494519"/>
                  </a:lnTo>
                  <a:lnTo>
                    <a:pt x="2266562" y="1732554"/>
                  </a:lnTo>
                  <a:lnTo>
                    <a:pt x="2300391" y="1937512"/>
                  </a:lnTo>
                  <a:lnTo>
                    <a:pt x="2334220" y="2102725"/>
                  </a:lnTo>
                  <a:lnTo>
                    <a:pt x="2368050" y="2228961"/>
                  </a:lnTo>
                  <a:lnTo>
                    <a:pt x="2401879" y="2321528"/>
                  </a:lnTo>
                  <a:lnTo>
                    <a:pt x="2435708" y="2387378"/>
                  </a:lnTo>
                  <a:lnTo>
                    <a:pt x="2469537" y="2433219"/>
                  </a:lnTo>
                  <a:lnTo>
                    <a:pt x="2503367" y="2464650"/>
                  </a:lnTo>
                  <a:lnTo>
                    <a:pt x="2537196" y="2485979"/>
                  </a:lnTo>
                  <a:lnTo>
                    <a:pt x="2571025" y="2500350"/>
                  </a:lnTo>
                  <a:lnTo>
                    <a:pt x="2604855" y="2509987"/>
                  </a:lnTo>
                  <a:lnTo>
                    <a:pt x="2638684" y="2516429"/>
                  </a:lnTo>
                  <a:lnTo>
                    <a:pt x="2672513" y="2520726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5" name="pl405">
              <a:extLst>
                <a:ext uri="{FF2B5EF4-FFF2-40B4-BE49-F238E27FC236}">
                  <a16:creationId xmlns:a16="http://schemas.microsoft.com/office/drawing/2014/main" id="{B3AC9D1F-F378-23DE-DF15-DBA6458B358E}"/>
                </a:ext>
              </a:extLst>
            </p:cNvPr>
            <p:cNvSpPr/>
            <p:nvPr/>
          </p:nvSpPr>
          <p:spPr>
            <a:xfrm>
              <a:off x="2015988" y="2306264"/>
              <a:ext cx="3000619" cy="1692853"/>
            </a:xfrm>
            <a:custGeom>
              <a:avLst/>
              <a:gdLst/>
              <a:ahLst/>
              <a:cxnLst/>
              <a:rect l="0" t="0" r="0" b="0"/>
              <a:pathLst>
                <a:path w="3000619" h="1692853">
                  <a:moveTo>
                    <a:pt x="0" y="0"/>
                  </a:moveTo>
                  <a:lnTo>
                    <a:pt x="37982" y="33157"/>
                  </a:lnTo>
                  <a:lnTo>
                    <a:pt x="75965" y="67021"/>
                  </a:lnTo>
                  <a:lnTo>
                    <a:pt x="113947" y="101550"/>
                  </a:lnTo>
                  <a:lnTo>
                    <a:pt x="151930" y="136699"/>
                  </a:lnTo>
                  <a:lnTo>
                    <a:pt x="189912" y="172420"/>
                  </a:lnTo>
                  <a:lnTo>
                    <a:pt x="227895" y="208659"/>
                  </a:lnTo>
                  <a:lnTo>
                    <a:pt x="265877" y="245361"/>
                  </a:lnTo>
                  <a:lnTo>
                    <a:pt x="303860" y="282468"/>
                  </a:lnTo>
                  <a:lnTo>
                    <a:pt x="341842" y="319915"/>
                  </a:lnTo>
                  <a:lnTo>
                    <a:pt x="379825" y="357641"/>
                  </a:lnTo>
                  <a:lnTo>
                    <a:pt x="417807" y="395577"/>
                  </a:lnTo>
                  <a:lnTo>
                    <a:pt x="455790" y="433657"/>
                  </a:lnTo>
                  <a:lnTo>
                    <a:pt x="493772" y="471812"/>
                  </a:lnTo>
                  <a:lnTo>
                    <a:pt x="531755" y="509971"/>
                  </a:lnTo>
                  <a:lnTo>
                    <a:pt x="569737" y="548067"/>
                  </a:lnTo>
                  <a:lnTo>
                    <a:pt x="607720" y="586029"/>
                  </a:lnTo>
                  <a:lnTo>
                    <a:pt x="645703" y="623790"/>
                  </a:lnTo>
                  <a:lnTo>
                    <a:pt x="683685" y="661283"/>
                  </a:lnTo>
                  <a:lnTo>
                    <a:pt x="721668" y="698443"/>
                  </a:lnTo>
                  <a:lnTo>
                    <a:pt x="759650" y="735209"/>
                  </a:lnTo>
                  <a:lnTo>
                    <a:pt x="797633" y="771520"/>
                  </a:lnTo>
                  <a:lnTo>
                    <a:pt x="835615" y="807321"/>
                  </a:lnTo>
                  <a:lnTo>
                    <a:pt x="873598" y="842558"/>
                  </a:lnTo>
                  <a:lnTo>
                    <a:pt x="911580" y="877182"/>
                  </a:lnTo>
                  <a:lnTo>
                    <a:pt x="949563" y="911147"/>
                  </a:lnTo>
                  <a:lnTo>
                    <a:pt x="987545" y="944411"/>
                  </a:lnTo>
                  <a:lnTo>
                    <a:pt x="1025528" y="976938"/>
                  </a:lnTo>
                  <a:lnTo>
                    <a:pt x="1063510" y="1008695"/>
                  </a:lnTo>
                  <a:lnTo>
                    <a:pt x="1101493" y="1039653"/>
                  </a:lnTo>
                  <a:lnTo>
                    <a:pt x="1139475" y="1069787"/>
                  </a:lnTo>
                  <a:lnTo>
                    <a:pt x="1177458" y="1099078"/>
                  </a:lnTo>
                  <a:lnTo>
                    <a:pt x="1215440" y="1127508"/>
                  </a:lnTo>
                  <a:lnTo>
                    <a:pt x="1253423" y="1155067"/>
                  </a:lnTo>
                  <a:lnTo>
                    <a:pt x="1291406" y="1181744"/>
                  </a:lnTo>
                  <a:lnTo>
                    <a:pt x="1329388" y="1207537"/>
                  </a:lnTo>
                  <a:lnTo>
                    <a:pt x="1367371" y="1232443"/>
                  </a:lnTo>
                  <a:lnTo>
                    <a:pt x="1405353" y="1256465"/>
                  </a:lnTo>
                  <a:lnTo>
                    <a:pt x="1443336" y="1279606"/>
                  </a:lnTo>
                  <a:lnTo>
                    <a:pt x="1481318" y="1301876"/>
                  </a:lnTo>
                  <a:lnTo>
                    <a:pt x="1519301" y="1323283"/>
                  </a:lnTo>
                  <a:lnTo>
                    <a:pt x="1557283" y="1343841"/>
                  </a:lnTo>
                  <a:lnTo>
                    <a:pt x="1595266" y="1363564"/>
                  </a:lnTo>
                  <a:lnTo>
                    <a:pt x="1633248" y="1382467"/>
                  </a:lnTo>
                  <a:lnTo>
                    <a:pt x="1671231" y="1400569"/>
                  </a:lnTo>
                  <a:lnTo>
                    <a:pt x="1709213" y="1417888"/>
                  </a:lnTo>
                  <a:lnTo>
                    <a:pt x="1747196" y="1434445"/>
                  </a:lnTo>
                  <a:lnTo>
                    <a:pt x="1785178" y="1450261"/>
                  </a:lnTo>
                  <a:lnTo>
                    <a:pt x="1823161" y="1465357"/>
                  </a:lnTo>
                  <a:lnTo>
                    <a:pt x="1861143" y="1479755"/>
                  </a:lnTo>
                  <a:lnTo>
                    <a:pt x="1899126" y="1493480"/>
                  </a:lnTo>
                  <a:lnTo>
                    <a:pt x="1937109" y="1506553"/>
                  </a:lnTo>
                  <a:lnTo>
                    <a:pt x="1975091" y="1518998"/>
                  </a:lnTo>
                  <a:lnTo>
                    <a:pt x="2013074" y="1530837"/>
                  </a:lnTo>
                  <a:lnTo>
                    <a:pt x="2051056" y="1542095"/>
                  </a:lnTo>
                  <a:lnTo>
                    <a:pt x="2089039" y="1552793"/>
                  </a:lnTo>
                  <a:lnTo>
                    <a:pt x="2127021" y="1562955"/>
                  </a:lnTo>
                  <a:lnTo>
                    <a:pt x="2165004" y="1572603"/>
                  </a:lnTo>
                  <a:lnTo>
                    <a:pt x="2202986" y="1581758"/>
                  </a:lnTo>
                  <a:lnTo>
                    <a:pt x="2240969" y="1590441"/>
                  </a:lnTo>
                  <a:lnTo>
                    <a:pt x="2278951" y="1598675"/>
                  </a:lnTo>
                  <a:lnTo>
                    <a:pt x="2316934" y="1606478"/>
                  </a:lnTo>
                  <a:lnTo>
                    <a:pt x="2354916" y="1613871"/>
                  </a:lnTo>
                  <a:lnTo>
                    <a:pt x="2392899" y="1620873"/>
                  </a:lnTo>
                  <a:lnTo>
                    <a:pt x="2430881" y="1627501"/>
                  </a:lnTo>
                  <a:lnTo>
                    <a:pt x="2468864" y="1633775"/>
                  </a:lnTo>
                  <a:lnTo>
                    <a:pt x="2506846" y="1639712"/>
                  </a:lnTo>
                  <a:lnTo>
                    <a:pt x="2544829" y="1645327"/>
                  </a:lnTo>
                  <a:lnTo>
                    <a:pt x="2582812" y="1650637"/>
                  </a:lnTo>
                  <a:lnTo>
                    <a:pt x="2620794" y="1655657"/>
                  </a:lnTo>
                  <a:lnTo>
                    <a:pt x="2658777" y="1660402"/>
                  </a:lnTo>
                  <a:lnTo>
                    <a:pt x="2696759" y="1664886"/>
                  </a:lnTo>
                  <a:lnTo>
                    <a:pt x="2734742" y="1669123"/>
                  </a:lnTo>
                  <a:lnTo>
                    <a:pt x="2772724" y="1673124"/>
                  </a:lnTo>
                  <a:lnTo>
                    <a:pt x="2810707" y="1676903"/>
                  </a:lnTo>
                  <a:lnTo>
                    <a:pt x="2848689" y="1680471"/>
                  </a:lnTo>
                  <a:lnTo>
                    <a:pt x="2886672" y="1683840"/>
                  </a:lnTo>
                  <a:lnTo>
                    <a:pt x="2924654" y="1687020"/>
                  </a:lnTo>
                  <a:lnTo>
                    <a:pt x="2962637" y="1690021"/>
                  </a:lnTo>
                  <a:lnTo>
                    <a:pt x="3000619" y="1692853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6" name="pl406">
              <a:extLst>
                <a:ext uri="{FF2B5EF4-FFF2-40B4-BE49-F238E27FC236}">
                  <a16:creationId xmlns:a16="http://schemas.microsoft.com/office/drawing/2014/main" id="{B3A8BA90-7535-3E45-2E20-0B63E8A32F05}"/>
                </a:ext>
              </a:extLst>
            </p:cNvPr>
            <p:cNvSpPr/>
            <p:nvPr/>
          </p:nvSpPr>
          <p:spPr>
            <a:xfrm>
              <a:off x="2098346" y="2213963"/>
              <a:ext cx="1695171" cy="844292"/>
            </a:xfrm>
            <a:custGeom>
              <a:avLst/>
              <a:gdLst/>
              <a:ahLst/>
              <a:cxnLst/>
              <a:rect l="0" t="0" r="0" b="0"/>
              <a:pathLst>
                <a:path w="1695171" h="844292">
                  <a:moveTo>
                    <a:pt x="0" y="0"/>
                  </a:moveTo>
                  <a:lnTo>
                    <a:pt x="21457" y="9060"/>
                  </a:lnTo>
                  <a:lnTo>
                    <a:pt x="42915" y="18191"/>
                  </a:lnTo>
                  <a:lnTo>
                    <a:pt x="64373" y="27394"/>
                  </a:lnTo>
                  <a:lnTo>
                    <a:pt x="85831" y="36667"/>
                  </a:lnTo>
                  <a:lnTo>
                    <a:pt x="107289" y="46010"/>
                  </a:lnTo>
                  <a:lnTo>
                    <a:pt x="128747" y="55422"/>
                  </a:lnTo>
                  <a:lnTo>
                    <a:pt x="150205" y="64902"/>
                  </a:lnTo>
                  <a:lnTo>
                    <a:pt x="171662" y="74450"/>
                  </a:lnTo>
                  <a:lnTo>
                    <a:pt x="193120" y="84064"/>
                  </a:lnTo>
                  <a:lnTo>
                    <a:pt x="214578" y="93744"/>
                  </a:lnTo>
                  <a:lnTo>
                    <a:pt x="236036" y="103489"/>
                  </a:lnTo>
                  <a:lnTo>
                    <a:pt x="257494" y="113298"/>
                  </a:lnTo>
                  <a:lnTo>
                    <a:pt x="278952" y="123170"/>
                  </a:lnTo>
                  <a:lnTo>
                    <a:pt x="300410" y="133104"/>
                  </a:lnTo>
                  <a:lnTo>
                    <a:pt x="321868" y="143099"/>
                  </a:lnTo>
                  <a:lnTo>
                    <a:pt x="343325" y="153154"/>
                  </a:lnTo>
                  <a:lnTo>
                    <a:pt x="364783" y="163268"/>
                  </a:lnTo>
                  <a:lnTo>
                    <a:pt x="386241" y="173440"/>
                  </a:lnTo>
                  <a:lnTo>
                    <a:pt x="407699" y="183669"/>
                  </a:lnTo>
                  <a:lnTo>
                    <a:pt x="429157" y="193953"/>
                  </a:lnTo>
                  <a:lnTo>
                    <a:pt x="450615" y="204291"/>
                  </a:lnTo>
                  <a:lnTo>
                    <a:pt x="472073" y="214683"/>
                  </a:lnTo>
                  <a:lnTo>
                    <a:pt x="493531" y="225126"/>
                  </a:lnTo>
                  <a:lnTo>
                    <a:pt x="514988" y="235620"/>
                  </a:lnTo>
                  <a:lnTo>
                    <a:pt x="536446" y="246163"/>
                  </a:lnTo>
                  <a:lnTo>
                    <a:pt x="557904" y="256754"/>
                  </a:lnTo>
                  <a:lnTo>
                    <a:pt x="579362" y="267391"/>
                  </a:lnTo>
                  <a:lnTo>
                    <a:pt x="600820" y="278074"/>
                  </a:lnTo>
                  <a:lnTo>
                    <a:pt x="622278" y="288800"/>
                  </a:lnTo>
                  <a:lnTo>
                    <a:pt x="643736" y="299568"/>
                  </a:lnTo>
                  <a:lnTo>
                    <a:pt x="665194" y="310377"/>
                  </a:lnTo>
                  <a:lnTo>
                    <a:pt x="686651" y="321226"/>
                  </a:lnTo>
                  <a:lnTo>
                    <a:pt x="708109" y="332112"/>
                  </a:lnTo>
                  <a:lnTo>
                    <a:pt x="729567" y="343034"/>
                  </a:lnTo>
                  <a:lnTo>
                    <a:pt x="751025" y="353991"/>
                  </a:lnTo>
                  <a:lnTo>
                    <a:pt x="772483" y="364981"/>
                  </a:lnTo>
                  <a:lnTo>
                    <a:pt x="793941" y="376002"/>
                  </a:lnTo>
                  <a:lnTo>
                    <a:pt x="815399" y="387053"/>
                  </a:lnTo>
                  <a:lnTo>
                    <a:pt x="836856" y="398132"/>
                  </a:lnTo>
                  <a:lnTo>
                    <a:pt x="858314" y="409238"/>
                  </a:lnTo>
                  <a:lnTo>
                    <a:pt x="879772" y="420368"/>
                  </a:lnTo>
                  <a:lnTo>
                    <a:pt x="901230" y="431521"/>
                  </a:lnTo>
                  <a:lnTo>
                    <a:pt x="922688" y="442696"/>
                  </a:lnTo>
                  <a:lnTo>
                    <a:pt x="944146" y="453890"/>
                  </a:lnTo>
                  <a:lnTo>
                    <a:pt x="965604" y="465103"/>
                  </a:lnTo>
                  <a:lnTo>
                    <a:pt x="987062" y="476331"/>
                  </a:lnTo>
                  <a:lnTo>
                    <a:pt x="1008519" y="487574"/>
                  </a:lnTo>
                  <a:lnTo>
                    <a:pt x="1029977" y="498829"/>
                  </a:lnTo>
                  <a:lnTo>
                    <a:pt x="1051435" y="510095"/>
                  </a:lnTo>
                  <a:lnTo>
                    <a:pt x="1072893" y="521371"/>
                  </a:lnTo>
                  <a:lnTo>
                    <a:pt x="1094351" y="532653"/>
                  </a:lnTo>
                  <a:lnTo>
                    <a:pt x="1115809" y="543941"/>
                  </a:lnTo>
                  <a:lnTo>
                    <a:pt x="1137267" y="555233"/>
                  </a:lnTo>
                  <a:lnTo>
                    <a:pt x="1158725" y="566526"/>
                  </a:lnTo>
                  <a:lnTo>
                    <a:pt x="1180182" y="577820"/>
                  </a:lnTo>
                  <a:lnTo>
                    <a:pt x="1201640" y="589112"/>
                  </a:lnTo>
                  <a:lnTo>
                    <a:pt x="1223098" y="600400"/>
                  </a:lnTo>
                  <a:lnTo>
                    <a:pt x="1244556" y="611683"/>
                  </a:lnTo>
                  <a:lnTo>
                    <a:pt x="1266014" y="622959"/>
                  </a:lnTo>
                  <a:lnTo>
                    <a:pt x="1287472" y="634226"/>
                  </a:lnTo>
                  <a:lnTo>
                    <a:pt x="1308930" y="645482"/>
                  </a:lnTo>
                  <a:lnTo>
                    <a:pt x="1330388" y="656725"/>
                  </a:lnTo>
                  <a:lnTo>
                    <a:pt x="1351845" y="667955"/>
                  </a:lnTo>
                  <a:lnTo>
                    <a:pt x="1373303" y="679168"/>
                  </a:lnTo>
                  <a:lnTo>
                    <a:pt x="1394761" y="690364"/>
                  </a:lnTo>
                  <a:lnTo>
                    <a:pt x="1416219" y="701540"/>
                  </a:lnTo>
                  <a:lnTo>
                    <a:pt x="1437677" y="712695"/>
                  </a:lnTo>
                  <a:lnTo>
                    <a:pt x="1459135" y="723827"/>
                  </a:lnTo>
                  <a:lnTo>
                    <a:pt x="1480593" y="734935"/>
                  </a:lnTo>
                  <a:lnTo>
                    <a:pt x="1502051" y="746016"/>
                  </a:lnTo>
                  <a:lnTo>
                    <a:pt x="1523508" y="757069"/>
                  </a:lnTo>
                  <a:lnTo>
                    <a:pt x="1544966" y="768092"/>
                  </a:lnTo>
                  <a:lnTo>
                    <a:pt x="1566424" y="779085"/>
                  </a:lnTo>
                  <a:lnTo>
                    <a:pt x="1587882" y="790044"/>
                  </a:lnTo>
                  <a:lnTo>
                    <a:pt x="1609340" y="800969"/>
                  </a:lnTo>
                  <a:lnTo>
                    <a:pt x="1630798" y="811857"/>
                  </a:lnTo>
                  <a:lnTo>
                    <a:pt x="1652256" y="822709"/>
                  </a:lnTo>
                  <a:lnTo>
                    <a:pt x="1673713" y="833521"/>
                  </a:lnTo>
                  <a:lnTo>
                    <a:pt x="1695171" y="84429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7" name="pl407">
              <a:extLst>
                <a:ext uri="{FF2B5EF4-FFF2-40B4-BE49-F238E27FC236}">
                  <a16:creationId xmlns:a16="http://schemas.microsoft.com/office/drawing/2014/main" id="{5B9D7043-997A-38DD-5754-8026D05BA4D4}"/>
                </a:ext>
              </a:extLst>
            </p:cNvPr>
            <p:cNvSpPr/>
            <p:nvPr/>
          </p:nvSpPr>
          <p:spPr>
            <a:xfrm>
              <a:off x="2231872" y="2665158"/>
              <a:ext cx="1417776" cy="17080"/>
            </a:xfrm>
            <a:custGeom>
              <a:avLst/>
              <a:gdLst/>
              <a:ahLst/>
              <a:cxnLst/>
              <a:rect l="0" t="0" r="0" b="0"/>
              <a:pathLst>
                <a:path w="1417776" h="17080">
                  <a:moveTo>
                    <a:pt x="0" y="0"/>
                  </a:moveTo>
                  <a:lnTo>
                    <a:pt x="17946" y="215"/>
                  </a:lnTo>
                  <a:lnTo>
                    <a:pt x="35893" y="431"/>
                  </a:lnTo>
                  <a:lnTo>
                    <a:pt x="53839" y="647"/>
                  </a:lnTo>
                  <a:lnTo>
                    <a:pt x="71786" y="863"/>
                  </a:lnTo>
                  <a:lnTo>
                    <a:pt x="89732" y="1079"/>
                  </a:lnTo>
                  <a:lnTo>
                    <a:pt x="107679" y="1295"/>
                  </a:lnTo>
                  <a:lnTo>
                    <a:pt x="125625" y="1511"/>
                  </a:lnTo>
                  <a:lnTo>
                    <a:pt x="143572" y="1727"/>
                  </a:lnTo>
                  <a:lnTo>
                    <a:pt x="161518" y="1943"/>
                  </a:lnTo>
                  <a:lnTo>
                    <a:pt x="179465" y="2159"/>
                  </a:lnTo>
                  <a:lnTo>
                    <a:pt x="197411" y="2375"/>
                  </a:lnTo>
                  <a:lnTo>
                    <a:pt x="215358" y="2591"/>
                  </a:lnTo>
                  <a:lnTo>
                    <a:pt x="233304" y="2807"/>
                  </a:lnTo>
                  <a:lnTo>
                    <a:pt x="251251" y="3023"/>
                  </a:lnTo>
                  <a:lnTo>
                    <a:pt x="269198" y="3239"/>
                  </a:lnTo>
                  <a:lnTo>
                    <a:pt x="287144" y="3456"/>
                  </a:lnTo>
                  <a:lnTo>
                    <a:pt x="305091" y="3672"/>
                  </a:lnTo>
                  <a:lnTo>
                    <a:pt x="323037" y="3888"/>
                  </a:lnTo>
                  <a:lnTo>
                    <a:pt x="340984" y="4104"/>
                  </a:lnTo>
                  <a:lnTo>
                    <a:pt x="358930" y="4320"/>
                  </a:lnTo>
                  <a:lnTo>
                    <a:pt x="376877" y="4536"/>
                  </a:lnTo>
                  <a:lnTo>
                    <a:pt x="394823" y="4752"/>
                  </a:lnTo>
                  <a:lnTo>
                    <a:pt x="412770" y="4968"/>
                  </a:lnTo>
                  <a:lnTo>
                    <a:pt x="430716" y="5184"/>
                  </a:lnTo>
                  <a:lnTo>
                    <a:pt x="448663" y="5400"/>
                  </a:lnTo>
                  <a:lnTo>
                    <a:pt x="466609" y="5616"/>
                  </a:lnTo>
                  <a:lnTo>
                    <a:pt x="484556" y="5833"/>
                  </a:lnTo>
                  <a:lnTo>
                    <a:pt x="502503" y="6049"/>
                  </a:lnTo>
                  <a:lnTo>
                    <a:pt x="520449" y="6265"/>
                  </a:lnTo>
                  <a:lnTo>
                    <a:pt x="538396" y="6481"/>
                  </a:lnTo>
                  <a:lnTo>
                    <a:pt x="556342" y="6697"/>
                  </a:lnTo>
                  <a:lnTo>
                    <a:pt x="574289" y="6913"/>
                  </a:lnTo>
                  <a:lnTo>
                    <a:pt x="592235" y="7129"/>
                  </a:lnTo>
                  <a:lnTo>
                    <a:pt x="610182" y="7346"/>
                  </a:lnTo>
                  <a:lnTo>
                    <a:pt x="628128" y="7562"/>
                  </a:lnTo>
                  <a:lnTo>
                    <a:pt x="646075" y="7778"/>
                  </a:lnTo>
                  <a:lnTo>
                    <a:pt x="664021" y="7994"/>
                  </a:lnTo>
                  <a:lnTo>
                    <a:pt x="681968" y="8210"/>
                  </a:lnTo>
                  <a:lnTo>
                    <a:pt x="699914" y="8427"/>
                  </a:lnTo>
                  <a:lnTo>
                    <a:pt x="717861" y="8643"/>
                  </a:lnTo>
                  <a:lnTo>
                    <a:pt x="735808" y="8859"/>
                  </a:lnTo>
                  <a:lnTo>
                    <a:pt x="753754" y="9075"/>
                  </a:lnTo>
                  <a:lnTo>
                    <a:pt x="771701" y="9291"/>
                  </a:lnTo>
                  <a:lnTo>
                    <a:pt x="789647" y="9508"/>
                  </a:lnTo>
                  <a:lnTo>
                    <a:pt x="807594" y="9724"/>
                  </a:lnTo>
                  <a:lnTo>
                    <a:pt x="825540" y="9940"/>
                  </a:lnTo>
                  <a:lnTo>
                    <a:pt x="843487" y="10156"/>
                  </a:lnTo>
                  <a:lnTo>
                    <a:pt x="861433" y="10373"/>
                  </a:lnTo>
                  <a:lnTo>
                    <a:pt x="879380" y="10589"/>
                  </a:lnTo>
                  <a:lnTo>
                    <a:pt x="897326" y="10805"/>
                  </a:lnTo>
                  <a:lnTo>
                    <a:pt x="915273" y="11021"/>
                  </a:lnTo>
                  <a:lnTo>
                    <a:pt x="933219" y="11238"/>
                  </a:lnTo>
                  <a:lnTo>
                    <a:pt x="951166" y="11454"/>
                  </a:lnTo>
                  <a:lnTo>
                    <a:pt x="969113" y="11670"/>
                  </a:lnTo>
                  <a:lnTo>
                    <a:pt x="987059" y="11887"/>
                  </a:lnTo>
                  <a:lnTo>
                    <a:pt x="1005006" y="12103"/>
                  </a:lnTo>
                  <a:lnTo>
                    <a:pt x="1022952" y="12319"/>
                  </a:lnTo>
                  <a:lnTo>
                    <a:pt x="1040899" y="12536"/>
                  </a:lnTo>
                  <a:lnTo>
                    <a:pt x="1058845" y="12752"/>
                  </a:lnTo>
                  <a:lnTo>
                    <a:pt x="1076792" y="12968"/>
                  </a:lnTo>
                  <a:lnTo>
                    <a:pt x="1094738" y="13185"/>
                  </a:lnTo>
                  <a:lnTo>
                    <a:pt x="1112685" y="13401"/>
                  </a:lnTo>
                  <a:lnTo>
                    <a:pt x="1130631" y="13617"/>
                  </a:lnTo>
                  <a:lnTo>
                    <a:pt x="1148578" y="13834"/>
                  </a:lnTo>
                  <a:lnTo>
                    <a:pt x="1166524" y="14050"/>
                  </a:lnTo>
                  <a:lnTo>
                    <a:pt x="1184471" y="14266"/>
                  </a:lnTo>
                  <a:lnTo>
                    <a:pt x="1202418" y="14483"/>
                  </a:lnTo>
                  <a:lnTo>
                    <a:pt x="1220364" y="14699"/>
                  </a:lnTo>
                  <a:lnTo>
                    <a:pt x="1238311" y="14915"/>
                  </a:lnTo>
                  <a:lnTo>
                    <a:pt x="1256257" y="15132"/>
                  </a:lnTo>
                  <a:lnTo>
                    <a:pt x="1274204" y="15348"/>
                  </a:lnTo>
                  <a:lnTo>
                    <a:pt x="1292150" y="15565"/>
                  </a:lnTo>
                  <a:lnTo>
                    <a:pt x="1310097" y="15781"/>
                  </a:lnTo>
                  <a:lnTo>
                    <a:pt x="1328043" y="15997"/>
                  </a:lnTo>
                  <a:lnTo>
                    <a:pt x="1345990" y="16214"/>
                  </a:lnTo>
                  <a:lnTo>
                    <a:pt x="1363936" y="16430"/>
                  </a:lnTo>
                  <a:lnTo>
                    <a:pt x="1381883" y="16647"/>
                  </a:lnTo>
                  <a:lnTo>
                    <a:pt x="1399829" y="16863"/>
                  </a:lnTo>
                  <a:lnTo>
                    <a:pt x="1417776" y="1708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8" name="pl408">
              <a:extLst>
                <a:ext uri="{FF2B5EF4-FFF2-40B4-BE49-F238E27FC236}">
                  <a16:creationId xmlns:a16="http://schemas.microsoft.com/office/drawing/2014/main" id="{4687AC83-4500-0FFC-0B30-ECA4792A853A}"/>
                </a:ext>
              </a:extLst>
            </p:cNvPr>
            <p:cNvSpPr/>
            <p:nvPr/>
          </p:nvSpPr>
          <p:spPr>
            <a:xfrm>
              <a:off x="1623483" y="1790228"/>
              <a:ext cx="3292102" cy="2015839"/>
            </a:xfrm>
            <a:custGeom>
              <a:avLst/>
              <a:gdLst/>
              <a:ahLst/>
              <a:cxnLst/>
              <a:rect l="0" t="0" r="0" b="0"/>
              <a:pathLst>
                <a:path w="3292102" h="2015839">
                  <a:moveTo>
                    <a:pt x="0" y="2015839"/>
                  </a:moveTo>
                  <a:lnTo>
                    <a:pt x="41672" y="2003587"/>
                  </a:lnTo>
                  <a:lnTo>
                    <a:pt x="83344" y="1990780"/>
                  </a:lnTo>
                  <a:lnTo>
                    <a:pt x="125016" y="1977401"/>
                  </a:lnTo>
                  <a:lnTo>
                    <a:pt x="166688" y="1963433"/>
                  </a:lnTo>
                  <a:lnTo>
                    <a:pt x="208360" y="1948858"/>
                  </a:lnTo>
                  <a:lnTo>
                    <a:pt x="250033" y="1933660"/>
                  </a:lnTo>
                  <a:lnTo>
                    <a:pt x="291705" y="1917823"/>
                  </a:lnTo>
                  <a:lnTo>
                    <a:pt x="333377" y="1901331"/>
                  </a:lnTo>
                  <a:lnTo>
                    <a:pt x="375049" y="1884170"/>
                  </a:lnTo>
                  <a:lnTo>
                    <a:pt x="416721" y="1866325"/>
                  </a:lnTo>
                  <a:lnTo>
                    <a:pt x="458394" y="1847784"/>
                  </a:lnTo>
                  <a:lnTo>
                    <a:pt x="500066" y="1828536"/>
                  </a:lnTo>
                  <a:lnTo>
                    <a:pt x="541738" y="1808570"/>
                  </a:lnTo>
                  <a:lnTo>
                    <a:pt x="583410" y="1787878"/>
                  </a:lnTo>
                  <a:lnTo>
                    <a:pt x="625082" y="1766452"/>
                  </a:lnTo>
                  <a:lnTo>
                    <a:pt x="666755" y="1744288"/>
                  </a:lnTo>
                  <a:lnTo>
                    <a:pt x="708427" y="1721382"/>
                  </a:lnTo>
                  <a:lnTo>
                    <a:pt x="750099" y="1697732"/>
                  </a:lnTo>
                  <a:lnTo>
                    <a:pt x="791771" y="1673340"/>
                  </a:lnTo>
                  <a:lnTo>
                    <a:pt x="833443" y="1648210"/>
                  </a:lnTo>
                  <a:lnTo>
                    <a:pt x="875115" y="1622348"/>
                  </a:lnTo>
                  <a:lnTo>
                    <a:pt x="916788" y="1595762"/>
                  </a:lnTo>
                  <a:lnTo>
                    <a:pt x="958460" y="1568464"/>
                  </a:lnTo>
                  <a:lnTo>
                    <a:pt x="1000132" y="1540467"/>
                  </a:lnTo>
                  <a:lnTo>
                    <a:pt x="1041804" y="1511790"/>
                  </a:lnTo>
                  <a:lnTo>
                    <a:pt x="1083476" y="1482453"/>
                  </a:lnTo>
                  <a:lnTo>
                    <a:pt x="1125149" y="1452479"/>
                  </a:lnTo>
                  <a:lnTo>
                    <a:pt x="1166821" y="1421893"/>
                  </a:lnTo>
                  <a:lnTo>
                    <a:pt x="1208493" y="1390726"/>
                  </a:lnTo>
                  <a:lnTo>
                    <a:pt x="1250165" y="1359009"/>
                  </a:lnTo>
                  <a:lnTo>
                    <a:pt x="1291837" y="1326778"/>
                  </a:lnTo>
                  <a:lnTo>
                    <a:pt x="1333510" y="1294070"/>
                  </a:lnTo>
                  <a:lnTo>
                    <a:pt x="1375182" y="1260926"/>
                  </a:lnTo>
                  <a:lnTo>
                    <a:pt x="1416854" y="1227388"/>
                  </a:lnTo>
                  <a:lnTo>
                    <a:pt x="1458526" y="1193501"/>
                  </a:lnTo>
                  <a:lnTo>
                    <a:pt x="1500198" y="1159313"/>
                  </a:lnTo>
                  <a:lnTo>
                    <a:pt x="1541871" y="1124872"/>
                  </a:lnTo>
                  <a:lnTo>
                    <a:pt x="1583543" y="1090228"/>
                  </a:lnTo>
                  <a:lnTo>
                    <a:pt x="1625215" y="1055434"/>
                  </a:lnTo>
                  <a:lnTo>
                    <a:pt x="1666887" y="1020540"/>
                  </a:lnTo>
                  <a:lnTo>
                    <a:pt x="1708559" y="985601"/>
                  </a:lnTo>
                  <a:lnTo>
                    <a:pt x="1750231" y="950670"/>
                  </a:lnTo>
                  <a:lnTo>
                    <a:pt x="1791904" y="915800"/>
                  </a:lnTo>
                  <a:lnTo>
                    <a:pt x="1833576" y="881044"/>
                  </a:lnTo>
                  <a:lnTo>
                    <a:pt x="1875248" y="846454"/>
                  </a:lnTo>
                  <a:lnTo>
                    <a:pt x="1916920" y="812081"/>
                  </a:lnTo>
                  <a:lnTo>
                    <a:pt x="1958592" y="777975"/>
                  </a:lnTo>
                  <a:lnTo>
                    <a:pt x="2000265" y="744185"/>
                  </a:lnTo>
                  <a:lnTo>
                    <a:pt x="2041937" y="710757"/>
                  </a:lnTo>
                  <a:lnTo>
                    <a:pt x="2083609" y="677735"/>
                  </a:lnTo>
                  <a:lnTo>
                    <a:pt x="2125281" y="645161"/>
                  </a:lnTo>
                  <a:lnTo>
                    <a:pt x="2166953" y="613075"/>
                  </a:lnTo>
                  <a:lnTo>
                    <a:pt x="2208626" y="581515"/>
                  </a:lnTo>
                  <a:lnTo>
                    <a:pt x="2250298" y="550513"/>
                  </a:lnTo>
                  <a:lnTo>
                    <a:pt x="2291970" y="520102"/>
                  </a:lnTo>
                  <a:lnTo>
                    <a:pt x="2333642" y="490310"/>
                  </a:lnTo>
                  <a:lnTo>
                    <a:pt x="2375314" y="461162"/>
                  </a:lnTo>
                  <a:lnTo>
                    <a:pt x="2416986" y="432681"/>
                  </a:lnTo>
                  <a:lnTo>
                    <a:pt x="2458659" y="404885"/>
                  </a:lnTo>
                  <a:lnTo>
                    <a:pt x="2500331" y="377792"/>
                  </a:lnTo>
                  <a:lnTo>
                    <a:pt x="2542003" y="351415"/>
                  </a:lnTo>
                  <a:lnTo>
                    <a:pt x="2583675" y="325764"/>
                  </a:lnTo>
                  <a:lnTo>
                    <a:pt x="2625347" y="300848"/>
                  </a:lnTo>
                  <a:lnTo>
                    <a:pt x="2667020" y="276672"/>
                  </a:lnTo>
                  <a:lnTo>
                    <a:pt x="2708692" y="253238"/>
                  </a:lnTo>
                  <a:lnTo>
                    <a:pt x="2750364" y="230547"/>
                  </a:lnTo>
                  <a:lnTo>
                    <a:pt x="2792036" y="208597"/>
                  </a:lnTo>
                  <a:lnTo>
                    <a:pt x="2833708" y="187385"/>
                  </a:lnTo>
                  <a:lnTo>
                    <a:pt x="2875381" y="166904"/>
                  </a:lnTo>
                  <a:lnTo>
                    <a:pt x="2917053" y="147148"/>
                  </a:lnTo>
                  <a:lnTo>
                    <a:pt x="2958725" y="128106"/>
                  </a:lnTo>
                  <a:lnTo>
                    <a:pt x="3000397" y="109769"/>
                  </a:lnTo>
                  <a:lnTo>
                    <a:pt x="3042069" y="92123"/>
                  </a:lnTo>
                  <a:lnTo>
                    <a:pt x="3083742" y="75158"/>
                  </a:lnTo>
                  <a:lnTo>
                    <a:pt x="3125414" y="58857"/>
                  </a:lnTo>
                  <a:lnTo>
                    <a:pt x="3167086" y="43207"/>
                  </a:lnTo>
                  <a:lnTo>
                    <a:pt x="3208758" y="28192"/>
                  </a:lnTo>
                  <a:lnTo>
                    <a:pt x="3250430" y="13795"/>
                  </a:lnTo>
                  <a:lnTo>
                    <a:pt x="3292102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9" name="pl409">
              <a:extLst>
                <a:ext uri="{FF2B5EF4-FFF2-40B4-BE49-F238E27FC236}">
                  <a16:creationId xmlns:a16="http://schemas.microsoft.com/office/drawing/2014/main" id="{3096F293-6161-9622-ECB2-EF6E91C62EFF}"/>
                </a:ext>
              </a:extLst>
            </p:cNvPr>
            <p:cNvSpPr/>
            <p:nvPr/>
          </p:nvSpPr>
          <p:spPr>
            <a:xfrm>
              <a:off x="1628029" y="1679510"/>
              <a:ext cx="3540510" cy="1417596"/>
            </a:xfrm>
            <a:custGeom>
              <a:avLst/>
              <a:gdLst/>
              <a:ahLst/>
              <a:cxnLst/>
              <a:rect l="0" t="0" r="0" b="0"/>
              <a:pathLst>
                <a:path w="3540510" h="1417596">
                  <a:moveTo>
                    <a:pt x="0" y="1417596"/>
                  </a:moveTo>
                  <a:lnTo>
                    <a:pt x="44816" y="1393582"/>
                  </a:lnTo>
                  <a:lnTo>
                    <a:pt x="89633" y="1369343"/>
                  </a:lnTo>
                  <a:lnTo>
                    <a:pt x="134449" y="1344897"/>
                  </a:lnTo>
                  <a:lnTo>
                    <a:pt x="179266" y="1320260"/>
                  </a:lnTo>
                  <a:lnTo>
                    <a:pt x="224082" y="1295450"/>
                  </a:lnTo>
                  <a:lnTo>
                    <a:pt x="268899" y="1270487"/>
                  </a:lnTo>
                  <a:lnTo>
                    <a:pt x="313716" y="1245388"/>
                  </a:lnTo>
                  <a:lnTo>
                    <a:pt x="358532" y="1220175"/>
                  </a:lnTo>
                  <a:lnTo>
                    <a:pt x="403349" y="1194865"/>
                  </a:lnTo>
                  <a:lnTo>
                    <a:pt x="448165" y="1169480"/>
                  </a:lnTo>
                  <a:lnTo>
                    <a:pt x="492982" y="1144040"/>
                  </a:lnTo>
                  <a:lnTo>
                    <a:pt x="537799" y="1118566"/>
                  </a:lnTo>
                  <a:lnTo>
                    <a:pt x="582615" y="1093077"/>
                  </a:lnTo>
                  <a:lnTo>
                    <a:pt x="627432" y="1067595"/>
                  </a:lnTo>
                  <a:lnTo>
                    <a:pt x="672248" y="1042141"/>
                  </a:lnTo>
                  <a:lnTo>
                    <a:pt x="717065" y="1016734"/>
                  </a:lnTo>
                  <a:lnTo>
                    <a:pt x="761882" y="991396"/>
                  </a:lnTo>
                  <a:lnTo>
                    <a:pt x="806698" y="966147"/>
                  </a:lnTo>
                  <a:lnTo>
                    <a:pt x="851515" y="941006"/>
                  </a:lnTo>
                  <a:lnTo>
                    <a:pt x="896331" y="915994"/>
                  </a:lnTo>
                  <a:lnTo>
                    <a:pt x="941148" y="891129"/>
                  </a:lnTo>
                  <a:lnTo>
                    <a:pt x="985964" y="866430"/>
                  </a:lnTo>
                  <a:lnTo>
                    <a:pt x="1030781" y="841915"/>
                  </a:lnTo>
                  <a:lnTo>
                    <a:pt x="1075598" y="817602"/>
                  </a:lnTo>
                  <a:lnTo>
                    <a:pt x="1120414" y="793508"/>
                  </a:lnTo>
                  <a:lnTo>
                    <a:pt x="1165231" y="769649"/>
                  </a:lnTo>
                  <a:lnTo>
                    <a:pt x="1210047" y="746041"/>
                  </a:lnTo>
                  <a:lnTo>
                    <a:pt x="1254864" y="722700"/>
                  </a:lnTo>
                  <a:lnTo>
                    <a:pt x="1299681" y="699638"/>
                  </a:lnTo>
                  <a:lnTo>
                    <a:pt x="1344497" y="676869"/>
                  </a:lnTo>
                  <a:lnTo>
                    <a:pt x="1389314" y="654407"/>
                  </a:lnTo>
                  <a:lnTo>
                    <a:pt x="1434130" y="632262"/>
                  </a:lnTo>
                  <a:lnTo>
                    <a:pt x="1478947" y="610446"/>
                  </a:lnTo>
                  <a:lnTo>
                    <a:pt x="1523764" y="588969"/>
                  </a:lnTo>
                  <a:lnTo>
                    <a:pt x="1568580" y="567839"/>
                  </a:lnTo>
                  <a:lnTo>
                    <a:pt x="1613397" y="547066"/>
                  </a:lnTo>
                  <a:lnTo>
                    <a:pt x="1658213" y="526657"/>
                  </a:lnTo>
                  <a:lnTo>
                    <a:pt x="1703030" y="506618"/>
                  </a:lnTo>
                  <a:lnTo>
                    <a:pt x="1747846" y="486955"/>
                  </a:lnTo>
                  <a:lnTo>
                    <a:pt x="1792663" y="467674"/>
                  </a:lnTo>
                  <a:lnTo>
                    <a:pt x="1837480" y="448778"/>
                  </a:lnTo>
                  <a:lnTo>
                    <a:pt x="1882296" y="430272"/>
                  </a:lnTo>
                  <a:lnTo>
                    <a:pt x="1927113" y="412157"/>
                  </a:lnTo>
                  <a:lnTo>
                    <a:pt x="1971929" y="394435"/>
                  </a:lnTo>
                  <a:lnTo>
                    <a:pt x="2016746" y="377108"/>
                  </a:lnTo>
                  <a:lnTo>
                    <a:pt x="2061563" y="360177"/>
                  </a:lnTo>
                  <a:lnTo>
                    <a:pt x="2106379" y="343641"/>
                  </a:lnTo>
                  <a:lnTo>
                    <a:pt x="2151196" y="327500"/>
                  </a:lnTo>
                  <a:lnTo>
                    <a:pt x="2196012" y="311752"/>
                  </a:lnTo>
                  <a:lnTo>
                    <a:pt x="2240829" y="296396"/>
                  </a:lnTo>
                  <a:lnTo>
                    <a:pt x="2285646" y="281428"/>
                  </a:lnTo>
                  <a:lnTo>
                    <a:pt x="2330462" y="266846"/>
                  </a:lnTo>
                  <a:lnTo>
                    <a:pt x="2375279" y="252648"/>
                  </a:lnTo>
                  <a:lnTo>
                    <a:pt x="2420095" y="238828"/>
                  </a:lnTo>
                  <a:lnTo>
                    <a:pt x="2464912" y="225383"/>
                  </a:lnTo>
                  <a:lnTo>
                    <a:pt x="2509729" y="212308"/>
                  </a:lnTo>
                  <a:lnTo>
                    <a:pt x="2554545" y="199599"/>
                  </a:lnTo>
                  <a:lnTo>
                    <a:pt x="2599362" y="187249"/>
                  </a:lnTo>
                  <a:lnTo>
                    <a:pt x="2644178" y="175255"/>
                  </a:lnTo>
                  <a:lnTo>
                    <a:pt x="2688995" y="163609"/>
                  </a:lnTo>
                  <a:lnTo>
                    <a:pt x="2733811" y="152306"/>
                  </a:lnTo>
                  <a:lnTo>
                    <a:pt x="2778628" y="141340"/>
                  </a:lnTo>
                  <a:lnTo>
                    <a:pt x="2823445" y="130704"/>
                  </a:lnTo>
                  <a:lnTo>
                    <a:pt x="2868261" y="120393"/>
                  </a:lnTo>
                  <a:lnTo>
                    <a:pt x="2913078" y="110399"/>
                  </a:lnTo>
                  <a:lnTo>
                    <a:pt x="2957894" y="100716"/>
                  </a:lnTo>
                  <a:lnTo>
                    <a:pt x="3002711" y="91336"/>
                  </a:lnTo>
                  <a:lnTo>
                    <a:pt x="3047528" y="82254"/>
                  </a:lnTo>
                  <a:lnTo>
                    <a:pt x="3092344" y="73462"/>
                  </a:lnTo>
                  <a:lnTo>
                    <a:pt x="3137161" y="64954"/>
                  </a:lnTo>
                  <a:lnTo>
                    <a:pt x="3181977" y="56722"/>
                  </a:lnTo>
                  <a:lnTo>
                    <a:pt x="3226794" y="48759"/>
                  </a:lnTo>
                  <a:lnTo>
                    <a:pt x="3271611" y="41060"/>
                  </a:lnTo>
                  <a:lnTo>
                    <a:pt x="3316427" y="33616"/>
                  </a:lnTo>
                  <a:lnTo>
                    <a:pt x="3361244" y="26421"/>
                  </a:lnTo>
                  <a:lnTo>
                    <a:pt x="3406060" y="19469"/>
                  </a:lnTo>
                  <a:lnTo>
                    <a:pt x="3450877" y="12752"/>
                  </a:lnTo>
                  <a:lnTo>
                    <a:pt x="3495693" y="6265"/>
                  </a:lnTo>
                  <a:lnTo>
                    <a:pt x="3540510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0" name="pl410">
              <a:extLst>
                <a:ext uri="{FF2B5EF4-FFF2-40B4-BE49-F238E27FC236}">
                  <a16:creationId xmlns:a16="http://schemas.microsoft.com/office/drawing/2014/main" id="{B5141EDE-5391-EF0B-BBF1-7950482CE547}"/>
                </a:ext>
              </a:extLst>
            </p:cNvPr>
            <p:cNvSpPr/>
            <p:nvPr/>
          </p:nvSpPr>
          <p:spPr>
            <a:xfrm>
              <a:off x="1700715" y="1753971"/>
              <a:ext cx="3712519" cy="1759444"/>
            </a:xfrm>
            <a:custGeom>
              <a:avLst/>
              <a:gdLst/>
              <a:ahLst/>
              <a:cxnLst/>
              <a:rect l="0" t="0" r="0" b="0"/>
              <a:pathLst>
                <a:path w="3712519" h="1759444">
                  <a:moveTo>
                    <a:pt x="0" y="1759444"/>
                  </a:moveTo>
                  <a:lnTo>
                    <a:pt x="46993" y="1740106"/>
                  </a:lnTo>
                  <a:lnTo>
                    <a:pt x="93987" y="1720268"/>
                  </a:lnTo>
                  <a:lnTo>
                    <a:pt x="140981" y="1699928"/>
                  </a:lnTo>
                  <a:lnTo>
                    <a:pt x="187975" y="1679092"/>
                  </a:lnTo>
                  <a:lnTo>
                    <a:pt x="234969" y="1657761"/>
                  </a:lnTo>
                  <a:lnTo>
                    <a:pt x="281963" y="1635942"/>
                  </a:lnTo>
                  <a:lnTo>
                    <a:pt x="328957" y="1613640"/>
                  </a:lnTo>
                  <a:lnTo>
                    <a:pt x="375951" y="1590863"/>
                  </a:lnTo>
                  <a:lnTo>
                    <a:pt x="422945" y="1567621"/>
                  </a:lnTo>
                  <a:lnTo>
                    <a:pt x="469939" y="1543922"/>
                  </a:lnTo>
                  <a:lnTo>
                    <a:pt x="516933" y="1519779"/>
                  </a:lnTo>
                  <a:lnTo>
                    <a:pt x="563926" y="1495206"/>
                  </a:lnTo>
                  <a:lnTo>
                    <a:pt x="610920" y="1470215"/>
                  </a:lnTo>
                  <a:lnTo>
                    <a:pt x="657914" y="1444824"/>
                  </a:lnTo>
                  <a:lnTo>
                    <a:pt x="704908" y="1419048"/>
                  </a:lnTo>
                  <a:lnTo>
                    <a:pt x="751902" y="1392907"/>
                  </a:lnTo>
                  <a:lnTo>
                    <a:pt x="798896" y="1366420"/>
                  </a:lnTo>
                  <a:lnTo>
                    <a:pt x="845890" y="1339608"/>
                  </a:lnTo>
                  <a:lnTo>
                    <a:pt x="892884" y="1312494"/>
                  </a:lnTo>
                  <a:lnTo>
                    <a:pt x="939878" y="1285099"/>
                  </a:lnTo>
                  <a:lnTo>
                    <a:pt x="986872" y="1257450"/>
                  </a:lnTo>
                  <a:lnTo>
                    <a:pt x="1033866" y="1229571"/>
                  </a:lnTo>
                  <a:lnTo>
                    <a:pt x="1080860" y="1201488"/>
                  </a:lnTo>
                  <a:lnTo>
                    <a:pt x="1127853" y="1173229"/>
                  </a:lnTo>
                  <a:lnTo>
                    <a:pt x="1174847" y="1144820"/>
                  </a:lnTo>
                  <a:lnTo>
                    <a:pt x="1221841" y="1116292"/>
                  </a:lnTo>
                  <a:lnTo>
                    <a:pt x="1268835" y="1087671"/>
                  </a:lnTo>
                  <a:lnTo>
                    <a:pt x="1315829" y="1058988"/>
                  </a:lnTo>
                  <a:lnTo>
                    <a:pt x="1362823" y="1030272"/>
                  </a:lnTo>
                  <a:lnTo>
                    <a:pt x="1409817" y="1001552"/>
                  </a:lnTo>
                  <a:lnTo>
                    <a:pt x="1456811" y="972859"/>
                  </a:lnTo>
                  <a:lnTo>
                    <a:pt x="1503805" y="944221"/>
                  </a:lnTo>
                  <a:lnTo>
                    <a:pt x="1550799" y="915669"/>
                  </a:lnTo>
                  <a:lnTo>
                    <a:pt x="1597793" y="887230"/>
                  </a:lnTo>
                  <a:lnTo>
                    <a:pt x="1644786" y="858933"/>
                  </a:lnTo>
                  <a:lnTo>
                    <a:pt x="1691780" y="830807"/>
                  </a:lnTo>
                  <a:lnTo>
                    <a:pt x="1738774" y="802878"/>
                  </a:lnTo>
                  <a:lnTo>
                    <a:pt x="1785768" y="775173"/>
                  </a:lnTo>
                  <a:lnTo>
                    <a:pt x="1832762" y="747717"/>
                  </a:lnTo>
                  <a:lnTo>
                    <a:pt x="1879756" y="720535"/>
                  </a:lnTo>
                  <a:lnTo>
                    <a:pt x="1926750" y="693651"/>
                  </a:lnTo>
                  <a:lnTo>
                    <a:pt x="1973744" y="667086"/>
                  </a:lnTo>
                  <a:lnTo>
                    <a:pt x="2020738" y="640863"/>
                  </a:lnTo>
                  <a:lnTo>
                    <a:pt x="2067732" y="615000"/>
                  </a:lnTo>
                  <a:lnTo>
                    <a:pt x="2114726" y="589518"/>
                  </a:lnTo>
                  <a:lnTo>
                    <a:pt x="2161720" y="564432"/>
                  </a:lnTo>
                  <a:lnTo>
                    <a:pt x="2208713" y="539760"/>
                  </a:lnTo>
                  <a:lnTo>
                    <a:pt x="2255707" y="515516"/>
                  </a:lnTo>
                  <a:lnTo>
                    <a:pt x="2302701" y="491713"/>
                  </a:lnTo>
                  <a:lnTo>
                    <a:pt x="2349695" y="468363"/>
                  </a:lnTo>
                  <a:lnTo>
                    <a:pt x="2396689" y="445477"/>
                  </a:lnTo>
                  <a:lnTo>
                    <a:pt x="2443683" y="423064"/>
                  </a:lnTo>
                  <a:lnTo>
                    <a:pt x="2490677" y="401132"/>
                  </a:lnTo>
                  <a:lnTo>
                    <a:pt x="2537671" y="379687"/>
                  </a:lnTo>
                  <a:lnTo>
                    <a:pt x="2584665" y="358735"/>
                  </a:lnTo>
                  <a:lnTo>
                    <a:pt x="2631659" y="338280"/>
                  </a:lnTo>
                  <a:lnTo>
                    <a:pt x="2678653" y="318324"/>
                  </a:lnTo>
                  <a:lnTo>
                    <a:pt x="2725647" y="298870"/>
                  </a:lnTo>
                  <a:lnTo>
                    <a:pt x="2772640" y="279918"/>
                  </a:lnTo>
                  <a:lnTo>
                    <a:pt x="2819634" y="261468"/>
                  </a:lnTo>
                  <a:lnTo>
                    <a:pt x="2866628" y="243518"/>
                  </a:lnTo>
                  <a:lnTo>
                    <a:pt x="2913622" y="226066"/>
                  </a:lnTo>
                  <a:lnTo>
                    <a:pt x="2960616" y="209109"/>
                  </a:lnTo>
                  <a:lnTo>
                    <a:pt x="3007610" y="192642"/>
                  </a:lnTo>
                  <a:lnTo>
                    <a:pt x="3054604" y="176662"/>
                  </a:lnTo>
                  <a:lnTo>
                    <a:pt x="3101598" y="161162"/>
                  </a:lnTo>
                  <a:lnTo>
                    <a:pt x="3148592" y="146137"/>
                  </a:lnTo>
                  <a:lnTo>
                    <a:pt x="3195586" y="131580"/>
                  </a:lnTo>
                  <a:lnTo>
                    <a:pt x="3242580" y="117484"/>
                  </a:lnTo>
                  <a:lnTo>
                    <a:pt x="3289573" y="103840"/>
                  </a:lnTo>
                  <a:lnTo>
                    <a:pt x="3336567" y="90642"/>
                  </a:lnTo>
                  <a:lnTo>
                    <a:pt x="3383561" y="77880"/>
                  </a:lnTo>
                  <a:lnTo>
                    <a:pt x="3430555" y="65545"/>
                  </a:lnTo>
                  <a:lnTo>
                    <a:pt x="3477549" y="53629"/>
                  </a:lnTo>
                  <a:lnTo>
                    <a:pt x="3524543" y="42123"/>
                  </a:lnTo>
                  <a:lnTo>
                    <a:pt x="3571537" y="31017"/>
                  </a:lnTo>
                  <a:lnTo>
                    <a:pt x="3618531" y="20300"/>
                  </a:lnTo>
                  <a:lnTo>
                    <a:pt x="3665525" y="9965"/>
                  </a:lnTo>
                  <a:lnTo>
                    <a:pt x="371251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1" name="pl411">
              <a:extLst>
                <a:ext uri="{FF2B5EF4-FFF2-40B4-BE49-F238E27FC236}">
                  <a16:creationId xmlns:a16="http://schemas.microsoft.com/office/drawing/2014/main" id="{8A559BE0-E4DD-4A6F-694F-9E9DE713FE5F}"/>
                </a:ext>
              </a:extLst>
            </p:cNvPr>
            <p:cNvSpPr/>
            <p:nvPr/>
          </p:nvSpPr>
          <p:spPr>
            <a:xfrm>
              <a:off x="1745888" y="1861029"/>
              <a:ext cx="3776871" cy="1740738"/>
            </a:xfrm>
            <a:custGeom>
              <a:avLst/>
              <a:gdLst/>
              <a:ahLst/>
              <a:cxnLst/>
              <a:rect l="0" t="0" r="0" b="0"/>
              <a:pathLst>
                <a:path w="3776871" h="1740738">
                  <a:moveTo>
                    <a:pt x="0" y="1740738"/>
                  </a:moveTo>
                  <a:lnTo>
                    <a:pt x="47808" y="1724799"/>
                  </a:lnTo>
                  <a:lnTo>
                    <a:pt x="95617" y="1708419"/>
                  </a:lnTo>
                  <a:lnTo>
                    <a:pt x="143425" y="1691594"/>
                  </a:lnTo>
                  <a:lnTo>
                    <a:pt x="191234" y="1674322"/>
                  </a:lnTo>
                  <a:lnTo>
                    <a:pt x="239042" y="1656601"/>
                  </a:lnTo>
                  <a:lnTo>
                    <a:pt x="286851" y="1638432"/>
                  </a:lnTo>
                  <a:lnTo>
                    <a:pt x="334659" y="1619814"/>
                  </a:lnTo>
                  <a:lnTo>
                    <a:pt x="382468" y="1600747"/>
                  </a:lnTo>
                  <a:lnTo>
                    <a:pt x="430276" y="1581235"/>
                  </a:lnTo>
                  <a:lnTo>
                    <a:pt x="478085" y="1561280"/>
                  </a:lnTo>
                  <a:lnTo>
                    <a:pt x="525893" y="1540885"/>
                  </a:lnTo>
                  <a:lnTo>
                    <a:pt x="573702" y="1520055"/>
                  </a:lnTo>
                  <a:lnTo>
                    <a:pt x="621510" y="1498796"/>
                  </a:lnTo>
                  <a:lnTo>
                    <a:pt x="669319" y="1477115"/>
                  </a:lnTo>
                  <a:lnTo>
                    <a:pt x="717127" y="1455020"/>
                  </a:lnTo>
                  <a:lnTo>
                    <a:pt x="764936" y="1432519"/>
                  </a:lnTo>
                  <a:lnTo>
                    <a:pt x="812744" y="1409624"/>
                  </a:lnTo>
                  <a:lnTo>
                    <a:pt x="860553" y="1386344"/>
                  </a:lnTo>
                  <a:lnTo>
                    <a:pt x="908361" y="1362692"/>
                  </a:lnTo>
                  <a:lnTo>
                    <a:pt x="956170" y="1338682"/>
                  </a:lnTo>
                  <a:lnTo>
                    <a:pt x="1003978" y="1314328"/>
                  </a:lnTo>
                  <a:lnTo>
                    <a:pt x="1051787" y="1289646"/>
                  </a:lnTo>
                  <a:lnTo>
                    <a:pt x="1099595" y="1264651"/>
                  </a:lnTo>
                  <a:lnTo>
                    <a:pt x="1147404" y="1239363"/>
                  </a:lnTo>
                  <a:lnTo>
                    <a:pt x="1195212" y="1213798"/>
                  </a:lnTo>
                  <a:lnTo>
                    <a:pt x="1243021" y="1187977"/>
                  </a:lnTo>
                  <a:lnTo>
                    <a:pt x="1290829" y="1161919"/>
                  </a:lnTo>
                  <a:lnTo>
                    <a:pt x="1338638" y="1135647"/>
                  </a:lnTo>
                  <a:lnTo>
                    <a:pt x="1386446" y="1109181"/>
                  </a:lnTo>
                  <a:lnTo>
                    <a:pt x="1434255" y="1082545"/>
                  </a:lnTo>
                  <a:lnTo>
                    <a:pt x="1482063" y="1055761"/>
                  </a:lnTo>
                  <a:lnTo>
                    <a:pt x="1529872" y="1028853"/>
                  </a:lnTo>
                  <a:lnTo>
                    <a:pt x="1577680" y="1001845"/>
                  </a:lnTo>
                  <a:lnTo>
                    <a:pt x="1625489" y="974762"/>
                  </a:lnTo>
                  <a:lnTo>
                    <a:pt x="1673297" y="947628"/>
                  </a:lnTo>
                  <a:lnTo>
                    <a:pt x="1721106" y="920469"/>
                  </a:lnTo>
                  <a:lnTo>
                    <a:pt x="1768914" y="893309"/>
                  </a:lnTo>
                  <a:lnTo>
                    <a:pt x="1816723" y="866174"/>
                  </a:lnTo>
                  <a:lnTo>
                    <a:pt x="1864531" y="839088"/>
                  </a:lnTo>
                  <a:lnTo>
                    <a:pt x="1912340" y="812077"/>
                  </a:lnTo>
                  <a:lnTo>
                    <a:pt x="1960148" y="785164"/>
                  </a:lnTo>
                  <a:lnTo>
                    <a:pt x="2007957" y="758374"/>
                  </a:lnTo>
                  <a:lnTo>
                    <a:pt x="2055765" y="731730"/>
                  </a:lnTo>
                  <a:lnTo>
                    <a:pt x="2103574" y="705256"/>
                  </a:lnTo>
                  <a:lnTo>
                    <a:pt x="2151382" y="678975"/>
                  </a:lnTo>
                  <a:lnTo>
                    <a:pt x="2199191" y="652908"/>
                  </a:lnTo>
                  <a:lnTo>
                    <a:pt x="2246999" y="627076"/>
                  </a:lnTo>
                  <a:lnTo>
                    <a:pt x="2294808" y="601499"/>
                  </a:lnTo>
                  <a:lnTo>
                    <a:pt x="2342616" y="576198"/>
                  </a:lnTo>
                  <a:lnTo>
                    <a:pt x="2390425" y="551190"/>
                  </a:lnTo>
                  <a:lnTo>
                    <a:pt x="2438233" y="526493"/>
                  </a:lnTo>
                  <a:lnTo>
                    <a:pt x="2486042" y="502125"/>
                  </a:lnTo>
                  <a:lnTo>
                    <a:pt x="2533850" y="478099"/>
                  </a:lnTo>
                  <a:lnTo>
                    <a:pt x="2581659" y="454432"/>
                  </a:lnTo>
                  <a:lnTo>
                    <a:pt x="2629467" y="431135"/>
                  </a:lnTo>
                  <a:lnTo>
                    <a:pt x="2677276" y="408222"/>
                  </a:lnTo>
                  <a:lnTo>
                    <a:pt x="2725084" y="385704"/>
                  </a:lnTo>
                  <a:lnTo>
                    <a:pt x="2772893" y="363591"/>
                  </a:lnTo>
                  <a:lnTo>
                    <a:pt x="2820701" y="341891"/>
                  </a:lnTo>
                  <a:lnTo>
                    <a:pt x="2868510" y="320614"/>
                  </a:lnTo>
                  <a:lnTo>
                    <a:pt x="2916318" y="299765"/>
                  </a:lnTo>
                  <a:lnTo>
                    <a:pt x="2964127" y="279350"/>
                  </a:lnTo>
                  <a:lnTo>
                    <a:pt x="3011935" y="259375"/>
                  </a:lnTo>
                  <a:lnTo>
                    <a:pt x="3059744" y="239844"/>
                  </a:lnTo>
                  <a:lnTo>
                    <a:pt x="3107552" y="220758"/>
                  </a:lnTo>
                  <a:lnTo>
                    <a:pt x="3155361" y="202120"/>
                  </a:lnTo>
                  <a:lnTo>
                    <a:pt x="3203169" y="183930"/>
                  </a:lnTo>
                  <a:lnTo>
                    <a:pt x="3250978" y="166190"/>
                  </a:lnTo>
                  <a:lnTo>
                    <a:pt x="3298786" y="148899"/>
                  </a:lnTo>
                  <a:lnTo>
                    <a:pt x="3346595" y="132054"/>
                  </a:lnTo>
                  <a:lnTo>
                    <a:pt x="3394403" y="115654"/>
                  </a:lnTo>
                  <a:lnTo>
                    <a:pt x="3442212" y="99696"/>
                  </a:lnTo>
                  <a:lnTo>
                    <a:pt x="3490020" y="84176"/>
                  </a:lnTo>
                  <a:lnTo>
                    <a:pt x="3537829" y="69091"/>
                  </a:lnTo>
                  <a:lnTo>
                    <a:pt x="3585637" y="54435"/>
                  </a:lnTo>
                  <a:lnTo>
                    <a:pt x="3633446" y="40204"/>
                  </a:lnTo>
                  <a:lnTo>
                    <a:pt x="3681254" y="26392"/>
                  </a:lnTo>
                  <a:lnTo>
                    <a:pt x="3729063" y="12992"/>
                  </a:lnTo>
                  <a:lnTo>
                    <a:pt x="3776871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2" name="tx412">
              <a:extLst>
                <a:ext uri="{FF2B5EF4-FFF2-40B4-BE49-F238E27FC236}">
                  <a16:creationId xmlns:a16="http://schemas.microsoft.com/office/drawing/2014/main" id="{083B3A00-8038-77DA-E225-92A0B9C18F0B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73" name="tx413">
              <a:extLst>
                <a:ext uri="{FF2B5EF4-FFF2-40B4-BE49-F238E27FC236}">
                  <a16:creationId xmlns:a16="http://schemas.microsoft.com/office/drawing/2014/main" id="{51070494-EA94-E19F-65C4-CAD0A3DB4B98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874" name="tx414">
              <a:extLst>
                <a:ext uri="{FF2B5EF4-FFF2-40B4-BE49-F238E27FC236}">
                  <a16:creationId xmlns:a16="http://schemas.microsoft.com/office/drawing/2014/main" id="{8FFD8127-4326-1864-9DFA-D348C25AF3CC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75" name="tx415">
              <a:extLst>
                <a:ext uri="{FF2B5EF4-FFF2-40B4-BE49-F238E27FC236}">
                  <a16:creationId xmlns:a16="http://schemas.microsoft.com/office/drawing/2014/main" id="{EECE71E6-8EE9-3D67-55F5-697CEB2C8A17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876" name="tx416">
              <a:extLst>
                <a:ext uri="{FF2B5EF4-FFF2-40B4-BE49-F238E27FC236}">
                  <a16:creationId xmlns:a16="http://schemas.microsoft.com/office/drawing/2014/main" id="{42396665-106B-D04C-80A3-89C082E8A3B4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77" name="tx417">
              <a:extLst>
                <a:ext uri="{FF2B5EF4-FFF2-40B4-BE49-F238E27FC236}">
                  <a16:creationId xmlns:a16="http://schemas.microsoft.com/office/drawing/2014/main" id="{D810D4A8-6ED2-0C8B-7621-6F450145BF39}"/>
                </a:ext>
              </a:extLst>
            </p:cNvPr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78" name="tx418">
              <a:extLst>
                <a:ext uri="{FF2B5EF4-FFF2-40B4-BE49-F238E27FC236}">
                  <a16:creationId xmlns:a16="http://schemas.microsoft.com/office/drawing/2014/main" id="{AD96DFCB-28F0-9D8B-08E8-53AF7330BD11}"/>
                </a:ext>
              </a:extLst>
            </p:cNvPr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879" name="tx419">
              <a:extLst>
                <a:ext uri="{FF2B5EF4-FFF2-40B4-BE49-F238E27FC236}">
                  <a16:creationId xmlns:a16="http://schemas.microsoft.com/office/drawing/2014/main" id="{325504F9-8622-F90A-AB77-A8BA51497C17}"/>
                </a:ext>
              </a:extLst>
            </p:cNvPr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880" name="tx420">
              <a:extLst>
                <a:ext uri="{FF2B5EF4-FFF2-40B4-BE49-F238E27FC236}">
                  <a16:creationId xmlns:a16="http://schemas.microsoft.com/office/drawing/2014/main" id="{FFE820DD-849B-1BD4-874A-A144DC570EB7}"/>
                </a:ext>
              </a:extLst>
            </p:cNvPr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881" name="tx421">
              <a:extLst>
                <a:ext uri="{FF2B5EF4-FFF2-40B4-BE49-F238E27FC236}">
                  <a16:creationId xmlns:a16="http://schemas.microsoft.com/office/drawing/2014/main" id="{2D29DD12-40F3-D0EA-1FF4-914917DC89D2}"/>
                </a:ext>
              </a:extLst>
            </p:cNvPr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882" name="tx422">
              <a:extLst>
                <a:ext uri="{FF2B5EF4-FFF2-40B4-BE49-F238E27FC236}">
                  <a16:creationId xmlns:a16="http://schemas.microsoft.com/office/drawing/2014/main" id="{CBEF66B8-2D71-F876-6570-ADF598DC3A5F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883" name="tx423">
              <a:extLst>
                <a:ext uri="{FF2B5EF4-FFF2-40B4-BE49-F238E27FC236}">
                  <a16:creationId xmlns:a16="http://schemas.microsoft.com/office/drawing/2014/main" id="{997F0292-B8A8-860E-1ACF-2CBB03079BEA}"/>
                </a:ext>
              </a:extLst>
            </p:cNvPr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884" name="pt424">
              <a:extLst>
                <a:ext uri="{FF2B5EF4-FFF2-40B4-BE49-F238E27FC236}">
                  <a16:creationId xmlns:a16="http://schemas.microsoft.com/office/drawing/2014/main" id="{FB6B135D-C37E-E011-0E4B-CF8D44EC0DBB}"/>
                </a:ext>
              </a:extLst>
            </p:cNvPr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5" name="pg425">
              <a:extLst>
                <a:ext uri="{FF2B5EF4-FFF2-40B4-BE49-F238E27FC236}">
                  <a16:creationId xmlns:a16="http://schemas.microsoft.com/office/drawing/2014/main" id="{C7388BAD-C902-2880-B954-09595644BA51}"/>
                </a:ext>
              </a:extLst>
            </p:cNvPr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6" name="tx426">
              <a:extLst>
                <a:ext uri="{FF2B5EF4-FFF2-40B4-BE49-F238E27FC236}">
                  <a16:creationId xmlns:a16="http://schemas.microsoft.com/office/drawing/2014/main" id="{D78149C8-0F22-26B6-5498-56BBE0267985}"/>
                </a:ext>
              </a:extLst>
            </p:cNvPr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887" name="tx427">
              <a:extLst>
                <a:ext uri="{FF2B5EF4-FFF2-40B4-BE49-F238E27FC236}">
                  <a16:creationId xmlns:a16="http://schemas.microsoft.com/office/drawing/2014/main" id="{2268EE59-9A7C-E527-9248-A2308009A9F8}"/>
                </a:ext>
              </a:extLst>
            </p:cNvPr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888" name="tx428">
              <a:extLst>
                <a:ext uri="{FF2B5EF4-FFF2-40B4-BE49-F238E27FC236}">
                  <a16:creationId xmlns:a16="http://schemas.microsoft.com/office/drawing/2014/main" id="{198CD2BB-72E9-836D-2C6D-9871E0197A09}"/>
                </a:ext>
              </a:extLst>
            </p:cNvPr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889" name="pt429">
              <a:extLst>
                <a:ext uri="{FF2B5EF4-FFF2-40B4-BE49-F238E27FC236}">
                  <a16:creationId xmlns:a16="http://schemas.microsoft.com/office/drawing/2014/main" id="{CE607C1F-69AE-1FBF-77AE-7807271D1A9B}"/>
                </a:ext>
              </a:extLst>
            </p:cNvPr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0" name="pl430">
              <a:extLst>
                <a:ext uri="{FF2B5EF4-FFF2-40B4-BE49-F238E27FC236}">
                  <a16:creationId xmlns:a16="http://schemas.microsoft.com/office/drawing/2014/main" id="{643DD31D-8020-219F-7394-8FD07FF4750D}"/>
                </a:ext>
              </a:extLst>
            </p:cNvPr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1" name="pt431">
              <a:extLst>
                <a:ext uri="{FF2B5EF4-FFF2-40B4-BE49-F238E27FC236}">
                  <a16:creationId xmlns:a16="http://schemas.microsoft.com/office/drawing/2014/main" id="{2D5A5C0C-80F8-F23A-3D2F-4615111C268A}"/>
                </a:ext>
              </a:extLst>
            </p:cNvPr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2" name="pl432">
              <a:extLst>
                <a:ext uri="{FF2B5EF4-FFF2-40B4-BE49-F238E27FC236}">
                  <a16:creationId xmlns:a16="http://schemas.microsoft.com/office/drawing/2014/main" id="{8BED2C1E-F382-8A7F-B04A-DDF6B26A611A}"/>
                </a:ext>
              </a:extLst>
            </p:cNvPr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3" name="pt433">
              <a:extLst>
                <a:ext uri="{FF2B5EF4-FFF2-40B4-BE49-F238E27FC236}">
                  <a16:creationId xmlns:a16="http://schemas.microsoft.com/office/drawing/2014/main" id="{8FDA0CF7-3D8A-7DFC-4FA2-DD793F8DA862}"/>
                </a:ext>
              </a:extLst>
            </p:cNvPr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4" name="pl434">
              <a:extLst>
                <a:ext uri="{FF2B5EF4-FFF2-40B4-BE49-F238E27FC236}">
                  <a16:creationId xmlns:a16="http://schemas.microsoft.com/office/drawing/2014/main" id="{367417D1-1194-88D2-5463-CB827040CE45}"/>
                </a:ext>
              </a:extLst>
            </p:cNvPr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5" name="pt435">
              <a:extLst>
                <a:ext uri="{FF2B5EF4-FFF2-40B4-BE49-F238E27FC236}">
                  <a16:creationId xmlns:a16="http://schemas.microsoft.com/office/drawing/2014/main" id="{8395872A-1E1B-7342-BDD0-586B767CC6B9}"/>
                </a:ext>
              </a:extLst>
            </p:cNvPr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6" name="pl436">
              <a:extLst>
                <a:ext uri="{FF2B5EF4-FFF2-40B4-BE49-F238E27FC236}">
                  <a16:creationId xmlns:a16="http://schemas.microsoft.com/office/drawing/2014/main" id="{AC258040-453A-E964-7377-C8B57B878798}"/>
                </a:ext>
              </a:extLst>
            </p:cNvPr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7" name="pt437">
              <a:extLst>
                <a:ext uri="{FF2B5EF4-FFF2-40B4-BE49-F238E27FC236}">
                  <a16:creationId xmlns:a16="http://schemas.microsoft.com/office/drawing/2014/main" id="{AB60D514-AFEA-7ECF-560E-25F4B35AA888}"/>
                </a:ext>
              </a:extLst>
            </p:cNvPr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8" name="pl438">
              <a:extLst>
                <a:ext uri="{FF2B5EF4-FFF2-40B4-BE49-F238E27FC236}">
                  <a16:creationId xmlns:a16="http://schemas.microsoft.com/office/drawing/2014/main" id="{3C19E83C-FE82-374F-6C35-3B515A9C2BBA}"/>
                </a:ext>
              </a:extLst>
            </p:cNvPr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9" name="pt439">
              <a:extLst>
                <a:ext uri="{FF2B5EF4-FFF2-40B4-BE49-F238E27FC236}">
                  <a16:creationId xmlns:a16="http://schemas.microsoft.com/office/drawing/2014/main" id="{55221BC1-4A7F-421A-E51B-814501EC408D}"/>
                </a:ext>
              </a:extLst>
            </p:cNvPr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0" name="pl440">
              <a:extLst>
                <a:ext uri="{FF2B5EF4-FFF2-40B4-BE49-F238E27FC236}">
                  <a16:creationId xmlns:a16="http://schemas.microsoft.com/office/drawing/2014/main" id="{F305BF99-8978-5B15-7813-944F15620A95}"/>
                </a:ext>
              </a:extLst>
            </p:cNvPr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1" name="pt441">
              <a:extLst>
                <a:ext uri="{FF2B5EF4-FFF2-40B4-BE49-F238E27FC236}">
                  <a16:creationId xmlns:a16="http://schemas.microsoft.com/office/drawing/2014/main" id="{69E8E47C-2748-3D46-8488-342CCF94AFAE}"/>
                </a:ext>
              </a:extLst>
            </p:cNvPr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2" name="pl442">
              <a:extLst>
                <a:ext uri="{FF2B5EF4-FFF2-40B4-BE49-F238E27FC236}">
                  <a16:creationId xmlns:a16="http://schemas.microsoft.com/office/drawing/2014/main" id="{E2885736-538B-80DA-7668-48FE8C7DA76A}"/>
                </a:ext>
              </a:extLst>
            </p:cNvPr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3" name="pt443">
              <a:extLst>
                <a:ext uri="{FF2B5EF4-FFF2-40B4-BE49-F238E27FC236}">
                  <a16:creationId xmlns:a16="http://schemas.microsoft.com/office/drawing/2014/main" id="{DB2CBB93-2DB7-6411-D205-A912BD7EB3CC}"/>
                </a:ext>
              </a:extLst>
            </p:cNvPr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4" name="pl444">
              <a:extLst>
                <a:ext uri="{FF2B5EF4-FFF2-40B4-BE49-F238E27FC236}">
                  <a16:creationId xmlns:a16="http://schemas.microsoft.com/office/drawing/2014/main" id="{FE331F8D-FDA6-BFA8-30B1-86111B8DC74D}"/>
                </a:ext>
              </a:extLst>
            </p:cNvPr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5" name="tx445">
              <a:extLst>
                <a:ext uri="{FF2B5EF4-FFF2-40B4-BE49-F238E27FC236}">
                  <a16:creationId xmlns:a16="http://schemas.microsoft.com/office/drawing/2014/main" id="{D45DF1E8-F2D7-0FA7-46FF-F9001293A773}"/>
                </a:ext>
              </a:extLst>
            </p:cNvPr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906" name="tx446">
              <a:extLst>
                <a:ext uri="{FF2B5EF4-FFF2-40B4-BE49-F238E27FC236}">
                  <a16:creationId xmlns:a16="http://schemas.microsoft.com/office/drawing/2014/main" id="{D753EF27-20CA-B7F7-E918-CCD1A31DABD3}"/>
                </a:ext>
              </a:extLst>
            </p:cNvPr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907" name="tx447">
              <a:extLst>
                <a:ext uri="{FF2B5EF4-FFF2-40B4-BE49-F238E27FC236}">
                  <a16:creationId xmlns:a16="http://schemas.microsoft.com/office/drawing/2014/main" id="{211005AA-95CB-36DA-776C-AE14860EEFEA}"/>
                </a:ext>
              </a:extLst>
            </p:cNvPr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908" name="tx448">
              <a:extLst>
                <a:ext uri="{FF2B5EF4-FFF2-40B4-BE49-F238E27FC236}">
                  <a16:creationId xmlns:a16="http://schemas.microsoft.com/office/drawing/2014/main" id="{CCD7BB97-B64B-DBFE-6573-058347EDC221}"/>
                </a:ext>
              </a:extLst>
            </p:cNvPr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909" name="tx449">
              <a:extLst>
                <a:ext uri="{FF2B5EF4-FFF2-40B4-BE49-F238E27FC236}">
                  <a16:creationId xmlns:a16="http://schemas.microsoft.com/office/drawing/2014/main" id="{9D9F6F51-47FB-D96E-22F5-8CED4BE46C49}"/>
                </a:ext>
              </a:extLst>
            </p:cNvPr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910" name="tx450">
              <a:extLst>
                <a:ext uri="{FF2B5EF4-FFF2-40B4-BE49-F238E27FC236}">
                  <a16:creationId xmlns:a16="http://schemas.microsoft.com/office/drawing/2014/main" id="{85C8AF71-28D6-BE99-93AD-3D42EE9252B8}"/>
                </a:ext>
              </a:extLst>
            </p:cNvPr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911" name="tx451">
              <a:extLst>
                <a:ext uri="{FF2B5EF4-FFF2-40B4-BE49-F238E27FC236}">
                  <a16:creationId xmlns:a16="http://schemas.microsoft.com/office/drawing/2014/main" id="{EFCB8976-F38D-C020-F402-25139F2CE60E}"/>
                </a:ext>
              </a:extLst>
            </p:cNvPr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912" name="tx452">
              <a:extLst>
                <a:ext uri="{FF2B5EF4-FFF2-40B4-BE49-F238E27FC236}">
                  <a16:creationId xmlns:a16="http://schemas.microsoft.com/office/drawing/2014/main" id="{53FAA0D4-5A77-4D9C-5373-56B045DA5B64}"/>
                </a:ext>
              </a:extLst>
            </p:cNvPr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913" name="tx453">
              <a:extLst>
                <a:ext uri="{FF2B5EF4-FFF2-40B4-BE49-F238E27FC236}">
                  <a16:creationId xmlns:a16="http://schemas.microsoft.com/office/drawing/2014/main" id="{A8FC68BA-83EB-44D5-DCFB-67FA70D36C0D}"/>
                </a:ext>
              </a:extLst>
            </p:cNvPr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914" name="tx454">
              <a:extLst>
                <a:ext uri="{FF2B5EF4-FFF2-40B4-BE49-F238E27FC236}">
                  <a16:creationId xmlns:a16="http://schemas.microsoft.com/office/drawing/2014/main" id="{B73F6296-791C-3D2E-A781-CB190782ECB1}"/>
                </a:ext>
              </a:extLst>
            </p:cNvPr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  <p:grpSp>
        <p:nvGrpSpPr>
          <p:cNvPr id="1822" name="Group 1821">
            <a:extLst>
              <a:ext uri="{FF2B5EF4-FFF2-40B4-BE49-F238E27FC236}">
                <a16:creationId xmlns:a16="http://schemas.microsoft.com/office/drawing/2014/main" id="{AAA7A408-95A5-EDDD-7E04-033B84AD99A3}"/>
              </a:ext>
            </a:extLst>
          </p:cNvPr>
          <p:cNvGrpSpPr/>
          <p:nvPr/>
        </p:nvGrpSpPr>
        <p:grpSpPr>
          <a:xfrm>
            <a:off x="956556" y="5098789"/>
            <a:ext cx="4733735" cy="3488977"/>
            <a:chOff x="956556" y="5098789"/>
            <a:chExt cx="4733735" cy="3488977"/>
          </a:xfrm>
        </p:grpSpPr>
        <p:sp>
          <p:nvSpPr>
            <p:cNvPr id="918" name="pl5">
              <a:extLst>
                <a:ext uri="{FF2B5EF4-FFF2-40B4-BE49-F238E27FC236}">
                  <a16:creationId xmlns:a16="http://schemas.microsoft.com/office/drawing/2014/main" id="{F712809F-0A87-3F86-D275-66F221FF18EF}"/>
                </a:ext>
              </a:extLst>
            </p:cNvPr>
            <p:cNvSpPr/>
            <p:nvPr/>
          </p:nvSpPr>
          <p:spPr>
            <a:xfrm>
              <a:off x="1401087" y="78441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9" name="pl6">
              <a:extLst>
                <a:ext uri="{FF2B5EF4-FFF2-40B4-BE49-F238E27FC236}">
                  <a16:creationId xmlns:a16="http://schemas.microsoft.com/office/drawing/2014/main" id="{CCFF53F7-0123-1DFA-DD7B-70A0E6018A48}"/>
                </a:ext>
              </a:extLst>
            </p:cNvPr>
            <p:cNvSpPr/>
            <p:nvPr/>
          </p:nvSpPr>
          <p:spPr>
            <a:xfrm>
              <a:off x="1401087" y="72118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0" name="pl7">
              <a:extLst>
                <a:ext uri="{FF2B5EF4-FFF2-40B4-BE49-F238E27FC236}">
                  <a16:creationId xmlns:a16="http://schemas.microsoft.com/office/drawing/2014/main" id="{2BC55E65-3E47-3017-E310-222D228A8BC6}"/>
                </a:ext>
              </a:extLst>
            </p:cNvPr>
            <p:cNvSpPr/>
            <p:nvPr/>
          </p:nvSpPr>
          <p:spPr>
            <a:xfrm>
              <a:off x="1401087" y="65795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1" name="pl8">
              <a:extLst>
                <a:ext uri="{FF2B5EF4-FFF2-40B4-BE49-F238E27FC236}">
                  <a16:creationId xmlns:a16="http://schemas.microsoft.com/office/drawing/2014/main" id="{1E9DBFD5-3A16-651A-891E-041B721F9F51}"/>
                </a:ext>
              </a:extLst>
            </p:cNvPr>
            <p:cNvSpPr/>
            <p:nvPr/>
          </p:nvSpPr>
          <p:spPr>
            <a:xfrm>
              <a:off x="1401087" y="59472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2" name="pl9">
              <a:extLst>
                <a:ext uri="{FF2B5EF4-FFF2-40B4-BE49-F238E27FC236}">
                  <a16:creationId xmlns:a16="http://schemas.microsoft.com/office/drawing/2014/main" id="{7522B216-5432-2978-1EA9-825121921492}"/>
                </a:ext>
              </a:extLst>
            </p:cNvPr>
            <p:cNvSpPr/>
            <p:nvPr/>
          </p:nvSpPr>
          <p:spPr>
            <a:xfrm>
              <a:off x="2006763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3" name="pl10">
              <a:extLst>
                <a:ext uri="{FF2B5EF4-FFF2-40B4-BE49-F238E27FC236}">
                  <a16:creationId xmlns:a16="http://schemas.microsoft.com/office/drawing/2014/main" id="{6FAAFD0D-A48E-E0AA-4E9D-F61BC46B3F5A}"/>
                </a:ext>
              </a:extLst>
            </p:cNvPr>
            <p:cNvSpPr/>
            <p:nvPr/>
          </p:nvSpPr>
          <p:spPr>
            <a:xfrm>
              <a:off x="3073227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4" name="pl11">
              <a:extLst>
                <a:ext uri="{FF2B5EF4-FFF2-40B4-BE49-F238E27FC236}">
                  <a16:creationId xmlns:a16="http://schemas.microsoft.com/office/drawing/2014/main" id="{A367A1D0-1DB0-FEE8-9F71-B2B8E86738C8}"/>
                </a:ext>
              </a:extLst>
            </p:cNvPr>
            <p:cNvSpPr/>
            <p:nvPr/>
          </p:nvSpPr>
          <p:spPr>
            <a:xfrm>
              <a:off x="4139691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5" name="pl12">
              <a:extLst>
                <a:ext uri="{FF2B5EF4-FFF2-40B4-BE49-F238E27FC236}">
                  <a16:creationId xmlns:a16="http://schemas.microsoft.com/office/drawing/2014/main" id="{92C93A70-2FAA-F663-A489-E603C195BA64}"/>
                </a:ext>
              </a:extLst>
            </p:cNvPr>
            <p:cNvSpPr/>
            <p:nvPr/>
          </p:nvSpPr>
          <p:spPr>
            <a:xfrm>
              <a:off x="5206155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6" name="pl13">
              <a:extLst>
                <a:ext uri="{FF2B5EF4-FFF2-40B4-BE49-F238E27FC236}">
                  <a16:creationId xmlns:a16="http://schemas.microsoft.com/office/drawing/2014/main" id="{B62A0889-0412-F91F-5AF8-EAB05F9963CF}"/>
                </a:ext>
              </a:extLst>
            </p:cNvPr>
            <p:cNvSpPr/>
            <p:nvPr/>
          </p:nvSpPr>
          <p:spPr>
            <a:xfrm>
              <a:off x="1401087" y="81603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7" name="pl14">
              <a:extLst>
                <a:ext uri="{FF2B5EF4-FFF2-40B4-BE49-F238E27FC236}">
                  <a16:creationId xmlns:a16="http://schemas.microsoft.com/office/drawing/2014/main" id="{3229B402-8A3A-5E46-869A-9D41FE8C6BED}"/>
                </a:ext>
              </a:extLst>
            </p:cNvPr>
            <p:cNvSpPr/>
            <p:nvPr/>
          </p:nvSpPr>
          <p:spPr>
            <a:xfrm>
              <a:off x="1401087" y="75280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8" name="pl15">
              <a:extLst>
                <a:ext uri="{FF2B5EF4-FFF2-40B4-BE49-F238E27FC236}">
                  <a16:creationId xmlns:a16="http://schemas.microsoft.com/office/drawing/2014/main" id="{B095B499-9AE0-F20D-73EE-5B8DEAC8FB13}"/>
                </a:ext>
              </a:extLst>
            </p:cNvPr>
            <p:cNvSpPr/>
            <p:nvPr/>
          </p:nvSpPr>
          <p:spPr>
            <a:xfrm>
              <a:off x="1401087" y="68957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9" name="pl16">
              <a:extLst>
                <a:ext uri="{FF2B5EF4-FFF2-40B4-BE49-F238E27FC236}">
                  <a16:creationId xmlns:a16="http://schemas.microsoft.com/office/drawing/2014/main" id="{B7043234-710F-7205-598D-5C373DC5AB53}"/>
                </a:ext>
              </a:extLst>
            </p:cNvPr>
            <p:cNvSpPr/>
            <p:nvPr/>
          </p:nvSpPr>
          <p:spPr>
            <a:xfrm>
              <a:off x="1401087" y="62633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0" name="pl17">
              <a:extLst>
                <a:ext uri="{FF2B5EF4-FFF2-40B4-BE49-F238E27FC236}">
                  <a16:creationId xmlns:a16="http://schemas.microsoft.com/office/drawing/2014/main" id="{CEF1F02C-892A-0C8D-98C7-1CFC00C60C29}"/>
                </a:ext>
              </a:extLst>
            </p:cNvPr>
            <p:cNvSpPr/>
            <p:nvPr/>
          </p:nvSpPr>
          <p:spPr>
            <a:xfrm>
              <a:off x="1401087" y="56310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1" name="pl18">
              <a:extLst>
                <a:ext uri="{FF2B5EF4-FFF2-40B4-BE49-F238E27FC236}">
                  <a16:creationId xmlns:a16="http://schemas.microsoft.com/office/drawing/2014/main" id="{AE8F3959-6D34-9F3C-FC18-C8884B3439A8}"/>
                </a:ext>
              </a:extLst>
            </p:cNvPr>
            <p:cNvSpPr/>
            <p:nvPr/>
          </p:nvSpPr>
          <p:spPr>
            <a:xfrm>
              <a:off x="1473531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2" name="pl19">
              <a:extLst>
                <a:ext uri="{FF2B5EF4-FFF2-40B4-BE49-F238E27FC236}">
                  <a16:creationId xmlns:a16="http://schemas.microsoft.com/office/drawing/2014/main" id="{95D88B6D-3525-7B59-BE55-DA8BB8229976}"/>
                </a:ext>
              </a:extLst>
            </p:cNvPr>
            <p:cNvSpPr/>
            <p:nvPr/>
          </p:nvSpPr>
          <p:spPr>
            <a:xfrm>
              <a:off x="2539995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3" name="pl20">
              <a:extLst>
                <a:ext uri="{FF2B5EF4-FFF2-40B4-BE49-F238E27FC236}">
                  <a16:creationId xmlns:a16="http://schemas.microsoft.com/office/drawing/2014/main" id="{1044C071-6B12-0992-DFAE-4F2CAA43040C}"/>
                </a:ext>
              </a:extLst>
            </p:cNvPr>
            <p:cNvSpPr/>
            <p:nvPr/>
          </p:nvSpPr>
          <p:spPr>
            <a:xfrm>
              <a:off x="3606459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4" name="pl21">
              <a:extLst>
                <a:ext uri="{FF2B5EF4-FFF2-40B4-BE49-F238E27FC236}">
                  <a16:creationId xmlns:a16="http://schemas.microsoft.com/office/drawing/2014/main" id="{6C13318C-6A0F-12FB-F812-B7712A46D595}"/>
                </a:ext>
              </a:extLst>
            </p:cNvPr>
            <p:cNvSpPr/>
            <p:nvPr/>
          </p:nvSpPr>
          <p:spPr>
            <a:xfrm>
              <a:off x="4672923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5" name="pg22">
              <a:extLst>
                <a:ext uri="{FF2B5EF4-FFF2-40B4-BE49-F238E27FC236}">
                  <a16:creationId xmlns:a16="http://schemas.microsoft.com/office/drawing/2014/main" id="{A738C664-9E38-686C-B23C-3F3A76BE1283}"/>
                </a:ext>
              </a:extLst>
            </p:cNvPr>
            <p:cNvSpPr/>
            <p:nvPr/>
          </p:nvSpPr>
          <p:spPr>
            <a:xfrm>
              <a:off x="233738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6" name="pg23">
              <a:extLst>
                <a:ext uri="{FF2B5EF4-FFF2-40B4-BE49-F238E27FC236}">
                  <a16:creationId xmlns:a16="http://schemas.microsoft.com/office/drawing/2014/main" id="{498307E4-F1F4-7771-B25E-17C807E4AF64}"/>
                </a:ext>
              </a:extLst>
            </p:cNvPr>
            <p:cNvSpPr/>
            <p:nvPr/>
          </p:nvSpPr>
          <p:spPr>
            <a:xfrm>
              <a:off x="318170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7" name="pg24">
              <a:extLst>
                <a:ext uri="{FF2B5EF4-FFF2-40B4-BE49-F238E27FC236}">
                  <a16:creationId xmlns:a16="http://schemas.microsoft.com/office/drawing/2014/main" id="{F8792D5A-9B7E-9107-EF23-123DB20136FC}"/>
                </a:ext>
              </a:extLst>
            </p:cNvPr>
            <p:cNvSpPr/>
            <p:nvPr/>
          </p:nvSpPr>
          <p:spPr>
            <a:xfrm>
              <a:off x="295605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8" name="pg25">
              <a:extLst>
                <a:ext uri="{FF2B5EF4-FFF2-40B4-BE49-F238E27FC236}">
                  <a16:creationId xmlns:a16="http://schemas.microsoft.com/office/drawing/2014/main" id="{5A4B2FEF-3FD0-AFFF-0910-0B6F64C20A32}"/>
                </a:ext>
              </a:extLst>
            </p:cNvPr>
            <p:cNvSpPr/>
            <p:nvPr/>
          </p:nvSpPr>
          <p:spPr>
            <a:xfrm>
              <a:off x="448838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9" name="pg26">
              <a:extLst>
                <a:ext uri="{FF2B5EF4-FFF2-40B4-BE49-F238E27FC236}">
                  <a16:creationId xmlns:a16="http://schemas.microsoft.com/office/drawing/2014/main" id="{159044A6-3838-027C-0077-338657E0D3FC}"/>
                </a:ext>
              </a:extLst>
            </p:cNvPr>
            <p:cNvSpPr/>
            <p:nvPr/>
          </p:nvSpPr>
          <p:spPr>
            <a:xfrm>
              <a:off x="235636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0" name="pg27">
              <a:extLst>
                <a:ext uri="{FF2B5EF4-FFF2-40B4-BE49-F238E27FC236}">
                  <a16:creationId xmlns:a16="http://schemas.microsoft.com/office/drawing/2014/main" id="{A71A8706-FCE4-1476-29A1-031104104070}"/>
                </a:ext>
              </a:extLst>
            </p:cNvPr>
            <p:cNvSpPr/>
            <p:nvPr/>
          </p:nvSpPr>
          <p:spPr>
            <a:xfrm>
              <a:off x="442914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1" name="pg28">
              <a:extLst>
                <a:ext uri="{FF2B5EF4-FFF2-40B4-BE49-F238E27FC236}">
                  <a16:creationId xmlns:a16="http://schemas.microsoft.com/office/drawing/2014/main" id="{77B8D4CC-0DF1-93D2-32B5-248C4A3C3C30}"/>
                </a:ext>
              </a:extLst>
            </p:cNvPr>
            <p:cNvSpPr/>
            <p:nvPr/>
          </p:nvSpPr>
          <p:spPr>
            <a:xfrm>
              <a:off x="449531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2" name="pg29">
              <a:extLst>
                <a:ext uri="{FF2B5EF4-FFF2-40B4-BE49-F238E27FC236}">
                  <a16:creationId xmlns:a16="http://schemas.microsoft.com/office/drawing/2014/main" id="{449FFA70-0609-9EAF-6E83-81408528F44F}"/>
                </a:ext>
              </a:extLst>
            </p:cNvPr>
            <p:cNvSpPr/>
            <p:nvPr/>
          </p:nvSpPr>
          <p:spPr>
            <a:xfrm>
              <a:off x="347895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3" name="pg30">
              <a:extLst>
                <a:ext uri="{FF2B5EF4-FFF2-40B4-BE49-F238E27FC236}">
                  <a16:creationId xmlns:a16="http://schemas.microsoft.com/office/drawing/2014/main" id="{B0B2CDCF-4101-8C90-6F6A-B78BFB4171D4}"/>
                </a:ext>
              </a:extLst>
            </p:cNvPr>
            <p:cNvSpPr/>
            <p:nvPr/>
          </p:nvSpPr>
          <p:spPr>
            <a:xfrm>
              <a:off x="442914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4" name="pg31">
              <a:extLst>
                <a:ext uri="{FF2B5EF4-FFF2-40B4-BE49-F238E27FC236}">
                  <a16:creationId xmlns:a16="http://schemas.microsoft.com/office/drawing/2014/main" id="{668EE9CC-79A4-4A37-4B68-EE01145D9746}"/>
                </a:ext>
              </a:extLst>
            </p:cNvPr>
            <p:cNvSpPr/>
            <p:nvPr/>
          </p:nvSpPr>
          <p:spPr>
            <a:xfrm>
              <a:off x="446814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5" name="pg32">
              <a:extLst>
                <a:ext uri="{FF2B5EF4-FFF2-40B4-BE49-F238E27FC236}">
                  <a16:creationId xmlns:a16="http://schemas.microsoft.com/office/drawing/2014/main" id="{F78AE002-CF3D-8CF2-F06F-083A783DA60A}"/>
                </a:ext>
              </a:extLst>
            </p:cNvPr>
            <p:cNvSpPr/>
            <p:nvPr/>
          </p:nvSpPr>
          <p:spPr>
            <a:xfrm>
              <a:off x="450079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6" name="pg33">
              <a:extLst>
                <a:ext uri="{FF2B5EF4-FFF2-40B4-BE49-F238E27FC236}">
                  <a16:creationId xmlns:a16="http://schemas.microsoft.com/office/drawing/2014/main" id="{7C412D7B-B8C8-512F-9EA1-BA8F4C74023A}"/>
                </a:ext>
              </a:extLst>
            </p:cNvPr>
            <p:cNvSpPr/>
            <p:nvPr/>
          </p:nvSpPr>
          <p:spPr>
            <a:xfrm>
              <a:off x="234815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7" name="pg34">
              <a:extLst>
                <a:ext uri="{FF2B5EF4-FFF2-40B4-BE49-F238E27FC236}">
                  <a16:creationId xmlns:a16="http://schemas.microsoft.com/office/drawing/2014/main" id="{17B07F3A-0D25-92F1-A676-A1CAFC43E7ED}"/>
                </a:ext>
              </a:extLst>
            </p:cNvPr>
            <p:cNvSpPr/>
            <p:nvPr/>
          </p:nvSpPr>
          <p:spPr>
            <a:xfrm>
              <a:off x="336500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8" name="pg35">
              <a:extLst>
                <a:ext uri="{FF2B5EF4-FFF2-40B4-BE49-F238E27FC236}">
                  <a16:creationId xmlns:a16="http://schemas.microsoft.com/office/drawing/2014/main" id="{86031F2C-3A35-F645-CECD-CBD8F312F907}"/>
                </a:ext>
              </a:extLst>
            </p:cNvPr>
            <p:cNvSpPr/>
            <p:nvPr/>
          </p:nvSpPr>
          <p:spPr>
            <a:xfrm>
              <a:off x="315638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9" name="pg36">
              <a:extLst>
                <a:ext uri="{FF2B5EF4-FFF2-40B4-BE49-F238E27FC236}">
                  <a16:creationId xmlns:a16="http://schemas.microsoft.com/office/drawing/2014/main" id="{2ABF99E3-0709-9528-4539-B77113E9E805}"/>
                </a:ext>
              </a:extLst>
            </p:cNvPr>
            <p:cNvSpPr/>
            <p:nvPr/>
          </p:nvSpPr>
          <p:spPr>
            <a:xfrm>
              <a:off x="271327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0" name="pg37">
              <a:extLst>
                <a:ext uri="{FF2B5EF4-FFF2-40B4-BE49-F238E27FC236}">
                  <a16:creationId xmlns:a16="http://schemas.microsoft.com/office/drawing/2014/main" id="{B3BB354C-57A8-CC43-7651-794465313D4B}"/>
                </a:ext>
              </a:extLst>
            </p:cNvPr>
            <p:cNvSpPr/>
            <p:nvPr/>
          </p:nvSpPr>
          <p:spPr>
            <a:xfrm>
              <a:off x="291431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1" name="pg38">
              <a:extLst>
                <a:ext uri="{FF2B5EF4-FFF2-40B4-BE49-F238E27FC236}">
                  <a16:creationId xmlns:a16="http://schemas.microsoft.com/office/drawing/2014/main" id="{CA60CA9D-5330-B449-BB92-C411A2732B3F}"/>
                </a:ext>
              </a:extLst>
            </p:cNvPr>
            <p:cNvSpPr/>
            <p:nvPr/>
          </p:nvSpPr>
          <p:spPr>
            <a:xfrm>
              <a:off x="446876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2" name="pg39">
              <a:extLst>
                <a:ext uri="{FF2B5EF4-FFF2-40B4-BE49-F238E27FC236}">
                  <a16:creationId xmlns:a16="http://schemas.microsoft.com/office/drawing/2014/main" id="{F4215C6C-6B8B-CFB3-6343-EA3F87343721}"/>
                </a:ext>
              </a:extLst>
            </p:cNvPr>
            <p:cNvSpPr/>
            <p:nvPr/>
          </p:nvSpPr>
          <p:spPr>
            <a:xfrm>
              <a:off x="433011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3" name="pg40">
              <a:extLst>
                <a:ext uri="{FF2B5EF4-FFF2-40B4-BE49-F238E27FC236}">
                  <a16:creationId xmlns:a16="http://schemas.microsoft.com/office/drawing/2014/main" id="{DAFD1FFC-EB15-F5A0-6D22-D75DF22EBA4D}"/>
                </a:ext>
              </a:extLst>
            </p:cNvPr>
            <p:cNvSpPr/>
            <p:nvPr/>
          </p:nvSpPr>
          <p:spPr>
            <a:xfrm>
              <a:off x="242070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4" name="pg41">
              <a:extLst>
                <a:ext uri="{FF2B5EF4-FFF2-40B4-BE49-F238E27FC236}">
                  <a16:creationId xmlns:a16="http://schemas.microsoft.com/office/drawing/2014/main" id="{65315A8B-70A9-96F2-149B-24B97384C77E}"/>
                </a:ext>
              </a:extLst>
            </p:cNvPr>
            <p:cNvSpPr/>
            <p:nvPr/>
          </p:nvSpPr>
          <p:spPr>
            <a:xfrm>
              <a:off x="49690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5" name="pg42">
              <a:extLst>
                <a:ext uri="{FF2B5EF4-FFF2-40B4-BE49-F238E27FC236}">
                  <a16:creationId xmlns:a16="http://schemas.microsoft.com/office/drawing/2014/main" id="{55803BEF-9D2C-A665-D0A8-8CC85B59684D}"/>
                </a:ext>
              </a:extLst>
            </p:cNvPr>
            <p:cNvSpPr/>
            <p:nvPr/>
          </p:nvSpPr>
          <p:spPr>
            <a:xfrm>
              <a:off x="314385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6" name="pg43">
              <a:extLst>
                <a:ext uri="{FF2B5EF4-FFF2-40B4-BE49-F238E27FC236}">
                  <a16:creationId xmlns:a16="http://schemas.microsoft.com/office/drawing/2014/main" id="{115E4572-F42E-83AA-2309-5F15DFC2AE44}"/>
                </a:ext>
              </a:extLst>
            </p:cNvPr>
            <p:cNvSpPr/>
            <p:nvPr/>
          </p:nvSpPr>
          <p:spPr>
            <a:xfrm>
              <a:off x="315638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7" name="pg44">
              <a:extLst>
                <a:ext uri="{FF2B5EF4-FFF2-40B4-BE49-F238E27FC236}">
                  <a16:creationId xmlns:a16="http://schemas.microsoft.com/office/drawing/2014/main" id="{8A8D9933-2ADB-E1E7-C3F0-BFFC5598D450}"/>
                </a:ext>
              </a:extLst>
            </p:cNvPr>
            <p:cNvSpPr/>
            <p:nvPr/>
          </p:nvSpPr>
          <p:spPr>
            <a:xfrm>
              <a:off x="455806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8" name="pg45">
              <a:extLst>
                <a:ext uri="{FF2B5EF4-FFF2-40B4-BE49-F238E27FC236}">
                  <a16:creationId xmlns:a16="http://schemas.microsoft.com/office/drawing/2014/main" id="{61646D09-157F-6A7C-F5B3-860B011AE1AF}"/>
                </a:ext>
              </a:extLst>
            </p:cNvPr>
            <p:cNvSpPr/>
            <p:nvPr/>
          </p:nvSpPr>
          <p:spPr>
            <a:xfrm>
              <a:off x="431307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9" name="pg46">
              <a:extLst>
                <a:ext uri="{FF2B5EF4-FFF2-40B4-BE49-F238E27FC236}">
                  <a16:creationId xmlns:a16="http://schemas.microsoft.com/office/drawing/2014/main" id="{AF3BF5CB-0BFD-ADAB-28C6-912CE1D4321E}"/>
                </a:ext>
              </a:extLst>
            </p:cNvPr>
            <p:cNvSpPr/>
            <p:nvPr/>
          </p:nvSpPr>
          <p:spPr>
            <a:xfrm>
              <a:off x="49690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0" name="pg47">
              <a:extLst>
                <a:ext uri="{FF2B5EF4-FFF2-40B4-BE49-F238E27FC236}">
                  <a16:creationId xmlns:a16="http://schemas.microsoft.com/office/drawing/2014/main" id="{628CB55C-A1FD-1E46-788D-D7710AC0D90C}"/>
                </a:ext>
              </a:extLst>
            </p:cNvPr>
            <p:cNvSpPr/>
            <p:nvPr/>
          </p:nvSpPr>
          <p:spPr>
            <a:xfrm>
              <a:off x="335352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1" name="pg48">
              <a:extLst>
                <a:ext uri="{FF2B5EF4-FFF2-40B4-BE49-F238E27FC236}">
                  <a16:creationId xmlns:a16="http://schemas.microsoft.com/office/drawing/2014/main" id="{B3E92AE0-0F06-E85F-C506-1CB3AEC98CF4}"/>
                </a:ext>
              </a:extLst>
            </p:cNvPr>
            <p:cNvSpPr/>
            <p:nvPr/>
          </p:nvSpPr>
          <p:spPr>
            <a:xfrm>
              <a:off x="291431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2" name="pg49">
              <a:extLst>
                <a:ext uri="{FF2B5EF4-FFF2-40B4-BE49-F238E27FC236}">
                  <a16:creationId xmlns:a16="http://schemas.microsoft.com/office/drawing/2014/main" id="{90BAE145-8BE2-2F45-D890-6218DB17695A}"/>
                </a:ext>
              </a:extLst>
            </p:cNvPr>
            <p:cNvSpPr/>
            <p:nvPr/>
          </p:nvSpPr>
          <p:spPr>
            <a:xfrm>
              <a:off x="351848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3" name="pg50">
              <a:extLst>
                <a:ext uri="{FF2B5EF4-FFF2-40B4-BE49-F238E27FC236}">
                  <a16:creationId xmlns:a16="http://schemas.microsoft.com/office/drawing/2014/main" id="{497F1776-60F1-E769-6BC6-015C2CFE5F07}"/>
                </a:ext>
              </a:extLst>
            </p:cNvPr>
            <p:cNvSpPr/>
            <p:nvPr/>
          </p:nvSpPr>
          <p:spPr>
            <a:xfrm>
              <a:off x="431050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4" name="pg51">
              <a:extLst>
                <a:ext uri="{FF2B5EF4-FFF2-40B4-BE49-F238E27FC236}">
                  <a16:creationId xmlns:a16="http://schemas.microsoft.com/office/drawing/2014/main" id="{DF196B6B-380D-91D9-9088-262008789BE2}"/>
                </a:ext>
              </a:extLst>
            </p:cNvPr>
            <p:cNvSpPr/>
            <p:nvPr/>
          </p:nvSpPr>
          <p:spPr>
            <a:xfrm>
              <a:off x="316889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5" name="pg52">
              <a:extLst>
                <a:ext uri="{FF2B5EF4-FFF2-40B4-BE49-F238E27FC236}">
                  <a16:creationId xmlns:a16="http://schemas.microsoft.com/office/drawing/2014/main" id="{5DF01AF2-2702-2145-3B78-3B8D377274A7}"/>
                </a:ext>
              </a:extLst>
            </p:cNvPr>
            <p:cNvSpPr/>
            <p:nvPr/>
          </p:nvSpPr>
          <p:spPr>
            <a:xfrm>
              <a:off x="424000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6" name="pg53">
              <a:extLst>
                <a:ext uri="{FF2B5EF4-FFF2-40B4-BE49-F238E27FC236}">
                  <a16:creationId xmlns:a16="http://schemas.microsoft.com/office/drawing/2014/main" id="{6AC0FED1-73B3-BD19-8900-135F082E7E53}"/>
                </a:ext>
              </a:extLst>
            </p:cNvPr>
            <p:cNvSpPr/>
            <p:nvPr/>
          </p:nvSpPr>
          <p:spPr>
            <a:xfrm>
              <a:off x="50258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7" name="pg54">
              <a:extLst>
                <a:ext uri="{FF2B5EF4-FFF2-40B4-BE49-F238E27FC236}">
                  <a16:creationId xmlns:a16="http://schemas.microsoft.com/office/drawing/2014/main" id="{32687E51-E1F6-45E6-23F6-A285142E45BF}"/>
                </a:ext>
              </a:extLst>
            </p:cNvPr>
            <p:cNvSpPr/>
            <p:nvPr/>
          </p:nvSpPr>
          <p:spPr>
            <a:xfrm>
              <a:off x="455527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8" name="pg55">
              <a:extLst>
                <a:ext uri="{FF2B5EF4-FFF2-40B4-BE49-F238E27FC236}">
                  <a16:creationId xmlns:a16="http://schemas.microsoft.com/office/drawing/2014/main" id="{DEFAABC7-2ABF-2A67-AE74-DE731CEFFB46}"/>
                </a:ext>
              </a:extLst>
            </p:cNvPr>
            <p:cNvSpPr/>
            <p:nvPr/>
          </p:nvSpPr>
          <p:spPr>
            <a:xfrm>
              <a:off x="440136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9" name="pg56">
              <a:extLst>
                <a:ext uri="{FF2B5EF4-FFF2-40B4-BE49-F238E27FC236}">
                  <a16:creationId xmlns:a16="http://schemas.microsoft.com/office/drawing/2014/main" id="{286A4770-901A-5398-F908-21E5D40C94D6}"/>
                </a:ext>
              </a:extLst>
            </p:cNvPr>
            <p:cNvSpPr/>
            <p:nvPr/>
          </p:nvSpPr>
          <p:spPr>
            <a:xfrm>
              <a:off x="271327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0" name="pg57">
              <a:extLst>
                <a:ext uri="{FF2B5EF4-FFF2-40B4-BE49-F238E27FC236}">
                  <a16:creationId xmlns:a16="http://schemas.microsoft.com/office/drawing/2014/main" id="{316244E7-72F2-B57F-D535-EAD3E07DA646}"/>
                </a:ext>
              </a:extLst>
            </p:cNvPr>
            <p:cNvSpPr/>
            <p:nvPr/>
          </p:nvSpPr>
          <p:spPr>
            <a:xfrm>
              <a:off x="423882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1" name="pg58">
              <a:extLst>
                <a:ext uri="{FF2B5EF4-FFF2-40B4-BE49-F238E27FC236}">
                  <a16:creationId xmlns:a16="http://schemas.microsoft.com/office/drawing/2014/main" id="{88AA38CA-05C7-0181-9AA0-B1F251DC8DAE}"/>
                </a:ext>
              </a:extLst>
            </p:cNvPr>
            <p:cNvSpPr/>
            <p:nvPr/>
          </p:nvSpPr>
          <p:spPr>
            <a:xfrm>
              <a:off x="351848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2" name="pg59">
              <a:extLst>
                <a:ext uri="{FF2B5EF4-FFF2-40B4-BE49-F238E27FC236}">
                  <a16:creationId xmlns:a16="http://schemas.microsoft.com/office/drawing/2014/main" id="{C617F8F8-C905-80D5-6B24-3B847D0CE20D}"/>
                </a:ext>
              </a:extLst>
            </p:cNvPr>
            <p:cNvSpPr/>
            <p:nvPr/>
          </p:nvSpPr>
          <p:spPr>
            <a:xfrm>
              <a:off x="502779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3" name="pg60">
              <a:extLst>
                <a:ext uri="{FF2B5EF4-FFF2-40B4-BE49-F238E27FC236}">
                  <a16:creationId xmlns:a16="http://schemas.microsoft.com/office/drawing/2014/main" id="{6648C501-82A7-04FC-F30B-574E2F0D2472}"/>
                </a:ext>
              </a:extLst>
            </p:cNvPr>
            <p:cNvSpPr/>
            <p:nvPr/>
          </p:nvSpPr>
          <p:spPr>
            <a:xfrm>
              <a:off x="242070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4" name="pg61">
              <a:extLst>
                <a:ext uri="{FF2B5EF4-FFF2-40B4-BE49-F238E27FC236}">
                  <a16:creationId xmlns:a16="http://schemas.microsoft.com/office/drawing/2014/main" id="{22CB3CE0-E118-DA04-52C0-519D571496FC}"/>
                </a:ext>
              </a:extLst>
            </p:cNvPr>
            <p:cNvSpPr/>
            <p:nvPr/>
          </p:nvSpPr>
          <p:spPr>
            <a:xfrm>
              <a:off x="440019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5" name="pg62">
              <a:extLst>
                <a:ext uri="{FF2B5EF4-FFF2-40B4-BE49-F238E27FC236}">
                  <a16:creationId xmlns:a16="http://schemas.microsoft.com/office/drawing/2014/main" id="{2A677571-9586-60EA-2868-600E53C0DE60}"/>
                </a:ext>
              </a:extLst>
            </p:cNvPr>
            <p:cNvSpPr/>
            <p:nvPr/>
          </p:nvSpPr>
          <p:spPr>
            <a:xfrm>
              <a:off x="296264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6" name="pg63">
              <a:extLst>
                <a:ext uri="{FF2B5EF4-FFF2-40B4-BE49-F238E27FC236}">
                  <a16:creationId xmlns:a16="http://schemas.microsoft.com/office/drawing/2014/main" id="{E8835C38-45B3-406C-25D9-562EBE446D74}"/>
                </a:ext>
              </a:extLst>
            </p:cNvPr>
            <p:cNvSpPr/>
            <p:nvPr/>
          </p:nvSpPr>
          <p:spPr>
            <a:xfrm>
              <a:off x="440152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7" name="pg64">
              <a:extLst>
                <a:ext uri="{FF2B5EF4-FFF2-40B4-BE49-F238E27FC236}">
                  <a16:creationId xmlns:a16="http://schemas.microsoft.com/office/drawing/2014/main" id="{F0E67BC8-924D-76D7-4516-21ED5324127B}"/>
                </a:ext>
              </a:extLst>
            </p:cNvPr>
            <p:cNvSpPr/>
            <p:nvPr/>
          </p:nvSpPr>
          <p:spPr>
            <a:xfrm>
              <a:off x="313277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8" name="pg65">
              <a:extLst>
                <a:ext uri="{FF2B5EF4-FFF2-40B4-BE49-F238E27FC236}">
                  <a16:creationId xmlns:a16="http://schemas.microsoft.com/office/drawing/2014/main" id="{62C75AAB-94F6-E2A5-C956-EFBAC96E3DEF}"/>
                </a:ext>
              </a:extLst>
            </p:cNvPr>
            <p:cNvSpPr/>
            <p:nvPr/>
          </p:nvSpPr>
          <p:spPr>
            <a:xfrm>
              <a:off x="439719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9" name="pg66">
              <a:extLst>
                <a:ext uri="{FF2B5EF4-FFF2-40B4-BE49-F238E27FC236}">
                  <a16:creationId xmlns:a16="http://schemas.microsoft.com/office/drawing/2014/main" id="{365960B2-7662-9D39-5164-C8A8EEF4AF36}"/>
                </a:ext>
              </a:extLst>
            </p:cNvPr>
            <p:cNvSpPr/>
            <p:nvPr/>
          </p:nvSpPr>
          <p:spPr>
            <a:xfrm>
              <a:off x="234550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0" name="pg67">
              <a:extLst>
                <a:ext uri="{FF2B5EF4-FFF2-40B4-BE49-F238E27FC236}">
                  <a16:creationId xmlns:a16="http://schemas.microsoft.com/office/drawing/2014/main" id="{7C4E9AEC-50B2-7CA0-78D1-419B1A8AA4F4}"/>
                </a:ext>
              </a:extLst>
            </p:cNvPr>
            <p:cNvSpPr/>
            <p:nvPr/>
          </p:nvSpPr>
          <p:spPr>
            <a:xfrm>
              <a:off x="44872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1" name="pg68">
              <a:extLst>
                <a:ext uri="{FF2B5EF4-FFF2-40B4-BE49-F238E27FC236}">
                  <a16:creationId xmlns:a16="http://schemas.microsoft.com/office/drawing/2014/main" id="{2A9E3584-F116-C6AB-A5F0-042DFD0F579A}"/>
                </a:ext>
              </a:extLst>
            </p:cNvPr>
            <p:cNvSpPr/>
            <p:nvPr/>
          </p:nvSpPr>
          <p:spPr>
            <a:xfrm>
              <a:off x="433011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2" name="pg69">
              <a:extLst>
                <a:ext uri="{FF2B5EF4-FFF2-40B4-BE49-F238E27FC236}">
                  <a16:creationId xmlns:a16="http://schemas.microsoft.com/office/drawing/2014/main" id="{071E4982-4D7C-7CD5-D622-6C8E85FE5BA9}"/>
                </a:ext>
              </a:extLst>
            </p:cNvPr>
            <p:cNvSpPr/>
            <p:nvPr/>
          </p:nvSpPr>
          <p:spPr>
            <a:xfrm>
              <a:off x="354513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3" name="pt70">
              <a:extLst>
                <a:ext uri="{FF2B5EF4-FFF2-40B4-BE49-F238E27FC236}">
                  <a16:creationId xmlns:a16="http://schemas.microsoft.com/office/drawing/2014/main" id="{5950CDCE-C1B4-0246-5D63-92F414F7B155}"/>
                </a:ext>
              </a:extLst>
            </p:cNvPr>
            <p:cNvSpPr/>
            <p:nvPr/>
          </p:nvSpPr>
          <p:spPr>
            <a:xfrm>
              <a:off x="3043937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4" name="pt71">
              <a:extLst>
                <a:ext uri="{FF2B5EF4-FFF2-40B4-BE49-F238E27FC236}">
                  <a16:creationId xmlns:a16="http://schemas.microsoft.com/office/drawing/2014/main" id="{4D017A61-E11F-314E-F6F9-A269E20A4D1F}"/>
                </a:ext>
              </a:extLst>
            </p:cNvPr>
            <p:cNvSpPr/>
            <p:nvPr/>
          </p:nvSpPr>
          <p:spPr>
            <a:xfrm>
              <a:off x="3043937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5" name="pt72">
              <a:extLst>
                <a:ext uri="{FF2B5EF4-FFF2-40B4-BE49-F238E27FC236}">
                  <a16:creationId xmlns:a16="http://schemas.microsoft.com/office/drawing/2014/main" id="{006A56D0-F8A6-E113-B23D-B6123351D70C}"/>
                </a:ext>
              </a:extLst>
            </p:cNvPr>
            <p:cNvSpPr/>
            <p:nvPr/>
          </p:nvSpPr>
          <p:spPr>
            <a:xfrm>
              <a:off x="519483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6" name="pt73">
              <a:extLst>
                <a:ext uri="{FF2B5EF4-FFF2-40B4-BE49-F238E27FC236}">
                  <a16:creationId xmlns:a16="http://schemas.microsoft.com/office/drawing/2014/main" id="{343E0426-195A-08CF-EF60-D7D09E922E78}"/>
                </a:ext>
              </a:extLst>
            </p:cNvPr>
            <p:cNvSpPr/>
            <p:nvPr/>
          </p:nvSpPr>
          <p:spPr>
            <a:xfrm>
              <a:off x="279740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7" name="pt74">
              <a:extLst>
                <a:ext uri="{FF2B5EF4-FFF2-40B4-BE49-F238E27FC236}">
                  <a16:creationId xmlns:a16="http://schemas.microsoft.com/office/drawing/2014/main" id="{387F033D-B54E-BDC5-6417-04F054596366}"/>
                </a:ext>
              </a:extLst>
            </p:cNvPr>
            <p:cNvSpPr/>
            <p:nvPr/>
          </p:nvSpPr>
          <p:spPr>
            <a:xfrm>
              <a:off x="443120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8" name="pt75">
              <a:extLst>
                <a:ext uri="{FF2B5EF4-FFF2-40B4-BE49-F238E27FC236}">
                  <a16:creationId xmlns:a16="http://schemas.microsoft.com/office/drawing/2014/main" id="{BDD9CD64-AB89-1D6D-91F6-17F92F1E653C}"/>
                </a:ext>
              </a:extLst>
            </p:cNvPr>
            <p:cNvSpPr/>
            <p:nvPr/>
          </p:nvSpPr>
          <p:spPr>
            <a:xfrm>
              <a:off x="452392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9" name="pt76">
              <a:extLst>
                <a:ext uri="{FF2B5EF4-FFF2-40B4-BE49-F238E27FC236}">
                  <a16:creationId xmlns:a16="http://schemas.microsoft.com/office/drawing/2014/main" id="{D3808ABF-C6D8-7778-D9AA-C31D3083F976}"/>
                </a:ext>
              </a:extLst>
            </p:cNvPr>
            <p:cNvSpPr/>
            <p:nvPr/>
          </p:nvSpPr>
          <p:spPr>
            <a:xfrm>
              <a:off x="4732566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0" name="pt77">
              <a:extLst>
                <a:ext uri="{FF2B5EF4-FFF2-40B4-BE49-F238E27FC236}">
                  <a16:creationId xmlns:a16="http://schemas.microsoft.com/office/drawing/2014/main" id="{634A5186-AC38-CC69-F12E-C733B22A15CC}"/>
                </a:ext>
              </a:extLst>
            </p:cNvPr>
            <p:cNvSpPr/>
            <p:nvPr/>
          </p:nvSpPr>
          <p:spPr>
            <a:xfrm>
              <a:off x="222047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1" name="pt78">
              <a:extLst>
                <a:ext uri="{FF2B5EF4-FFF2-40B4-BE49-F238E27FC236}">
                  <a16:creationId xmlns:a16="http://schemas.microsoft.com/office/drawing/2014/main" id="{A1DAE7DC-9A92-7BA6-BF82-42E0135C42AD}"/>
                </a:ext>
              </a:extLst>
            </p:cNvPr>
            <p:cNvSpPr/>
            <p:nvPr/>
          </p:nvSpPr>
          <p:spPr>
            <a:xfrm>
              <a:off x="4629706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2" name="pt79">
              <a:extLst>
                <a:ext uri="{FF2B5EF4-FFF2-40B4-BE49-F238E27FC236}">
                  <a16:creationId xmlns:a16="http://schemas.microsoft.com/office/drawing/2014/main" id="{8B2276AC-6909-A845-D392-E570F9802E2E}"/>
                </a:ext>
              </a:extLst>
            </p:cNvPr>
            <p:cNvSpPr/>
            <p:nvPr/>
          </p:nvSpPr>
          <p:spPr>
            <a:xfrm>
              <a:off x="364826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3" name="pt80">
              <a:extLst>
                <a:ext uri="{FF2B5EF4-FFF2-40B4-BE49-F238E27FC236}">
                  <a16:creationId xmlns:a16="http://schemas.microsoft.com/office/drawing/2014/main" id="{55B7346D-964C-8C18-8B2E-73C076F2B38A}"/>
                </a:ext>
              </a:extLst>
            </p:cNvPr>
            <p:cNvSpPr/>
            <p:nvPr/>
          </p:nvSpPr>
          <p:spPr>
            <a:xfrm>
              <a:off x="494853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4" name="pt81">
              <a:extLst>
                <a:ext uri="{FF2B5EF4-FFF2-40B4-BE49-F238E27FC236}">
                  <a16:creationId xmlns:a16="http://schemas.microsoft.com/office/drawing/2014/main" id="{8C3BADCB-BE0E-2710-EA74-62BEE1C4D9D4}"/>
                </a:ext>
              </a:extLst>
            </p:cNvPr>
            <p:cNvSpPr/>
            <p:nvPr/>
          </p:nvSpPr>
          <p:spPr>
            <a:xfrm>
              <a:off x="4692712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5" name="pt82">
              <a:extLst>
                <a:ext uri="{FF2B5EF4-FFF2-40B4-BE49-F238E27FC236}">
                  <a16:creationId xmlns:a16="http://schemas.microsoft.com/office/drawing/2014/main" id="{56C73E71-ABF6-22A0-574C-41806D132825}"/>
                </a:ext>
              </a:extLst>
            </p:cNvPr>
            <p:cNvSpPr/>
            <p:nvPr/>
          </p:nvSpPr>
          <p:spPr>
            <a:xfrm>
              <a:off x="543664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6" name="pt83">
              <a:extLst>
                <a:ext uri="{FF2B5EF4-FFF2-40B4-BE49-F238E27FC236}">
                  <a16:creationId xmlns:a16="http://schemas.microsoft.com/office/drawing/2014/main" id="{C1035470-B943-484B-3329-07DB70240F2A}"/>
                </a:ext>
              </a:extLst>
            </p:cNvPr>
            <p:cNvSpPr/>
            <p:nvPr/>
          </p:nvSpPr>
          <p:spPr>
            <a:xfrm>
              <a:off x="3640799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7" name="pt84">
              <a:extLst>
                <a:ext uri="{FF2B5EF4-FFF2-40B4-BE49-F238E27FC236}">
                  <a16:creationId xmlns:a16="http://schemas.microsoft.com/office/drawing/2014/main" id="{CF71242E-6D22-2A25-BCA3-BD77A70752BC}"/>
                </a:ext>
              </a:extLst>
            </p:cNvPr>
            <p:cNvSpPr/>
            <p:nvPr/>
          </p:nvSpPr>
          <p:spPr>
            <a:xfrm>
              <a:off x="390939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8" name="pt85">
              <a:extLst>
                <a:ext uri="{FF2B5EF4-FFF2-40B4-BE49-F238E27FC236}">
                  <a16:creationId xmlns:a16="http://schemas.microsoft.com/office/drawing/2014/main" id="{4B89E83E-6806-A9DD-9F25-1C04A54AC3F1}"/>
                </a:ext>
              </a:extLst>
            </p:cNvPr>
            <p:cNvSpPr/>
            <p:nvPr/>
          </p:nvSpPr>
          <p:spPr>
            <a:xfrm>
              <a:off x="519483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9" name="pt86">
              <a:extLst>
                <a:ext uri="{FF2B5EF4-FFF2-40B4-BE49-F238E27FC236}">
                  <a16:creationId xmlns:a16="http://schemas.microsoft.com/office/drawing/2014/main" id="{CD9ED030-C73B-FB8C-8913-81A4349B313A}"/>
                </a:ext>
              </a:extLst>
            </p:cNvPr>
            <p:cNvSpPr/>
            <p:nvPr/>
          </p:nvSpPr>
          <p:spPr>
            <a:xfrm>
              <a:off x="279792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0" name="pt87">
              <a:extLst>
                <a:ext uri="{FF2B5EF4-FFF2-40B4-BE49-F238E27FC236}">
                  <a16:creationId xmlns:a16="http://schemas.microsoft.com/office/drawing/2014/main" id="{786FFFF8-FFBF-667E-45DE-BB256BA0F6B2}"/>
                </a:ext>
              </a:extLst>
            </p:cNvPr>
            <p:cNvSpPr/>
            <p:nvPr/>
          </p:nvSpPr>
          <p:spPr>
            <a:xfrm>
              <a:off x="4629706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1" name="pt88">
              <a:extLst>
                <a:ext uri="{FF2B5EF4-FFF2-40B4-BE49-F238E27FC236}">
                  <a16:creationId xmlns:a16="http://schemas.microsoft.com/office/drawing/2014/main" id="{835519F8-ED46-2644-85BD-5CE19455D662}"/>
                </a:ext>
              </a:extLst>
            </p:cNvPr>
            <p:cNvSpPr/>
            <p:nvPr/>
          </p:nvSpPr>
          <p:spPr>
            <a:xfrm>
              <a:off x="4523991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2" name="pt89">
              <a:extLst>
                <a:ext uri="{FF2B5EF4-FFF2-40B4-BE49-F238E27FC236}">
                  <a16:creationId xmlns:a16="http://schemas.microsoft.com/office/drawing/2014/main" id="{2BA8B078-C3FB-DED1-C46F-1B743E624B7F}"/>
                </a:ext>
              </a:extLst>
            </p:cNvPr>
            <p:cNvSpPr/>
            <p:nvPr/>
          </p:nvSpPr>
          <p:spPr>
            <a:xfrm>
              <a:off x="366439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3" name="pt90">
              <a:extLst>
                <a:ext uri="{FF2B5EF4-FFF2-40B4-BE49-F238E27FC236}">
                  <a16:creationId xmlns:a16="http://schemas.microsoft.com/office/drawing/2014/main" id="{6CCC4B54-BBF3-A510-6759-6C01AABB12AD}"/>
                </a:ext>
              </a:extLst>
            </p:cNvPr>
            <p:cNvSpPr/>
            <p:nvPr/>
          </p:nvSpPr>
          <p:spPr>
            <a:xfrm>
              <a:off x="475619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4" name="pt91">
              <a:extLst>
                <a:ext uri="{FF2B5EF4-FFF2-40B4-BE49-F238E27FC236}">
                  <a16:creationId xmlns:a16="http://schemas.microsoft.com/office/drawing/2014/main" id="{4A45483E-7DE3-64FF-1B6D-669CA2D8B33B}"/>
                </a:ext>
              </a:extLst>
            </p:cNvPr>
            <p:cNvSpPr/>
            <p:nvPr/>
          </p:nvSpPr>
          <p:spPr>
            <a:xfrm>
              <a:off x="482684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5" name="pt92">
              <a:extLst>
                <a:ext uri="{FF2B5EF4-FFF2-40B4-BE49-F238E27FC236}">
                  <a16:creationId xmlns:a16="http://schemas.microsoft.com/office/drawing/2014/main" id="{E9BFF9BF-9CF0-D8BC-081A-BD28E10E9007}"/>
                </a:ext>
              </a:extLst>
            </p:cNvPr>
            <p:cNvSpPr/>
            <p:nvPr/>
          </p:nvSpPr>
          <p:spPr>
            <a:xfrm>
              <a:off x="3092283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6" name="pt93">
              <a:extLst>
                <a:ext uri="{FF2B5EF4-FFF2-40B4-BE49-F238E27FC236}">
                  <a16:creationId xmlns:a16="http://schemas.microsoft.com/office/drawing/2014/main" id="{6889A17C-25C9-1173-95DA-3EB27D9B1D9F}"/>
                </a:ext>
              </a:extLst>
            </p:cNvPr>
            <p:cNvSpPr/>
            <p:nvPr/>
          </p:nvSpPr>
          <p:spPr>
            <a:xfrm>
              <a:off x="4692712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7" name="pt94">
              <a:extLst>
                <a:ext uri="{FF2B5EF4-FFF2-40B4-BE49-F238E27FC236}">
                  <a16:creationId xmlns:a16="http://schemas.microsoft.com/office/drawing/2014/main" id="{6992671E-A425-F518-B7F2-4AD463620610}"/>
                </a:ext>
              </a:extLst>
            </p:cNvPr>
            <p:cNvSpPr/>
            <p:nvPr/>
          </p:nvSpPr>
          <p:spPr>
            <a:xfrm>
              <a:off x="406203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8" name="pt95">
              <a:extLst>
                <a:ext uri="{FF2B5EF4-FFF2-40B4-BE49-F238E27FC236}">
                  <a16:creationId xmlns:a16="http://schemas.microsoft.com/office/drawing/2014/main" id="{1810E4C4-88BA-C967-1726-8DB06A4ED52A}"/>
                </a:ext>
              </a:extLst>
            </p:cNvPr>
            <p:cNvSpPr/>
            <p:nvPr/>
          </p:nvSpPr>
          <p:spPr>
            <a:xfrm>
              <a:off x="390939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9" name="pt96">
              <a:extLst>
                <a:ext uri="{FF2B5EF4-FFF2-40B4-BE49-F238E27FC236}">
                  <a16:creationId xmlns:a16="http://schemas.microsoft.com/office/drawing/2014/main" id="{EF6E2AEA-D127-31F9-158B-9A2817C30FDF}"/>
                </a:ext>
              </a:extLst>
            </p:cNvPr>
            <p:cNvSpPr/>
            <p:nvPr/>
          </p:nvSpPr>
          <p:spPr>
            <a:xfrm>
              <a:off x="367427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0" name="pt97">
              <a:extLst>
                <a:ext uri="{FF2B5EF4-FFF2-40B4-BE49-F238E27FC236}">
                  <a16:creationId xmlns:a16="http://schemas.microsoft.com/office/drawing/2014/main" id="{1E03AFD9-9BB0-1BF9-A739-919C102BFF3C}"/>
                </a:ext>
              </a:extLst>
            </p:cNvPr>
            <p:cNvSpPr/>
            <p:nvPr/>
          </p:nvSpPr>
          <p:spPr>
            <a:xfrm>
              <a:off x="4140723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1" name="pt98">
              <a:extLst>
                <a:ext uri="{FF2B5EF4-FFF2-40B4-BE49-F238E27FC236}">
                  <a16:creationId xmlns:a16="http://schemas.microsoft.com/office/drawing/2014/main" id="{4D6FD9FB-959F-F37C-0842-54CBE03CBCFC}"/>
                </a:ext>
              </a:extLst>
            </p:cNvPr>
            <p:cNvSpPr/>
            <p:nvPr/>
          </p:nvSpPr>
          <p:spPr>
            <a:xfrm>
              <a:off x="235861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2" name="pt99">
              <a:extLst>
                <a:ext uri="{FF2B5EF4-FFF2-40B4-BE49-F238E27FC236}">
                  <a16:creationId xmlns:a16="http://schemas.microsoft.com/office/drawing/2014/main" id="{24D96B3E-DC18-3BC4-9F27-09F0EDB42256}"/>
                </a:ext>
              </a:extLst>
            </p:cNvPr>
            <p:cNvSpPr/>
            <p:nvPr/>
          </p:nvSpPr>
          <p:spPr>
            <a:xfrm>
              <a:off x="371279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3" name="pt100">
              <a:extLst>
                <a:ext uri="{FF2B5EF4-FFF2-40B4-BE49-F238E27FC236}">
                  <a16:creationId xmlns:a16="http://schemas.microsoft.com/office/drawing/2014/main" id="{22B7034F-58BA-02F8-3349-EA44EFF27FF6}"/>
                </a:ext>
              </a:extLst>
            </p:cNvPr>
            <p:cNvSpPr/>
            <p:nvPr/>
          </p:nvSpPr>
          <p:spPr>
            <a:xfrm>
              <a:off x="460102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4" name="pt101">
              <a:extLst>
                <a:ext uri="{FF2B5EF4-FFF2-40B4-BE49-F238E27FC236}">
                  <a16:creationId xmlns:a16="http://schemas.microsoft.com/office/drawing/2014/main" id="{83134012-E089-7848-10EB-DA335E7A2722}"/>
                </a:ext>
              </a:extLst>
            </p:cNvPr>
            <p:cNvSpPr/>
            <p:nvPr/>
          </p:nvSpPr>
          <p:spPr>
            <a:xfrm>
              <a:off x="460096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5" name="pt102">
              <a:extLst>
                <a:ext uri="{FF2B5EF4-FFF2-40B4-BE49-F238E27FC236}">
                  <a16:creationId xmlns:a16="http://schemas.microsoft.com/office/drawing/2014/main" id="{BC2A6402-BA14-A51D-D5D3-3D04BA83A9B7}"/>
                </a:ext>
              </a:extLst>
            </p:cNvPr>
            <p:cNvSpPr/>
            <p:nvPr/>
          </p:nvSpPr>
          <p:spPr>
            <a:xfrm>
              <a:off x="3092283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6" name="pt103">
              <a:extLst>
                <a:ext uri="{FF2B5EF4-FFF2-40B4-BE49-F238E27FC236}">
                  <a16:creationId xmlns:a16="http://schemas.microsoft.com/office/drawing/2014/main" id="{331C812C-8E4D-8BFE-02B5-CB135638B972}"/>
                </a:ext>
              </a:extLst>
            </p:cNvPr>
            <p:cNvSpPr/>
            <p:nvPr/>
          </p:nvSpPr>
          <p:spPr>
            <a:xfrm>
              <a:off x="236126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7" name="pt104">
              <a:extLst>
                <a:ext uri="{FF2B5EF4-FFF2-40B4-BE49-F238E27FC236}">
                  <a16:creationId xmlns:a16="http://schemas.microsoft.com/office/drawing/2014/main" id="{36B57736-A429-0A93-B458-2163647587E2}"/>
                </a:ext>
              </a:extLst>
            </p:cNvPr>
            <p:cNvSpPr/>
            <p:nvPr/>
          </p:nvSpPr>
          <p:spPr>
            <a:xfrm>
              <a:off x="4097627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8" name="pt105">
              <a:extLst>
                <a:ext uri="{FF2B5EF4-FFF2-40B4-BE49-F238E27FC236}">
                  <a16:creationId xmlns:a16="http://schemas.microsoft.com/office/drawing/2014/main" id="{95540C19-003D-8439-5DF6-EBA6C698B2E8}"/>
                </a:ext>
              </a:extLst>
            </p:cNvPr>
            <p:cNvSpPr/>
            <p:nvPr/>
          </p:nvSpPr>
          <p:spPr>
            <a:xfrm>
              <a:off x="4896928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9" name="pt106">
              <a:extLst>
                <a:ext uri="{FF2B5EF4-FFF2-40B4-BE49-F238E27FC236}">
                  <a16:creationId xmlns:a16="http://schemas.microsoft.com/office/drawing/2014/main" id="{5DA558BD-FC28-8BE5-95CE-F3196D6342BF}"/>
                </a:ext>
              </a:extLst>
            </p:cNvPr>
            <p:cNvSpPr/>
            <p:nvPr/>
          </p:nvSpPr>
          <p:spPr>
            <a:xfrm>
              <a:off x="222191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0" name="pt107">
              <a:extLst>
                <a:ext uri="{FF2B5EF4-FFF2-40B4-BE49-F238E27FC236}">
                  <a16:creationId xmlns:a16="http://schemas.microsoft.com/office/drawing/2014/main" id="{9C7F8A31-90DF-5009-D4FE-AF7507CB5493}"/>
                </a:ext>
              </a:extLst>
            </p:cNvPr>
            <p:cNvSpPr/>
            <p:nvPr/>
          </p:nvSpPr>
          <p:spPr>
            <a:xfrm>
              <a:off x="492343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1" name="pt108">
              <a:extLst>
                <a:ext uri="{FF2B5EF4-FFF2-40B4-BE49-F238E27FC236}">
                  <a16:creationId xmlns:a16="http://schemas.microsoft.com/office/drawing/2014/main" id="{2EC654EA-E8C6-4ED5-0B32-F42E247B413B}"/>
                </a:ext>
              </a:extLst>
            </p:cNvPr>
            <p:cNvSpPr/>
            <p:nvPr/>
          </p:nvSpPr>
          <p:spPr>
            <a:xfrm>
              <a:off x="410131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2" name="pt109">
              <a:extLst>
                <a:ext uri="{FF2B5EF4-FFF2-40B4-BE49-F238E27FC236}">
                  <a16:creationId xmlns:a16="http://schemas.microsoft.com/office/drawing/2014/main" id="{419EF8F4-5534-53AE-8FC3-C09C72F1E997}"/>
                </a:ext>
              </a:extLst>
            </p:cNvPr>
            <p:cNvSpPr/>
            <p:nvPr/>
          </p:nvSpPr>
          <p:spPr>
            <a:xfrm>
              <a:off x="481061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3" name="pt110">
              <a:extLst>
                <a:ext uri="{FF2B5EF4-FFF2-40B4-BE49-F238E27FC236}">
                  <a16:creationId xmlns:a16="http://schemas.microsoft.com/office/drawing/2014/main" id="{4AF1C8B6-192A-4C68-4782-5F298552296A}"/>
                </a:ext>
              </a:extLst>
            </p:cNvPr>
            <p:cNvSpPr/>
            <p:nvPr/>
          </p:nvSpPr>
          <p:spPr>
            <a:xfrm>
              <a:off x="223341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4" name="pt111">
              <a:extLst>
                <a:ext uri="{FF2B5EF4-FFF2-40B4-BE49-F238E27FC236}">
                  <a16:creationId xmlns:a16="http://schemas.microsoft.com/office/drawing/2014/main" id="{ECE8B040-BCCA-C222-F7C0-4E75B6CA28A3}"/>
                </a:ext>
              </a:extLst>
            </p:cNvPr>
            <p:cNvSpPr/>
            <p:nvPr/>
          </p:nvSpPr>
          <p:spPr>
            <a:xfrm>
              <a:off x="443114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5" name="pt112">
              <a:extLst>
                <a:ext uri="{FF2B5EF4-FFF2-40B4-BE49-F238E27FC236}">
                  <a16:creationId xmlns:a16="http://schemas.microsoft.com/office/drawing/2014/main" id="{782A56AB-5AE8-227D-E2B8-2AD133723CAE}"/>
                </a:ext>
              </a:extLst>
            </p:cNvPr>
            <p:cNvSpPr/>
            <p:nvPr/>
          </p:nvSpPr>
          <p:spPr>
            <a:xfrm>
              <a:off x="2231994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6" name="pt113">
              <a:extLst>
                <a:ext uri="{FF2B5EF4-FFF2-40B4-BE49-F238E27FC236}">
                  <a16:creationId xmlns:a16="http://schemas.microsoft.com/office/drawing/2014/main" id="{A067B176-C268-6DE2-D339-0203F8E53952}"/>
                </a:ext>
              </a:extLst>
            </p:cNvPr>
            <p:cNvSpPr/>
            <p:nvPr/>
          </p:nvSpPr>
          <p:spPr>
            <a:xfrm>
              <a:off x="5450176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7" name="pt114">
              <a:extLst>
                <a:ext uri="{FF2B5EF4-FFF2-40B4-BE49-F238E27FC236}">
                  <a16:creationId xmlns:a16="http://schemas.microsoft.com/office/drawing/2014/main" id="{12E1DBE1-6319-F196-367F-561F2E3E870C}"/>
                </a:ext>
              </a:extLst>
            </p:cNvPr>
            <p:cNvSpPr/>
            <p:nvPr/>
          </p:nvSpPr>
          <p:spPr>
            <a:xfrm>
              <a:off x="4926566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8" name="pt115">
              <a:extLst>
                <a:ext uri="{FF2B5EF4-FFF2-40B4-BE49-F238E27FC236}">
                  <a16:creationId xmlns:a16="http://schemas.microsoft.com/office/drawing/2014/main" id="{235B6138-DDDF-D3F9-B27E-E99F06ACC79C}"/>
                </a:ext>
              </a:extLst>
            </p:cNvPr>
            <p:cNvSpPr/>
            <p:nvPr/>
          </p:nvSpPr>
          <p:spPr>
            <a:xfrm>
              <a:off x="3668696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9" name="pt116">
              <a:extLst>
                <a:ext uri="{FF2B5EF4-FFF2-40B4-BE49-F238E27FC236}">
                  <a16:creationId xmlns:a16="http://schemas.microsoft.com/office/drawing/2014/main" id="{E4DAC393-B64F-A1E4-B345-6FB5ABF29F48}"/>
                </a:ext>
              </a:extLst>
            </p:cNvPr>
            <p:cNvSpPr/>
            <p:nvPr/>
          </p:nvSpPr>
          <p:spPr>
            <a:xfrm>
              <a:off x="4978183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0" name="pt117">
              <a:extLst>
                <a:ext uri="{FF2B5EF4-FFF2-40B4-BE49-F238E27FC236}">
                  <a16:creationId xmlns:a16="http://schemas.microsoft.com/office/drawing/2014/main" id="{DE047941-2916-8C76-B337-BAB35D0242E2}"/>
                </a:ext>
              </a:extLst>
            </p:cNvPr>
            <p:cNvSpPr/>
            <p:nvPr/>
          </p:nvSpPr>
          <p:spPr>
            <a:xfrm>
              <a:off x="488463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1" name="pg118">
              <a:extLst>
                <a:ext uri="{FF2B5EF4-FFF2-40B4-BE49-F238E27FC236}">
                  <a16:creationId xmlns:a16="http://schemas.microsoft.com/office/drawing/2014/main" id="{23348424-164B-350D-A099-9AD44C97FCB8}"/>
                </a:ext>
              </a:extLst>
            </p:cNvPr>
            <p:cNvSpPr/>
            <p:nvPr/>
          </p:nvSpPr>
          <p:spPr>
            <a:xfrm>
              <a:off x="230721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2" name="pg119">
              <a:extLst>
                <a:ext uri="{FF2B5EF4-FFF2-40B4-BE49-F238E27FC236}">
                  <a16:creationId xmlns:a16="http://schemas.microsoft.com/office/drawing/2014/main" id="{3DB72BFA-4C47-2F4A-D4B7-F7CB977A4EAE}"/>
                </a:ext>
              </a:extLst>
            </p:cNvPr>
            <p:cNvSpPr/>
            <p:nvPr/>
          </p:nvSpPr>
          <p:spPr>
            <a:xfrm>
              <a:off x="428128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3" name="pg120">
              <a:extLst>
                <a:ext uri="{FF2B5EF4-FFF2-40B4-BE49-F238E27FC236}">
                  <a16:creationId xmlns:a16="http://schemas.microsoft.com/office/drawing/2014/main" id="{408BE7B8-3ED5-475D-B114-3DFF813FD3F6}"/>
                </a:ext>
              </a:extLst>
            </p:cNvPr>
            <p:cNvSpPr/>
            <p:nvPr/>
          </p:nvSpPr>
          <p:spPr>
            <a:xfrm>
              <a:off x="430196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4" name="pg121">
              <a:extLst>
                <a:ext uri="{FF2B5EF4-FFF2-40B4-BE49-F238E27FC236}">
                  <a16:creationId xmlns:a16="http://schemas.microsoft.com/office/drawing/2014/main" id="{F0BF5C14-74E1-D409-69E4-6BA3AC47F9B0}"/>
                </a:ext>
              </a:extLst>
            </p:cNvPr>
            <p:cNvSpPr/>
            <p:nvPr/>
          </p:nvSpPr>
          <p:spPr>
            <a:xfrm>
              <a:off x="440324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5" name="pg122">
              <a:extLst>
                <a:ext uri="{FF2B5EF4-FFF2-40B4-BE49-F238E27FC236}">
                  <a16:creationId xmlns:a16="http://schemas.microsoft.com/office/drawing/2014/main" id="{670BDFE7-32F6-E918-27AB-97F9380BFDE8}"/>
                </a:ext>
              </a:extLst>
            </p:cNvPr>
            <p:cNvSpPr/>
            <p:nvPr/>
          </p:nvSpPr>
          <p:spPr>
            <a:xfrm>
              <a:off x="230721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6" name="pg123">
              <a:extLst>
                <a:ext uri="{FF2B5EF4-FFF2-40B4-BE49-F238E27FC236}">
                  <a16:creationId xmlns:a16="http://schemas.microsoft.com/office/drawing/2014/main" id="{2D24FE6B-5EC0-135F-B89D-EEEA69DC9330}"/>
                </a:ext>
              </a:extLst>
            </p:cNvPr>
            <p:cNvSpPr/>
            <p:nvPr/>
          </p:nvSpPr>
          <p:spPr>
            <a:xfrm>
              <a:off x="346349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7" name="pg124">
              <a:extLst>
                <a:ext uri="{FF2B5EF4-FFF2-40B4-BE49-F238E27FC236}">
                  <a16:creationId xmlns:a16="http://schemas.microsoft.com/office/drawing/2014/main" id="{EC69ED02-7859-AB4D-18E2-BBC99ED64A2E}"/>
                </a:ext>
              </a:extLst>
            </p:cNvPr>
            <p:cNvSpPr/>
            <p:nvPr/>
          </p:nvSpPr>
          <p:spPr>
            <a:xfrm>
              <a:off x="43695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8" name="pg125">
              <a:extLst>
                <a:ext uri="{FF2B5EF4-FFF2-40B4-BE49-F238E27FC236}">
                  <a16:creationId xmlns:a16="http://schemas.microsoft.com/office/drawing/2014/main" id="{5A7F628C-21AD-AA6C-325A-62FEAB5A33C7}"/>
                </a:ext>
              </a:extLst>
            </p:cNvPr>
            <p:cNvSpPr/>
            <p:nvPr/>
          </p:nvSpPr>
          <p:spPr>
            <a:xfrm>
              <a:off x="430196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9" name="pg126">
              <a:extLst>
                <a:ext uri="{FF2B5EF4-FFF2-40B4-BE49-F238E27FC236}">
                  <a16:creationId xmlns:a16="http://schemas.microsoft.com/office/drawing/2014/main" id="{193464EB-FC15-AB02-B218-28124BA89A6C}"/>
                </a:ext>
              </a:extLst>
            </p:cNvPr>
            <p:cNvSpPr/>
            <p:nvPr/>
          </p:nvSpPr>
          <p:spPr>
            <a:xfrm>
              <a:off x="311262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0" name="pg127">
              <a:extLst>
                <a:ext uri="{FF2B5EF4-FFF2-40B4-BE49-F238E27FC236}">
                  <a16:creationId xmlns:a16="http://schemas.microsoft.com/office/drawing/2014/main" id="{DD2D8F80-5886-6EAB-F585-A9F55325B915}"/>
                </a:ext>
              </a:extLst>
            </p:cNvPr>
            <p:cNvSpPr/>
            <p:nvPr/>
          </p:nvSpPr>
          <p:spPr>
            <a:xfrm>
              <a:off x="238546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1" name="pg128">
              <a:extLst>
                <a:ext uri="{FF2B5EF4-FFF2-40B4-BE49-F238E27FC236}">
                  <a16:creationId xmlns:a16="http://schemas.microsoft.com/office/drawing/2014/main" id="{F0337750-1A6F-3208-0C69-896A8851D9BF}"/>
                </a:ext>
              </a:extLst>
            </p:cNvPr>
            <p:cNvSpPr/>
            <p:nvPr/>
          </p:nvSpPr>
          <p:spPr>
            <a:xfrm>
              <a:off x="350749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2" name="pg129">
              <a:extLst>
                <a:ext uri="{FF2B5EF4-FFF2-40B4-BE49-F238E27FC236}">
                  <a16:creationId xmlns:a16="http://schemas.microsoft.com/office/drawing/2014/main" id="{4B9E0588-518E-2580-8ACA-4588163B4910}"/>
                </a:ext>
              </a:extLst>
            </p:cNvPr>
            <p:cNvSpPr/>
            <p:nvPr/>
          </p:nvSpPr>
          <p:spPr>
            <a:xfrm>
              <a:off x="269085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3" name="pg130">
              <a:extLst>
                <a:ext uri="{FF2B5EF4-FFF2-40B4-BE49-F238E27FC236}">
                  <a16:creationId xmlns:a16="http://schemas.microsoft.com/office/drawing/2014/main" id="{56F5893D-071B-A346-D7CC-F53C91F4B729}"/>
                </a:ext>
              </a:extLst>
            </p:cNvPr>
            <p:cNvSpPr/>
            <p:nvPr/>
          </p:nvSpPr>
          <p:spPr>
            <a:xfrm>
              <a:off x="500448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4" name="pg131">
              <a:extLst>
                <a:ext uri="{FF2B5EF4-FFF2-40B4-BE49-F238E27FC236}">
                  <a16:creationId xmlns:a16="http://schemas.microsoft.com/office/drawing/2014/main" id="{93D0323C-6458-02FD-BCD9-A847DB33B40F}"/>
                </a:ext>
              </a:extLst>
            </p:cNvPr>
            <p:cNvSpPr/>
            <p:nvPr/>
          </p:nvSpPr>
          <p:spPr>
            <a:xfrm>
              <a:off x="440324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5" name="pg132">
              <a:extLst>
                <a:ext uri="{FF2B5EF4-FFF2-40B4-BE49-F238E27FC236}">
                  <a16:creationId xmlns:a16="http://schemas.microsoft.com/office/drawing/2014/main" id="{902764D2-72A1-07A2-EA56-2CABDA95AB11}"/>
                </a:ext>
              </a:extLst>
            </p:cNvPr>
            <p:cNvSpPr/>
            <p:nvPr/>
          </p:nvSpPr>
          <p:spPr>
            <a:xfrm>
              <a:off x="446905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6" name="pg133">
              <a:extLst>
                <a:ext uri="{FF2B5EF4-FFF2-40B4-BE49-F238E27FC236}">
                  <a16:creationId xmlns:a16="http://schemas.microsoft.com/office/drawing/2014/main" id="{C406D704-CB70-3DD8-C6EA-4665FACCD884}"/>
                </a:ext>
              </a:extLst>
            </p:cNvPr>
            <p:cNvSpPr/>
            <p:nvPr/>
          </p:nvSpPr>
          <p:spPr>
            <a:xfrm>
              <a:off x="437057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7" name="pg134">
              <a:extLst>
                <a:ext uri="{FF2B5EF4-FFF2-40B4-BE49-F238E27FC236}">
                  <a16:creationId xmlns:a16="http://schemas.microsoft.com/office/drawing/2014/main" id="{2A87CD82-BD90-4685-3123-E7241B4724FB}"/>
                </a:ext>
              </a:extLst>
            </p:cNvPr>
            <p:cNvSpPr/>
            <p:nvPr/>
          </p:nvSpPr>
          <p:spPr>
            <a:xfrm>
              <a:off x="495013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8" name="pg135">
              <a:extLst>
                <a:ext uri="{FF2B5EF4-FFF2-40B4-BE49-F238E27FC236}">
                  <a16:creationId xmlns:a16="http://schemas.microsoft.com/office/drawing/2014/main" id="{63D50C79-6C0F-AC14-98F2-FCD5FB6995C9}"/>
                </a:ext>
              </a:extLst>
            </p:cNvPr>
            <p:cNvSpPr/>
            <p:nvPr/>
          </p:nvSpPr>
          <p:spPr>
            <a:xfrm>
              <a:off x="311228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9" name="pg136">
              <a:extLst>
                <a:ext uri="{FF2B5EF4-FFF2-40B4-BE49-F238E27FC236}">
                  <a16:creationId xmlns:a16="http://schemas.microsoft.com/office/drawing/2014/main" id="{7319BB19-FF9D-F7DF-365B-94CFAF9768E8}"/>
                </a:ext>
              </a:extLst>
            </p:cNvPr>
            <p:cNvSpPr/>
            <p:nvPr/>
          </p:nvSpPr>
          <p:spPr>
            <a:xfrm>
              <a:off x="293719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0" name="pg137">
              <a:extLst>
                <a:ext uri="{FF2B5EF4-FFF2-40B4-BE49-F238E27FC236}">
                  <a16:creationId xmlns:a16="http://schemas.microsoft.com/office/drawing/2014/main" id="{DAEF2275-C84B-B1B0-43AC-DDF5B906A422}"/>
                </a:ext>
              </a:extLst>
            </p:cNvPr>
            <p:cNvSpPr/>
            <p:nvPr/>
          </p:nvSpPr>
          <p:spPr>
            <a:xfrm>
              <a:off x="352249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1" name="pg138">
              <a:extLst>
                <a:ext uri="{FF2B5EF4-FFF2-40B4-BE49-F238E27FC236}">
                  <a16:creationId xmlns:a16="http://schemas.microsoft.com/office/drawing/2014/main" id="{F937E569-862E-E881-9EEE-451451DBCA42}"/>
                </a:ext>
              </a:extLst>
            </p:cNvPr>
            <p:cNvSpPr/>
            <p:nvPr/>
          </p:nvSpPr>
          <p:spPr>
            <a:xfrm>
              <a:off x="443927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2" name="pg139">
              <a:extLst>
                <a:ext uri="{FF2B5EF4-FFF2-40B4-BE49-F238E27FC236}">
                  <a16:creationId xmlns:a16="http://schemas.microsoft.com/office/drawing/2014/main" id="{A98475B3-0796-8C71-F51D-0FB7DB41A78A}"/>
                </a:ext>
              </a:extLst>
            </p:cNvPr>
            <p:cNvSpPr/>
            <p:nvPr/>
          </p:nvSpPr>
          <p:spPr>
            <a:xfrm>
              <a:off x="349654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3" name="pg140">
              <a:extLst>
                <a:ext uri="{FF2B5EF4-FFF2-40B4-BE49-F238E27FC236}">
                  <a16:creationId xmlns:a16="http://schemas.microsoft.com/office/drawing/2014/main" id="{D551511F-3D39-1693-E54C-11D0B5465C22}"/>
                </a:ext>
              </a:extLst>
            </p:cNvPr>
            <p:cNvSpPr/>
            <p:nvPr/>
          </p:nvSpPr>
          <p:spPr>
            <a:xfrm>
              <a:off x="446610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4" name="pg141">
              <a:extLst>
                <a:ext uri="{FF2B5EF4-FFF2-40B4-BE49-F238E27FC236}">
                  <a16:creationId xmlns:a16="http://schemas.microsoft.com/office/drawing/2014/main" id="{7CD70110-223C-D9BF-6D1A-E0F2B4EDC8A5}"/>
                </a:ext>
              </a:extLst>
            </p:cNvPr>
            <p:cNvSpPr/>
            <p:nvPr/>
          </p:nvSpPr>
          <p:spPr>
            <a:xfrm>
              <a:off x="293060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5" name="pg142">
              <a:extLst>
                <a:ext uri="{FF2B5EF4-FFF2-40B4-BE49-F238E27FC236}">
                  <a16:creationId xmlns:a16="http://schemas.microsoft.com/office/drawing/2014/main" id="{14C992EA-1F00-7568-3769-37232F1FC515}"/>
                </a:ext>
              </a:extLst>
            </p:cNvPr>
            <p:cNvSpPr/>
            <p:nvPr/>
          </p:nvSpPr>
          <p:spPr>
            <a:xfrm>
              <a:off x="230281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6" name="pg143">
              <a:extLst>
                <a:ext uri="{FF2B5EF4-FFF2-40B4-BE49-F238E27FC236}">
                  <a16:creationId xmlns:a16="http://schemas.microsoft.com/office/drawing/2014/main" id="{C67EFC63-E226-4858-B4E9-3290A3A55DB6}"/>
                </a:ext>
              </a:extLst>
            </p:cNvPr>
            <p:cNvSpPr/>
            <p:nvPr/>
          </p:nvSpPr>
          <p:spPr>
            <a:xfrm>
              <a:off x="437470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7" name="pg144">
              <a:extLst>
                <a:ext uri="{FF2B5EF4-FFF2-40B4-BE49-F238E27FC236}">
                  <a16:creationId xmlns:a16="http://schemas.microsoft.com/office/drawing/2014/main" id="{F7ACA21E-578A-89C7-8387-672861C683DF}"/>
                </a:ext>
              </a:extLst>
            </p:cNvPr>
            <p:cNvSpPr/>
            <p:nvPr/>
          </p:nvSpPr>
          <p:spPr>
            <a:xfrm>
              <a:off x="446391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8" name="pg145">
              <a:extLst>
                <a:ext uri="{FF2B5EF4-FFF2-40B4-BE49-F238E27FC236}">
                  <a16:creationId xmlns:a16="http://schemas.microsoft.com/office/drawing/2014/main" id="{15051060-C813-DD57-930B-9FBBD1E05823}"/>
                </a:ext>
              </a:extLst>
            </p:cNvPr>
            <p:cNvSpPr/>
            <p:nvPr/>
          </p:nvSpPr>
          <p:spPr>
            <a:xfrm>
              <a:off x="289174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9" name="pg146">
              <a:extLst>
                <a:ext uri="{FF2B5EF4-FFF2-40B4-BE49-F238E27FC236}">
                  <a16:creationId xmlns:a16="http://schemas.microsoft.com/office/drawing/2014/main" id="{FC2849A8-0FA9-3582-C8E7-37C3E9073C4C}"/>
                </a:ext>
              </a:extLst>
            </p:cNvPr>
            <p:cNvSpPr/>
            <p:nvPr/>
          </p:nvSpPr>
          <p:spPr>
            <a:xfrm>
              <a:off x="495414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0" name="pg147">
              <a:extLst>
                <a:ext uri="{FF2B5EF4-FFF2-40B4-BE49-F238E27FC236}">
                  <a16:creationId xmlns:a16="http://schemas.microsoft.com/office/drawing/2014/main" id="{2D2906C1-2A02-0482-B482-16CC3BE4ED48}"/>
                </a:ext>
              </a:extLst>
            </p:cNvPr>
            <p:cNvSpPr/>
            <p:nvPr/>
          </p:nvSpPr>
          <p:spPr>
            <a:xfrm>
              <a:off x="421363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1" name="pg148">
              <a:extLst>
                <a:ext uri="{FF2B5EF4-FFF2-40B4-BE49-F238E27FC236}">
                  <a16:creationId xmlns:a16="http://schemas.microsoft.com/office/drawing/2014/main" id="{DE855DE9-628F-1CA4-90F0-16F663753961}"/>
                </a:ext>
              </a:extLst>
            </p:cNvPr>
            <p:cNvSpPr/>
            <p:nvPr/>
          </p:nvSpPr>
          <p:spPr>
            <a:xfrm>
              <a:off x="428379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2" name="pg149">
              <a:extLst>
                <a:ext uri="{FF2B5EF4-FFF2-40B4-BE49-F238E27FC236}">
                  <a16:creationId xmlns:a16="http://schemas.microsoft.com/office/drawing/2014/main" id="{832F477A-541C-7CF3-BABA-44571DEEAF22}"/>
                </a:ext>
              </a:extLst>
            </p:cNvPr>
            <p:cNvSpPr/>
            <p:nvPr/>
          </p:nvSpPr>
          <p:spPr>
            <a:xfrm>
              <a:off x="269086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3" name="pg150">
              <a:extLst>
                <a:ext uri="{FF2B5EF4-FFF2-40B4-BE49-F238E27FC236}">
                  <a16:creationId xmlns:a16="http://schemas.microsoft.com/office/drawing/2014/main" id="{0D01FC77-C0F0-E0FE-2CAF-BEA149AC6B13}"/>
                </a:ext>
              </a:extLst>
            </p:cNvPr>
            <p:cNvSpPr/>
            <p:nvPr/>
          </p:nvSpPr>
          <p:spPr>
            <a:xfrm>
              <a:off x="452555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4" name="pg151">
              <a:extLst>
                <a:ext uri="{FF2B5EF4-FFF2-40B4-BE49-F238E27FC236}">
                  <a16:creationId xmlns:a16="http://schemas.microsoft.com/office/drawing/2014/main" id="{E7DF1F29-C813-C0F1-AE35-B5A582035E0E}"/>
                </a:ext>
              </a:extLst>
            </p:cNvPr>
            <p:cNvSpPr/>
            <p:nvPr/>
          </p:nvSpPr>
          <p:spPr>
            <a:xfrm>
              <a:off x="315303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5" name="pg152">
              <a:extLst>
                <a:ext uri="{FF2B5EF4-FFF2-40B4-BE49-F238E27FC236}">
                  <a16:creationId xmlns:a16="http://schemas.microsoft.com/office/drawing/2014/main" id="{4BF20C9C-DB17-AD45-9B88-245928B6E3EE}"/>
                </a:ext>
              </a:extLst>
            </p:cNvPr>
            <p:cNvSpPr/>
            <p:nvPr/>
          </p:nvSpPr>
          <p:spPr>
            <a:xfrm>
              <a:off x="313912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6" name="pg153">
              <a:extLst>
                <a:ext uri="{FF2B5EF4-FFF2-40B4-BE49-F238E27FC236}">
                  <a16:creationId xmlns:a16="http://schemas.microsoft.com/office/drawing/2014/main" id="{F4F66C7D-EC41-3371-7EFB-8DC9D6A9CFAB}"/>
                </a:ext>
              </a:extLst>
            </p:cNvPr>
            <p:cNvSpPr/>
            <p:nvPr/>
          </p:nvSpPr>
          <p:spPr>
            <a:xfrm>
              <a:off x="444277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7" name="pg154">
              <a:extLst>
                <a:ext uri="{FF2B5EF4-FFF2-40B4-BE49-F238E27FC236}">
                  <a16:creationId xmlns:a16="http://schemas.microsoft.com/office/drawing/2014/main" id="{1321DAF2-E13C-F31F-01EE-23AB158CAE55}"/>
                </a:ext>
              </a:extLst>
            </p:cNvPr>
            <p:cNvSpPr/>
            <p:nvPr/>
          </p:nvSpPr>
          <p:spPr>
            <a:xfrm>
              <a:off x="446391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8" name="pg155">
              <a:extLst>
                <a:ext uri="{FF2B5EF4-FFF2-40B4-BE49-F238E27FC236}">
                  <a16:creationId xmlns:a16="http://schemas.microsoft.com/office/drawing/2014/main" id="{917FE8DD-EC92-3A96-3BDA-7D0831A67991}"/>
                </a:ext>
              </a:extLst>
            </p:cNvPr>
            <p:cNvSpPr/>
            <p:nvPr/>
          </p:nvSpPr>
          <p:spPr>
            <a:xfrm>
              <a:off x="237483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9" name="pg156">
              <a:extLst>
                <a:ext uri="{FF2B5EF4-FFF2-40B4-BE49-F238E27FC236}">
                  <a16:creationId xmlns:a16="http://schemas.microsoft.com/office/drawing/2014/main" id="{2A40FBF0-C44D-7013-966D-99D5F3019D86}"/>
                </a:ext>
              </a:extLst>
            </p:cNvPr>
            <p:cNvSpPr/>
            <p:nvPr/>
          </p:nvSpPr>
          <p:spPr>
            <a:xfrm>
              <a:off x="311031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0" name="pg157">
              <a:extLst>
                <a:ext uri="{FF2B5EF4-FFF2-40B4-BE49-F238E27FC236}">
                  <a16:creationId xmlns:a16="http://schemas.microsoft.com/office/drawing/2014/main" id="{C97F9749-44A0-ABC9-4136-3640059301C5}"/>
                </a:ext>
              </a:extLst>
            </p:cNvPr>
            <p:cNvSpPr/>
            <p:nvPr/>
          </p:nvSpPr>
          <p:spPr>
            <a:xfrm>
              <a:off x="332092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1" name="pg158">
              <a:extLst>
                <a:ext uri="{FF2B5EF4-FFF2-40B4-BE49-F238E27FC236}">
                  <a16:creationId xmlns:a16="http://schemas.microsoft.com/office/drawing/2014/main" id="{B3F27EF3-2DBC-191C-5E1A-5D2A7E749B6E}"/>
                </a:ext>
              </a:extLst>
            </p:cNvPr>
            <p:cNvSpPr/>
            <p:nvPr/>
          </p:nvSpPr>
          <p:spPr>
            <a:xfrm>
              <a:off x="289855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2" name="pg159">
              <a:extLst>
                <a:ext uri="{FF2B5EF4-FFF2-40B4-BE49-F238E27FC236}">
                  <a16:creationId xmlns:a16="http://schemas.microsoft.com/office/drawing/2014/main" id="{4D9B69D9-0D4A-1095-7A01-3A10FC488A48}"/>
                </a:ext>
              </a:extLst>
            </p:cNvPr>
            <p:cNvSpPr/>
            <p:nvPr/>
          </p:nvSpPr>
          <p:spPr>
            <a:xfrm>
              <a:off x="421363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3" name="pg160">
              <a:extLst>
                <a:ext uri="{FF2B5EF4-FFF2-40B4-BE49-F238E27FC236}">
                  <a16:creationId xmlns:a16="http://schemas.microsoft.com/office/drawing/2014/main" id="{6C0A9CCB-C0D4-8AAD-3BE2-24891180DDE3}"/>
                </a:ext>
              </a:extLst>
            </p:cNvPr>
            <p:cNvSpPr/>
            <p:nvPr/>
          </p:nvSpPr>
          <p:spPr>
            <a:xfrm>
              <a:off x="437357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4" name="pg161">
              <a:extLst>
                <a:ext uri="{FF2B5EF4-FFF2-40B4-BE49-F238E27FC236}">
                  <a16:creationId xmlns:a16="http://schemas.microsoft.com/office/drawing/2014/main" id="{0D198BEA-8DD8-E774-18F6-F774B7FDD5BF}"/>
                </a:ext>
              </a:extLst>
            </p:cNvPr>
            <p:cNvSpPr/>
            <p:nvPr/>
          </p:nvSpPr>
          <p:spPr>
            <a:xfrm>
              <a:off x="230281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5" name="pg162">
              <a:extLst>
                <a:ext uri="{FF2B5EF4-FFF2-40B4-BE49-F238E27FC236}">
                  <a16:creationId xmlns:a16="http://schemas.microsoft.com/office/drawing/2014/main" id="{6BD3CD17-9694-0CA9-E51D-5590D534507D}"/>
                </a:ext>
              </a:extLst>
            </p:cNvPr>
            <p:cNvSpPr/>
            <p:nvPr/>
          </p:nvSpPr>
          <p:spPr>
            <a:xfrm>
              <a:off x="31660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6" name="pg163">
              <a:extLst>
                <a:ext uri="{FF2B5EF4-FFF2-40B4-BE49-F238E27FC236}">
                  <a16:creationId xmlns:a16="http://schemas.microsoft.com/office/drawing/2014/main" id="{DFD8AE13-9A0B-01BE-9D8D-2AEF99B9FF91}"/>
                </a:ext>
              </a:extLst>
            </p:cNvPr>
            <p:cNvSpPr/>
            <p:nvPr/>
          </p:nvSpPr>
          <p:spPr>
            <a:xfrm>
              <a:off x="500556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7" name="pg164">
              <a:extLst>
                <a:ext uri="{FF2B5EF4-FFF2-40B4-BE49-F238E27FC236}">
                  <a16:creationId xmlns:a16="http://schemas.microsoft.com/office/drawing/2014/main" id="{8212D52B-231E-F3DD-1095-0B85F802CFBE}"/>
                </a:ext>
              </a:extLst>
            </p:cNvPr>
            <p:cNvSpPr/>
            <p:nvPr/>
          </p:nvSpPr>
          <p:spPr>
            <a:xfrm>
              <a:off x="452800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8" name="pt165">
              <a:extLst>
                <a:ext uri="{FF2B5EF4-FFF2-40B4-BE49-F238E27FC236}">
                  <a16:creationId xmlns:a16="http://schemas.microsoft.com/office/drawing/2014/main" id="{0BD9AC04-3F61-BFEB-ED7D-E350166BA322}"/>
                </a:ext>
              </a:extLst>
            </p:cNvPr>
            <p:cNvSpPr/>
            <p:nvPr/>
          </p:nvSpPr>
          <p:spPr>
            <a:xfrm>
              <a:off x="355620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9" name="pt166">
              <a:extLst>
                <a:ext uri="{FF2B5EF4-FFF2-40B4-BE49-F238E27FC236}">
                  <a16:creationId xmlns:a16="http://schemas.microsoft.com/office/drawing/2014/main" id="{7B6FC4CB-9E66-7A01-F989-F9887A542A52}"/>
                </a:ext>
              </a:extLst>
            </p:cNvPr>
            <p:cNvSpPr/>
            <p:nvPr/>
          </p:nvSpPr>
          <p:spPr>
            <a:xfrm>
              <a:off x="201550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0" name="pt167">
              <a:extLst>
                <a:ext uri="{FF2B5EF4-FFF2-40B4-BE49-F238E27FC236}">
                  <a16:creationId xmlns:a16="http://schemas.microsoft.com/office/drawing/2014/main" id="{BC0BB202-32CF-9CA4-2056-84C72A8EC7C2}"/>
                </a:ext>
              </a:extLst>
            </p:cNvPr>
            <p:cNvSpPr/>
            <p:nvPr/>
          </p:nvSpPr>
          <p:spPr>
            <a:xfrm>
              <a:off x="4283487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1" name="pt168">
              <a:extLst>
                <a:ext uri="{FF2B5EF4-FFF2-40B4-BE49-F238E27FC236}">
                  <a16:creationId xmlns:a16="http://schemas.microsoft.com/office/drawing/2014/main" id="{F4C415E9-C244-DF26-4A24-C495E1C63ABC}"/>
                </a:ext>
              </a:extLst>
            </p:cNvPr>
            <p:cNvSpPr/>
            <p:nvPr/>
          </p:nvSpPr>
          <p:spPr>
            <a:xfrm>
              <a:off x="4964288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2" name="pt169">
              <a:extLst>
                <a:ext uri="{FF2B5EF4-FFF2-40B4-BE49-F238E27FC236}">
                  <a16:creationId xmlns:a16="http://schemas.microsoft.com/office/drawing/2014/main" id="{A7339EFF-B686-A891-4C57-380D2C857991}"/>
                </a:ext>
              </a:extLst>
            </p:cNvPr>
            <p:cNvSpPr/>
            <p:nvPr/>
          </p:nvSpPr>
          <p:spPr>
            <a:xfrm>
              <a:off x="447016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3" name="pt170">
              <a:extLst>
                <a:ext uri="{FF2B5EF4-FFF2-40B4-BE49-F238E27FC236}">
                  <a16:creationId xmlns:a16="http://schemas.microsoft.com/office/drawing/2014/main" id="{7F4334D2-E852-6B2E-4175-1FBE54F5D1C4}"/>
                </a:ext>
              </a:extLst>
            </p:cNvPr>
            <p:cNvSpPr/>
            <p:nvPr/>
          </p:nvSpPr>
          <p:spPr>
            <a:xfrm>
              <a:off x="3747376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4" name="pt171">
              <a:extLst>
                <a:ext uri="{FF2B5EF4-FFF2-40B4-BE49-F238E27FC236}">
                  <a16:creationId xmlns:a16="http://schemas.microsoft.com/office/drawing/2014/main" id="{3E834E1B-D563-55BE-E023-2A2DC7AEA62C}"/>
                </a:ext>
              </a:extLst>
            </p:cNvPr>
            <p:cNvSpPr/>
            <p:nvPr/>
          </p:nvSpPr>
          <p:spPr>
            <a:xfrm>
              <a:off x="3532257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5" name="pt172">
              <a:extLst>
                <a:ext uri="{FF2B5EF4-FFF2-40B4-BE49-F238E27FC236}">
                  <a16:creationId xmlns:a16="http://schemas.microsoft.com/office/drawing/2014/main" id="{668BF352-087E-AF90-3077-C4D2626D319E}"/>
                </a:ext>
              </a:extLst>
            </p:cNvPr>
            <p:cNvSpPr/>
            <p:nvPr/>
          </p:nvSpPr>
          <p:spPr>
            <a:xfrm>
              <a:off x="424858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6" name="pt173">
              <a:extLst>
                <a:ext uri="{FF2B5EF4-FFF2-40B4-BE49-F238E27FC236}">
                  <a16:creationId xmlns:a16="http://schemas.microsoft.com/office/drawing/2014/main" id="{F2E40FB9-4362-7FC9-DFF1-2A1A3DFC45E2}"/>
                </a:ext>
              </a:extLst>
            </p:cNvPr>
            <p:cNvSpPr/>
            <p:nvPr/>
          </p:nvSpPr>
          <p:spPr>
            <a:xfrm>
              <a:off x="4087651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7" name="pt174">
              <a:extLst>
                <a:ext uri="{FF2B5EF4-FFF2-40B4-BE49-F238E27FC236}">
                  <a16:creationId xmlns:a16="http://schemas.microsoft.com/office/drawing/2014/main" id="{6E872666-F304-3C3F-376E-96EF9AFB701D}"/>
                </a:ext>
              </a:extLst>
            </p:cNvPr>
            <p:cNvSpPr/>
            <p:nvPr/>
          </p:nvSpPr>
          <p:spPr>
            <a:xfrm>
              <a:off x="3776985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8" name="pt175">
              <a:extLst>
                <a:ext uri="{FF2B5EF4-FFF2-40B4-BE49-F238E27FC236}">
                  <a16:creationId xmlns:a16="http://schemas.microsoft.com/office/drawing/2014/main" id="{953DD987-E230-5834-C2CC-12505AC03C17}"/>
                </a:ext>
              </a:extLst>
            </p:cNvPr>
            <p:cNvSpPr/>
            <p:nvPr/>
          </p:nvSpPr>
          <p:spPr>
            <a:xfrm>
              <a:off x="4190179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9" name="pt176">
              <a:extLst>
                <a:ext uri="{FF2B5EF4-FFF2-40B4-BE49-F238E27FC236}">
                  <a16:creationId xmlns:a16="http://schemas.microsoft.com/office/drawing/2014/main" id="{7E42B98D-09FB-AF5A-8812-21971366C8B9}"/>
                </a:ext>
              </a:extLst>
            </p:cNvPr>
            <p:cNvSpPr/>
            <p:nvPr/>
          </p:nvSpPr>
          <p:spPr>
            <a:xfrm>
              <a:off x="259652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0" name="pt177">
              <a:extLst>
                <a:ext uri="{FF2B5EF4-FFF2-40B4-BE49-F238E27FC236}">
                  <a16:creationId xmlns:a16="http://schemas.microsoft.com/office/drawing/2014/main" id="{C109B599-AFB6-6750-C640-0B9CD61B5A5B}"/>
                </a:ext>
              </a:extLst>
            </p:cNvPr>
            <p:cNvSpPr/>
            <p:nvPr/>
          </p:nvSpPr>
          <p:spPr>
            <a:xfrm>
              <a:off x="448695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1" name="pt178">
              <a:extLst>
                <a:ext uri="{FF2B5EF4-FFF2-40B4-BE49-F238E27FC236}">
                  <a16:creationId xmlns:a16="http://schemas.microsoft.com/office/drawing/2014/main" id="{5F10EBBA-0C35-2432-DF4B-BF5301BA612E}"/>
                </a:ext>
              </a:extLst>
            </p:cNvPr>
            <p:cNvSpPr/>
            <p:nvPr/>
          </p:nvSpPr>
          <p:spPr>
            <a:xfrm>
              <a:off x="4975666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2" name="pt179">
              <a:extLst>
                <a:ext uri="{FF2B5EF4-FFF2-40B4-BE49-F238E27FC236}">
                  <a16:creationId xmlns:a16="http://schemas.microsoft.com/office/drawing/2014/main" id="{5F45C9AC-A850-0E39-18FF-7BD57C3780A5}"/>
                </a:ext>
              </a:extLst>
            </p:cNvPr>
            <p:cNvSpPr/>
            <p:nvPr/>
          </p:nvSpPr>
          <p:spPr>
            <a:xfrm>
              <a:off x="473511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3" name="pt180">
              <a:extLst>
                <a:ext uri="{FF2B5EF4-FFF2-40B4-BE49-F238E27FC236}">
                  <a16:creationId xmlns:a16="http://schemas.microsoft.com/office/drawing/2014/main" id="{B194E617-91F6-BCEF-83E7-B5E75415ECBF}"/>
                </a:ext>
              </a:extLst>
            </p:cNvPr>
            <p:cNvSpPr/>
            <p:nvPr/>
          </p:nvSpPr>
          <p:spPr>
            <a:xfrm>
              <a:off x="4190049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4" name="pt181">
              <a:extLst>
                <a:ext uri="{FF2B5EF4-FFF2-40B4-BE49-F238E27FC236}">
                  <a16:creationId xmlns:a16="http://schemas.microsoft.com/office/drawing/2014/main" id="{EAF56DE1-C9C5-6D7A-28FF-D5F83B27958E}"/>
                </a:ext>
              </a:extLst>
            </p:cNvPr>
            <p:cNvSpPr/>
            <p:nvPr/>
          </p:nvSpPr>
          <p:spPr>
            <a:xfrm>
              <a:off x="3538787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5" name="pt182">
              <a:extLst>
                <a:ext uri="{FF2B5EF4-FFF2-40B4-BE49-F238E27FC236}">
                  <a16:creationId xmlns:a16="http://schemas.microsoft.com/office/drawing/2014/main" id="{9D8B9DF3-8E79-1C9B-1FEC-BE97840DCD39}"/>
                </a:ext>
              </a:extLst>
            </p:cNvPr>
            <p:cNvSpPr/>
            <p:nvPr/>
          </p:nvSpPr>
          <p:spPr>
            <a:xfrm>
              <a:off x="3994205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6" name="pt183">
              <a:extLst>
                <a:ext uri="{FF2B5EF4-FFF2-40B4-BE49-F238E27FC236}">
                  <a16:creationId xmlns:a16="http://schemas.microsoft.com/office/drawing/2014/main" id="{CAA240F1-2FDD-BB4E-70BA-9FDC2BA5A1B8}"/>
                </a:ext>
              </a:extLst>
            </p:cNvPr>
            <p:cNvSpPr/>
            <p:nvPr/>
          </p:nvSpPr>
          <p:spPr>
            <a:xfrm>
              <a:off x="443737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7" name="pt184">
              <a:extLst>
                <a:ext uri="{FF2B5EF4-FFF2-40B4-BE49-F238E27FC236}">
                  <a16:creationId xmlns:a16="http://schemas.microsoft.com/office/drawing/2014/main" id="{30B66023-5299-07A9-1406-B50629360210}"/>
                </a:ext>
              </a:extLst>
            </p:cNvPr>
            <p:cNvSpPr/>
            <p:nvPr/>
          </p:nvSpPr>
          <p:spPr>
            <a:xfrm>
              <a:off x="2642794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8" name="pt185">
              <a:extLst>
                <a:ext uri="{FF2B5EF4-FFF2-40B4-BE49-F238E27FC236}">
                  <a16:creationId xmlns:a16="http://schemas.microsoft.com/office/drawing/2014/main" id="{28E3260E-7EAD-60BE-85AD-1E145F6A5468}"/>
                </a:ext>
              </a:extLst>
            </p:cNvPr>
            <p:cNvSpPr/>
            <p:nvPr/>
          </p:nvSpPr>
          <p:spPr>
            <a:xfrm>
              <a:off x="4283487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9" name="pt186">
              <a:extLst>
                <a:ext uri="{FF2B5EF4-FFF2-40B4-BE49-F238E27FC236}">
                  <a16:creationId xmlns:a16="http://schemas.microsoft.com/office/drawing/2014/main" id="{29AA272A-0C29-7D19-3B30-1C53052EE529}"/>
                </a:ext>
              </a:extLst>
            </p:cNvPr>
            <p:cNvSpPr/>
            <p:nvPr/>
          </p:nvSpPr>
          <p:spPr>
            <a:xfrm>
              <a:off x="2060068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0" name="pt187">
              <a:extLst>
                <a:ext uri="{FF2B5EF4-FFF2-40B4-BE49-F238E27FC236}">
                  <a16:creationId xmlns:a16="http://schemas.microsoft.com/office/drawing/2014/main" id="{FEE0141D-6EB7-911B-5AE8-B566F8080B0B}"/>
                </a:ext>
              </a:extLst>
            </p:cNvPr>
            <p:cNvSpPr/>
            <p:nvPr/>
          </p:nvSpPr>
          <p:spPr>
            <a:xfrm>
              <a:off x="3654955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1" name="pt188">
              <a:extLst>
                <a:ext uri="{FF2B5EF4-FFF2-40B4-BE49-F238E27FC236}">
                  <a16:creationId xmlns:a16="http://schemas.microsoft.com/office/drawing/2014/main" id="{71C21A99-4485-E63C-D2F4-99468924E66A}"/>
                </a:ext>
              </a:extLst>
            </p:cNvPr>
            <p:cNvSpPr/>
            <p:nvPr/>
          </p:nvSpPr>
          <p:spPr>
            <a:xfrm>
              <a:off x="2010389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2" name="pt189">
              <a:extLst>
                <a:ext uri="{FF2B5EF4-FFF2-40B4-BE49-F238E27FC236}">
                  <a16:creationId xmlns:a16="http://schemas.microsoft.com/office/drawing/2014/main" id="{1989CFDF-C569-4B47-49F7-4E088648F07C}"/>
                </a:ext>
              </a:extLst>
            </p:cNvPr>
            <p:cNvSpPr/>
            <p:nvPr/>
          </p:nvSpPr>
          <p:spPr>
            <a:xfrm>
              <a:off x="357032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3" name="pt190">
              <a:extLst>
                <a:ext uri="{FF2B5EF4-FFF2-40B4-BE49-F238E27FC236}">
                  <a16:creationId xmlns:a16="http://schemas.microsoft.com/office/drawing/2014/main" id="{B3E1F1AE-8261-D49E-E2A9-961D4DA0EE30}"/>
                </a:ext>
              </a:extLst>
            </p:cNvPr>
            <p:cNvSpPr/>
            <p:nvPr/>
          </p:nvSpPr>
          <p:spPr>
            <a:xfrm>
              <a:off x="3646728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4" name="pt191">
              <a:extLst>
                <a:ext uri="{FF2B5EF4-FFF2-40B4-BE49-F238E27FC236}">
                  <a16:creationId xmlns:a16="http://schemas.microsoft.com/office/drawing/2014/main" id="{5EA45BAE-2297-30D5-1939-E3B30EA6F718}"/>
                </a:ext>
              </a:extLst>
            </p:cNvPr>
            <p:cNvSpPr/>
            <p:nvPr/>
          </p:nvSpPr>
          <p:spPr>
            <a:xfrm>
              <a:off x="436711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5" name="pt192">
              <a:extLst>
                <a:ext uri="{FF2B5EF4-FFF2-40B4-BE49-F238E27FC236}">
                  <a16:creationId xmlns:a16="http://schemas.microsoft.com/office/drawing/2014/main" id="{B15BB48E-5EC5-4650-6C94-6389A3F8BD27}"/>
                </a:ext>
              </a:extLst>
            </p:cNvPr>
            <p:cNvSpPr/>
            <p:nvPr/>
          </p:nvSpPr>
          <p:spPr>
            <a:xfrm>
              <a:off x="438060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6" name="pt193">
              <a:extLst>
                <a:ext uri="{FF2B5EF4-FFF2-40B4-BE49-F238E27FC236}">
                  <a16:creationId xmlns:a16="http://schemas.microsoft.com/office/drawing/2014/main" id="{9FA9FEBF-0E3A-B282-688A-ADF03C7E8432}"/>
                </a:ext>
              </a:extLst>
            </p:cNvPr>
            <p:cNvSpPr/>
            <p:nvPr/>
          </p:nvSpPr>
          <p:spPr>
            <a:xfrm>
              <a:off x="473511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7" name="pt194">
              <a:extLst>
                <a:ext uri="{FF2B5EF4-FFF2-40B4-BE49-F238E27FC236}">
                  <a16:creationId xmlns:a16="http://schemas.microsoft.com/office/drawing/2014/main" id="{D1E3F81C-1536-1AC8-A624-7B972ED566D1}"/>
                </a:ext>
              </a:extLst>
            </p:cNvPr>
            <p:cNvSpPr/>
            <p:nvPr/>
          </p:nvSpPr>
          <p:spPr>
            <a:xfrm>
              <a:off x="2060366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8" name="pt195">
              <a:extLst>
                <a:ext uri="{FF2B5EF4-FFF2-40B4-BE49-F238E27FC236}">
                  <a16:creationId xmlns:a16="http://schemas.microsoft.com/office/drawing/2014/main" id="{B869BA69-7E81-A36D-DDBC-C4EE4552A50B}"/>
                </a:ext>
              </a:extLst>
            </p:cNvPr>
            <p:cNvSpPr/>
            <p:nvPr/>
          </p:nvSpPr>
          <p:spPr>
            <a:xfrm>
              <a:off x="416076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9" name="pt196">
              <a:extLst>
                <a:ext uri="{FF2B5EF4-FFF2-40B4-BE49-F238E27FC236}">
                  <a16:creationId xmlns:a16="http://schemas.microsoft.com/office/drawing/2014/main" id="{802DECDA-D685-A938-1B41-C273CF81BD04}"/>
                </a:ext>
              </a:extLst>
            </p:cNvPr>
            <p:cNvSpPr/>
            <p:nvPr/>
          </p:nvSpPr>
          <p:spPr>
            <a:xfrm>
              <a:off x="4248896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0" name="pt197">
              <a:extLst>
                <a:ext uri="{FF2B5EF4-FFF2-40B4-BE49-F238E27FC236}">
                  <a16:creationId xmlns:a16="http://schemas.microsoft.com/office/drawing/2014/main" id="{CE299DCC-944D-7C05-08E7-3759B241E80E}"/>
                </a:ext>
              </a:extLst>
            </p:cNvPr>
            <p:cNvSpPr/>
            <p:nvPr/>
          </p:nvSpPr>
          <p:spPr>
            <a:xfrm>
              <a:off x="259668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1" name="pt198">
              <a:extLst>
                <a:ext uri="{FF2B5EF4-FFF2-40B4-BE49-F238E27FC236}">
                  <a16:creationId xmlns:a16="http://schemas.microsoft.com/office/drawing/2014/main" id="{32FDAC09-FBE0-0B5E-CFB0-EDC87E773E57}"/>
                </a:ext>
              </a:extLst>
            </p:cNvPr>
            <p:cNvSpPr/>
            <p:nvPr/>
          </p:nvSpPr>
          <p:spPr>
            <a:xfrm>
              <a:off x="416076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2" name="pt199">
              <a:extLst>
                <a:ext uri="{FF2B5EF4-FFF2-40B4-BE49-F238E27FC236}">
                  <a16:creationId xmlns:a16="http://schemas.microsoft.com/office/drawing/2014/main" id="{EB2BDB86-7175-84FA-9E07-09A6025FB309}"/>
                </a:ext>
              </a:extLst>
            </p:cNvPr>
            <p:cNvSpPr/>
            <p:nvPr/>
          </p:nvSpPr>
          <p:spPr>
            <a:xfrm>
              <a:off x="2381206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3" name="pt200">
              <a:extLst>
                <a:ext uri="{FF2B5EF4-FFF2-40B4-BE49-F238E27FC236}">
                  <a16:creationId xmlns:a16="http://schemas.microsoft.com/office/drawing/2014/main" id="{85419177-DE46-A027-8D52-22AA52B1A8B6}"/>
                </a:ext>
              </a:extLst>
            </p:cNvPr>
            <p:cNvSpPr/>
            <p:nvPr/>
          </p:nvSpPr>
          <p:spPr>
            <a:xfrm>
              <a:off x="453354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4" name="pt201">
              <a:extLst>
                <a:ext uri="{FF2B5EF4-FFF2-40B4-BE49-F238E27FC236}">
                  <a16:creationId xmlns:a16="http://schemas.microsoft.com/office/drawing/2014/main" id="{8ED722DA-3CA8-5CDD-2732-5FF46EE926E9}"/>
                </a:ext>
              </a:extLst>
            </p:cNvPr>
            <p:cNvSpPr/>
            <p:nvPr/>
          </p:nvSpPr>
          <p:spPr>
            <a:xfrm>
              <a:off x="3743645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5" name="pt202">
              <a:extLst>
                <a:ext uri="{FF2B5EF4-FFF2-40B4-BE49-F238E27FC236}">
                  <a16:creationId xmlns:a16="http://schemas.microsoft.com/office/drawing/2014/main" id="{B575F4F6-2F42-EE20-AA72-B6055F3981D9}"/>
                </a:ext>
              </a:extLst>
            </p:cNvPr>
            <p:cNvSpPr/>
            <p:nvPr/>
          </p:nvSpPr>
          <p:spPr>
            <a:xfrm>
              <a:off x="452735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6" name="pt203">
              <a:extLst>
                <a:ext uri="{FF2B5EF4-FFF2-40B4-BE49-F238E27FC236}">
                  <a16:creationId xmlns:a16="http://schemas.microsoft.com/office/drawing/2014/main" id="{BA1716AC-8248-3B3F-2282-86E95224FBCB}"/>
                </a:ext>
              </a:extLst>
            </p:cNvPr>
            <p:cNvSpPr/>
            <p:nvPr/>
          </p:nvSpPr>
          <p:spPr>
            <a:xfrm>
              <a:off x="2643257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7" name="pt204">
              <a:extLst>
                <a:ext uri="{FF2B5EF4-FFF2-40B4-BE49-F238E27FC236}">
                  <a16:creationId xmlns:a16="http://schemas.microsoft.com/office/drawing/2014/main" id="{320CD8E0-4C66-2FB9-4898-90AC5D66D074}"/>
                </a:ext>
              </a:extLst>
            </p:cNvPr>
            <p:cNvSpPr/>
            <p:nvPr/>
          </p:nvSpPr>
          <p:spPr>
            <a:xfrm>
              <a:off x="201550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8" name="pt205">
              <a:extLst>
                <a:ext uri="{FF2B5EF4-FFF2-40B4-BE49-F238E27FC236}">
                  <a16:creationId xmlns:a16="http://schemas.microsoft.com/office/drawing/2014/main" id="{525E8315-4B49-575F-E32B-58CA7D641D3C}"/>
                </a:ext>
              </a:extLst>
            </p:cNvPr>
            <p:cNvSpPr/>
            <p:nvPr/>
          </p:nvSpPr>
          <p:spPr>
            <a:xfrm>
              <a:off x="201039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9" name="pt206">
              <a:extLst>
                <a:ext uri="{FF2B5EF4-FFF2-40B4-BE49-F238E27FC236}">
                  <a16:creationId xmlns:a16="http://schemas.microsoft.com/office/drawing/2014/main" id="{D645F55C-B001-D405-3C72-ABBB2988A063}"/>
                </a:ext>
              </a:extLst>
            </p:cNvPr>
            <p:cNvSpPr/>
            <p:nvPr/>
          </p:nvSpPr>
          <p:spPr>
            <a:xfrm>
              <a:off x="374770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0" name="pt207">
              <a:extLst>
                <a:ext uri="{FF2B5EF4-FFF2-40B4-BE49-F238E27FC236}">
                  <a16:creationId xmlns:a16="http://schemas.microsoft.com/office/drawing/2014/main" id="{705FE021-9FD9-7EF6-7A07-CE0C8EC45AD8}"/>
                </a:ext>
              </a:extLst>
            </p:cNvPr>
            <p:cNvSpPr/>
            <p:nvPr/>
          </p:nvSpPr>
          <p:spPr>
            <a:xfrm>
              <a:off x="3547373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1" name="pt208">
              <a:extLst>
                <a:ext uri="{FF2B5EF4-FFF2-40B4-BE49-F238E27FC236}">
                  <a16:creationId xmlns:a16="http://schemas.microsoft.com/office/drawing/2014/main" id="{25D64120-7E3B-EDAB-C643-506A3E5A1CD4}"/>
                </a:ext>
              </a:extLst>
            </p:cNvPr>
            <p:cNvSpPr/>
            <p:nvPr/>
          </p:nvSpPr>
          <p:spPr>
            <a:xfrm>
              <a:off x="3515849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2" name="pt209">
              <a:extLst>
                <a:ext uri="{FF2B5EF4-FFF2-40B4-BE49-F238E27FC236}">
                  <a16:creationId xmlns:a16="http://schemas.microsoft.com/office/drawing/2014/main" id="{04D35747-AB90-5461-C92E-20AC76CC3927}"/>
                </a:ext>
              </a:extLst>
            </p:cNvPr>
            <p:cNvSpPr/>
            <p:nvPr/>
          </p:nvSpPr>
          <p:spPr>
            <a:xfrm>
              <a:off x="444039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3" name="pt210">
              <a:extLst>
                <a:ext uri="{FF2B5EF4-FFF2-40B4-BE49-F238E27FC236}">
                  <a16:creationId xmlns:a16="http://schemas.microsoft.com/office/drawing/2014/main" id="{3A5AC75A-3330-6F22-BF10-ACCC0CFF3566}"/>
                </a:ext>
              </a:extLst>
            </p:cNvPr>
            <p:cNvSpPr/>
            <p:nvPr/>
          </p:nvSpPr>
          <p:spPr>
            <a:xfrm>
              <a:off x="3994205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4" name="pt211">
              <a:extLst>
                <a:ext uri="{FF2B5EF4-FFF2-40B4-BE49-F238E27FC236}">
                  <a16:creationId xmlns:a16="http://schemas.microsoft.com/office/drawing/2014/main" id="{C2DF4609-222D-2FE9-C973-60828DE7E50E}"/>
                </a:ext>
              </a:extLst>
            </p:cNvPr>
            <p:cNvSpPr/>
            <p:nvPr/>
          </p:nvSpPr>
          <p:spPr>
            <a:xfrm>
              <a:off x="408653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5" name="pt212">
              <a:extLst>
                <a:ext uri="{FF2B5EF4-FFF2-40B4-BE49-F238E27FC236}">
                  <a16:creationId xmlns:a16="http://schemas.microsoft.com/office/drawing/2014/main" id="{B99B9663-BB82-015B-641E-1F5D97B252C7}"/>
                </a:ext>
              </a:extLst>
            </p:cNvPr>
            <p:cNvSpPr/>
            <p:nvPr/>
          </p:nvSpPr>
          <p:spPr>
            <a:xfrm>
              <a:off x="2381403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6" name="pt213">
              <a:extLst>
                <a:ext uri="{FF2B5EF4-FFF2-40B4-BE49-F238E27FC236}">
                  <a16:creationId xmlns:a16="http://schemas.microsoft.com/office/drawing/2014/main" id="{3C7A4BD0-C806-91C8-55D2-085B3545B1AA}"/>
                </a:ext>
              </a:extLst>
            </p:cNvPr>
            <p:cNvSpPr/>
            <p:nvPr/>
          </p:nvSpPr>
          <p:spPr>
            <a:xfrm>
              <a:off x="388590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7" name="pt214">
              <a:extLst>
                <a:ext uri="{FF2B5EF4-FFF2-40B4-BE49-F238E27FC236}">
                  <a16:creationId xmlns:a16="http://schemas.microsoft.com/office/drawing/2014/main" id="{08B4161E-BEE9-EF7E-A6F3-CA3DD36AB6BD}"/>
                </a:ext>
              </a:extLst>
            </p:cNvPr>
            <p:cNvSpPr/>
            <p:nvPr/>
          </p:nvSpPr>
          <p:spPr>
            <a:xfrm>
              <a:off x="364480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8" name="pt215">
              <a:extLst>
                <a:ext uri="{FF2B5EF4-FFF2-40B4-BE49-F238E27FC236}">
                  <a16:creationId xmlns:a16="http://schemas.microsoft.com/office/drawing/2014/main" id="{1844A960-4A6E-56F2-6A18-C9F79D4FBF3F}"/>
                </a:ext>
              </a:extLst>
            </p:cNvPr>
            <p:cNvSpPr/>
            <p:nvPr/>
          </p:nvSpPr>
          <p:spPr>
            <a:xfrm>
              <a:off x="366041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9" name="pt216">
              <a:extLst>
                <a:ext uri="{FF2B5EF4-FFF2-40B4-BE49-F238E27FC236}">
                  <a16:creationId xmlns:a16="http://schemas.microsoft.com/office/drawing/2014/main" id="{EC6A72B1-A4CA-6772-1DEC-085CEC1FA078}"/>
                </a:ext>
              </a:extLst>
            </p:cNvPr>
            <p:cNvSpPr/>
            <p:nvPr/>
          </p:nvSpPr>
          <p:spPr>
            <a:xfrm>
              <a:off x="421193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0" name="pt217">
              <a:extLst>
                <a:ext uri="{FF2B5EF4-FFF2-40B4-BE49-F238E27FC236}">
                  <a16:creationId xmlns:a16="http://schemas.microsoft.com/office/drawing/2014/main" id="{F8BE151A-0989-9E7A-8C28-F46ADDFE242F}"/>
                </a:ext>
              </a:extLst>
            </p:cNvPr>
            <p:cNvSpPr/>
            <p:nvPr/>
          </p:nvSpPr>
          <p:spPr>
            <a:xfrm>
              <a:off x="371543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1" name="pt218">
              <a:extLst>
                <a:ext uri="{FF2B5EF4-FFF2-40B4-BE49-F238E27FC236}">
                  <a16:creationId xmlns:a16="http://schemas.microsoft.com/office/drawing/2014/main" id="{2C45D17C-2FC7-62C5-6DEB-2C854D8340AC}"/>
                </a:ext>
              </a:extLst>
            </p:cNvPr>
            <p:cNvSpPr/>
            <p:nvPr/>
          </p:nvSpPr>
          <p:spPr>
            <a:xfrm>
              <a:off x="3523488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2" name="pt219">
              <a:extLst>
                <a:ext uri="{FF2B5EF4-FFF2-40B4-BE49-F238E27FC236}">
                  <a16:creationId xmlns:a16="http://schemas.microsoft.com/office/drawing/2014/main" id="{36573CD7-27AD-2A21-DCE5-FEDA993AA741}"/>
                </a:ext>
              </a:extLst>
            </p:cNvPr>
            <p:cNvSpPr/>
            <p:nvPr/>
          </p:nvSpPr>
          <p:spPr>
            <a:xfrm>
              <a:off x="162916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3" name="pt220">
              <a:extLst>
                <a:ext uri="{FF2B5EF4-FFF2-40B4-BE49-F238E27FC236}">
                  <a16:creationId xmlns:a16="http://schemas.microsoft.com/office/drawing/2014/main" id="{6337C2F2-7D56-0F35-2D8E-D08FC79654D1}"/>
                </a:ext>
              </a:extLst>
            </p:cNvPr>
            <p:cNvSpPr/>
            <p:nvPr/>
          </p:nvSpPr>
          <p:spPr>
            <a:xfrm>
              <a:off x="233989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4" name="pt221">
              <a:extLst>
                <a:ext uri="{FF2B5EF4-FFF2-40B4-BE49-F238E27FC236}">
                  <a16:creationId xmlns:a16="http://schemas.microsoft.com/office/drawing/2014/main" id="{EFAC5503-07F2-6B05-7F59-E3EDF67860D5}"/>
                </a:ext>
              </a:extLst>
            </p:cNvPr>
            <p:cNvSpPr/>
            <p:nvPr/>
          </p:nvSpPr>
          <p:spPr>
            <a:xfrm>
              <a:off x="4486968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5" name="pt222">
              <a:extLst>
                <a:ext uri="{FF2B5EF4-FFF2-40B4-BE49-F238E27FC236}">
                  <a16:creationId xmlns:a16="http://schemas.microsoft.com/office/drawing/2014/main" id="{E6434252-C532-4A66-6C02-CBEDFBE76E59}"/>
                </a:ext>
              </a:extLst>
            </p:cNvPr>
            <p:cNvSpPr/>
            <p:nvPr/>
          </p:nvSpPr>
          <p:spPr>
            <a:xfrm>
              <a:off x="417962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6" name="pt223">
              <a:extLst>
                <a:ext uri="{FF2B5EF4-FFF2-40B4-BE49-F238E27FC236}">
                  <a16:creationId xmlns:a16="http://schemas.microsoft.com/office/drawing/2014/main" id="{4579B457-BC03-7CC5-52CC-049765A76F9F}"/>
                </a:ext>
              </a:extLst>
            </p:cNvPr>
            <p:cNvSpPr/>
            <p:nvPr/>
          </p:nvSpPr>
          <p:spPr>
            <a:xfrm>
              <a:off x="3527806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7" name="pt224">
              <a:extLst>
                <a:ext uri="{FF2B5EF4-FFF2-40B4-BE49-F238E27FC236}">
                  <a16:creationId xmlns:a16="http://schemas.microsoft.com/office/drawing/2014/main" id="{26A6315E-D2FD-0CD2-2C7D-7E71D29876A1}"/>
                </a:ext>
              </a:extLst>
            </p:cNvPr>
            <p:cNvSpPr/>
            <p:nvPr/>
          </p:nvSpPr>
          <p:spPr>
            <a:xfrm>
              <a:off x="3886190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8" name="pt225">
              <a:extLst>
                <a:ext uri="{FF2B5EF4-FFF2-40B4-BE49-F238E27FC236}">
                  <a16:creationId xmlns:a16="http://schemas.microsoft.com/office/drawing/2014/main" id="{F03B587B-AF2D-83D8-6978-290055B2A0AE}"/>
                </a:ext>
              </a:extLst>
            </p:cNvPr>
            <p:cNvSpPr/>
            <p:nvPr/>
          </p:nvSpPr>
          <p:spPr>
            <a:xfrm>
              <a:off x="155089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9" name="pt226">
              <a:extLst>
                <a:ext uri="{FF2B5EF4-FFF2-40B4-BE49-F238E27FC236}">
                  <a16:creationId xmlns:a16="http://schemas.microsoft.com/office/drawing/2014/main" id="{0FE46057-74FF-E429-2EE5-04E07594BC9D}"/>
                </a:ext>
              </a:extLst>
            </p:cNvPr>
            <p:cNvSpPr/>
            <p:nvPr/>
          </p:nvSpPr>
          <p:spPr>
            <a:xfrm>
              <a:off x="369623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0" name="pt227">
              <a:extLst>
                <a:ext uri="{FF2B5EF4-FFF2-40B4-BE49-F238E27FC236}">
                  <a16:creationId xmlns:a16="http://schemas.microsoft.com/office/drawing/2014/main" id="{CC94A3FE-1FA1-A192-C7AC-1D676129AAA5}"/>
                </a:ext>
              </a:extLst>
            </p:cNvPr>
            <p:cNvSpPr/>
            <p:nvPr/>
          </p:nvSpPr>
          <p:spPr>
            <a:xfrm>
              <a:off x="238857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1" name="pt228">
              <a:extLst>
                <a:ext uri="{FF2B5EF4-FFF2-40B4-BE49-F238E27FC236}">
                  <a16:creationId xmlns:a16="http://schemas.microsoft.com/office/drawing/2014/main" id="{95AFD3AE-9A81-8770-FD9B-F0A9298D86E7}"/>
                </a:ext>
              </a:extLst>
            </p:cNvPr>
            <p:cNvSpPr/>
            <p:nvPr/>
          </p:nvSpPr>
          <p:spPr>
            <a:xfrm>
              <a:off x="344046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2" name="pt229">
              <a:extLst>
                <a:ext uri="{FF2B5EF4-FFF2-40B4-BE49-F238E27FC236}">
                  <a16:creationId xmlns:a16="http://schemas.microsoft.com/office/drawing/2014/main" id="{D28EFC01-A79B-C656-FA06-713AFA90A933}"/>
                </a:ext>
              </a:extLst>
            </p:cNvPr>
            <p:cNvSpPr/>
            <p:nvPr/>
          </p:nvSpPr>
          <p:spPr>
            <a:xfrm>
              <a:off x="3914494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3" name="pt230">
              <a:extLst>
                <a:ext uri="{FF2B5EF4-FFF2-40B4-BE49-F238E27FC236}">
                  <a16:creationId xmlns:a16="http://schemas.microsoft.com/office/drawing/2014/main" id="{CBFF4F1B-5327-ADDC-7F7A-838198370F94}"/>
                </a:ext>
              </a:extLst>
            </p:cNvPr>
            <p:cNvSpPr/>
            <p:nvPr/>
          </p:nvSpPr>
          <p:spPr>
            <a:xfrm>
              <a:off x="155089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4" name="pt231">
              <a:extLst>
                <a:ext uri="{FF2B5EF4-FFF2-40B4-BE49-F238E27FC236}">
                  <a16:creationId xmlns:a16="http://schemas.microsoft.com/office/drawing/2014/main" id="{1817D0B5-F25F-F47F-8DDC-CEB0F7256AF5}"/>
                </a:ext>
              </a:extLst>
            </p:cNvPr>
            <p:cNvSpPr/>
            <p:nvPr/>
          </p:nvSpPr>
          <p:spPr>
            <a:xfrm>
              <a:off x="208161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5" name="pt232">
              <a:extLst>
                <a:ext uri="{FF2B5EF4-FFF2-40B4-BE49-F238E27FC236}">
                  <a16:creationId xmlns:a16="http://schemas.microsoft.com/office/drawing/2014/main" id="{F066112A-A9F9-0A54-6281-160731C78C0B}"/>
                </a:ext>
              </a:extLst>
            </p:cNvPr>
            <p:cNvSpPr/>
            <p:nvPr/>
          </p:nvSpPr>
          <p:spPr>
            <a:xfrm>
              <a:off x="420645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6" name="pt233">
              <a:extLst>
                <a:ext uri="{FF2B5EF4-FFF2-40B4-BE49-F238E27FC236}">
                  <a16:creationId xmlns:a16="http://schemas.microsoft.com/office/drawing/2014/main" id="{E16C6A73-BCEB-685B-E7D1-D6D742A17583}"/>
                </a:ext>
              </a:extLst>
            </p:cNvPr>
            <p:cNvSpPr/>
            <p:nvPr/>
          </p:nvSpPr>
          <p:spPr>
            <a:xfrm>
              <a:off x="3914337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7" name="pt234">
              <a:extLst>
                <a:ext uri="{FF2B5EF4-FFF2-40B4-BE49-F238E27FC236}">
                  <a16:creationId xmlns:a16="http://schemas.microsoft.com/office/drawing/2014/main" id="{5E6086E6-D017-3C9C-5368-18A452CC3B26}"/>
                </a:ext>
              </a:extLst>
            </p:cNvPr>
            <p:cNvSpPr/>
            <p:nvPr/>
          </p:nvSpPr>
          <p:spPr>
            <a:xfrm>
              <a:off x="4232986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8" name="pt235">
              <a:extLst>
                <a:ext uri="{FF2B5EF4-FFF2-40B4-BE49-F238E27FC236}">
                  <a16:creationId xmlns:a16="http://schemas.microsoft.com/office/drawing/2014/main" id="{18E16F02-1ABF-E1C1-9A6C-6BC41F70B265}"/>
                </a:ext>
              </a:extLst>
            </p:cNvPr>
            <p:cNvSpPr/>
            <p:nvPr/>
          </p:nvSpPr>
          <p:spPr>
            <a:xfrm>
              <a:off x="347568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9" name="pt236">
              <a:extLst>
                <a:ext uri="{FF2B5EF4-FFF2-40B4-BE49-F238E27FC236}">
                  <a16:creationId xmlns:a16="http://schemas.microsoft.com/office/drawing/2014/main" id="{BF0BB295-3069-4D4A-4BC4-B99DAC3CF718}"/>
                </a:ext>
              </a:extLst>
            </p:cNvPr>
            <p:cNvSpPr/>
            <p:nvPr/>
          </p:nvSpPr>
          <p:spPr>
            <a:xfrm>
              <a:off x="3807862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0" name="pt237">
              <a:extLst>
                <a:ext uri="{FF2B5EF4-FFF2-40B4-BE49-F238E27FC236}">
                  <a16:creationId xmlns:a16="http://schemas.microsoft.com/office/drawing/2014/main" id="{F043D521-BA58-C6FF-1D5F-ED7CD9685E9E}"/>
                </a:ext>
              </a:extLst>
            </p:cNvPr>
            <p:cNvSpPr/>
            <p:nvPr/>
          </p:nvSpPr>
          <p:spPr>
            <a:xfrm>
              <a:off x="404323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1" name="pt238">
              <a:extLst>
                <a:ext uri="{FF2B5EF4-FFF2-40B4-BE49-F238E27FC236}">
                  <a16:creationId xmlns:a16="http://schemas.microsoft.com/office/drawing/2014/main" id="{1507BCD3-EFB1-D296-C8F3-9012426808DF}"/>
                </a:ext>
              </a:extLst>
            </p:cNvPr>
            <p:cNvSpPr/>
            <p:nvPr/>
          </p:nvSpPr>
          <p:spPr>
            <a:xfrm>
              <a:off x="4046784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2" name="pt239">
              <a:extLst>
                <a:ext uri="{FF2B5EF4-FFF2-40B4-BE49-F238E27FC236}">
                  <a16:creationId xmlns:a16="http://schemas.microsoft.com/office/drawing/2014/main" id="{8C29B41E-9ACB-487A-E0F8-C34B7BD4A20B}"/>
                </a:ext>
              </a:extLst>
            </p:cNvPr>
            <p:cNvSpPr/>
            <p:nvPr/>
          </p:nvSpPr>
          <p:spPr>
            <a:xfrm>
              <a:off x="448725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3" name="pt240">
              <a:extLst>
                <a:ext uri="{FF2B5EF4-FFF2-40B4-BE49-F238E27FC236}">
                  <a16:creationId xmlns:a16="http://schemas.microsoft.com/office/drawing/2014/main" id="{A16A74C3-A7D0-E518-7329-32313BC3C8B4}"/>
                </a:ext>
              </a:extLst>
            </p:cNvPr>
            <p:cNvSpPr/>
            <p:nvPr/>
          </p:nvSpPr>
          <p:spPr>
            <a:xfrm>
              <a:off x="423056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4" name="pt241">
              <a:extLst>
                <a:ext uri="{FF2B5EF4-FFF2-40B4-BE49-F238E27FC236}">
                  <a16:creationId xmlns:a16="http://schemas.microsoft.com/office/drawing/2014/main" id="{FC11E8F6-8E3D-F6DC-2DAD-0A0DB24DCB12}"/>
                </a:ext>
              </a:extLst>
            </p:cNvPr>
            <p:cNvSpPr/>
            <p:nvPr/>
          </p:nvSpPr>
          <p:spPr>
            <a:xfrm>
              <a:off x="1629168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5" name="pt242">
              <a:extLst>
                <a:ext uri="{FF2B5EF4-FFF2-40B4-BE49-F238E27FC236}">
                  <a16:creationId xmlns:a16="http://schemas.microsoft.com/office/drawing/2014/main" id="{E8DF1429-57AC-9EBB-3F63-03B6D4509551}"/>
                </a:ext>
              </a:extLst>
            </p:cNvPr>
            <p:cNvSpPr/>
            <p:nvPr/>
          </p:nvSpPr>
          <p:spPr>
            <a:xfrm>
              <a:off x="233989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6" name="pt243">
              <a:extLst>
                <a:ext uri="{FF2B5EF4-FFF2-40B4-BE49-F238E27FC236}">
                  <a16:creationId xmlns:a16="http://schemas.microsoft.com/office/drawing/2014/main" id="{897EEA9E-E392-4975-52F5-57B0A6CD35E0}"/>
                </a:ext>
              </a:extLst>
            </p:cNvPr>
            <p:cNvSpPr/>
            <p:nvPr/>
          </p:nvSpPr>
          <p:spPr>
            <a:xfrm>
              <a:off x="3715590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7" name="pt244">
              <a:extLst>
                <a:ext uri="{FF2B5EF4-FFF2-40B4-BE49-F238E27FC236}">
                  <a16:creationId xmlns:a16="http://schemas.microsoft.com/office/drawing/2014/main" id="{7E5639C1-F977-3E40-CDCC-96D3FD01CB1D}"/>
                </a:ext>
              </a:extLst>
            </p:cNvPr>
            <p:cNvSpPr/>
            <p:nvPr/>
          </p:nvSpPr>
          <p:spPr>
            <a:xfrm>
              <a:off x="345070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8" name="pt245">
              <a:extLst>
                <a:ext uri="{FF2B5EF4-FFF2-40B4-BE49-F238E27FC236}">
                  <a16:creationId xmlns:a16="http://schemas.microsoft.com/office/drawing/2014/main" id="{D2510FB4-EB3A-598E-8A58-8DBC1F43EA67}"/>
                </a:ext>
              </a:extLst>
            </p:cNvPr>
            <p:cNvSpPr/>
            <p:nvPr/>
          </p:nvSpPr>
          <p:spPr>
            <a:xfrm>
              <a:off x="3807698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9" name="pt246">
              <a:extLst>
                <a:ext uri="{FF2B5EF4-FFF2-40B4-BE49-F238E27FC236}">
                  <a16:creationId xmlns:a16="http://schemas.microsoft.com/office/drawing/2014/main" id="{A6ADC6A9-A4D3-0676-17B6-B393061B2400}"/>
                </a:ext>
              </a:extLst>
            </p:cNvPr>
            <p:cNvSpPr/>
            <p:nvPr/>
          </p:nvSpPr>
          <p:spPr>
            <a:xfrm>
              <a:off x="474599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0" name="pt247">
              <a:extLst>
                <a:ext uri="{FF2B5EF4-FFF2-40B4-BE49-F238E27FC236}">
                  <a16:creationId xmlns:a16="http://schemas.microsoft.com/office/drawing/2014/main" id="{83DB465D-1C33-64F6-4BBD-4513AC55F2F0}"/>
                </a:ext>
              </a:extLst>
            </p:cNvPr>
            <p:cNvSpPr/>
            <p:nvPr/>
          </p:nvSpPr>
          <p:spPr>
            <a:xfrm>
              <a:off x="1560084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1" name="pt248">
              <a:extLst>
                <a:ext uri="{FF2B5EF4-FFF2-40B4-BE49-F238E27FC236}">
                  <a16:creationId xmlns:a16="http://schemas.microsoft.com/office/drawing/2014/main" id="{21ACB751-D2E6-1474-2C5D-A3C5FF1AE4A7}"/>
                </a:ext>
              </a:extLst>
            </p:cNvPr>
            <p:cNvSpPr/>
            <p:nvPr/>
          </p:nvSpPr>
          <p:spPr>
            <a:xfrm>
              <a:off x="345241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2" name="pt249">
              <a:extLst>
                <a:ext uri="{FF2B5EF4-FFF2-40B4-BE49-F238E27FC236}">
                  <a16:creationId xmlns:a16="http://schemas.microsoft.com/office/drawing/2014/main" id="{1E2DF2C6-C528-4922-33F4-541FAC1C3D56}"/>
                </a:ext>
              </a:extLst>
            </p:cNvPr>
            <p:cNvSpPr/>
            <p:nvPr/>
          </p:nvSpPr>
          <p:spPr>
            <a:xfrm>
              <a:off x="156008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3" name="pt250">
              <a:extLst>
                <a:ext uri="{FF2B5EF4-FFF2-40B4-BE49-F238E27FC236}">
                  <a16:creationId xmlns:a16="http://schemas.microsoft.com/office/drawing/2014/main" id="{204426A8-A8E0-1508-F094-381912AD4BEA}"/>
                </a:ext>
              </a:extLst>
            </p:cNvPr>
            <p:cNvSpPr/>
            <p:nvPr/>
          </p:nvSpPr>
          <p:spPr>
            <a:xfrm>
              <a:off x="360967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4" name="pt251">
              <a:extLst>
                <a:ext uri="{FF2B5EF4-FFF2-40B4-BE49-F238E27FC236}">
                  <a16:creationId xmlns:a16="http://schemas.microsoft.com/office/drawing/2014/main" id="{92CECC5C-4E63-749C-564A-B34CFC96A38E}"/>
                </a:ext>
              </a:extLst>
            </p:cNvPr>
            <p:cNvSpPr/>
            <p:nvPr/>
          </p:nvSpPr>
          <p:spPr>
            <a:xfrm>
              <a:off x="4120253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5" name="pt252">
              <a:extLst>
                <a:ext uri="{FF2B5EF4-FFF2-40B4-BE49-F238E27FC236}">
                  <a16:creationId xmlns:a16="http://schemas.microsoft.com/office/drawing/2014/main" id="{C8E2B7D6-5A27-26B1-172C-DB39A6EFA2D3}"/>
                </a:ext>
              </a:extLst>
            </p:cNvPr>
            <p:cNvSpPr/>
            <p:nvPr/>
          </p:nvSpPr>
          <p:spPr>
            <a:xfrm>
              <a:off x="3978611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6" name="pt253">
              <a:extLst>
                <a:ext uri="{FF2B5EF4-FFF2-40B4-BE49-F238E27FC236}">
                  <a16:creationId xmlns:a16="http://schemas.microsoft.com/office/drawing/2014/main" id="{BEC1A815-D030-566E-4896-A29FEDFCB896}"/>
                </a:ext>
              </a:extLst>
            </p:cNvPr>
            <p:cNvSpPr/>
            <p:nvPr/>
          </p:nvSpPr>
          <p:spPr>
            <a:xfrm>
              <a:off x="3978611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7" name="pt254">
              <a:extLst>
                <a:ext uri="{FF2B5EF4-FFF2-40B4-BE49-F238E27FC236}">
                  <a16:creationId xmlns:a16="http://schemas.microsoft.com/office/drawing/2014/main" id="{5D248C09-335E-772E-CF67-CB0B4EBBF377}"/>
                </a:ext>
              </a:extLst>
            </p:cNvPr>
            <p:cNvSpPr/>
            <p:nvPr/>
          </p:nvSpPr>
          <p:spPr>
            <a:xfrm>
              <a:off x="4279740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8" name="pt255">
              <a:extLst>
                <a:ext uri="{FF2B5EF4-FFF2-40B4-BE49-F238E27FC236}">
                  <a16:creationId xmlns:a16="http://schemas.microsoft.com/office/drawing/2014/main" id="{5E87FA3F-DFF2-C75F-DF9D-DC237A0748FC}"/>
                </a:ext>
              </a:extLst>
            </p:cNvPr>
            <p:cNvSpPr/>
            <p:nvPr/>
          </p:nvSpPr>
          <p:spPr>
            <a:xfrm>
              <a:off x="346949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9" name="pt256">
              <a:extLst>
                <a:ext uri="{FF2B5EF4-FFF2-40B4-BE49-F238E27FC236}">
                  <a16:creationId xmlns:a16="http://schemas.microsoft.com/office/drawing/2014/main" id="{16F33FF7-DCF8-4126-7049-9F894CDBEE59}"/>
                </a:ext>
              </a:extLst>
            </p:cNvPr>
            <p:cNvSpPr/>
            <p:nvPr/>
          </p:nvSpPr>
          <p:spPr>
            <a:xfrm>
              <a:off x="2081866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0" name="pt257">
              <a:extLst>
                <a:ext uri="{FF2B5EF4-FFF2-40B4-BE49-F238E27FC236}">
                  <a16:creationId xmlns:a16="http://schemas.microsoft.com/office/drawing/2014/main" id="{A7CB0F86-D148-408A-C7F6-C7391134EEF8}"/>
                </a:ext>
              </a:extLst>
            </p:cNvPr>
            <p:cNvSpPr/>
            <p:nvPr/>
          </p:nvSpPr>
          <p:spPr>
            <a:xfrm>
              <a:off x="238857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1" name="pt258">
              <a:extLst>
                <a:ext uri="{FF2B5EF4-FFF2-40B4-BE49-F238E27FC236}">
                  <a16:creationId xmlns:a16="http://schemas.microsoft.com/office/drawing/2014/main" id="{1805FE6F-F8C9-7076-5A04-5FC7CB13255D}"/>
                </a:ext>
              </a:extLst>
            </p:cNvPr>
            <p:cNvSpPr/>
            <p:nvPr/>
          </p:nvSpPr>
          <p:spPr>
            <a:xfrm>
              <a:off x="426497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2" name="pt259">
              <a:extLst>
                <a:ext uri="{FF2B5EF4-FFF2-40B4-BE49-F238E27FC236}">
                  <a16:creationId xmlns:a16="http://schemas.microsoft.com/office/drawing/2014/main" id="{09A2B61B-A163-2B0F-3E72-BB70CBA2E2A8}"/>
                </a:ext>
              </a:extLst>
            </p:cNvPr>
            <p:cNvSpPr/>
            <p:nvPr/>
          </p:nvSpPr>
          <p:spPr>
            <a:xfrm>
              <a:off x="345298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3" name="pt260">
              <a:extLst>
                <a:ext uri="{FF2B5EF4-FFF2-40B4-BE49-F238E27FC236}">
                  <a16:creationId xmlns:a16="http://schemas.microsoft.com/office/drawing/2014/main" id="{4C1C4F03-BA73-6520-8FDA-C84D096AC2D7}"/>
                </a:ext>
              </a:extLst>
            </p:cNvPr>
            <p:cNvSpPr/>
            <p:nvPr/>
          </p:nvSpPr>
          <p:spPr>
            <a:xfrm>
              <a:off x="475178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4" name="pt261">
              <a:extLst>
                <a:ext uri="{FF2B5EF4-FFF2-40B4-BE49-F238E27FC236}">
                  <a16:creationId xmlns:a16="http://schemas.microsoft.com/office/drawing/2014/main" id="{C6D05B90-7096-D6C4-E1C5-B0B08DF943AE}"/>
                </a:ext>
              </a:extLst>
            </p:cNvPr>
            <p:cNvSpPr/>
            <p:nvPr/>
          </p:nvSpPr>
          <p:spPr>
            <a:xfrm>
              <a:off x="443838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5" name="pt262">
              <a:extLst>
                <a:ext uri="{FF2B5EF4-FFF2-40B4-BE49-F238E27FC236}">
                  <a16:creationId xmlns:a16="http://schemas.microsoft.com/office/drawing/2014/main" id="{DFF11090-05E1-D4F6-CE33-538F66A12C81}"/>
                </a:ext>
              </a:extLst>
            </p:cNvPr>
            <p:cNvSpPr/>
            <p:nvPr/>
          </p:nvSpPr>
          <p:spPr>
            <a:xfrm>
              <a:off x="3405323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6" name="pt263">
              <a:extLst>
                <a:ext uri="{FF2B5EF4-FFF2-40B4-BE49-F238E27FC236}">
                  <a16:creationId xmlns:a16="http://schemas.microsoft.com/office/drawing/2014/main" id="{DBB3CE3C-DE89-F99E-7CD4-4E527640FCC9}"/>
                </a:ext>
              </a:extLst>
            </p:cNvPr>
            <p:cNvSpPr/>
            <p:nvPr/>
          </p:nvSpPr>
          <p:spPr>
            <a:xfrm>
              <a:off x="421783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7" name="pt264">
              <a:extLst>
                <a:ext uri="{FF2B5EF4-FFF2-40B4-BE49-F238E27FC236}">
                  <a16:creationId xmlns:a16="http://schemas.microsoft.com/office/drawing/2014/main" id="{641FBE63-9012-C731-553C-5CFC9700D0A0}"/>
                </a:ext>
              </a:extLst>
            </p:cNvPr>
            <p:cNvSpPr/>
            <p:nvPr/>
          </p:nvSpPr>
          <p:spPr>
            <a:xfrm>
              <a:off x="185706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8" name="pt265">
              <a:extLst>
                <a:ext uri="{FF2B5EF4-FFF2-40B4-BE49-F238E27FC236}">
                  <a16:creationId xmlns:a16="http://schemas.microsoft.com/office/drawing/2014/main" id="{80020B64-32B1-3F52-69B2-E63AA5DF8C29}"/>
                </a:ext>
              </a:extLst>
            </p:cNvPr>
            <p:cNvSpPr/>
            <p:nvPr/>
          </p:nvSpPr>
          <p:spPr>
            <a:xfrm>
              <a:off x="4345392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9" name="pt266">
              <a:extLst>
                <a:ext uri="{FF2B5EF4-FFF2-40B4-BE49-F238E27FC236}">
                  <a16:creationId xmlns:a16="http://schemas.microsoft.com/office/drawing/2014/main" id="{893215ED-B8EA-21EA-92CE-00711AEB2B8E}"/>
                </a:ext>
              </a:extLst>
            </p:cNvPr>
            <p:cNvSpPr/>
            <p:nvPr/>
          </p:nvSpPr>
          <p:spPr>
            <a:xfrm>
              <a:off x="267171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0" name="pt267">
              <a:extLst>
                <a:ext uri="{FF2B5EF4-FFF2-40B4-BE49-F238E27FC236}">
                  <a16:creationId xmlns:a16="http://schemas.microsoft.com/office/drawing/2014/main" id="{DC82C812-8476-1606-3735-A640F59DB5E9}"/>
                </a:ext>
              </a:extLst>
            </p:cNvPr>
            <p:cNvSpPr/>
            <p:nvPr/>
          </p:nvSpPr>
          <p:spPr>
            <a:xfrm>
              <a:off x="3396663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1" name="pt268">
              <a:extLst>
                <a:ext uri="{FF2B5EF4-FFF2-40B4-BE49-F238E27FC236}">
                  <a16:creationId xmlns:a16="http://schemas.microsoft.com/office/drawing/2014/main" id="{8A717CB1-895A-A6C3-7F5A-98D14DECC222}"/>
                </a:ext>
              </a:extLst>
            </p:cNvPr>
            <p:cNvSpPr/>
            <p:nvPr/>
          </p:nvSpPr>
          <p:spPr>
            <a:xfrm>
              <a:off x="4218315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2" name="pt269">
              <a:extLst>
                <a:ext uri="{FF2B5EF4-FFF2-40B4-BE49-F238E27FC236}">
                  <a16:creationId xmlns:a16="http://schemas.microsoft.com/office/drawing/2014/main" id="{46A2127F-01B3-DE45-FF55-36F6C395D587}"/>
                </a:ext>
              </a:extLst>
            </p:cNvPr>
            <p:cNvSpPr/>
            <p:nvPr/>
          </p:nvSpPr>
          <p:spPr>
            <a:xfrm>
              <a:off x="4429749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3" name="pt270">
              <a:extLst>
                <a:ext uri="{FF2B5EF4-FFF2-40B4-BE49-F238E27FC236}">
                  <a16:creationId xmlns:a16="http://schemas.microsoft.com/office/drawing/2014/main" id="{14E76B78-AEFE-ED2C-A06B-E16901396BBE}"/>
                </a:ext>
              </a:extLst>
            </p:cNvPr>
            <p:cNvSpPr/>
            <p:nvPr/>
          </p:nvSpPr>
          <p:spPr>
            <a:xfrm>
              <a:off x="478186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4" name="pt271">
              <a:extLst>
                <a:ext uri="{FF2B5EF4-FFF2-40B4-BE49-F238E27FC236}">
                  <a16:creationId xmlns:a16="http://schemas.microsoft.com/office/drawing/2014/main" id="{E65DB579-D34D-EBC8-3E9C-E3CC9AB2F94E}"/>
                </a:ext>
              </a:extLst>
            </p:cNvPr>
            <p:cNvSpPr/>
            <p:nvPr/>
          </p:nvSpPr>
          <p:spPr>
            <a:xfrm>
              <a:off x="3527116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5" name="pt272">
              <a:extLst>
                <a:ext uri="{FF2B5EF4-FFF2-40B4-BE49-F238E27FC236}">
                  <a16:creationId xmlns:a16="http://schemas.microsoft.com/office/drawing/2014/main" id="{7CE8A5E7-5266-3D1D-CC2F-288B94285F32}"/>
                </a:ext>
              </a:extLst>
            </p:cNvPr>
            <p:cNvSpPr/>
            <p:nvPr/>
          </p:nvSpPr>
          <p:spPr>
            <a:xfrm>
              <a:off x="425184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6" name="pt273">
              <a:extLst>
                <a:ext uri="{FF2B5EF4-FFF2-40B4-BE49-F238E27FC236}">
                  <a16:creationId xmlns:a16="http://schemas.microsoft.com/office/drawing/2014/main" id="{D8DA6674-035B-65D7-0479-EBD7E0D163FF}"/>
                </a:ext>
              </a:extLst>
            </p:cNvPr>
            <p:cNvSpPr/>
            <p:nvPr/>
          </p:nvSpPr>
          <p:spPr>
            <a:xfrm>
              <a:off x="434513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7" name="pt274">
              <a:extLst>
                <a:ext uri="{FF2B5EF4-FFF2-40B4-BE49-F238E27FC236}">
                  <a16:creationId xmlns:a16="http://schemas.microsoft.com/office/drawing/2014/main" id="{068F3ABE-619B-6352-646E-BB18C26C0A9A}"/>
                </a:ext>
              </a:extLst>
            </p:cNvPr>
            <p:cNvSpPr/>
            <p:nvPr/>
          </p:nvSpPr>
          <p:spPr>
            <a:xfrm>
              <a:off x="262452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8" name="pt275">
              <a:extLst>
                <a:ext uri="{FF2B5EF4-FFF2-40B4-BE49-F238E27FC236}">
                  <a16:creationId xmlns:a16="http://schemas.microsoft.com/office/drawing/2014/main" id="{40300742-AF20-2E1E-3B02-D53EE73B6F4D}"/>
                </a:ext>
              </a:extLst>
            </p:cNvPr>
            <p:cNvSpPr/>
            <p:nvPr/>
          </p:nvSpPr>
          <p:spPr>
            <a:xfrm>
              <a:off x="195689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9" name="pt276">
              <a:extLst>
                <a:ext uri="{FF2B5EF4-FFF2-40B4-BE49-F238E27FC236}">
                  <a16:creationId xmlns:a16="http://schemas.microsoft.com/office/drawing/2014/main" id="{EBBEB54B-9896-E5A2-2A55-B33AB9FD36AC}"/>
                </a:ext>
              </a:extLst>
            </p:cNvPr>
            <p:cNvSpPr/>
            <p:nvPr/>
          </p:nvSpPr>
          <p:spPr>
            <a:xfrm>
              <a:off x="3713446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0" name="pt277">
              <a:extLst>
                <a:ext uri="{FF2B5EF4-FFF2-40B4-BE49-F238E27FC236}">
                  <a16:creationId xmlns:a16="http://schemas.microsoft.com/office/drawing/2014/main" id="{61C67EAF-68C4-699B-F6D2-790655920560}"/>
                </a:ext>
              </a:extLst>
            </p:cNvPr>
            <p:cNvSpPr/>
            <p:nvPr/>
          </p:nvSpPr>
          <p:spPr>
            <a:xfrm>
              <a:off x="478186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1" name="pt278">
              <a:extLst>
                <a:ext uri="{FF2B5EF4-FFF2-40B4-BE49-F238E27FC236}">
                  <a16:creationId xmlns:a16="http://schemas.microsoft.com/office/drawing/2014/main" id="{1B5F0D80-2659-E61B-0552-34F67DD0890A}"/>
                </a:ext>
              </a:extLst>
            </p:cNvPr>
            <p:cNvSpPr/>
            <p:nvPr/>
          </p:nvSpPr>
          <p:spPr>
            <a:xfrm>
              <a:off x="451745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2" name="pt279">
              <a:extLst>
                <a:ext uri="{FF2B5EF4-FFF2-40B4-BE49-F238E27FC236}">
                  <a16:creationId xmlns:a16="http://schemas.microsoft.com/office/drawing/2014/main" id="{0FECF4F4-F50E-22A4-165A-C65431A14613}"/>
                </a:ext>
              </a:extLst>
            </p:cNvPr>
            <p:cNvSpPr/>
            <p:nvPr/>
          </p:nvSpPr>
          <p:spPr>
            <a:xfrm>
              <a:off x="1959944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3" name="pt280">
              <a:extLst>
                <a:ext uri="{FF2B5EF4-FFF2-40B4-BE49-F238E27FC236}">
                  <a16:creationId xmlns:a16="http://schemas.microsoft.com/office/drawing/2014/main" id="{4D8FBB95-0840-42FF-7619-F642724FD45C}"/>
                </a:ext>
              </a:extLst>
            </p:cNvPr>
            <p:cNvSpPr/>
            <p:nvPr/>
          </p:nvSpPr>
          <p:spPr>
            <a:xfrm>
              <a:off x="443067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4" name="pt281">
              <a:extLst>
                <a:ext uri="{FF2B5EF4-FFF2-40B4-BE49-F238E27FC236}">
                  <a16:creationId xmlns:a16="http://schemas.microsoft.com/office/drawing/2014/main" id="{44152802-791F-1230-F9AA-090CAC393701}"/>
                </a:ext>
              </a:extLst>
            </p:cNvPr>
            <p:cNvSpPr/>
            <p:nvPr/>
          </p:nvSpPr>
          <p:spPr>
            <a:xfrm>
              <a:off x="411300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5" name="pt282">
              <a:extLst>
                <a:ext uri="{FF2B5EF4-FFF2-40B4-BE49-F238E27FC236}">
                  <a16:creationId xmlns:a16="http://schemas.microsoft.com/office/drawing/2014/main" id="{A56975D7-E19C-C9DC-1402-D11DD780B909}"/>
                </a:ext>
              </a:extLst>
            </p:cNvPr>
            <p:cNvSpPr/>
            <p:nvPr/>
          </p:nvSpPr>
          <p:spPr>
            <a:xfrm>
              <a:off x="1857053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6" name="pt283">
              <a:extLst>
                <a:ext uri="{FF2B5EF4-FFF2-40B4-BE49-F238E27FC236}">
                  <a16:creationId xmlns:a16="http://schemas.microsoft.com/office/drawing/2014/main" id="{8D404E19-1BEE-2E59-967A-19656B8288B9}"/>
                </a:ext>
              </a:extLst>
            </p:cNvPr>
            <p:cNvSpPr/>
            <p:nvPr/>
          </p:nvSpPr>
          <p:spPr>
            <a:xfrm>
              <a:off x="428074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7" name="pt284">
              <a:extLst>
                <a:ext uri="{FF2B5EF4-FFF2-40B4-BE49-F238E27FC236}">
                  <a16:creationId xmlns:a16="http://schemas.microsoft.com/office/drawing/2014/main" id="{E206DF12-9010-8120-2BDF-00FAC3CD7517}"/>
                </a:ext>
              </a:extLst>
            </p:cNvPr>
            <p:cNvSpPr/>
            <p:nvPr/>
          </p:nvSpPr>
          <p:spPr>
            <a:xfrm>
              <a:off x="4113346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8" name="pt285">
              <a:extLst>
                <a:ext uri="{FF2B5EF4-FFF2-40B4-BE49-F238E27FC236}">
                  <a16:creationId xmlns:a16="http://schemas.microsoft.com/office/drawing/2014/main" id="{9C85DACC-3760-6939-878F-7C988CF06EC3}"/>
                </a:ext>
              </a:extLst>
            </p:cNvPr>
            <p:cNvSpPr/>
            <p:nvPr/>
          </p:nvSpPr>
          <p:spPr>
            <a:xfrm>
              <a:off x="3338558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9" name="pt286">
              <a:extLst>
                <a:ext uri="{FF2B5EF4-FFF2-40B4-BE49-F238E27FC236}">
                  <a16:creationId xmlns:a16="http://schemas.microsoft.com/office/drawing/2014/main" id="{435D4A82-B8BD-01EF-2EE1-E585E1C86A50}"/>
                </a:ext>
              </a:extLst>
            </p:cNvPr>
            <p:cNvSpPr/>
            <p:nvPr/>
          </p:nvSpPr>
          <p:spPr>
            <a:xfrm>
              <a:off x="237864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0" name="pt287">
              <a:extLst>
                <a:ext uri="{FF2B5EF4-FFF2-40B4-BE49-F238E27FC236}">
                  <a16:creationId xmlns:a16="http://schemas.microsoft.com/office/drawing/2014/main" id="{D9D2D852-E524-C4A2-B9C1-85C0530FBFCC}"/>
                </a:ext>
              </a:extLst>
            </p:cNvPr>
            <p:cNvSpPr/>
            <p:nvPr/>
          </p:nvSpPr>
          <p:spPr>
            <a:xfrm>
              <a:off x="498330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1" name="pt288">
              <a:extLst>
                <a:ext uri="{FF2B5EF4-FFF2-40B4-BE49-F238E27FC236}">
                  <a16:creationId xmlns:a16="http://schemas.microsoft.com/office/drawing/2014/main" id="{ED36708F-93DD-C76E-E1E0-371EF25CD127}"/>
                </a:ext>
              </a:extLst>
            </p:cNvPr>
            <p:cNvSpPr/>
            <p:nvPr/>
          </p:nvSpPr>
          <p:spPr>
            <a:xfrm>
              <a:off x="267172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2" name="pt289">
              <a:extLst>
                <a:ext uri="{FF2B5EF4-FFF2-40B4-BE49-F238E27FC236}">
                  <a16:creationId xmlns:a16="http://schemas.microsoft.com/office/drawing/2014/main" id="{7877D852-4E20-B9ED-8568-CB111292762C}"/>
                </a:ext>
              </a:extLst>
            </p:cNvPr>
            <p:cNvSpPr/>
            <p:nvPr/>
          </p:nvSpPr>
          <p:spPr>
            <a:xfrm>
              <a:off x="4190015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3" name="pt290">
              <a:extLst>
                <a:ext uri="{FF2B5EF4-FFF2-40B4-BE49-F238E27FC236}">
                  <a16:creationId xmlns:a16="http://schemas.microsoft.com/office/drawing/2014/main" id="{303927CB-EEDD-9BD4-AA02-78F932370526}"/>
                </a:ext>
              </a:extLst>
            </p:cNvPr>
            <p:cNvSpPr/>
            <p:nvPr/>
          </p:nvSpPr>
          <p:spPr>
            <a:xfrm>
              <a:off x="3405323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4" name="pt291">
              <a:extLst>
                <a:ext uri="{FF2B5EF4-FFF2-40B4-BE49-F238E27FC236}">
                  <a16:creationId xmlns:a16="http://schemas.microsoft.com/office/drawing/2014/main" id="{C6A02A49-F4FB-2A9F-0929-5144B3162582}"/>
                </a:ext>
              </a:extLst>
            </p:cNvPr>
            <p:cNvSpPr/>
            <p:nvPr/>
          </p:nvSpPr>
          <p:spPr>
            <a:xfrm>
              <a:off x="4280573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5" name="pt292">
              <a:extLst>
                <a:ext uri="{FF2B5EF4-FFF2-40B4-BE49-F238E27FC236}">
                  <a16:creationId xmlns:a16="http://schemas.microsoft.com/office/drawing/2014/main" id="{AD0BB807-B87C-F1C3-701B-1C31592EEF58}"/>
                </a:ext>
              </a:extLst>
            </p:cNvPr>
            <p:cNvSpPr/>
            <p:nvPr/>
          </p:nvSpPr>
          <p:spPr>
            <a:xfrm>
              <a:off x="4189681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6" name="pt293">
              <a:extLst>
                <a:ext uri="{FF2B5EF4-FFF2-40B4-BE49-F238E27FC236}">
                  <a16:creationId xmlns:a16="http://schemas.microsoft.com/office/drawing/2014/main" id="{09373D3F-F447-C35B-1D25-2954F278E105}"/>
                </a:ext>
              </a:extLst>
            </p:cNvPr>
            <p:cNvSpPr/>
            <p:nvPr/>
          </p:nvSpPr>
          <p:spPr>
            <a:xfrm>
              <a:off x="497101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7" name="pt294">
              <a:extLst>
                <a:ext uri="{FF2B5EF4-FFF2-40B4-BE49-F238E27FC236}">
                  <a16:creationId xmlns:a16="http://schemas.microsoft.com/office/drawing/2014/main" id="{DAEFCBD2-EA17-BD38-4E1F-5C7D3D31D2B4}"/>
                </a:ext>
              </a:extLst>
            </p:cNvPr>
            <p:cNvSpPr/>
            <p:nvPr/>
          </p:nvSpPr>
          <p:spPr>
            <a:xfrm>
              <a:off x="3553367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8" name="pt295">
              <a:extLst>
                <a:ext uri="{FF2B5EF4-FFF2-40B4-BE49-F238E27FC236}">
                  <a16:creationId xmlns:a16="http://schemas.microsoft.com/office/drawing/2014/main" id="{8398EBB3-F1AB-C1C7-4091-E5BA8781BCF4}"/>
                </a:ext>
              </a:extLst>
            </p:cNvPr>
            <p:cNvSpPr/>
            <p:nvPr/>
          </p:nvSpPr>
          <p:spPr>
            <a:xfrm>
              <a:off x="3388222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9" name="pt296">
              <a:extLst>
                <a:ext uri="{FF2B5EF4-FFF2-40B4-BE49-F238E27FC236}">
                  <a16:creationId xmlns:a16="http://schemas.microsoft.com/office/drawing/2014/main" id="{491F3BED-354C-45C3-FA33-0D0E42A65351}"/>
                </a:ext>
              </a:extLst>
            </p:cNvPr>
            <p:cNvSpPr/>
            <p:nvPr/>
          </p:nvSpPr>
          <p:spPr>
            <a:xfrm>
              <a:off x="3374909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0" name="pt297">
              <a:extLst>
                <a:ext uri="{FF2B5EF4-FFF2-40B4-BE49-F238E27FC236}">
                  <a16:creationId xmlns:a16="http://schemas.microsoft.com/office/drawing/2014/main" id="{51AF19CF-CDC4-1849-0A97-94FC1BB67ACE}"/>
                </a:ext>
              </a:extLst>
            </p:cNvPr>
            <p:cNvSpPr/>
            <p:nvPr/>
          </p:nvSpPr>
          <p:spPr>
            <a:xfrm>
              <a:off x="4255769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1" name="pt298">
              <a:extLst>
                <a:ext uri="{FF2B5EF4-FFF2-40B4-BE49-F238E27FC236}">
                  <a16:creationId xmlns:a16="http://schemas.microsoft.com/office/drawing/2014/main" id="{7B8A4CAE-8A8B-1FF7-AE48-A25291FF1C33}"/>
                </a:ext>
              </a:extLst>
            </p:cNvPr>
            <p:cNvSpPr/>
            <p:nvPr/>
          </p:nvSpPr>
          <p:spPr>
            <a:xfrm>
              <a:off x="4020863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2" name="pt299">
              <a:extLst>
                <a:ext uri="{FF2B5EF4-FFF2-40B4-BE49-F238E27FC236}">
                  <a16:creationId xmlns:a16="http://schemas.microsoft.com/office/drawing/2014/main" id="{DDCB4D5B-1DA3-6545-CBFF-88CBEA7BEEFA}"/>
                </a:ext>
              </a:extLst>
            </p:cNvPr>
            <p:cNvSpPr/>
            <p:nvPr/>
          </p:nvSpPr>
          <p:spPr>
            <a:xfrm>
              <a:off x="184839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3" name="pt300">
              <a:extLst>
                <a:ext uri="{FF2B5EF4-FFF2-40B4-BE49-F238E27FC236}">
                  <a16:creationId xmlns:a16="http://schemas.microsoft.com/office/drawing/2014/main" id="{C6033760-7B3F-28C4-E67F-AF27B3778796}"/>
                </a:ext>
              </a:extLst>
            </p:cNvPr>
            <p:cNvSpPr/>
            <p:nvPr/>
          </p:nvSpPr>
          <p:spPr>
            <a:xfrm>
              <a:off x="4020863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4" name="pt301">
              <a:extLst>
                <a:ext uri="{FF2B5EF4-FFF2-40B4-BE49-F238E27FC236}">
                  <a16:creationId xmlns:a16="http://schemas.microsoft.com/office/drawing/2014/main" id="{6E4D182C-05D2-4496-7E7C-B546FE9D60D8}"/>
                </a:ext>
              </a:extLst>
            </p:cNvPr>
            <p:cNvSpPr/>
            <p:nvPr/>
          </p:nvSpPr>
          <p:spPr>
            <a:xfrm>
              <a:off x="2625869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5" name="pt302">
              <a:extLst>
                <a:ext uri="{FF2B5EF4-FFF2-40B4-BE49-F238E27FC236}">
                  <a16:creationId xmlns:a16="http://schemas.microsoft.com/office/drawing/2014/main" id="{85EBC5B0-27F5-CC2B-4D1C-AD9D000C822D}"/>
                </a:ext>
              </a:extLst>
            </p:cNvPr>
            <p:cNvSpPr/>
            <p:nvPr/>
          </p:nvSpPr>
          <p:spPr>
            <a:xfrm>
              <a:off x="370747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6" name="pt303">
              <a:extLst>
                <a:ext uri="{FF2B5EF4-FFF2-40B4-BE49-F238E27FC236}">
                  <a16:creationId xmlns:a16="http://schemas.microsoft.com/office/drawing/2014/main" id="{950CBF0C-D1A0-62EB-9428-38A3E9DAA9D5}"/>
                </a:ext>
              </a:extLst>
            </p:cNvPr>
            <p:cNvSpPr/>
            <p:nvPr/>
          </p:nvSpPr>
          <p:spPr>
            <a:xfrm>
              <a:off x="3684749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7" name="pt304">
              <a:extLst>
                <a:ext uri="{FF2B5EF4-FFF2-40B4-BE49-F238E27FC236}">
                  <a16:creationId xmlns:a16="http://schemas.microsoft.com/office/drawing/2014/main" id="{BE7DE06E-78A9-86AE-1B2A-3121B5361763}"/>
                </a:ext>
              </a:extLst>
            </p:cNvPr>
            <p:cNvSpPr/>
            <p:nvPr/>
          </p:nvSpPr>
          <p:spPr>
            <a:xfrm>
              <a:off x="357857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8" name="pt305">
              <a:extLst>
                <a:ext uri="{FF2B5EF4-FFF2-40B4-BE49-F238E27FC236}">
                  <a16:creationId xmlns:a16="http://schemas.microsoft.com/office/drawing/2014/main" id="{6147E5D8-3690-FB07-E1CB-A78B69823FC7}"/>
                </a:ext>
              </a:extLst>
            </p:cNvPr>
            <p:cNvSpPr/>
            <p:nvPr/>
          </p:nvSpPr>
          <p:spPr>
            <a:xfrm>
              <a:off x="237864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9" name="pt306">
              <a:extLst>
                <a:ext uri="{FF2B5EF4-FFF2-40B4-BE49-F238E27FC236}">
                  <a16:creationId xmlns:a16="http://schemas.microsoft.com/office/drawing/2014/main" id="{B0A591B1-8D51-2C0B-F768-5D8EDFF4C18A}"/>
                </a:ext>
              </a:extLst>
            </p:cNvPr>
            <p:cNvSpPr/>
            <p:nvPr/>
          </p:nvSpPr>
          <p:spPr>
            <a:xfrm>
              <a:off x="185221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0" name="pt307">
              <a:extLst>
                <a:ext uri="{FF2B5EF4-FFF2-40B4-BE49-F238E27FC236}">
                  <a16:creationId xmlns:a16="http://schemas.microsoft.com/office/drawing/2014/main" id="{E0CCFDF0-2A57-332A-C234-E2E31EFDA9FC}"/>
                </a:ext>
              </a:extLst>
            </p:cNvPr>
            <p:cNvSpPr/>
            <p:nvPr/>
          </p:nvSpPr>
          <p:spPr>
            <a:xfrm>
              <a:off x="4508963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1" name="pt308">
              <a:extLst>
                <a:ext uri="{FF2B5EF4-FFF2-40B4-BE49-F238E27FC236}">
                  <a16:creationId xmlns:a16="http://schemas.microsoft.com/office/drawing/2014/main" id="{96118DAD-B528-199E-8E1B-C67ED065D528}"/>
                </a:ext>
              </a:extLst>
            </p:cNvPr>
            <p:cNvSpPr/>
            <p:nvPr/>
          </p:nvSpPr>
          <p:spPr>
            <a:xfrm>
              <a:off x="443863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2" name="pg309">
              <a:extLst>
                <a:ext uri="{FF2B5EF4-FFF2-40B4-BE49-F238E27FC236}">
                  <a16:creationId xmlns:a16="http://schemas.microsoft.com/office/drawing/2014/main" id="{4C159F39-C8B9-9684-EBCA-14D2D7D770B7}"/>
                </a:ext>
              </a:extLst>
            </p:cNvPr>
            <p:cNvSpPr/>
            <p:nvPr/>
          </p:nvSpPr>
          <p:spPr>
            <a:xfrm>
              <a:off x="437601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3" name="pg310">
              <a:extLst>
                <a:ext uri="{FF2B5EF4-FFF2-40B4-BE49-F238E27FC236}">
                  <a16:creationId xmlns:a16="http://schemas.microsoft.com/office/drawing/2014/main" id="{4C556CEF-7EF8-AFD0-2FC3-93C2F3E5C7B2}"/>
                </a:ext>
              </a:extLst>
            </p:cNvPr>
            <p:cNvSpPr/>
            <p:nvPr/>
          </p:nvSpPr>
          <p:spPr>
            <a:xfrm>
              <a:off x="328577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4" name="pg311">
              <a:extLst>
                <a:ext uri="{FF2B5EF4-FFF2-40B4-BE49-F238E27FC236}">
                  <a16:creationId xmlns:a16="http://schemas.microsoft.com/office/drawing/2014/main" id="{B33AF383-214C-0D84-3BA6-1B8EE10D76E0}"/>
                </a:ext>
              </a:extLst>
            </p:cNvPr>
            <p:cNvSpPr/>
            <p:nvPr/>
          </p:nvSpPr>
          <p:spPr>
            <a:xfrm>
              <a:off x="457517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5" name="pg312">
              <a:extLst>
                <a:ext uri="{FF2B5EF4-FFF2-40B4-BE49-F238E27FC236}">
                  <a16:creationId xmlns:a16="http://schemas.microsoft.com/office/drawing/2014/main" id="{9AF44DAE-A613-ACDE-943B-4D26F4F6CF1A}"/>
                </a:ext>
              </a:extLst>
            </p:cNvPr>
            <p:cNvSpPr/>
            <p:nvPr/>
          </p:nvSpPr>
          <p:spPr>
            <a:xfrm>
              <a:off x="304551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6" name="pg313">
              <a:extLst>
                <a:ext uri="{FF2B5EF4-FFF2-40B4-BE49-F238E27FC236}">
                  <a16:creationId xmlns:a16="http://schemas.microsoft.com/office/drawing/2014/main" id="{B1743BC9-0454-1D12-D3DD-05BCBF4CBADE}"/>
                </a:ext>
              </a:extLst>
            </p:cNvPr>
            <p:cNvSpPr/>
            <p:nvPr/>
          </p:nvSpPr>
          <p:spPr>
            <a:xfrm>
              <a:off x="289220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7" name="pg314">
              <a:extLst>
                <a:ext uri="{FF2B5EF4-FFF2-40B4-BE49-F238E27FC236}">
                  <a16:creationId xmlns:a16="http://schemas.microsoft.com/office/drawing/2014/main" id="{52DCFCEA-C163-ED8E-8687-C250FD79EBE1}"/>
                </a:ext>
              </a:extLst>
            </p:cNvPr>
            <p:cNvSpPr/>
            <p:nvPr/>
          </p:nvSpPr>
          <p:spPr>
            <a:xfrm>
              <a:off x="456178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8" name="pg315">
              <a:extLst>
                <a:ext uri="{FF2B5EF4-FFF2-40B4-BE49-F238E27FC236}">
                  <a16:creationId xmlns:a16="http://schemas.microsoft.com/office/drawing/2014/main" id="{110F57BC-7041-1DE7-4A9F-9D22F647D4CB}"/>
                </a:ext>
              </a:extLst>
            </p:cNvPr>
            <p:cNvSpPr/>
            <p:nvPr/>
          </p:nvSpPr>
          <p:spPr>
            <a:xfrm>
              <a:off x="477080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9" name="pg316">
              <a:extLst>
                <a:ext uri="{FF2B5EF4-FFF2-40B4-BE49-F238E27FC236}">
                  <a16:creationId xmlns:a16="http://schemas.microsoft.com/office/drawing/2014/main" id="{452E5B62-0665-C171-F8E1-2E8D1A703EDE}"/>
                </a:ext>
              </a:extLst>
            </p:cNvPr>
            <p:cNvSpPr/>
            <p:nvPr/>
          </p:nvSpPr>
          <p:spPr>
            <a:xfrm>
              <a:off x="438942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0" name="pg317">
              <a:extLst>
                <a:ext uri="{FF2B5EF4-FFF2-40B4-BE49-F238E27FC236}">
                  <a16:creationId xmlns:a16="http://schemas.microsoft.com/office/drawing/2014/main" id="{346E601E-100F-823E-6C4F-4085C71F8DA1}"/>
                </a:ext>
              </a:extLst>
            </p:cNvPr>
            <p:cNvSpPr/>
            <p:nvPr/>
          </p:nvSpPr>
          <p:spPr>
            <a:xfrm>
              <a:off x="482346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1" name="pg318">
              <a:extLst>
                <a:ext uri="{FF2B5EF4-FFF2-40B4-BE49-F238E27FC236}">
                  <a16:creationId xmlns:a16="http://schemas.microsoft.com/office/drawing/2014/main" id="{0F13BC00-F9C0-D9EA-2DAD-5F572E617F06}"/>
                </a:ext>
              </a:extLst>
            </p:cNvPr>
            <p:cNvSpPr/>
            <p:nvPr/>
          </p:nvSpPr>
          <p:spPr>
            <a:xfrm>
              <a:off x="30884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2" name="pg319">
              <a:extLst>
                <a:ext uri="{FF2B5EF4-FFF2-40B4-BE49-F238E27FC236}">
                  <a16:creationId xmlns:a16="http://schemas.microsoft.com/office/drawing/2014/main" id="{9BAF6058-61B0-D79A-C2FF-D873B6152381}"/>
                </a:ext>
              </a:extLst>
            </p:cNvPr>
            <p:cNvSpPr/>
            <p:nvPr/>
          </p:nvSpPr>
          <p:spPr>
            <a:xfrm>
              <a:off x="508689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3" name="pg320">
              <a:extLst>
                <a:ext uri="{FF2B5EF4-FFF2-40B4-BE49-F238E27FC236}">
                  <a16:creationId xmlns:a16="http://schemas.microsoft.com/office/drawing/2014/main" id="{E686553C-1C9D-F827-EAD7-8C6CC6EBAAF1}"/>
                </a:ext>
              </a:extLst>
            </p:cNvPr>
            <p:cNvSpPr/>
            <p:nvPr/>
          </p:nvSpPr>
          <p:spPr>
            <a:xfrm>
              <a:off x="459916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4" name="pg321">
              <a:extLst>
                <a:ext uri="{FF2B5EF4-FFF2-40B4-BE49-F238E27FC236}">
                  <a16:creationId xmlns:a16="http://schemas.microsoft.com/office/drawing/2014/main" id="{6C872EBD-F19B-77FB-3E3B-F10CEB7CFDDB}"/>
                </a:ext>
              </a:extLst>
            </p:cNvPr>
            <p:cNvSpPr/>
            <p:nvPr/>
          </p:nvSpPr>
          <p:spPr>
            <a:xfrm>
              <a:off x="289220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5" name="pg322">
              <a:extLst>
                <a:ext uri="{FF2B5EF4-FFF2-40B4-BE49-F238E27FC236}">
                  <a16:creationId xmlns:a16="http://schemas.microsoft.com/office/drawing/2014/main" id="{EB112BA2-2D1F-AA94-F0A0-9B72F7A0A4C4}"/>
                </a:ext>
              </a:extLst>
            </p:cNvPr>
            <p:cNvSpPr/>
            <p:nvPr/>
          </p:nvSpPr>
          <p:spPr>
            <a:xfrm>
              <a:off x="292397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6" name="pg323">
              <a:extLst>
                <a:ext uri="{FF2B5EF4-FFF2-40B4-BE49-F238E27FC236}">
                  <a16:creationId xmlns:a16="http://schemas.microsoft.com/office/drawing/2014/main" id="{EBBD5983-49F3-DFFE-2B7A-CB7648D48423}"/>
                </a:ext>
              </a:extLst>
            </p:cNvPr>
            <p:cNvSpPr/>
            <p:nvPr/>
          </p:nvSpPr>
          <p:spPr>
            <a:xfrm>
              <a:off x="526269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7" name="pg324">
              <a:extLst>
                <a:ext uri="{FF2B5EF4-FFF2-40B4-BE49-F238E27FC236}">
                  <a16:creationId xmlns:a16="http://schemas.microsoft.com/office/drawing/2014/main" id="{39E70C9A-CDFF-6795-8DDA-10792C2298A3}"/>
                </a:ext>
              </a:extLst>
            </p:cNvPr>
            <p:cNvSpPr/>
            <p:nvPr/>
          </p:nvSpPr>
          <p:spPr>
            <a:xfrm>
              <a:off x="447743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8" name="pg325">
              <a:extLst>
                <a:ext uri="{FF2B5EF4-FFF2-40B4-BE49-F238E27FC236}">
                  <a16:creationId xmlns:a16="http://schemas.microsoft.com/office/drawing/2014/main" id="{BFE38AC1-0CD4-4726-8C55-2E45712DDB1C}"/>
                </a:ext>
              </a:extLst>
            </p:cNvPr>
            <p:cNvSpPr/>
            <p:nvPr/>
          </p:nvSpPr>
          <p:spPr>
            <a:xfrm>
              <a:off x="327733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9" name="pg326">
              <a:extLst>
                <a:ext uri="{FF2B5EF4-FFF2-40B4-BE49-F238E27FC236}">
                  <a16:creationId xmlns:a16="http://schemas.microsoft.com/office/drawing/2014/main" id="{57B4397A-003A-584D-67B4-31762D556561}"/>
                </a:ext>
              </a:extLst>
            </p:cNvPr>
            <p:cNvSpPr/>
            <p:nvPr/>
          </p:nvSpPr>
          <p:spPr>
            <a:xfrm>
              <a:off x="32728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0" name="pg327">
              <a:extLst>
                <a:ext uri="{FF2B5EF4-FFF2-40B4-BE49-F238E27FC236}">
                  <a16:creationId xmlns:a16="http://schemas.microsoft.com/office/drawing/2014/main" id="{4FAC7B51-E978-D8ED-245D-680A8AA4624E}"/>
                </a:ext>
              </a:extLst>
            </p:cNvPr>
            <p:cNvSpPr/>
            <p:nvPr/>
          </p:nvSpPr>
          <p:spPr>
            <a:xfrm>
              <a:off x="344257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1" name="pg328">
              <a:extLst>
                <a:ext uri="{FF2B5EF4-FFF2-40B4-BE49-F238E27FC236}">
                  <a16:creationId xmlns:a16="http://schemas.microsoft.com/office/drawing/2014/main" id="{F3739A96-E790-4C2D-68FC-4D0CEB0C133A}"/>
                </a:ext>
              </a:extLst>
            </p:cNvPr>
            <p:cNvSpPr/>
            <p:nvPr/>
          </p:nvSpPr>
          <p:spPr>
            <a:xfrm>
              <a:off x="526653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2" name="pg329">
              <a:extLst>
                <a:ext uri="{FF2B5EF4-FFF2-40B4-BE49-F238E27FC236}">
                  <a16:creationId xmlns:a16="http://schemas.microsoft.com/office/drawing/2014/main" id="{1B3A6F38-1A1A-5D53-C458-660B6EED6AB1}"/>
                </a:ext>
              </a:extLst>
            </p:cNvPr>
            <p:cNvSpPr/>
            <p:nvPr/>
          </p:nvSpPr>
          <p:spPr>
            <a:xfrm>
              <a:off x="453776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3" name="pg330">
              <a:extLst>
                <a:ext uri="{FF2B5EF4-FFF2-40B4-BE49-F238E27FC236}">
                  <a16:creationId xmlns:a16="http://schemas.microsoft.com/office/drawing/2014/main" id="{3D2B5F24-0DC8-8ADA-FEA0-5AB2F059D4F8}"/>
                </a:ext>
              </a:extLst>
            </p:cNvPr>
            <p:cNvSpPr/>
            <p:nvPr/>
          </p:nvSpPr>
          <p:spPr>
            <a:xfrm>
              <a:off x="468293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4" name="pg331">
              <a:extLst>
                <a:ext uri="{FF2B5EF4-FFF2-40B4-BE49-F238E27FC236}">
                  <a16:creationId xmlns:a16="http://schemas.microsoft.com/office/drawing/2014/main" id="{387BEDD8-D48C-C40D-50E3-431048C4C80B}"/>
                </a:ext>
              </a:extLst>
            </p:cNvPr>
            <p:cNvSpPr/>
            <p:nvPr/>
          </p:nvSpPr>
          <p:spPr>
            <a:xfrm>
              <a:off x="468293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5" name="pg332">
              <a:extLst>
                <a:ext uri="{FF2B5EF4-FFF2-40B4-BE49-F238E27FC236}">
                  <a16:creationId xmlns:a16="http://schemas.microsoft.com/office/drawing/2014/main" id="{9619D14A-44FD-3F98-880D-333CEB4F0D37}"/>
                </a:ext>
              </a:extLst>
            </p:cNvPr>
            <p:cNvSpPr/>
            <p:nvPr/>
          </p:nvSpPr>
          <p:spPr>
            <a:xfrm>
              <a:off x="33022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6" name="pg333">
              <a:extLst>
                <a:ext uri="{FF2B5EF4-FFF2-40B4-BE49-F238E27FC236}">
                  <a16:creationId xmlns:a16="http://schemas.microsoft.com/office/drawing/2014/main" id="{D95534E3-0F91-A0F6-8C16-32ABF35FAEC2}"/>
                </a:ext>
              </a:extLst>
            </p:cNvPr>
            <p:cNvSpPr/>
            <p:nvPr/>
          </p:nvSpPr>
          <p:spPr>
            <a:xfrm>
              <a:off x="482346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7" name="pg334">
              <a:extLst>
                <a:ext uri="{FF2B5EF4-FFF2-40B4-BE49-F238E27FC236}">
                  <a16:creationId xmlns:a16="http://schemas.microsoft.com/office/drawing/2014/main" id="{091AC645-951C-B20A-CB3C-D7DE97880340}"/>
                </a:ext>
              </a:extLst>
            </p:cNvPr>
            <p:cNvSpPr/>
            <p:nvPr/>
          </p:nvSpPr>
          <p:spPr>
            <a:xfrm>
              <a:off x="303970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8" name="pg335">
              <a:extLst>
                <a:ext uri="{FF2B5EF4-FFF2-40B4-BE49-F238E27FC236}">
                  <a16:creationId xmlns:a16="http://schemas.microsoft.com/office/drawing/2014/main" id="{B271A544-2D2A-A66F-55A4-B3C4ED55F962}"/>
                </a:ext>
              </a:extLst>
            </p:cNvPr>
            <p:cNvSpPr/>
            <p:nvPr/>
          </p:nvSpPr>
          <p:spPr>
            <a:xfrm>
              <a:off x="293860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9" name="pg336">
              <a:extLst>
                <a:ext uri="{FF2B5EF4-FFF2-40B4-BE49-F238E27FC236}">
                  <a16:creationId xmlns:a16="http://schemas.microsoft.com/office/drawing/2014/main" id="{426EC64C-F866-156F-B227-7F8F8FB8AE4A}"/>
                </a:ext>
              </a:extLst>
            </p:cNvPr>
            <p:cNvSpPr/>
            <p:nvPr/>
          </p:nvSpPr>
          <p:spPr>
            <a:xfrm>
              <a:off x="346696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0" name="pg337">
              <a:extLst>
                <a:ext uri="{FF2B5EF4-FFF2-40B4-BE49-F238E27FC236}">
                  <a16:creationId xmlns:a16="http://schemas.microsoft.com/office/drawing/2014/main" id="{6F1048AC-8D93-4709-B752-B10BE626A87B}"/>
                </a:ext>
              </a:extLst>
            </p:cNvPr>
            <p:cNvSpPr/>
            <p:nvPr/>
          </p:nvSpPr>
          <p:spPr>
            <a:xfrm>
              <a:off x="45450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1" name="pg338">
              <a:extLst>
                <a:ext uri="{FF2B5EF4-FFF2-40B4-BE49-F238E27FC236}">
                  <a16:creationId xmlns:a16="http://schemas.microsoft.com/office/drawing/2014/main" id="{61DB7624-4E2A-59E6-03FB-5338127F3A10}"/>
                </a:ext>
              </a:extLst>
            </p:cNvPr>
            <p:cNvSpPr/>
            <p:nvPr/>
          </p:nvSpPr>
          <p:spPr>
            <a:xfrm>
              <a:off x="327500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2" name="pg339">
              <a:extLst>
                <a:ext uri="{FF2B5EF4-FFF2-40B4-BE49-F238E27FC236}">
                  <a16:creationId xmlns:a16="http://schemas.microsoft.com/office/drawing/2014/main" id="{3E649461-1C77-8577-BD31-DAE26A834CFD}"/>
                </a:ext>
              </a:extLst>
            </p:cNvPr>
            <p:cNvSpPr/>
            <p:nvPr/>
          </p:nvSpPr>
          <p:spPr>
            <a:xfrm>
              <a:off x="288402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3" name="pg340">
              <a:extLst>
                <a:ext uri="{FF2B5EF4-FFF2-40B4-BE49-F238E27FC236}">
                  <a16:creationId xmlns:a16="http://schemas.microsoft.com/office/drawing/2014/main" id="{6AEA70CB-5173-B590-F2D9-39D3BA938E57}"/>
                </a:ext>
              </a:extLst>
            </p:cNvPr>
            <p:cNvSpPr/>
            <p:nvPr/>
          </p:nvSpPr>
          <p:spPr>
            <a:xfrm>
              <a:off x="307684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4" name="pg341">
              <a:extLst>
                <a:ext uri="{FF2B5EF4-FFF2-40B4-BE49-F238E27FC236}">
                  <a16:creationId xmlns:a16="http://schemas.microsoft.com/office/drawing/2014/main" id="{0BE85377-2471-E8B7-6A4C-4BD4BDD0271B}"/>
                </a:ext>
              </a:extLst>
            </p:cNvPr>
            <p:cNvSpPr/>
            <p:nvPr/>
          </p:nvSpPr>
          <p:spPr>
            <a:xfrm>
              <a:off x="305143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5" name="pg342">
              <a:extLst>
                <a:ext uri="{FF2B5EF4-FFF2-40B4-BE49-F238E27FC236}">
                  <a16:creationId xmlns:a16="http://schemas.microsoft.com/office/drawing/2014/main" id="{6D557860-87BF-70B0-200E-7BCED20A5D96}"/>
                </a:ext>
              </a:extLst>
            </p:cNvPr>
            <p:cNvSpPr/>
            <p:nvPr/>
          </p:nvSpPr>
          <p:spPr>
            <a:xfrm>
              <a:off x="474497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6" name="pg343">
              <a:extLst>
                <a:ext uri="{FF2B5EF4-FFF2-40B4-BE49-F238E27FC236}">
                  <a16:creationId xmlns:a16="http://schemas.microsoft.com/office/drawing/2014/main" id="{D88BF8DA-AE09-4031-9D9D-F1D92C9AE1AD}"/>
                </a:ext>
              </a:extLst>
            </p:cNvPr>
            <p:cNvSpPr/>
            <p:nvPr/>
          </p:nvSpPr>
          <p:spPr>
            <a:xfrm>
              <a:off x="314224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7" name="pg344">
              <a:extLst>
                <a:ext uri="{FF2B5EF4-FFF2-40B4-BE49-F238E27FC236}">
                  <a16:creationId xmlns:a16="http://schemas.microsoft.com/office/drawing/2014/main" id="{0870526C-E337-09E3-6EA1-46CB392DEDF7}"/>
                </a:ext>
              </a:extLst>
            </p:cNvPr>
            <p:cNvSpPr/>
            <p:nvPr/>
          </p:nvSpPr>
          <p:spPr>
            <a:xfrm>
              <a:off x="313704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8" name="pg345">
              <a:extLst>
                <a:ext uri="{FF2B5EF4-FFF2-40B4-BE49-F238E27FC236}">
                  <a16:creationId xmlns:a16="http://schemas.microsoft.com/office/drawing/2014/main" id="{B6EE1725-863E-032C-8485-6F118C14FD75}"/>
                </a:ext>
              </a:extLst>
            </p:cNvPr>
            <p:cNvSpPr/>
            <p:nvPr/>
          </p:nvSpPr>
          <p:spPr>
            <a:xfrm>
              <a:off x="447362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9" name="pg346">
              <a:extLst>
                <a:ext uri="{FF2B5EF4-FFF2-40B4-BE49-F238E27FC236}">
                  <a16:creationId xmlns:a16="http://schemas.microsoft.com/office/drawing/2014/main" id="{1FAE3801-0453-6DA5-7B72-A04BB043D9D6}"/>
                </a:ext>
              </a:extLst>
            </p:cNvPr>
            <p:cNvSpPr/>
            <p:nvPr/>
          </p:nvSpPr>
          <p:spPr>
            <a:xfrm>
              <a:off x="477339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0" name="pg347">
              <a:extLst>
                <a:ext uri="{FF2B5EF4-FFF2-40B4-BE49-F238E27FC236}">
                  <a16:creationId xmlns:a16="http://schemas.microsoft.com/office/drawing/2014/main" id="{2B02E37F-4683-7C16-F1A9-D679D670976A}"/>
                </a:ext>
              </a:extLst>
            </p:cNvPr>
            <p:cNvSpPr/>
            <p:nvPr/>
          </p:nvSpPr>
          <p:spPr>
            <a:xfrm>
              <a:off x="462604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1" name="pg348">
              <a:extLst>
                <a:ext uri="{FF2B5EF4-FFF2-40B4-BE49-F238E27FC236}">
                  <a16:creationId xmlns:a16="http://schemas.microsoft.com/office/drawing/2014/main" id="{691FE856-B7F8-CDB5-F59F-2BF38306E6B4}"/>
                </a:ext>
              </a:extLst>
            </p:cNvPr>
            <p:cNvSpPr/>
            <p:nvPr/>
          </p:nvSpPr>
          <p:spPr>
            <a:xfrm>
              <a:off x="462838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2" name="pg349">
              <a:extLst>
                <a:ext uri="{FF2B5EF4-FFF2-40B4-BE49-F238E27FC236}">
                  <a16:creationId xmlns:a16="http://schemas.microsoft.com/office/drawing/2014/main" id="{DB54017F-AC95-AC6B-8192-5EA704B75C36}"/>
                </a:ext>
              </a:extLst>
            </p:cNvPr>
            <p:cNvSpPr/>
            <p:nvPr/>
          </p:nvSpPr>
          <p:spPr>
            <a:xfrm>
              <a:off x="33022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3" name="pg350">
              <a:extLst>
                <a:ext uri="{FF2B5EF4-FFF2-40B4-BE49-F238E27FC236}">
                  <a16:creationId xmlns:a16="http://schemas.microsoft.com/office/drawing/2014/main" id="{8694B2F9-A59E-3506-586B-B37287741D6C}"/>
                </a:ext>
              </a:extLst>
            </p:cNvPr>
            <p:cNvSpPr/>
            <p:nvPr/>
          </p:nvSpPr>
          <p:spPr>
            <a:xfrm>
              <a:off x="474758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4" name="pg351">
              <a:extLst>
                <a:ext uri="{FF2B5EF4-FFF2-40B4-BE49-F238E27FC236}">
                  <a16:creationId xmlns:a16="http://schemas.microsoft.com/office/drawing/2014/main" id="{7EE4C61D-1237-AC81-55D4-64A509912C80}"/>
                </a:ext>
              </a:extLst>
            </p:cNvPr>
            <p:cNvSpPr/>
            <p:nvPr/>
          </p:nvSpPr>
          <p:spPr>
            <a:xfrm>
              <a:off x="288402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5" name="pg352">
              <a:extLst>
                <a:ext uri="{FF2B5EF4-FFF2-40B4-BE49-F238E27FC236}">
                  <a16:creationId xmlns:a16="http://schemas.microsoft.com/office/drawing/2014/main" id="{46C3255B-71B5-68F1-FAF5-A71882146528}"/>
                </a:ext>
              </a:extLst>
            </p:cNvPr>
            <p:cNvSpPr/>
            <p:nvPr/>
          </p:nvSpPr>
          <p:spPr>
            <a:xfrm>
              <a:off x="46018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6" name="pg353">
              <a:extLst>
                <a:ext uri="{FF2B5EF4-FFF2-40B4-BE49-F238E27FC236}">
                  <a16:creationId xmlns:a16="http://schemas.microsoft.com/office/drawing/2014/main" id="{C81EF80A-409E-8DD3-E8C8-EA356B0F82DF}"/>
                </a:ext>
              </a:extLst>
            </p:cNvPr>
            <p:cNvSpPr/>
            <p:nvPr/>
          </p:nvSpPr>
          <p:spPr>
            <a:xfrm>
              <a:off x="342983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7" name="pg354">
              <a:extLst>
                <a:ext uri="{FF2B5EF4-FFF2-40B4-BE49-F238E27FC236}">
                  <a16:creationId xmlns:a16="http://schemas.microsoft.com/office/drawing/2014/main" id="{4DCD0C2B-70EF-A8CC-925C-04B7864963A5}"/>
                </a:ext>
              </a:extLst>
            </p:cNvPr>
            <p:cNvSpPr/>
            <p:nvPr/>
          </p:nvSpPr>
          <p:spPr>
            <a:xfrm>
              <a:off x="342983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8" name="pg355">
              <a:extLst>
                <a:ext uri="{FF2B5EF4-FFF2-40B4-BE49-F238E27FC236}">
                  <a16:creationId xmlns:a16="http://schemas.microsoft.com/office/drawing/2014/main" id="{4EFB41D1-7D71-2ED3-225D-DA44C0E1053A}"/>
                </a:ext>
              </a:extLst>
            </p:cNvPr>
            <p:cNvSpPr/>
            <p:nvPr/>
          </p:nvSpPr>
          <p:spPr>
            <a:xfrm>
              <a:off x="305202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9" name="pg356">
              <a:extLst>
                <a:ext uri="{FF2B5EF4-FFF2-40B4-BE49-F238E27FC236}">
                  <a16:creationId xmlns:a16="http://schemas.microsoft.com/office/drawing/2014/main" id="{76A1C1AC-0FC5-9417-C5EA-928BC807277F}"/>
                </a:ext>
              </a:extLst>
            </p:cNvPr>
            <p:cNvSpPr/>
            <p:nvPr/>
          </p:nvSpPr>
          <p:spPr>
            <a:xfrm>
              <a:off x="417845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0" name="pg357">
              <a:extLst>
                <a:ext uri="{FF2B5EF4-FFF2-40B4-BE49-F238E27FC236}">
                  <a16:creationId xmlns:a16="http://schemas.microsoft.com/office/drawing/2014/main" id="{378A2F85-77AC-FA52-4E98-4CFFB7495124}"/>
                </a:ext>
              </a:extLst>
            </p:cNvPr>
            <p:cNvSpPr/>
            <p:nvPr/>
          </p:nvSpPr>
          <p:spPr>
            <a:xfrm>
              <a:off x="256457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1" name="pg358">
              <a:extLst>
                <a:ext uri="{FF2B5EF4-FFF2-40B4-BE49-F238E27FC236}">
                  <a16:creationId xmlns:a16="http://schemas.microsoft.com/office/drawing/2014/main" id="{3546D4DD-0991-0DF7-F8BC-7ED110CA2393}"/>
                </a:ext>
              </a:extLst>
            </p:cNvPr>
            <p:cNvSpPr/>
            <p:nvPr/>
          </p:nvSpPr>
          <p:spPr>
            <a:xfrm>
              <a:off x="499394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2" name="pg359">
              <a:extLst>
                <a:ext uri="{FF2B5EF4-FFF2-40B4-BE49-F238E27FC236}">
                  <a16:creationId xmlns:a16="http://schemas.microsoft.com/office/drawing/2014/main" id="{66A00ADB-F212-E4D6-38C0-BFAE92741002}"/>
                </a:ext>
              </a:extLst>
            </p:cNvPr>
            <p:cNvSpPr/>
            <p:nvPr/>
          </p:nvSpPr>
          <p:spPr>
            <a:xfrm>
              <a:off x="255658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3" name="pg360">
              <a:extLst>
                <a:ext uri="{FF2B5EF4-FFF2-40B4-BE49-F238E27FC236}">
                  <a16:creationId xmlns:a16="http://schemas.microsoft.com/office/drawing/2014/main" id="{CB6B4A76-E993-F087-F0C7-BB58A78ECBA8}"/>
                </a:ext>
              </a:extLst>
            </p:cNvPr>
            <p:cNvSpPr/>
            <p:nvPr/>
          </p:nvSpPr>
          <p:spPr>
            <a:xfrm>
              <a:off x="284826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4" name="pg361">
              <a:extLst>
                <a:ext uri="{FF2B5EF4-FFF2-40B4-BE49-F238E27FC236}">
                  <a16:creationId xmlns:a16="http://schemas.microsoft.com/office/drawing/2014/main" id="{E4F793B6-FB58-ED0C-1D94-019BBA1AF0A7}"/>
                </a:ext>
              </a:extLst>
            </p:cNvPr>
            <p:cNvSpPr/>
            <p:nvPr/>
          </p:nvSpPr>
          <p:spPr>
            <a:xfrm>
              <a:off x="443319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5" name="pg362">
              <a:extLst>
                <a:ext uri="{FF2B5EF4-FFF2-40B4-BE49-F238E27FC236}">
                  <a16:creationId xmlns:a16="http://schemas.microsoft.com/office/drawing/2014/main" id="{E74EAE44-1446-0B44-879C-DB0FACDD09F0}"/>
                </a:ext>
              </a:extLst>
            </p:cNvPr>
            <p:cNvSpPr/>
            <p:nvPr/>
          </p:nvSpPr>
          <p:spPr>
            <a:xfrm>
              <a:off x="306017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6" name="pg363">
              <a:extLst>
                <a:ext uri="{FF2B5EF4-FFF2-40B4-BE49-F238E27FC236}">
                  <a16:creationId xmlns:a16="http://schemas.microsoft.com/office/drawing/2014/main" id="{21F180DD-BFE7-BD0F-8DDE-7D1905EED65E}"/>
                </a:ext>
              </a:extLst>
            </p:cNvPr>
            <p:cNvSpPr/>
            <p:nvPr/>
          </p:nvSpPr>
          <p:spPr>
            <a:xfrm>
              <a:off x="484376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7" name="pg364">
              <a:extLst>
                <a:ext uri="{FF2B5EF4-FFF2-40B4-BE49-F238E27FC236}">
                  <a16:creationId xmlns:a16="http://schemas.microsoft.com/office/drawing/2014/main" id="{DAA33A56-0006-08C8-08E1-33DB11703471}"/>
                </a:ext>
              </a:extLst>
            </p:cNvPr>
            <p:cNvSpPr/>
            <p:nvPr/>
          </p:nvSpPr>
          <p:spPr>
            <a:xfrm>
              <a:off x="257488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8" name="pg365">
              <a:extLst>
                <a:ext uri="{FF2B5EF4-FFF2-40B4-BE49-F238E27FC236}">
                  <a16:creationId xmlns:a16="http://schemas.microsoft.com/office/drawing/2014/main" id="{2FE39A74-53DD-C5B4-1A64-C1A014C3BC00}"/>
                </a:ext>
              </a:extLst>
            </p:cNvPr>
            <p:cNvSpPr/>
            <p:nvPr/>
          </p:nvSpPr>
          <p:spPr>
            <a:xfrm>
              <a:off x="408760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9" name="pg366">
              <a:extLst>
                <a:ext uri="{FF2B5EF4-FFF2-40B4-BE49-F238E27FC236}">
                  <a16:creationId xmlns:a16="http://schemas.microsoft.com/office/drawing/2014/main" id="{D39CCA03-F93E-9DA5-8BDA-A6D55C1EF4CC}"/>
                </a:ext>
              </a:extLst>
            </p:cNvPr>
            <p:cNvSpPr/>
            <p:nvPr/>
          </p:nvSpPr>
          <p:spPr>
            <a:xfrm>
              <a:off x="304380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0" name="pg367">
              <a:extLst>
                <a:ext uri="{FF2B5EF4-FFF2-40B4-BE49-F238E27FC236}">
                  <a16:creationId xmlns:a16="http://schemas.microsoft.com/office/drawing/2014/main" id="{EE35DCF8-DD9A-650F-EA51-C02FA0015683}"/>
                </a:ext>
              </a:extLst>
            </p:cNvPr>
            <p:cNvSpPr/>
            <p:nvPr/>
          </p:nvSpPr>
          <p:spPr>
            <a:xfrm>
              <a:off x="257700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1" name="pg368">
              <a:extLst>
                <a:ext uri="{FF2B5EF4-FFF2-40B4-BE49-F238E27FC236}">
                  <a16:creationId xmlns:a16="http://schemas.microsoft.com/office/drawing/2014/main" id="{20A32DF0-8B0B-5F73-1794-3DD4AF32C3D2}"/>
                </a:ext>
              </a:extLst>
            </p:cNvPr>
            <p:cNvSpPr/>
            <p:nvPr/>
          </p:nvSpPr>
          <p:spPr>
            <a:xfrm>
              <a:off x="294150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2" name="pg369">
              <a:extLst>
                <a:ext uri="{FF2B5EF4-FFF2-40B4-BE49-F238E27FC236}">
                  <a16:creationId xmlns:a16="http://schemas.microsoft.com/office/drawing/2014/main" id="{BB19293E-B125-F803-8D2E-46AC7AC5B0B0}"/>
                </a:ext>
              </a:extLst>
            </p:cNvPr>
            <p:cNvSpPr/>
            <p:nvPr/>
          </p:nvSpPr>
          <p:spPr>
            <a:xfrm>
              <a:off x="254725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3" name="pg370">
              <a:extLst>
                <a:ext uri="{FF2B5EF4-FFF2-40B4-BE49-F238E27FC236}">
                  <a16:creationId xmlns:a16="http://schemas.microsoft.com/office/drawing/2014/main" id="{9D44E2DA-6D3B-303A-200A-0C3516997914}"/>
                </a:ext>
              </a:extLst>
            </p:cNvPr>
            <p:cNvSpPr/>
            <p:nvPr/>
          </p:nvSpPr>
          <p:spPr>
            <a:xfrm>
              <a:off x="499280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4" name="pg371">
              <a:extLst>
                <a:ext uri="{FF2B5EF4-FFF2-40B4-BE49-F238E27FC236}">
                  <a16:creationId xmlns:a16="http://schemas.microsoft.com/office/drawing/2014/main" id="{5A94D467-7372-D655-5DF2-A1C031B110D4}"/>
                </a:ext>
              </a:extLst>
            </p:cNvPr>
            <p:cNvSpPr/>
            <p:nvPr/>
          </p:nvSpPr>
          <p:spPr>
            <a:xfrm>
              <a:off x="428156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5" name="pg372">
              <a:extLst>
                <a:ext uri="{FF2B5EF4-FFF2-40B4-BE49-F238E27FC236}">
                  <a16:creationId xmlns:a16="http://schemas.microsoft.com/office/drawing/2014/main" id="{67B664D0-217D-E16F-9CC5-7B45945F69BA}"/>
                </a:ext>
              </a:extLst>
            </p:cNvPr>
            <p:cNvSpPr/>
            <p:nvPr/>
          </p:nvSpPr>
          <p:spPr>
            <a:xfrm>
              <a:off x="25596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6" name="pg373">
              <a:extLst>
                <a:ext uri="{FF2B5EF4-FFF2-40B4-BE49-F238E27FC236}">
                  <a16:creationId xmlns:a16="http://schemas.microsoft.com/office/drawing/2014/main" id="{7303671B-FAD0-C479-C724-B4BD3F5C9A17}"/>
                </a:ext>
              </a:extLst>
            </p:cNvPr>
            <p:cNvSpPr/>
            <p:nvPr/>
          </p:nvSpPr>
          <p:spPr>
            <a:xfrm>
              <a:off x="310999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7" name="pg374">
              <a:extLst>
                <a:ext uri="{FF2B5EF4-FFF2-40B4-BE49-F238E27FC236}">
                  <a16:creationId xmlns:a16="http://schemas.microsoft.com/office/drawing/2014/main" id="{B4F0CC65-23FE-9845-F056-D9E112C61483}"/>
                </a:ext>
              </a:extLst>
            </p:cNvPr>
            <p:cNvSpPr/>
            <p:nvPr/>
          </p:nvSpPr>
          <p:spPr>
            <a:xfrm>
              <a:off x="436378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8" name="pg375">
              <a:extLst>
                <a:ext uri="{FF2B5EF4-FFF2-40B4-BE49-F238E27FC236}">
                  <a16:creationId xmlns:a16="http://schemas.microsoft.com/office/drawing/2014/main" id="{8329AC01-414B-0FFC-6EE3-7CE01CDDD9FE}"/>
                </a:ext>
              </a:extLst>
            </p:cNvPr>
            <p:cNvSpPr/>
            <p:nvPr/>
          </p:nvSpPr>
          <p:spPr>
            <a:xfrm>
              <a:off x="427721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9" name="pg376">
              <a:extLst>
                <a:ext uri="{FF2B5EF4-FFF2-40B4-BE49-F238E27FC236}">
                  <a16:creationId xmlns:a16="http://schemas.microsoft.com/office/drawing/2014/main" id="{B7DCEB40-508B-0508-183B-253AE0C6CD5C}"/>
                </a:ext>
              </a:extLst>
            </p:cNvPr>
            <p:cNvSpPr/>
            <p:nvPr/>
          </p:nvSpPr>
          <p:spPr>
            <a:xfrm>
              <a:off x="26168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0" name="pg377">
              <a:extLst>
                <a:ext uri="{FF2B5EF4-FFF2-40B4-BE49-F238E27FC236}">
                  <a16:creationId xmlns:a16="http://schemas.microsoft.com/office/drawing/2014/main" id="{15B521DB-1AC6-F12C-BFC8-94560ED44C4C}"/>
                </a:ext>
              </a:extLst>
            </p:cNvPr>
            <p:cNvSpPr/>
            <p:nvPr/>
          </p:nvSpPr>
          <p:spPr>
            <a:xfrm>
              <a:off x="417674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1" name="pg378">
              <a:extLst>
                <a:ext uri="{FF2B5EF4-FFF2-40B4-BE49-F238E27FC236}">
                  <a16:creationId xmlns:a16="http://schemas.microsoft.com/office/drawing/2014/main" id="{064D9F22-2A2B-2640-B60D-E126FDE80D29}"/>
                </a:ext>
              </a:extLst>
            </p:cNvPr>
            <p:cNvSpPr/>
            <p:nvPr/>
          </p:nvSpPr>
          <p:spPr>
            <a:xfrm>
              <a:off x="434020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2" name="pg379">
              <a:extLst>
                <a:ext uri="{FF2B5EF4-FFF2-40B4-BE49-F238E27FC236}">
                  <a16:creationId xmlns:a16="http://schemas.microsoft.com/office/drawing/2014/main" id="{97DE3306-2FD7-EE74-F53E-55EA5940A06E}"/>
                </a:ext>
              </a:extLst>
            </p:cNvPr>
            <p:cNvSpPr/>
            <p:nvPr/>
          </p:nvSpPr>
          <p:spPr>
            <a:xfrm>
              <a:off x="306434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3" name="pg380">
              <a:extLst>
                <a:ext uri="{FF2B5EF4-FFF2-40B4-BE49-F238E27FC236}">
                  <a16:creationId xmlns:a16="http://schemas.microsoft.com/office/drawing/2014/main" id="{71F9715F-F1C0-1521-124D-10C114CE2300}"/>
                </a:ext>
              </a:extLst>
            </p:cNvPr>
            <p:cNvSpPr/>
            <p:nvPr/>
          </p:nvSpPr>
          <p:spPr>
            <a:xfrm>
              <a:off x="286277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4" name="pg381">
              <a:extLst>
                <a:ext uri="{FF2B5EF4-FFF2-40B4-BE49-F238E27FC236}">
                  <a16:creationId xmlns:a16="http://schemas.microsoft.com/office/drawing/2014/main" id="{E97FA0F5-BBC5-61BC-4B39-E9A740DBE168}"/>
                </a:ext>
              </a:extLst>
            </p:cNvPr>
            <p:cNvSpPr/>
            <p:nvPr/>
          </p:nvSpPr>
          <p:spPr>
            <a:xfrm>
              <a:off x="310530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5" name="pg382">
              <a:extLst>
                <a:ext uri="{FF2B5EF4-FFF2-40B4-BE49-F238E27FC236}">
                  <a16:creationId xmlns:a16="http://schemas.microsoft.com/office/drawing/2014/main" id="{EB6850E6-A3BD-9ED9-90B2-C6B7FCA2F372}"/>
                </a:ext>
              </a:extLst>
            </p:cNvPr>
            <p:cNvSpPr/>
            <p:nvPr/>
          </p:nvSpPr>
          <p:spPr>
            <a:xfrm>
              <a:off x="446171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6" name="pg383">
              <a:extLst>
                <a:ext uri="{FF2B5EF4-FFF2-40B4-BE49-F238E27FC236}">
                  <a16:creationId xmlns:a16="http://schemas.microsoft.com/office/drawing/2014/main" id="{6250851F-02F7-5FF0-4041-E9AFD964C78B}"/>
                </a:ext>
              </a:extLst>
            </p:cNvPr>
            <p:cNvSpPr/>
            <p:nvPr/>
          </p:nvSpPr>
          <p:spPr>
            <a:xfrm>
              <a:off x="287750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7" name="pg384">
              <a:extLst>
                <a:ext uri="{FF2B5EF4-FFF2-40B4-BE49-F238E27FC236}">
                  <a16:creationId xmlns:a16="http://schemas.microsoft.com/office/drawing/2014/main" id="{3BEF8897-462C-3386-BED5-29DC4939F0EB}"/>
                </a:ext>
              </a:extLst>
            </p:cNvPr>
            <p:cNvSpPr/>
            <p:nvPr/>
          </p:nvSpPr>
          <p:spPr>
            <a:xfrm>
              <a:off x="260491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8" name="pg385">
              <a:extLst>
                <a:ext uri="{FF2B5EF4-FFF2-40B4-BE49-F238E27FC236}">
                  <a16:creationId xmlns:a16="http://schemas.microsoft.com/office/drawing/2014/main" id="{1A5646C9-A017-B94C-4841-690BF4B82751}"/>
                </a:ext>
              </a:extLst>
            </p:cNvPr>
            <p:cNvSpPr/>
            <p:nvPr/>
          </p:nvSpPr>
          <p:spPr>
            <a:xfrm>
              <a:off x="425365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9" name="pg386">
              <a:extLst>
                <a:ext uri="{FF2B5EF4-FFF2-40B4-BE49-F238E27FC236}">
                  <a16:creationId xmlns:a16="http://schemas.microsoft.com/office/drawing/2014/main" id="{3DA22986-5F5C-597F-BCFA-41288B5CDB97}"/>
                </a:ext>
              </a:extLst>
            </p:cNvPr>
            <p:cNvSpPr/>
            <p:nvPr/>
          </p:nvSpPr>
          <p:spPr>
            <a:xfrm>
              <a:off x="428107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0" name="pg387">
              <a:extLst>
                <a:ext uri="{FF2B5EF4-FFF2-40B4-BE49-F238E27FC236}">
                  <a16:creationId xmlns:a16="http://schemas.microsoft.com/office/drawing/2014/main" id="{7FD4D9D6-92C6-7E53-0770-273E17B5AB0C}"/>
                </a:ext>
              </a:extLst>
            </p:cNvPr>
            <p:cNvSpPr/>
            <p:nvPr/>
          </p:nvSpPr>
          <p:spPr>
            <a:xfrm>
              <a:off x="261998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1" name="pg388">
              <a:extLst>
                <a:ext uri="{FF2B5EF4-FFF2-40B4-BE49-F238E27FC236}">
                  <a16:creationId xmlns:a16="http://schemas.microsoft.com/office/drawing/2014/main" id="{591A4073-B361-1CFA-17B3-6FDDD2099420}"/>
                </a:ext>
              </a:extLst>
            </p:cNvPr>
            <p:cNvSpPr/>
            <p:nvPr/>
          </p:nvSpPr>
          <p:spPr>
            <a:xfrm>
              <a:off x="484376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2" name="pg389">
              <a:extLst>
                <a:ext uri="{FF2B5EF4-FFF2-40B4-BE49-F238E27FC236}">
                  <a16:creationId xmlns:a16="http://schemas.microsoft.com/office/drawing/2014/main" id="{A9CD55EF-F162-0C1D-47C7-9B3DFA5CD4EE}"/>
                </a:ext>
              </a:extLst>
            </p:cNvPr>
            <p:cNvSpPr/>
            <p:nvPr/>
          </p:nvSpPr>
          <p:spPr>
            <a:xfrm>
              <a:off x="434496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3" name="pg390">
              <a:extLst>
                <a:ext uri="{FF2B5EF4-FFF2-40B4-BE49-F238E27FC236}">
                  <a16:creationId xmlns:a16="http://schemas.microsoft.com/office/drawing/2014/main" id="{A7806AB2-584A-E7AB-9843-EA4AD4CA207D}"/>
                </a:ext>
              </a:extLst>
            </p:cNvPr>
            <p:cNvSpPr/>
            <p:nvPr/>
          </p:nvSpPr>
          <p:spPr>
            <a:xfrm>
              <a:off x="452025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4" name="pg391">
              <a:extLst>
                <a:ext uri="{FF2B5EF4-FFF2-40B4-BE49-F238E27FC236}">
                  <a16:creationId xmlns:a16="http://schemas.microsoft.com/office/drawing/2014/main" id="{8C5B9A18-D81B-13C9-F011-DF6C0A7A5780}"/>
                </a:ext>
              </a:extLst>
            </p:cNvPr>
            <p:cNvSpPr/>
            <p:nvPr/>
          </p:nvSpPr>
          <p:spPr>
            <a:xfrm>
              <a:off x="445900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5" name="pg392">
              <a:extLst>
                <a:ext uri="{FF2B5EF4-FFF2-40B4-BE49-F238E27FC236}">
                  <a16:creationId xmlns:a16="http://schemas.microsoft.com/office/drawing/2014/main" id="{2BD8FA42-5D02-E9D9-B76F-BDC402055A8F}"/>
                </a:ext>
              </a:extLst>
            </p:cNvPr>
            <p:cNvSpPr/>
            <p:nvPr/>
          </p:nvSpPr>
          <p:spPr>
            <a:xfrm>
              <a:off x="427918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6" name="pg393">
              <a:extLst>
                <a:ext uri="{FF2B5EF4-FFF2-40B4-BE49-F238E27FC236}">
                  <a16:creationId xmlns:a16="http://schemas.microsoft.com/office/drawing/2014/main" id="{57CFC86B-D729-F16B-4F17-DC2900B9C9DD}"/>
                </a:ext>
              </a:extLst>
            </p:cNvPr>
            <p:cNvSpPr/>
            <p:nvPr/>
          </p:nvSpPr>
          <p:spPr>
            <a:xfrm>
              <a:off x="408722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7" name="pg394">
              <a:extLst>
                <a:ext uri="{FF2B5EF4-FFF2-40B4-BE49-F238E27FC236}">
                  <a16:creationId xmlns:a16="http://schemas.microsoft.com/office/drawing/2014/main" id="{40321106-63E7-3D63-6789-BDF4003B2096}"/>
                </a:ext>
              </a:extLst>
            </p:cNvPr>
            <p:cNvSpPr/>
            <p:nvPr/>
          </p:nvSpPr>
          <p:spPr>
            <a:xfrm>
              <a:off x="43651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8" name="pg395">
              <a:extLst>
                <a:ext uri="{FF2B5EF4-FFF2-40B4-BE49-F238E27FC236}">
                  <a16:creationId xmlns:a16="http://schemas.microsoft.com/office/drawing/2014/main" id="{FEBCD5AA-05EC-CD7B-FABF-7EC7DA1F5727}"/>
                </a:ext>
              </a:extLst>
            </p:cNvPr>
            <p:cNvSpPr/>
            <p:nvPr/>
          </p:nvSpPr>
          <p:spPr>
            <a:xfrm>
              <a:off x="425206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9" name="pg396">
              <a:extLst>
                <a:ext uri="{FF2B5EF4-FFF2-40B4-BE49-F238E27FC236}">
                  <a16:creationId xmlns:a16="http://schemas.microsoft.com/office/drawing/2014/main" id="{50CED612-0490-36E4-A8F4-A4AAACEA49D6}"/>
                </a:ext>
              </a:extLst>
            </p:cNvPr>
            <p:cNvSpPr/>
            <p:nvPr/>
          </p:nvSpPr>
          <p:spPr>
            <a:xfrm>
              <a:off x="30601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0" name="pg397">
              <a:extLst>
                <a:ext uri="{FF2B5EF4-FFF2-40B4-BE49-F238E27FC236}">
                  <a16:creationId xmlns:a16="http://schemas.microsoft.com/office/drawing/2014/main" id="{721EF8C4-95E1-0E1E-0421-79E72F3A44B7}"/>
                </a:ext>
              </a:extLst>
            </p:cNvPr>
            <p:cNvSpPr/>
            <p:nvPr/>
          </p:nvSpPr>
          <p:spPr>
            <a:xfrm>
              <a:off x="287750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1" name="pg398">
              <a:extLst>
                <a:ext uri="{FF2B5EF4-FFF2-40B4-BE49-F238E27FC236}">
                  <a16:creationId xmlns:a16="http://schemas.microsoft.com/office/drawing/2014/main" id="{ACB9FAFB-6FBF-5D64-3FB5-9E21C006AB9D}"/>
                </a:ext>
              </a:extLst>
            </p:cNvPr>
            <p:cNvSpPr/>
            <p:nvPr/>
          </p:nvSpPr>
          <p:spPr>
            <a:xfrm>
              <a:off x="304730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2" name="pg399">
              <a:extLst>
                <a:ext uri="{FF2B5EF4-FFF2-40B4-BE49-F238E27FC236}">
                  <a16:creationId xmlns:a16="http://schemas.microsoft.com/office/drawing/2014/main" id="{76BE77C9-1508-3218-0517-1E9F88AD5E99}"/>
                </a:ext>
              </a:extLst>
            </p:cNvPr>
            <p:cNvSpPr/>
            <p:nvPr/>
          </p:nvSpPr>
          <p:spPr>
            <a:xfrm>
              <a:off x="443593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3" name="pg400">
              <a:extLst>
                <a:ext uri="{FF2B5EF4-FFF2-40B4-BE49-F238E27FC236}">
                  <a16:creationId xmlns:a16="http://schemas.microsoft.com/office/drawing/2014/main" id="{6333B149-DA85-DDD5-A3F9-7304197BE923}"/>
                </a:ext>
              </a:extLst>
            </p:cNvPr>
            <p:cNvSpPr/>
            <p:nvPr/>
          </p:nvSpPr>
          <p:spPr>
            <a:xfrm>
              <a:off x="256247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4" name="pg401">
              <a:extLst>
                <a:ext uri="{FF2B5EF4-FFF2-40B4-BE49-F238E27FC236}">
                  <a16:creationId xmlns:a16="http://schemas.microsoft.com/office/drawing/2014/main" id="{886294F1-FF93-07D0-55C0-3E9276DEB121}"/>
                </a:ext>
              </a:extLst>
            </p:cNvPr>
            <p:cNvSpPr/>
            <p:nvPr/>
          </p:nvSpPr>
          <p:spPr>
            <a:xfrm>
              <a:off x="263184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5" name="pg402">
              <a:extLst>
                <a:ext uri="{FF2B5EF4-FFF2-40B4-BE49-F238E27FC236}">
                  <a16:creationId xmlns:a16="http://schemas.microsoft.com/office/drawing/2014/main" id="{60B905F8-C79F-71FC-9CAE-2452C0B3BA00}"/>
                </a:ext>
              </a:extLst>
            </p:cNvPr>
            <p:cNvSpPr/>
            <p:nvPr/>
          </p:nvSpPr>
          <p:spPr>
            <a:xfrm>
              <a:off x="452025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6" name="pg403">
              <a:extLst>
                <a:ext uri="{FF2B5EF4-FFF2-40B4-BE49-F238E27FC236}">
                  <a16:creationId xmlns:a16="http://schemas.microsoft.com/office/drawing/2014/main" id="{A3ABBCFC-7A47-F68D-FD1A-25B768483765}"/>
                </a:ext>
              </a:extLst>
            </p:cNvPr>
            <p:cNvSpPr/>
            <p:nvPr/>
          </p:nvSpPr>
          <p:spPr>
            <a:xfrm>
              <a:off x="255658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7" name="pl404">
              <a:extLst>
                <a:ext uri="{FF2B5EF4-FFF2-40B4-BE49-F238E27FC236}">
                  <a16:creationId xmlns:a16="http://schemas.microsoft.com/office/drawing/2014/main" id="{5F2DD472-22A5-5A3C-2BBF-1C365266666B}"/>
                </a:ext>
              </a:extLst>
            </p:cNvPr>
            <p:cNvSpPr/>
            <p:nvPr/>
          </p:nvSpPr>
          <p:spPr>
            <a:xfrm>
              <a:off x="2608065" y="5821742"/>
              <a:ext cx="2446685" cy="1596863"/>
            </a:xfrm>
            <a:custGeom>
              <a:avLst/>
              <a:gdLst/>
              <a:ahLst/>
              <a:cxnLst/>
              <a:rect l="0" t="0" r="0" b="0"/>
              <a:pathLst>
                <a:path w="2446685" h="1596863">
                  <a:moveTo>
                    <a:pt x="0" y="0"/>
                  </a:moveTo>
                  <a:lnTo>
                    <a:pt x="30970" y="7696"/>
                  </a:lnTo>
                  <a:lnTo>
                    <a:pt x="61941" y="15675"/>
                  </a:lnTo>
                  <a:lnTo>
                    <a:pt x="92912" y="23946"/>
                  </a:lnTo>
                  <a:lnTo>
                    <a:pt x="123882" y="32516"/>
                  </a:lnTo>
                  <a:lnTo>
                    <a:pt x="154853" y="41394"/>
                  </a:lnTo>
                  <a:lnTo>
                    <a:pt x="185824" y="50589"/>
                  </a:lnTo>
                  <a:lnTo>
                    <a:pt x="216794" y="60108"/>
                  </a:lnTo>
                  <a:lnTo>
                    <a:pt x="247765" y="69959"/>
                  </a:lnTo>
                  <a:lnTo>
                    <a:pt x="278736" y="80152"/>
                  </a:lnTo>
                  <a:lnTo>
                    <a:pt x="309707" y="90694"/>
                  </a:lnTo>
                  <a:lnTo>
                    <a:pt x="340677" y="101593"/>
                  </a:lnTo>
                  <a:lnTo>
                    <a:pt x="371648" y="112858"/>
                  </a:lnTo>
                  <a:lnTo>
                    <a:pt x="402619" y="124495"/>
                  </a:lnTo>
                  <a:lnTo>
                    <a:pt x="433589" y="136513"/>
                  </a:lnTo>
                  <a:lnTo>
                    <a:pt x="464560" y="148919"/>
                  </a:lnTo>
                  <a:lnTo>
                    <a:pt x="495531" y="161720"/>
                  </a:lnTo>
                  <a:lnTo>
                    <a:pt x="526501" y="174923"/>
                  </a:lnTo>
                  <a:lnTo>
                    <a:pt x="557472" y="188535"/>
                  </a:lnTo>
                  <a:lnTo>
                    <a:pt x="588443" y="202561"/>
                  </a:lnTo>
                  <a:lnTo>
                    <a:pt x="619414" y="217007"/>
                  </a:lnTo>
                  <a:lnTo>
                    <a:pt x="650384" y="231880"/>
                  </a:lnTo>
                  <a:lnTo>
                    <a:pt x="681355" y="247183"/>
                  </a:lnTo>
                  <a:lnTo>
                    <a:pt x="712326" y="262920"/>
                  </a:lnTo>
                  <a:lnTo>
                    <a:pt x="743296" y="279097"/>
                  </a:lnTo>
                  <a:lnTo>
                    <a:pt x="774267" y="295715"/>
                  </a:lnTo>
                  <a:lnTo>
                    <a:pt x="805238" y="312777"/>
                  </a:lnTo>
                  <a:lnTo>
                    <a:pt x="836209" y="330285"/>
                  </a:lnTo>
                  <a:lnTo>
                    <a:pt x="867179" y="348240"/>
                  </a:lnTo>
                  <a:lnTo>
                    <a:pt x="898150" y="366642"/>
                  </a:lnTo>
                  <a:lnTo>
                    <a:pt x="929121" y="385491"/>
                  </a:lnTo>
                  <a:lnTo>
                    <a:pt x="960091" y="404784"/>
                  </a:lnTo>
                  <a:lnTo>
                    <a:pt x="991062" y="424521"/>
                  </a:lnTo>
                  <a:lnTo>
                    <a:pt x="1022033" y="444696"/>
                  </a:lnTo>
                  <a:lnTo>
                    <a:pt x="1053003" y="465306"/>
                  </a:lnTo>
                  <a:lnTo>
                    <a:pt x="1083974" y="486346"/>
                  </a:lnTo>
                  <a:lnTo>
                    <a:pt x="1114945" y="507809"/>
                  </a:lnTo>
                  <a:lnTo>
                    <a:pt x="1145916" y="529688"/>
                  </a:lnTo>
                  <a:lnTo>
                    <a:pt x="1176886" y="551974"/>
                  </a:lnTo>
                  <a:lnTo>
                    <a:pt x="1207857" y="574657"/>
                  </a:lnTo>
                  <a:lnTo>
                    <a:pt x="1238828" y="597728"/>
                  </a:lnTo>
                  <a:lnTo>
                    <a:pt x="1269798" y="621175"/>
                  </a:lnTo>
                  <a:lnTo>
                    <a:pt x="1300769" y="644984"/>
                  </a:lnTo>
                  <a:lnTo>
                    <a:pt x="1331740" y="669141"/>
                  </a:lnTo>
                  <a:lnTo>
                    <a:pt x="1362711" y="693632"/>
                  </a:lnTo>
                  <a:lnTo>
                    <a:pt x="1393681" y="718441"/>
                  </a:lnTo>
                  <a:lnTo>
                    <a:pt x="1424652" y="743551"/>
                  </a:lnTo>
                  <a:lnTo>
                    <a:pt x="1455623" y="768944"/>
                  </a:lnTo>
                  <a:lnTo>
                    <a:pt x="1486593" y="794600"/>
                  </a:lnTo>
                  <a:lnTo>
                    <a:pt x="1517564" y="820500"/>
                  </a:lnTo>
                  <a:lnTo>
                    <a:pt x="1548535" y="846624"/>
                  </a:lnTo>
                  <a:lnTo>
                    <a:pt x="1579505" y="872950"/>
                  </a:lnTo>
                  <a:lnTo>
                    <a:pt x="1610476" y="899456"/>
                  </a:lnTo>
                  <a:lnTo>
                    <a:pt x="1641447" y="926119"/>
                  </a:lnTo>
                  <a:lnTo>
                    <a:pt x="1672418" y="952916"/>
                  </a:lnTo>
                  <a:lnTo>
                    <a:pt x="1703388" y="979823"/>
                  </a:lnTo>
                  <a:lnTo>
                    <a:pt x="1734359" y="1006816"/>
                  </a:lnTo>
                  <a:lnTo>
                    <a:pt x="1765330" y="1033870"/>
                  </a:lnTo>
                  <a:lnTo>
                    <a:pt x="1796300" y="1060962"/>
                  </a:lnTo>
                  <a:lnTo>
                    <a:pt x="1827271" y="1088065"/>
                  </a:lnTo>
                  <a:lnTo>
                    <a:pt x="1858242" y="1115155"/>
                  </a:lnTo>
                  <a:lnTo>
                    <a:pt x="1889213" y="1142208"/>
                  </a:lnTo>
                  <a:lnTo>
                    <a:pt x="1920183" y="1169198"/>
                  </a:lnTo>
                  <a:lnTo>
                    <a:pt x="1951154" y="1196101"/>
                  </a:lnTo>
                  <a:lnTo>
                    <a:pt x="1982125" y="1222893"/>
                  </a:lnTo>
                  <a:lnTo>
                    <a:pt x="2013095" y="1249550"/>
                  </a:lnTo>
                  <a:lnTo>
                    <a:pt x="2044066" y="1276048"/>
                  </a:lnTo>
                  <a:lnTo>
                    <a:pt x="2075037" y="1302366"/>
                  </a:lnTo>
                  <a:lnTo>
                    <a:pt x="2106007" y="1328481"/>
                  </a:lnTo>
                  <a:lnTo>
                    <a:pt x="2136978" y="1354372"/>
                  </a:lnTo>
                  <a:lnTo>
                    <a:pt x="2167949" y="1380018"/>
                  </a:lnTo>
                  <a:lnTo>
                    <a:pt x="2198920" y="1405399"/>
                  </a:lnTo>
                  <a:lnTo>
                    <a:pt x="2229890" y="1430497"/>
                  </a:lnTo>
                  <a:lnTo>
                    <a:pt x="2260861" y="1455293"/>
                  </a:lnTo>
                  <a:lnTo>
                    <a:pt x="2291832" y="1479771"/>
                  </a:lnTo>
                  <a:lnTo>
                    <a:pt x="2322802" y="1503915"/>
                  </a:lnTo>
                  <a:lnTo>
                    <a:pt x="2353773" y="1527709"/>
                  </a:lnTo>
                  <a:lnTo>
                    <a:pt x="2384744" y="1551140"/>
                  </a:lnTo>
                  <a:lnTo>
                    <a:pt x="2415715" y="1574195"/>
                  </a:lnTo>
                  <a:lnTo>
                    <a:pt x="2446685" y="1596863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8" name="pl405">
              <a:extLst>
                <a:ext uri="{FF2B5EF4-FFF2-40B4-BE49-F238E27FC236}">
                  <a16:creationId xmlns:a16="http://schemas.microsoft.com/office/drawing/2014/main" id="{F0BA9E4B-A1D2-345D-B8C1-1C18E8604557}"/>
                </a:ext>
              </a:extLst>
            </p:cNvPr>
            <p:cNvSpPr/>
            <p:nvPr/>
          </p:nvSpPr>
          <p:spPr>
            <a:xfrm>
              <a:off x="2944834" y="6619312"/>
              <a:ext cx="2382509" cy="1410920"/>
            </a:xfrm>
            <a:custGeom>
              <a:avLst/>
              <a:gdLst/>
              <a:ahLst/>
              <a:cxnLst/>
              <a:rect l="0" t="0" r="0" b="0"/>
              <a:pathLst>
                <a:path w="2382509" h="1410920">
                  <a:moveTo>
                    <a:pt x="0" y="0"/>
                  </a:moveTo>
                  <a:lnTo>
                    <a:pt x="30158" y="25715"/>
                  </a:lnTo>
                  <a:lnTo>
                    <a:pt x="60316" y="51648"/>
                  </a:lnTo>
                  <a:lnTo>
                    <a:pt x="90475" y="77778"/>
                  </a:lnTo>
                  <a:lnTo>
                    <a:pt x="120633" y="104083"/>
                  </a:lnTo>
                  <a:lnTo>
                    <a:pt x="150791" y="130541"/>
                  </a:lnTo>
                  <a:lnTo>
                    <a:pt x="180950" y="157129"/>
                  </a:lnTo>
                  <a:lnTo>
                    <a:pt x="211108" y="183824"/>
                  </a:lnTo>
                  <a:lnTo>
                    <a:pt x="241266" y="210601"/>
                  </a:lnTo>
                  <a:lnTo>
                    <a:pt x="271425" y="237438"/>
                  </a:lnTo>
                  <a:lnTo>
                    <a:pt x="301583" y="264311"/>
                  </a:lnTo>
                  <a:lnTo>
                    <a:pt x="331741" y="291194"/>
                  </a:lnTo>
                  <a:lnTo>
                    <a:pt x="361900" y="318064"/>
                  </a:lnTo>
                  <a:lnTo>
                    <a:pt x="392058" y="344896"/>
                  </a:lnTo>
                  <a:lnTo>
                    <a:pt x="422216" y="371666"/>
                  </a:lnTo>
                  <a:lnTo>
                    <a:pt x="452375" y="398351"/>
                  </a:lnTo>
                  <a:lnTo>
                    <a:pt x="482533" y="424927"/>
                  </a:lnTo>
                  <a:lnTo>
                    <a:pt x="512691" y="451370"/>
                  </a:lnTo>
                  <a:lnTo>
                    <a:pt x="542850" y="477658"/>
                  </a:lnTo>
                  <a:lnTo>
                    <a:pt x="573008" y="503769"/>
                  </a:lnTo>
                  <a:lnTo>
                    <a:pt x="603166" y="529681"/>
                  </a:lnTo>
                  <a:lnTo>
                    <a:pt x="633325" y="555374"/>
                  </a:lnTo>
                  <a:lnTo>
                    <a:pt x="663483" y="580826"/>
                  </a:lnTo>
                  <a:lnTo>
                    <a:pt x="693641" y="606020"/>
                  </a:lnTo>
                  <a:lnTo>
                    <a:pt x="723800" y="630936"/>
                  </a:lnTo>
                  <a:lnTo>
                    <a:pt x="753958" y="655556"/>
                  </a:lnTo>
                  <a:lnTo>
                    <a:pt x="784116" y="679865"/>
                  </a:lnTo>
                  <a:lnTo>
                    <a:pt x="814275" y="703846"/>
                  </a:lnTo>
                  <a:lnTo>
                    <a:pt x="844433" y="727486"/>
                  </a:lnTo>
                  <a:lnTo>
                    <a:pt x="874591" y="750769"/>
                  </a:lnTo>
                  <a:lnTo>
                    <a:pt x="904750" y="773684"/>
                  </a:lnTo>
                  <a:lnTo>
                    <a:pt x="934908" y="796219"/>
                  </a:lnTo>
                  <a:lnTo>
                    <a:pt x="965066" y="818364"/>
                  </a:lnTo>
                  <a:lnTo>
                    <a:pt x="995225" y="840109"/>
                  </a:lnTo>
                  <a:lnTo>
                    <a:pt x="1025383" y="861446"/>
                  </a:lnTo>
                  <a:lnTo>
                    <a:pt x="1055541" y="882367"/>
                  </a:lnTo>
                  <a:lnTo>
                    <a:pt x="1085700" y="902867"/>
                  </a:lnTo>
                  <a:lnTo>
                    <a:pt x="1115858" y="922939"/>
                  </a:lnTo>
                  <a:lnTo>
                    <a:pt x="1146017" y="942580"/>
                  </a:lnTo>
                  <a:lnTo>
                    <a:pt x="1176175" y="961786"/>
                  </a:lnTo>
                  <a:lnTo>
                    <a:pt x="1206333" y="980554"/>
                  </a:lnTo>
                  <a:lnTo>
                    <a:pt x="1236492" y="998883"/>
                  </a:lnTo>
                  <a:lnTo>
                    <a:pt x="1266650" y="1016772"/>
                  </a:lnTo>
                  <a:lnTo>
                    <a:pt x="1296808" y="1034222"/>
                  </a:lnTo>
                  <a:lnTo>
                    <a:pt x="1326967" y="1051233"/>
                  </a:lnTo>
                  <a:lnTo>
                    <a:pt x="1357125" y="1067806"/>
                  </a:lnTo>
                  <a:lnTo>
                    <a:pt x="1387283" y="1083944"/>
                  </a:lnTo>
                  <a:lnTo>
                    <a:pt x="1417442" y="1099650"/>
                  </a:lnTo>
                  <a:lnTo>
                    <a:pt x="1447600" y="1114928"/>
                  </a:lnTo>
                  <a:lnTo>
                    <a:pt x="1477758" y="1129780"/>
                  </a:lnTo>
                  <a:lnTo>
                    <a:pt x="1507917" y="1144213"/>
                  </a:lnTo>
                  <a:lnTo>
                    <a:pt x="1538075" y="1158231"/>
                  </a:lnTo>
                  <a:lnTo>
                    <a:pt x="1568233" y="1171839"/>
                  </a:lnTo>
                  <a:lnTo>
                    <a:pt x="1598392" y="1185043"/>
                  </a:lnTo>
                  <a:lnTo>
                    <a:pt x="1628550" y="1197851"/>
                  </a:lnTo>
                  <a:lnTo>
                    <a:pt x="1658708" y="1210267"/>
                  </a:lnTo>
                  <a:lnTo>
                    <a:pt x="1688867" y="1222300"/>
                  </a:lnTo>
                  <a:lnTo>
                    <a:pt x="1719025" y="1233957"/>
                  </a:lnTo>
                  <a:lnTo>
                    <a:pt x="1749183" y="1245244"/>
                  </a:lnTo>
                  <a:lnTo>
                    <a:pt x="1779342" y="1256169"/>
                  </a:lnTo>
                  <a:lnTo>
                    <a:pt x="1809500" y="1266740"/>
                  </a:lnTo>
                  <a:lnTo>
                    <a:pt x="1839658" y="1276966"/>
                  </a:lnTo>
                  <a:lnTo>
                    <a:pt x="1869817" y="1286853"/>
                  </a:lnTo>
                  <a:lnTo>
                    <a:pt x="1899975" y="1296409"/>
                  </a:lnTo>
                  <a:lnTo>
                    <a:pt x="1930133" y="1305644"/>
                  </a:lnTo>
                  <a:lnTo>
                    <a:pt x="1960292" y="1314564"/>
                  </a:lnTo>
                  <a:lnTo>
                    <a:pt x="1990450" y="1323179"/>
                  </a:lnTo>
                  <a:lnTo>
                    <a:pt x="2020608" y="1331496"/>
                  </a:lnTo>
                  <a:lnTo>
                    <a:pt x="2050767" y="1339522"/>
                  </a:lnTo>
                  <a:lnTo>
                    <a:pt x="2080925" y="1347267"/>
                  </a:lnTo>
                  <a:lnTo>
                    <a:pt x="2111083" y="1354739"/>
                  </a:lnTo>
                  <a:lnTo>
                    <a:pt x="2141242" y="1361944"/>
                  </a:lnTo>
                  <a:lnTo>
                    <a:pt x="2171400" y="1368891"/>
                  </a:lnTo>
                  <a:lnTo>
                    <a:pt x="2201559" y="1375587"/>
                  </a:lnTo>
                  <a:lnTo>
                    <a:pt x="2231717" y="1382040"/>
                  </a:lnTo>
                  <a:lnTo>
                    <a:pt x="2261875" y="1388258"/>
                  </a:lnTo>
                  <a:lnTo>
                    <a:pt x="2292034" y="1394248"/>
                  </a:lnTo>
                  <a:lnTo>
                    <a:pt x="2322192" y="1400017"/>
                  </a:lnTo>
                  <a:lnTo>
                    <a:pt x="2352350" y="1405572"/>
                  </a:lnTo>
                  <a:lnTo>
                    <a:pt x="2382509" y="141092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9" name="pl406">
              <a:extLst>
                <a:ext uri="{FF2B5EF4-FFF2-40B4-BE49-F238E27FC236}">
                  <a16:creationId xmlns:a16="http://schemas.microsoft.com/office/drawing/2014/main" id="{3064D09D-5F7E-0DC3-6CB0-D971A3A53B6F}"/>
                </a:ext>
              </a:extLst>
            </p:cNvPr>
            <p:cNvSpPr/>
            <p:nvPr/>
          </p:nvSpPr>
          <p:spPr>
            <a:xfrm>
              <a:off x="2363624" y="6489791"/>
              <a:ext cx="2702745" cy="627439"/>
            </a:xfrm>
            <a:custGeom>
              <a:avLst/>
              <a:gdLst/>
              <a:ahLst/>
              <a:cxnLst/>
              <a:rect l="0" t="0" r="0" b="0"/>
              <a:pathLst>
                <a:path w="2702745" h="627439">
                  <a:moveTo>
                    <a:pt x="0" y="0"/>
                  </a:moveTo>
                  <a:lnTo>
                    <a:pt x="34211" y="7334"/>
                  </a:lnTo>
                  <a:lnTo>
                    <a:pt x="68423" y="14698"/>
                  </a:lnTo>
                  <a:lnTo>
                    <a:pt x="102635" y="22091"/>
                  </a:lnTo>
                  <a:lnTo>
                    <a:pt x="136847" y="29514"/>
                  </a:lnTo>
                  <a:lnTo>
                    <a:pt x="171059" y="36965"/>
                  </a:lnTo>
                  <a:lnTo>
                    <a:pt x="205271" y="44444"/>
                  </a:lnTo>
                  <a:lnTo>
                    <a:pt x="239483" y="51951"/>
                  </a:lnTo>
                  <a:lnTo>
                    <a:pt x="273695" y="59485"/>
                  </a:lnTo>
                  <a:lnTo>
                    <a:pt x="307907" y="67046"/>
                  </a:lnTo>
                  <a:lnTo>
                    <a:pt x="342119" y="74632"/>
                  </a:lnTo>
                  <a:lnTo>
                    <a:pt x="376331" y="82245"/>
                  </a:lnTo>
                  <a:lnTo>
                    <a:pt x="410543" y="89883"/>
                  </a:lnTo>
                  <a:lnTo>
                    <a:pt x="444755" y="97545"/>
                  </a:lnTo>
                  <a:lnTo>
                    <a:pt x="478967" y="105232"/>
                  </a:lnTo>
                  <a:lnTo>
                    <a:pt x="513179" y="112942"/>
                  </a:lnTo>
                  <a:lnTo>
                    <a:pt x="547391" y="120675"/>
                  </a:lnTo>
                  <a:lnTo>
                    <a:pt x="581603" y="128431"/>
                  </a:lnTo>
                  <a:lnTo>
                    <a:pt x="615815" y="136209"/>
                  </a:lnTo>
                  <a:lnTo>
                    <a:pt x="650027" y="144008"/>
                  </a:lnTo>
                  <a:lnTo>
                    <a:pt x="684239" y="151828"/>
                  </a:lnTo>
                  <a:lnTo>
                    <a:pt x="718451" y="159668"/>
                  </a:lnTo>
                  <a:lnTo>
                    <a:pt x="752663" y="167529"/>
                  </a:lnTo>
                  <a:lnTo>
                    <a:pt x="786875" y="175408"/>
                  </a:lnTo>
                  <a:lnTo>
                    <a:pt x="821087" y="183306"/>
                  </a:lnTo>
                  <a:lnTo>
                    <a:pt x="855299" y="191221"/>
                  </a:lnTo>
                  <a:lnTo>
                    <a:pt x="889511" y="199155"/>
                  </a:lnTo>
                  <a:lnTo>
                    <a:pt x="923723" y="207104"/>
                  </a:lnTo>
                  <a:lnTo>
                    <a:pt x="957935" y="215071"/>
                  </a:lnTo>
                  <a:lnTo>
                    <a:pt x="992147" y="223052"/>
                  </a:lnTo>
                  <a:lnTo>
                    <a:pt x="1026358" y="231049"/>
                  </a:lnTo>
                  <a:lnTo>
                    <a:pt x="1060570" y="239059"/>
                  </a:lnTo>
                  <a:lnTo>
                    <a:pt x="1094782" y="247084"/>
                  </a:lnTo>
                  <a:lnTo>
                    <a:pt x="1128994" y="255121"/>
                  </a:lnTo>
                  <a:lnTo>
                    <a:pt x="1163206" y="263171"/>
                  </a:lnTo>
                  <a:lnTo>
                    <a:pt x="1197418" y="271232"/>
                  </a:lnTo>
                  <a:lnTo>
                    <a:pt x="1231630" y="279305"/>
                  </a:lnTo>
                  <a:lnTo>
                    <a:pt x="1265842" y="287388"/>
                  </a:lnTo>
                  <a:lnTo>
                    <a:pt x="1300054" y="295481"/>
                  </a:lnTo>
                  <a:lnTo>
                    <a:pt x="1334266" y="303583"/>
                  </a:lnTo>
                  <a:lnTo>
                    <a:pt x="1368478" y="311693"/>
                  </a:lnTo>
                  <a:lnTo>
                    <a:pt x="1402690" y="319811"/>
                  </a:lnTo>
                  <a:lnTo>
                    <a:pt x="1436902" y="327937"/>
                  </a:lnTo>
                  <a:lnTo>
                    <a:pt x="1471114" y="336069"/>
                  </a:lnTo>
                  <a:lnTo>
                    <a:pt x="1505326" y="344206"/>
                  </a:lnTo>
                  <a:lnTo>
                    <a:pt x="1539538" y="352349"/>
                  </a:lnTo>
                  <a:lnTo>
                    <a:pt x="1573750" y="360496"/>
                  </a:lnTo>
                  <a:lnTo>
                    <a:pt x="1607962" y="368647"/>
                  </a:lnTo>
                  <a:lnTo>
                    <a:pt x="1642174" y="376801"/>
                  </a:lnTo>
                  <a:lnTo>
                    <a:pt x="1676386" y="384958"/>
                  </a:lnTo>
                  <a:lnTo>
                    <a:pt x="1710598" y="393116"/>
                  </a:lnTo>
                  <a:lnTo>
                    <a:pt x="1744810" y="401275"/>
                  </a:lnTo>
                  <a:lnTo>
                    <a:pt x="1779022" y="409435"/>
                  </a:lnTo>
                  <a:lnTo>
                    <a:pt x="1813234" y="417594"/>
                  </a:lnTo>
                  <a:lnTo>
                    <a:pt x="1847446" y="425753"/>
                  </a:lnTo>
                  <a:lnTo>
                    <a:pt x="1881658" y="433909"/>
                  </a:lnTo>
                  <a:lnTo>
                    <a:pt x="1915870" y="442064"/>
                  </a:lnTo>
                  <a:lnTo>
                    <a:pt x="1950082" y="450215"/>
                  </a:lnTo>
                  <a:lnTo>
                    <a:pt x="1984294" y="458363"/>
                  </a:lnTo>
                  <a:lnTo>
                    <a:pt x="2018505" y="466506"/>
                  </a:lnTo>
                  <a:lnTo>
                    <a:pt x="2052717" y="474645"/>
                  </a:lnTo>
                  <a:lnTo>
                    <a:pt x="2086929" y="482777"/>
                  </a:lnTo>
                  <a:lnTo>
                    <a:pt x="2121141" y="490904"/>
                  </a:lnTo>
                  <a:lnTo>
                    <a:pt x="2155353" y="499023"/>
                  </a:lnTo>
                  <a:lnTo>
                    <a:pt x="2189565" y="507134"/>
                  </a:lnTo>
                  <a:lnTo>
                    <a:pt x="2223777" y="515238"/>
                  </a:lnTo>
                  <a:lnTo>
                    <a:pt x="2257989" y="523332"/>
                  </a:lnTo>
                  <a:lnTo>
                    <a:pt x="2292201" y="531416"/>
                  </a:lnTo>
                  <a:lnTo>
                    <a:pt x="2326413" y="539490"/>
                  </a:lnTo>
                  <a:lnTo>
                    <a:pt x="2360625" y="547553"/>
                  </a:lnTo>
                  <a:lnTo>
                    <a:pt x="2394837" y="555605"/>
                  </a:lnTo>
                  <a:lnTo>
                    <a:pt x="2429049" y="563644"/>
                  </a:lnTo>
                  <a:lnTo>
                    <a:pt x="2463261" y="571670"/>
                  </a:lnTo>
                  <a:lnTo>
                    <a:pt x="2497473" y="579683"/>
                  </a:lnTo>
                  <a:lnTo>
                    <a:pt x="2531685" y="587681"/>
                  </a:lnTo>
                  <a:lnTo>
                    <a:pt x="2565897" y="595665"/>
                  </a:lnTo>
                  <a:lnTo>
                    <a:pt x="2600109" y="603633"/>
                  </a:lnTo>
                  <a:lnTo>
                    <a:pt x="2634321" y="611585"/>
                  </a:lnTo>
                  <a:lnTo>
                    <a:pt x="2668533" y="619520"/>
                  </a:lnTo>
                  <a:lnTo>
                    <a:pt x="2702745" y="62743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0" name="pl407">
              <a:extLst>
                <a:ext uri="{FF2B5EF4-FFF2-40B4-BE49-F238E27FC236}">
                  <a16:creationId xmlns:a16="http://schemas.microsoft.com/office/drawing/2014/main" id="{0038F933-E1AB-BCD5-8411-7BB96F84F5A4}"/>
                </a:ext>
              </a:extLst>
            </p:cNvPr>
            <p:cNvSpPr/>
            <p:nvPr/>
          </p:nvSpPr>
          <p:spPr>
            <a:xfrm>
              <a:off x="2398194" y="6257190"/>
              <a:ext cx="2690410" cy="1049313"/>
            </a:xfrm>
            <a:custGeom>
              <a:avLst/>
              <a:gdLst/>
              <a:ahLst/>
              <a:cxnLst/>
              <a:rect l="0" t="0" r="0" b="0"/>
              <a:pathLst>
                <a:path w="2690410" h="1049313">
                  <a:moveTo>
                    <a:pt x="0" y="0"/>
                  </a:moveTo>
                  <a:lnTo>
                    <a:pt x="34055" y="10710"/>
                  </a:lnTo>
                  <a:lnTo>
                    <a:pt x="68111" y="21542"/>
                  </a:lnTo>
                  <a:lnTo>
                    <a:pt x="102167" y="32493"/>
                  </a:lnTo>
                  <a:lnTo>
                    <a:pt x="136223" y="43564"/>
                  </a:lnTo>
                  <a:lnTo>
                    <a:pt x="170279" y="54753"/>
                  </a:lnTo>
                  <a:lnTo>
                    <a:pt x="204335" y="66060"/>
                  </a:lnTo>
                  <a:lnTo>
                    <a:pt x="238390" y="77482"/>
                  </a:lnTo>
                  <a:lnTo>
                    <a:pt x="272446" y="89020"/>
                  </a:lnTo>
                  <a:lnTo>
                    <a:pt x="306502" y="100672"/>
                  </a:lnTo>
                  <a:lnTo>
                    <a:pt x="340558" y="112437"/>
                  </a:lnTo>
                  <a:lnTo>
                    <a:pt x="374614" y="124312"/>
                  </a:lnTo>
                  <a:lnTo>
                    <a:pt x="408670" y="136297"/>
                  </a:lnTo>
                  <a:lnTo>
                    <a:pt x="442725" y="148390"/>
                  </a:lnTo>
                  <a:lnTo>
                    <a:pt x="476781" y="160590"/>
                  </a:lnTo>
                  <a:lnTo>
                    <a:pt x="510837" y="172894"/>
                  </a:lnTo>
                  <a:lnTo>
                    <a:pt x="544893" y="185302"/>
                  </a:lnTo>
                  <a:lnTo>
                    <a:pt x="578949" y="197810"/>
                  </a:lnTo>
                  <a:lnTo>
                    <a:pt x="613005" y="210417"/>
                  </a:lnTo>
                  <a:lnTo>
                    <a:pt x="647060" y="223120"/>
                  </a:lnTo>
                  <a:lnTo>
                    <a:pt x="681116" y="235919"/>
                  </a:lnTo>
                  <a:lnTo>
                    <a:pt x="715172" y="248810"/>
                  </a:lnTo>
                  <a:lnTo>
                    <a:pt x="749228" y="261791"/>
                  </a:lnTo>
                  <a:lnTo>
                    <a:pt x="783284" y="274860"/>
                  </a:lnTo>
                  <a:lnTo>
                    <a:pt x="817340" y="288014"/>
                  </a:lnTo>
                  <a:lnTo>
                    <a:pt x="851395" y="301250"/>
                  </a:lnTo>
                  <a:lnTo>
                    <a:pt x="885451" y="314567"/>
                  </a:lnTo>
                  <a:lnTo>
                    <a:pt x="919507" y="327961"/>
                  </a:lnTo>
                  <a:lnTo>
                    <a:pt x="953563" y="341429"/>
                  </a:lnTo>
                  <a:lnTo>
                    <a:pt x="987619" y="354970"/>
                  </a:lnTo>
                  <a:lnTo>
                    <a:pt x="1021675" y="368579"/>
                  </a:lnTo>
                  <a:lnTo>
                    <a:pt x="1055730" y="382253"/>
                  </a:lnTo>
                  <a:lnTo>
                    <a:pt x="1089786" y="395991"/>
                  </a:lnTo>
                  <a:lnTo>
                    <a:pt x="1123842" y="409788"/>
                  </a:lnTo>
                  <a:lnTo>
                    <a:pt x="1157898" y="423642"/>
                  </a:lnTo>
                  <a:lnTo>
                    <a:pt x="1191954" y="437549"/>
                  </a:lnTo>
                  <a:lnTo>
                    <a:pt x="1226010" y="451507"/>
                  </a:lnTo>
                  <a:lnTo>
                    <a:pt x="1260065" y="465510"/>
                  </a:lnTo>
                  <a:lnTo>
                    <a:pt x="1294121" y="479558"/>
                  </a:lnTo>
                  <a:lnTo>
                    <a:pt x="1328177" y="493645"/>
                  </a:lnTo>
                  <a:lnTo>
                    <a:pt x="1362233" y="507769"/>
                  </a:lnTo>
                  <a:lnTo>
                    <a:pt x="1396289" y="521926"/>
                  </a:lnTo>
                  <a:lnTo>
                    <a:pt x="1430345" y="536112"/>
                  </a:lnTo>
                  <a:lnTo>
                    <a:pt x="1464400" y="550324"/>
                  </a:lnTo>
                  <a:lnTo>
                    <a:pt x="1498456" y="564559"/>
                  </a:lnTo>
                  <a:lnTo>
                    <a:pt x="1532512" y="578813"/>
                  </a:lnTo>
                  <a:lnTo>
                    <a:pt x="1566568" y="593081"/>
                  </a:lnTo>
                  <a:lnTo>
                    <a:pt x="1600624" y="607362"/>
                  </a:lnTo>
                  <a:lnTo>
                    <a:pt x="1634680" y="621650"/>
                  </a:lnTo>
                  <a:lnTo>
                    <a:pt x="1668735" y="635943"/>
                  </a:lnTo>
                  <a:lnTo>
                    <a:pt x="1702791" y="650236"/>
                  </a:lnTo>
                  <a:lnTo>
                    <a:pt x="1736847" y="664526"/>
                  </a:lnTo>
                  <a:lnTo>
                    <a:pt x="1770903" y="678810"/>
                  </a:lnTo>
                  <a:lnTo>
                    <a:pt x="1804959" y="693084"/>
                  </a:lnTo>
                  <a:lnTo>
                    <a:pt x="1839015" y="707343"/>
                  </a:lnTo>
                  <a:lnTo>
                    <a:pt x="1873070" y="721585"/>
                  </a:lnTo>
                  <a:lnTo>
                    <a:pt x="1907126" y="735806"/>
                  </a:lnTo>
                  <a:lnTo>
                    <a:pt x="1941182" y="750002"/>
                  </a:lnTo>
                  <a:lnTo>
                    <a:pt x="1975238" y="764170"/>
                  </a:lnTo>
                  <a:lnTo>
                    <a:pt x="2009294" y="778306"/>
                  </a:lnTo>
                  <a:lnTo>
                    <a:pt x="2043350" y="792406"/>
                  </a:lnTo>
                  <a:lnTo>
                    <a:pt x="2077405" y="806469"/>
                  </a:lnTo>
                  <a:lnTo>
                    <a:pt x="2111461" y="820488"/>
                  </a:lnTo>
                  <a:lnTo>
                    <a:pt x="2145517" y="834463"/>
                  </a:lnTo>
                  <a:lnTo>
                    <a:pt x="2179573" y="848388"/>
                  </a:lnTo>
                  <a:lnTo>
                    <a:pt x="2213629" y="862262"/>
                  </a:lnTo>
                  <a:lnTo>
                    <a:pt x="2247685" y="876080"/>
                  </a:lnTo>
                  <a:lnTo>
                    <a:pt x="2281740" y="889839"/>
                  </a:lnTo>
                  <a:lnTo>
                    <a:pt x="2315796" y="903537"/>
                  </a:lnTo>
                  <a:lnTo>
                    <a:pt x="2349852" y="917170"/>
                  </a:lnTo>
                  <a:lnTo>
                    <a:pt x="2383908" y="930735"/>
                  </a:lnTo>
                  <a:lnTo>
                    <a:pt x="2417964" y="944230"/>
                  </a:lnTo>
                  <a:lnTo>
                    <a:pt x="2452020" y="957651"/>
                  </a:lnTo>
                  <a:lnTo>
                    <a:pt x="2486075" y="970995"/>
                  </a:lnTo>
                  <a:lnTo>
                    <a:pt x="2520131" y="984261"/>
                  </a:lnTo>
                  <a:lnTo>
                    <a:pt x="2554187" y="997445"/>
                  </a:lnTo>
                  <a:lnTo>
                    <a:pt x="2588243" y="1010545"/>
                  </a:lnTo>
                  <a:lnTo>
                    <a:pt x="2622299" y="1023557"/>
                  </a:lnTo>
                  <a:lnTo>
                    <a:pt x="2656355" y="1036481"/>
                  </a:lnTo>
                  <a:lnTo>
                    <a:pt x="2690410" y="1049313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1" name="pl408">
              <a:extLst>
                <a:ext uri="{FF2B5EF4-FFF2-40B4-BE49-F238E27FC236}">
                  <a16:creationId xmlns:a16="http://schemas.microsoft.com/office/drawing/2014/main" id="{14B0EBE9-881C-81F8-67DF-8BDAE2963DA7}"/>
                </a:ext>
              </a:extLst>
            </p:cNvPr>
            <p:cNvSpPr/>
            <p:nvPr/>
          </p:nvSpPr>
          <p:spPr>
            <a:xfrm>
              <a:off x="1893549" y="6912631"/>
              <a:ext cx="3134902" cy="247768"/>
            </a:xfrm>
            <a:custGeom>
              <a:avLst/>
              <a:gdLst/>
              <a:ahLst/>
              <a:cxnLst/>
              <a:rect l="0" t="0" r="0" b="0"/>
              <a:pathLst>
                <a:path w="3134902" h="247768">
                  <a:moveTo>
                    <a:pt x="0" y="0"/>
                  </a:moveTo>
                  <a:lnTo>
                    <a:pt x="39682" y="3185"/>
                  </a:lnTo>
                  <a:lnTo>
                    <a:pt x="79364" y="6371"/>
                  </a:lnTo>
                  <a:lnTo>
                    <a:pt x="119046" y="9556"/>
                  </a:lnTo>
                  <a:lnTo>
                    <a:pt x="158729" y="12741"/>
                  </a:lnTo>
                  <a:lnTo>
                    <a:pt x="198411" y="15926"/>
                  </a:lnTo>
                  <a:lnTo>
                    <a:pt x="238093" y="19110"/>
                  </a:lnTo>
                  <a:lnTo>
                    <a:pt x="277776" y="22294"/>
                  </a:lnTo>
                  <a:lnTo>
                    <a:pt x="317458" y="25477"/>
                  </a:lnTo>
                  <a:lnTo>
                    <a:pt x="357140" y="28660"/>
                  </a:lnTo>
                  <a:lnTo>
                    <a:pt x="396823" y="31842"/>
                  </a:lnTo>
                  <a:lnTo>
                    <a:pt x="436505" y="35023"/>
                  </a:lnTo>
                  <a:lnTo>
                    <a:pt x="476187" y="38204"/>
                  </a:lnTo>
                  <a:lnTo>
                    <a:pt x="515870" y="41384"/>
                  </a:lnTo>
                  <a:lnTo>
                    <a:pt x="555552" y="44564"/>
                  </a:lnTo>
                  <a:lnTo>
                    <a:pt x="595234" y="47742"/>
                  </a:lnTo>
                  <a:lnTo>
                    <a:pt x="634916" y="50920"/>
                  </a:lnTo>
                  <a:lnTo>
                    <a:pt x="674599" y="54097"/>
                  </a:lnTo>
                  <a:lnTo>
                    <a:pt x="714281" y="57273"/>
                  </a:lnTo>
                  <a:lnTo>
                    <a:pt x="753963" y="60448"/>
                  </a:lnTo>
                  <a:lnTo>
                    <a:pt x="793646" y="63622"/>
                  </a:lnTo>
                  <a:lnTo>
                    <a:pt x="833328" y="66796"/>
                  </a:lnTo>
                  <a:lnTo>
                    <a:pt x="873010" y="69968"/>
                  </a:lnTo>
                  <a:lnTo>
                    <a:pt x="912693" y="73139"/>
                  </a:lnTo>
                  <a:lnTo>
                    <a:pt x="952375" y="76308"/>
                  </a:lnTo>
                  <a:lnTo>
                    <a:pt x="992057" y="79477"/>
                  </a:lnTo>
                  <a:lnTo>
                    <a:pt x="1031740" y="82644"/>
                  </a:lnTo>
                  <a:lnTo>
                    <a:pt x="1071422" y="85811"/>
                  </a:lnTo>
                  <a:lnTo>
                    <a:pt x="1111104" y="88975"/>
                  </a:lnTo>
                  <a:lnTo>
                    <a:pt x="1150786" y="92139"/>
                  </a:lnTo>
                  <a:lnTo>
                    <a:pt x="1190469" y="95301"/>
                  </a:lnTo>
                  <a:lnTo>
                    <a:pt x="1230151" y="98462"/>
                  </a:lnTo>
                  <a:lnTo>
                    <a:pt x="1269833" y="101621"/>
                  </a:lnTo>
                  <a:lnTo>
                    <a:pt x="1309516" y="104779"/>
                  </a:lnTo>
                  <a:lnTo>
                    <a:pt x="1349198" y="107935"/>
                  </a:lnTo>
                  <a:lnTo>
                    <a:pt x="1388880" y="111090"/>
                  </a:lnTo>
                  <a:lnTo>
                    <a:pt x="1428563" y="114243"/>
                  </a:lnTo>
                  <a:lnTo>
                    <a:pt x="1468245" y="117394"/>
                  </a:lnTo>
                  <a:lnTo>
                    <a:pt x="1507927" y="120544"/>
                  </a:lnTo>
                  <a:lnTo>
                    <a:pt x="1547610" y="123692"/>
                  </a:lnTo>
                  <a:lnTo>
                    <a:pt x="1587292" y="126839"/>
                  </a:lnTo>
                  <a:lnTo>
                    <a:pt x="1626974" y="129983"/>
                  </a:lnTo>
                  <a:lnTo>
                    <a:pt x="1666657" y="133126"/>
                  </a:lnTo>
                  <a:lnTo>
                    <a:pt x="1706339" y="136266"/>
                  </a:lnTo>
                  <a:lnTo>
                    <a:pt x="1746021" y="139405"/>
                  </a:lnTo>
                  <a:lnTo>
                    <a:pt x="1785703" y="142542"/>
                  </a:lnTo>
                  <a:lnTo>
                    <a:pt x="1825386" y="145677"/>
                  </a:lnTo>
                  <a:lnTo>
                    <a:pt x="1865068" y="148810"/>
                  </a:lnTo>
                  <a:lnTo>
                    <a:pt x="1904750" y="151941"/>
                  </a:lnTo>
                  <a:lnTo>
                    <a:pt x="1944433" y="155069"/>
                  </a:lnTo>
                  <a:lnTo>
                    <a:pt x="1984115" y="158196"/>
                  </a:lnTo>
                  <a:lnTo>
                    <a:pt x="2023797" y="161320"/>
                  </a:lnTo>
                  <a:lnTo>
                    <a:pt x="2063480" y="164442"/>
                  </a:lnTo>
                  <a:lnTo>
                    <a:pt x="2103162" y="167562"/>
                  </a:lnTo>
                  <a:lnTo>
                    <a:pt x="2142844" y="170680"/>
                  </a:lnTo>
                  <a:lnTo>
                    <a:pt x="2182527" y="173795"/>
                  </a:lnTo>
                  <a:lnTo>
                    <a:pt x="2222209" y="176908"/>
                  </a:lnTo>
                  <a:lnTo>
                    <a:pt x="2261891" y="180018"/>
                  </a:lnTo>
                  <a:lnTo>
                    <a:pt x="2301573" y="183126"/>
                  </a:lnTo>
                  <a:lnTo>
                    <a:pt x="2341256" y="186232"/>
                  </a:lnTo>
                  <a:lnTo>
                    <a:pt x="2380938" y="189335"/>
                  </a:lnTo>
                  <a:lnTo>
                    <a:pt x="2420620" y="192436"/>
                  </a:lnTo>
                  <a:lnTo>
                    <a:pt x="2460303" y="195533"/>
                  </a:lnTo>
                  <a:lnTo>
                    <a:pt x="2499985" y="198629"/>
                  </a:lnTo>
                  <a:lnTo>
                    <a:pt x="2539667" y="201721"/>
                  </a:lnTo>
                  <a:lnTo>
                    <a:pt x="2579350" y="204811"/>
                  </a:lnTo>
                  <a:lnTo>
                    <a:pt x="2619032" y="207899"/>
                  </a:lnTo>
                  <a:lnTo>
                    <a:pt x="2658714" y="210983"/>
                  </a:lnTo>
                  <a:lnTo>
                    <a:pt x="2698397" y="214065"/>
                  </a:lnTo>
                  <a:lnTo>
                    <a:pt x="2738079" y="217143"/>
                  </a:lnTo>
                  <a:lnTo>
                    <a:pt x="2777761" y="220219"/>
                  </a:lnTo>
                  <a:lnTo>
                    <a:pt x="2817443" y="223292"/>
                  </a:lnTo>
                  <a:lnTo>
                    <a:pt x="2857126" y="226363"/>
                  </a:lnTo>
                  <a:lnTo>
                    <a:pt x="2896808" y="229430"/>
                  </a:lnTo>
                  <a:lnTo>
                    <a:pt x="2936490" y="232494"/>
                  </a:lnTo>
                  <a:lnTo>
                    <a:pt x="2976173" y="235555"/>
                  </a:lnTo>
                  <a:lnTo>
                    <a:pt x="3015855" y="238613"/>
                  </a:lnTo>
                  <a:lnTo>
                    <a:pt x="3055537" y="241668"/>
                  </a:lnTo>
                  <a:lnTo>
                    <a:pt x="3095220" y="244719"/>
                  </a:lnTo>
                  <a:lnTo>
                    <a:pt x="3134902" y="247768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2" name="pl409">
              <a:extLst>
                <a:ext uri="{FF2B5EF4-FFF2-40B4-BE49-F238E27FC236}">
                  <a16:creationId xmlns:a16="http://schemas.microsoft.com/office/drawing/2014/main" id="{03585391-45A0-4AF2-B2AB-4707044D782E}"/>
                </a:ext>
              </a:extLst>
            </p:cNvPr>
            <p:cNvSpPr/>
            <p:nvPr/>
          </p:nvSpPr>
          <p:spPr>
            <a:xfrm>
              <a:off x="1596051" y="6415962"/>
              <a:ext cx="3200881" cy="191969"/>
            </a:xfrm>
            <a:custGeom>
              <a:avLst/>
              <a:gdLst/>
              <a:ahLst/>
              <a:cxnLst/>
              <a:rect l="0" t="0" r="0" b="0"/>
              <a:pathLst>
                <a:path w="3200881" h="191969">
                  <a:moveTo>
                    <a:pt x="0" y="0"/>
                  </a:moveTo>
                  <a:lnTo>
                    <a:pt x="40517" y="2299"/>
                  </a:lnTo>
                  <a:lnTo>
                    <a:pt x="81034" y="4603"/>
                  </a:lnTo>
                  <a:lnTo>
                    <a:pt x="121552" y="6911"/>
                  </a:lnTo>
                  <a:lnTo>
                    <a:pt x="162069" y="9222"/>
                  </a:lnTo>
                  <a:lnTo>
                    <a:pt x="202587" y="11536"/>
                  </a:lnTo>
                  <a:lnTo>
                    <a:pt x="243104" y="13855"/>
                  </a:lnTo>
                  <a:lnTo>
                    <a:pt x="283622" y="16176"/>
                  </a:lnTo>
                  <a:lnTo>
                    <a:pt x="324139" y="18502"/>
                  </a:lnTo>
                  <a:lnTo>
                    <a:pt x="364657" y="20831"/>
                  </a:lnTo>
                  <a:lnTo>
                    <a:pt x="405174" y="23164"/>
                  </a:lnTo>
                  <a:lnTo>
                    <a:pt x="445692" y="25500"/>
                  </a:lnTo>
                  <a:lnTo>
                    <a:pt x="486209" y="27840"/>
                  </a:lnTo>
                  <a:lnTo>
                    <a:pt x="526727" y="30184"/>
                  </a:lnTo>
                  <a:lnTo>
                    <a:pt x="567244" y="32531"/>
                  </a:lnTo>
                  <a:lnTo>
                    <a:pt x="607762" y="34881"/>
                  </a:lnTo>
                  <a:lnTo>
                    <a:pt x="648279" y="37235"/>
                  </a:lnTo>
                  <a:lnTo>
                    <a:pt x="688797" y="39593"/>
                  </a:lnTo>
                  <a:lnTo>
                    <a:pt x="729314" y="41954"/>
                  </a:lnTo>
                  <a:lnTo>
                    <a:pt x="769832" y="44318"/>
                  </a:lnTo>
                  <a:lnTo>
                    <a:pt x="810349" y="46686"/>
                  </a:lnTo>
                  <a:lnTo>
                    <a:pt x="850867" y="49058"/>
                  </a:lnTo>
                  <a:lnTo>
                    <a:pt x="891384" y="51432"/>
                  </a:lnTo>
                  <a:lnTo>
                    <a:pt x="931902" y="53811"/>
                  </a:lnTo>
                  <a:lnTo>
                    <a:pt x="972419" y="56192"/>
                  </a:lnTo>
                  <a:lnTo>
                    <a:pt x="1012937" y="58577"/>
                  </a:lnTo>
                  <a:lnTo>
                    <a:pt x="1053454" y="60966"/>
                  </a:lnTo>
                  <a:lnTo>
                    <a:pt x="1093972" y="63357"/>
                  </a:lnTo>
                  <a:lnTo>
                    <a:pt x="1134489" y="65753"/>
                  </a:lnTo>
                  <a:lnTo>
                    <a:pt x="1175006" y="68151"/>
                  </a:lnTo>
                  <a:lnTo>
                    <a:pt x="1215524" y="70553"/>
                  </a:lnTo>
                  <a:lnTo>
                    <a:pt x="1256041" y="72958"/>
                  </a:lnTo>
                  <a:lnTo>
                    <a:pt x="1296559" y="75366"/>
                  </a:lnTo>
                  <a:lnTo>
                    <a:pt x="1337076" y="77778"/>
                  </a:lnTo>
                  <a:lnTo>
                    <a:pt x="1377594" y="80193"/>
                  </a:lnTo>
                  <a:lnTo>
                    <a:pt x="1418111" y="82611"/>
                  </a:lnTo>
                  <a:lnTo>
                    <a:pt x="1458629" y="85032"/>
                  </a:lnTo>
                  <a:lnTo>
                    <a:pt x="1499146" y="87457"/>
                  </a:lnTo>
                  <a:lnTo>
                    <a:pt x="1539664" y="89884"/>
                  </a:lnTo>
                  <a:lnTo>
                    <a:pt x="1580181" y="92315"/>
                  </a:lnTo>
                  <a:lnTo>
                    <a:pt x="1620699" y="94749"/>
                  </a:lnTo>
                  <a:lnTo>
                    <a:pt x="1661216" y="97187"/>
                  </a:lnTo>
                  <a:lnTo>
                    <a:pt x="1701734" y="99627"/>
                  </a:lnTo>
                  <a:lnTo>
                    <a:pt x="1742251" y="102071"/>
                  </a:lnTo>
                  <a:lnTo>
                    <a:pt x="1782769" y="104517"/>
                  </a:lnTo>
                  <a:lnTo>
                    <a:pt x="1823286" y="106967"/>
                  </a:lnTo>
                  <a:lnTo>
                    <a:pt x="1863804" y="109420"/>
                  </a:lnTo>
                  <a:lnTo>
                    <a:pt x="1904321" y="111875"/>
                  </a:lnTo>
                  <a:lnTo>
                    <a:pt x="1944839" y="114334"/>
                  </a:lnTo>
                  <a:lnTo>
                    <a:pt x="1985356" y="116796"/>
                  </a:lnTo>
                  <a:lnTo>
                    <a:pt x="2025874" y="119261"/>
                  </a:lnTo>
                  <a:lnTo>
                    <a:pt x="2066391" y="121729"/>
                  </a:lnTo>
                  <a:lnTo>
                    <a:pt x="2106909" y="124199"/>
                  </a:lnTo>
                  <a:lnTo>
                    <a:pt x="2147426" y="126673"/>
                  </a:lnTo>
                  <a:lnTo>
                    <a:pt x="2187944" y="129150"/>
                  </a:lnTo>
                  <a:lnTo>
                    <a:pt x="2228461" y="131629"/>
                  </a:lnTo>
                  <a:lnTo>
                    <a:pt x="2268978" y="134112"/>
                  </a:lnTo>
                  <a:lnTo>
                    <a:pt x="2309496" y="136597"/>
                  </a:lnTo>
                  <a:lnTo>
                    <a:pt x="2350013" y="139086"/>
                  </a:lnTo>
                  <a:lnTo>
                    <a:pt x="2390531" y="141577"/>
                  </a:lnTo>
                  <a:lnTo>
                    <a:pt x="2431048" y="144071"/>
                  </a:lnTo>
                  <a:lnTo>
                    <a:pt x="2471566" y="146567"/>
                  </a:lnTo>
                  <a:lnTo>
                    <a:pt x="2512083" y="149067"/>
                  </a:lnTo>
                  <a:lnTo>
                    <a:pt x="2552601" y="151569"/>
                  </a:lnTo>
                  <a:lnTo>
                    <a:pt x="2593118" y="154074"/>
                  </a:lnTo>
                  <a:lnTo>
                    <a:pt x="2633636" y="156582"/>
                  </a:lnTo>
                  <a:lnTo>
                    <a:pt x="2674153" y="159093"/>
                  </a:lnTo>
                  <a:lnTo>
                    <a:pt x="2714671" y="161606"/>
                  </a:lnTo>
                  <a:lnTo>
                    <a:pt x="2755188" y="164122"/>
                  </a:lnTo>
                  <a:lnTo>
                    <a:pt x="2795706" y="166640"/>
                  </a:lnTo>
                  <a:lnTo>
                    <a:pt x="2836223" y="169161"/>
                  </a:lnTo>
                  <a:lnTo>
                    <a:pt x="2876741" y="171685"/>
                  </a:lnTo>
                  <a:lnTo>
                    <a:pt x="2917258" y="174212"/>
                  </a:lnTo>
                  <a:lnTo>
                    <a:pt x="2957776" y="176741"/>
                  </a:lnTo>
                  <a:lnTo>
                    <a:pt x="2998293" y="179272"/>
                  </a:lnTo>
                  <a:lnTo>
                    <a:pt x="3038811" y="181807"/>
                  </a:lnTo>
                  <a:lnTo>
                    <a:pt x="3079328" y="184343"/>
                  </a:lnTo>
                  <a:lnTo>
                    <a:pt x="3119846" y="186883"/>
                  </a:lnTo>
                  <a:lnTo>
                    <a:pt x="3160363" y="189424"/>
                  </a:lnTo>
                  <a:lnTo>
                    <a:pt x="3200881" y="191969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3" name="pl410">
              <a:extLst>
                <a:ext uri="{FF2B5EF4-FFF2-40B4-BE49-F238E27FC236}">
                  <a16:creationId xmlns:a16="http://schemas.microsoft.com/office/drawing/2014/main" id="{1FF4D398-BF82-6A38-1EBA-92039DE0F565}"/>
                </a:ext>
              </a:extLst>
            </p:cNvPr>
            <p:cNvSpPr/>
            <p:nvPr/>
          </p:nvSpPr>
          <p:spPr>
            <a:xfrm>
              <a:off x="2055541" y="6566649"/>
              <a:ext cx="2965276" cy="497775"/>
            </a:xfrm>
            <a:custGeom>
              <a:avLst/>
              <a:gdLst/>
              <a:ahLst/>
              <a:cxnLst/>
              <a:rect l="0" t="0" r="0" b="0"/>
              <a:pathLst>
                <a:path w="2965276" h="497775">
                  <a:moveTo>
                    <a:pt x="0" y="0"/>
                  </a:moveTo>
                  <a:lnTo>
                    <a:pt x="37535" y="5985"/>
                  </a:lnTo>
                  <a:lnTo>
                    <a:pt x="75070" y="11986"/>
                  </a:lnTo>
                  <a:lnTo>
                    <a:pt x="112605" y="18002"/>
                  </a:lnTo>
                  <a:lnTo>
                    <a:pt x="150140" y="24034"/>
                  </a:lnTo>
                  <a:lnTo>
                    <a:pt x="187675" y="30080"/>
                  </a:lnTo>
                  <a:lnTo>
                    <a:pt x="225210" y="36141"/>
                  </a:lnTo>
                  <a:lnTo>
                    <a:pt x="262746" y="42215"/>
                  </a:lnTo>
                  <a:lnTo>
                    <a:pt x="300281" y="48304"/>
                  </a:lnTo>
                  <a:lnTo>
                    <a:pt x="337816" y="54407"/>
                  </a:lnTo>
                  <a:lnTo>
                    <a:pt x="375351" y="60523"/>
                  </a:lnTo>
                  <a:lnTo>
                    <a:pt x="412886" y="66652"/>
                  </a:lnTo>
                  <a:lnTo>
                    <a:pt x="450421" y="72794"/>
                  </a:lnTo>
                  <a:lnTo>
                    <a:pt x="487956" y="78949"/>
                  </a:lnTo>
                  <a:lnTo>
                    <a:pt x="525492" y="85116"/>
                  </a:lnTo>
                  <a:lnTo>
                    <a:pt x="563027" y="91295"/>
                  </a:lnTo>
                  <a:lnTo>
                    <a:pt x="600562" y="97486"/>
                  </a:lnTo>
                  <a:lnTo>
                    <a:pt x="638097" y="103689"/>
                  </a:lnTo>
                  <a:lnTo>
                    <a:pt x="675632" y="109903"/>
                  </a:lnTo>
                  <a:lnTo>
                    <a:pt x="713167" y="116127"/>
                  </a:lnTo>
                  <a:lnTo>
                    <a:pt x="750702" y="122363"/>
                  </a:lnTo>
                  <a:lnTo>
                    <a:pt x="788238" y="128608"/>
                  </a:lnTo>
                  <a:lnTo>
                    <a:pt x="825773" y="134864"/>
                  </a:lnTo>
                  <a:lnTo>
                    <a:pt x="863308" y="141129"/>
                  </a:lnTo>
                  <a:lnTo>
                    <a:pt x="900843" y="147404"/>
                  </a:lnTo>
                  <a:lnTo>
                    <a:pt x="938378" y="153688"/>
                  </a:lnTo>
                  <a:lnTo>
                    <a:pt x="975913" y="159981"/>
                  </a:lnTo>
                  <a:lnTo>
                    <a:pt x="1013448" y="166283"/>
                  </a:lnTo>
                  <a:lnTo>
                    <a:pt x="1050984" y="172592"/>
                  </a:lnTo>
                  <a:lnTo>
                    <a:pt x="1088519" y="178910"/>
                  </a:lnTo>
                  <a:lnTo>
                    <a:pt x="1126054" y="185235"/>
                  </a:lnTo>
                  <a:lnTo>
                    <a:pt x="1163589" y="191567"/>
                  </a:lnTo>
                  <a:lnTo>
                    <a:pt x="1201124" y="197907"/>
                  </a:lnTo>
                  <a:lnTo>
                    <a:pt x="1238659" y="204253"/>
                  </a:lnTo>
                  <a:lnTo>
                    <a:pt x="1276194" y="210605"/>
                  </a:lnTo>
                  <a:lnTo>
                    <a:pt x="1313730" y="216964"/>
                  </a:lnTo>
                  <a:lnTo>
                    <a:pt x="1351265" y="223328"/>
                  </a:lnTo>
                  <a:lnTo>
                    <a:pt x="1388800" y="229698"/>
                  </a:lnTo>
                  <a:lnTo>
                    <a:pt x="1426335" y="236072"/>
                  </a:lnTo>
                  <a:lnTo>
                    <a:pt x="1463870" y="242452"/>
                  </a:lnTo>
                  <a:lnTo>
                    <a:pt x="1501405" y="248836"/>
                  </a:lnTo>
                  <a:lnTo>
                    <a:pt x="1538940" y="255224"/>
                  </a:lnTo>
                  <a:lnTo>
                    <a:pt x="1576476" y="261615"/>
                  </a:lnTo>
                  <a:lnTo>
                    <a:pt x="1614011" y="268011"/>
                  </a:lnTo>
                  <a:lnTo>
                    <a:pt x="1651546" y="274409"/>
                  </a:lnTo>
                  <a:lnTo>
                    <a:pt x="1689081" y="280810"/>
                  </a:lnTo>
                  <a:lnTo>
                    <a:pt x="1726616" y="287214"/>
                  </a:lnTo>
                  <a:lnTo>
                    <a:pt x="1764151" y="293619"/>
                  </a:lnTo>
                  <a:lnTo>
                    <a:pt x="1801686" y="300027"/>
                  </a:lnTo>
                  <a:lnTo>
                    <a:pt x="1839222" y="306436"/>
                  </a:lnTo>
                  <a:lnTo>
                    <a:pt x="1876757" y="312846"/>
                  </a:lnTo>
                  <a:lnTo>
                    <a:pt x="1914292" y="319258"/>
                  </a:lnTo>
                  <a:lnTo>
                    <a:pt x="1951827" y="325669"/>
                  </a:lnTo>
                  <a:lnTo>
                    <a:pt x="1989362" y="332081"/>
                  </a:lnTo>
                  <a:lnTo>
                    <a:pt x="2026897" y="338492"/>
                  </a:lnTo>
                  <a:lnTo>
                    <a:pt x="2064432" y="344904"/>
                  </a:lnTo>
                  <a:lnTo>
                    <a:pt x="2101968" y="351314"/>
                  </a:lnTo>
                  <a:lnTo>
                    <a:pt x="2139503" y="357723"/>
                  </a:lnTo>
                  <a:lnTo>
                    <a:pt x="2177038" y="364131"/>
                  </a:lnTo>
                  <a:lnTo>
                    <a:pt x="2214573" y="370537"/>
                  </a:lnTo>
                  <a:lnTo>
                    <a:pt x="2252108" y="376940"/>
                  </a:lnTo>
                  <a:lnTo>
                    <a:pt x="2289643" y="383342"/>
                  </a:lnTo>
                  <a:lnTo>
                    <a:pt x="2327178" y="389740"/>
                  </a:lnTo>
                  <a:lnTo>
                    <a:pt x="2364714" y="396136"/>
                  </a:lnTo>
                  <a:lnTo>
                    <a:pt x="2402249" y="402528"/>
                  </a:lnTo>
                  <a:lnTo>
                    <a:pt x="2439784" y="408916"/>
                  </a:lnTo>
                  <a:lnTo>
                    <a:pt x="2477319" y="415300"/>
                  </a:lnTo>
                  <a:lnTo>
                    <a:pt x="2514854" y="421680"/>
                  </a:lnTo>
                  <a:lnTo>
                    <a:pt x="2552389" y="428054"/>
                  </a:lnTo>
                  <a:lnTo>
                    <a:pt x="2589925" y="434424"/>
                  </a:lnTo>
                  <a:lnTo>
                    <a:pt x="2627460" y="440789"/>
                  </a:lnTo>
                  <a:lnTo>
                    <a:pt x="2664995" y="447148"/>
                  </a:lnTo>
                  <a:lnTo>
                    <a:pt x="2702530" y="453501"/>
                  </a:lnTo>
                  <a:lnTo>
                    <a:pt x="2740065" y="459847"/>
                  </a:lnTo>
                  <a:lnTo>
                    <a:pt x="2777600" y="466187"/>
                  </a:lnTo>
                  <a:lnTo>
                    <a:pt x="2815135" y="472520"/>
                  </a:lnTo>
                  <a:lnTo>
                    <a:pt x="2852671" y="478845"/>
                  </a:lnTo>
                  <a:lnTo>
                    <a:pt x="2890206" y="485163"/>
                  </a:lnTo>
                  <a:lnTo>
                    <a:pt x="2927741" y="491473"/>
                  </a:lnTo>
                  <a:lnTo>
                    <a:pt x="2965276" y="497775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4" name="pl411">
              <a:extLst>
                <a:ext uri="{FF2B5EF4-FFF2-40B4-BE49-F238E27FC236}">
                  <a16:creationId xmlns:a16="http://schemas.microsoft.com/office/drawing/2014/main" id="{E70CE2AC-FEBD-E3D8-6FE4-6A424489BD68}"/>
                </a:ext>
              </a:extLst>
            </p:cNvPr>
            <p:cNvSpPr/>
            <p:nvPr/>
          </p:nvSpPr>
          <p:spPr>
            <a:xfrm>
              <a:off x="2265629" y="6370563"/>
              <a:ext cx="3229698" cy="1027650"/>
            </a:xfrm>
            <a:custGeom>
              <a:avLst/>
              <a:gdLst/>
              <a:ahLst/>
              <a:cxnLst/>
              <a:rect l="0" t="0" r="0" b="0"/>
              <a:pathLst>
                <a:path w="3229698" h="1027650">
                  <a:moveTo>
                    <a:pt x="0" y="0"/>
                  </a:moveTo>
                  <a:lnTo>
                    <a:pt x="40882" y="11477"/>
                  </a:lnTo>
                  <a:lnTo>
                    <a:pt x="81764" y="23056"/>
                  </a:lnTo>
                  <a:lnTo>
                    <a:pt x="122646" y="34736"/>
                  </a:lnTo>
                  <a:lnTo>
                    <a:pt x="163529" y="46515"/>
                  </a:lnTo>
                  <a:lnTo>
                    <a:pt x="204411" y="58392"/>
                  </a:lnTo>
                  <a:lnTo>
                    <a:pt x="245293" y="70366"/>
                  </a:lnTo>
                  <a:lnTo>
                    <a:pt x="286175" y="82433"/>
                  </a:lnTo>
                  <a:lnTo>
                    <a:pt x="327058" y="94593"/>
                  </a:lnTo>
                  <a:lnTo>
                    <a:pt x="367940" y="106844"/>
                  </a:lnTo>
                  <a:lnTo>
                    <a:pt x="408822" y="119184"/>
                  </a:lnTo>
                  <a:lnTo>
                    <a:pt x="449704" y="131610"/>
                  </a:lnTo>
                  <a:lnTo>
                    <a:pt x="490587" y="144122"/>
                  </a:lnTo>
                  <a:lnTo>
                    <a:pt x="531469" y="156715"/>
                  </a:lnTo>
                  <a:lnTo>
                    <a:pt x="572351" y="169390"/>
                  </a:lnTo>
                  <a:lnTo>
                    <a:pt x="613233" y="182142"/>
                  </a:lnTo>
                  <a:lnTo>
                    <a:pt x="654116" y="194970"/>
                  </a:lnTo>
                  <a:lnTo>
                    <a:pt x="694998" y="207871"/>
                  </a:lnTo>
                  <a:lnTo>
                    <a:pt x="735880" y="220843"/>
                  </a:lnTo>
                  <a:lnTo>
                    <a:pt x="776763" y="233884"/>
                  </a:lnTo>
                  <a:lnTo>
                    <a:pt x="817645" y="246990"/>
                  </a:lnTo>
                  <a:lnTo>
                    <a:pt x="858527" y="260159"/>
                  </a:lnTo>
                  <a:lnTo>
                    <a:pt x="899409" y="273389"/>
                  </a:lnTo>
                  <a:lnTo>
                    <a:pt x="940292" y="286676"/>
                  </a:lnTo>
                  <a:lnTo>
                    <a:pt x="981174" y="300018"/>
                  </a:lnTo>
                  <a:lnTo>
                    <a:pt x="1022056" y="313412"/>
                  </a:lnTo>
                  <a:lnTo>
                    <a:pt x="1062938" y="326855"/>
                  </a:lnTo>
                  <a:lnTo>
                    <a:pt x="1103821" y="340345"/>
                  </a:lnTo>
                  <a:lnTo>
                    <a:pt x="1144703" y="353877"/>
                  </a:lnTo>
                  <a:lnTo>
                    <a:pt x="1185585" y="367449"/>
                  </a:lnTo>
                  <a:lnTo>
                    <a:pt x="1226467" y="381059"/>
                  </a:lnTo>
                  <a:lnTo>
                    <a:pt x="1267350" y="394702"/>
                  </a:lnTo>
                  <a:lnTo>
                    <a:pt x="1308232" y="408376"/>
                  </a:lnTo>
                  <a:lnTo>
                    <a:pt x="1349114" y="422078"/>
                  </a:lnTo>
                  <a:lnTo>
                    <a:pt x="1389997" y="435804"/>
                  </a:lnTo>
                  <a:lnTo>
                    <a:pt x="1430879" y="449551"/>
                  </a:lnTo>
                  <a:lnTo>
                    <a:pt x="1471761" y="463316"/>
                  </a:lnTo>
                  <a:lnTo>
                    <a:pt x="1512643" y="477096"/>
                  </a:lnTo>
                  <a:lnTo>
                    <a:pt x="1553526" y="490887"/>
                  </a:lnTo>
                  <a:lnTo>
                    <a:pt x="1594408" y="504687"/>
                  </a:lnTo>
                  <a:lnTo>
                    <a:pt x="1635290" y="518491"/>
                  </a:lnTo>
                  <a:lnTo>
                    <a:pt x="1676172" y="532297"/>
                  </a:lnTo>
                  <a:lnTo>
                    <a:pt x="1717055" y="546101"/>
                  </a:lnTo>
                  <a:lnTo>
                    <a:pt x="1757937" y="559900"/>
                  </a:lnTo>
                  <a:lnTo>
                    <a:pt x="1798819" y="573691"/>
                  </a:lnTo>
                  <a:lnTo>
                    <a:pt x="1839701" y="587471"/>
                  </a:lnTo>
                  <a:lnTo>
                    <a:pt x="1880584" y="601235"/>
                  </a:lnTo>
                  <a:lnTo>
                    <a:pt x="1921466" y="614982"/>
                  </a:lnTo>
                  <a:lnTo>
                    <a:pt x="1962348" y="628707"/>
                  </a:lnTo>
                  <a:lnTo>
                    <a:pt x="2003231" y="642407"/>
                  </a:lnTo>
                  <a:lnTo>
                    <a:pt x="2044113" y="656080"/>
                  </a:lnTo>
                  <a:lnTo>
                    <a:pt x="2084995" y="669722"/>
                  </a:lnTo>
                  <a:lnTo>
                    <a:pt x="2125877" y="683330"/>
                  </a:lnTo>
                  <a:lnTo>
                    <a:pt x="2166760" y="696901"/>
                  </a:lnTo>
                  <a:lnTo>
                    <a:pt x="2207642" y="710432"/>
                  </a:lnTo>
                  <a:lnTo>
                    <a:pt x="2248524" y="723920"/>
                  </a:lnTo>
                  <a:lnTo>
                    <a:pt x="2289406" y="737361"/>
                  </a:lnTo>
                  <a:lnTo>
                    <a:pt x="2330289" y="750753"/>
                  </a:lnTo>
                  <a:lnTo>
                    <a:pt x="2371171" y="764093"/>
                  </a:lnTo>
                  <a:lnTo>
                    <a:pt x="2412053" y="777379"/>
                  </a:lnTo>
                  <a:lnTo>
                    <a:pt x="2452935" y="790606"/>
                  </a:lnTo>
                  <a:lnTo>
                    <a:pt x="2493818" y="803773"/>
                  </a:lnTo>
                  <a:lnTo>
                    <a:pt x="2534700" y="816877"/>
                  </a:lnTo>
                  <a:lnTo>
                    <a:pt x="2575582" y="829915"/>
                  </a:lnTo>
                  <a:lnTo>
                    <a:pt x="2616464" y="842884"/>
                  </a:lnTo>
                  <a:lnTo>
                    <a:pt x="2657347" y="855783"/>
                  </a:lnTo>
                  <a:lnTo>
                    <a:pt x="2698229" y="868608"/>
                  </a:lnTo>
                  <a:lnTo>
                    <a:pt x="2739111" y="881357"/>
                  </a:lnTo>
                  <a:lnTo>
                    <a:pt x="2779994" y="894028"/>
                  </a:lnTo>
                  <a:lnTo>
                    <a:pt x="2820876" y="906619"/>
                  </a:lnTo>
                  <a:lnTo>
                    <a:pt x="2861758" y="919127"/>
                  </a:lnTo>
                  <a:lnTo>
                    <a:pt x="2902640" y="931550"/>
                  </a:lnTo>
                  <a:lnTo>
                    <a:pt x="2943523" y="943887"/>
                  </a:lnTo>
                  <a:lnTo>
                    <a:pt x="2984405" y="956134"/>
                  </a:lnTo>
                  <a:lnTo>
                    <a:pt x="3025287" y="968291"/>
                  </a:lnTo>
                  <a:lnTo>
                    <a:pt x="3066169" y="980355"/>
                  </a:lnTo>
                  <a:lnTo>
                    <a:pt x="3107052" y="992325"/>
                  </a:lnTo>
                  <a:lnTo>
                    <a:pt x="3147934" y="1004198"/>
                  </a:lnTo>
                  <a:lnTo>
                    <a:pt x="3188816" y="1015974"/>
                  </a:lnTo>
                  <a:lnTo>
                    <a:pt x="3229698" y="102765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5" name="tx412">
              <a:extLst>
                <a:ext uri="{FF2B5EF4-FFF2-40B4-BE49-F238E27FC236}">
                  <a16:creationId xmlns:a16="http://schemas.microsoft.com/office/drawing/2014/main" id="{5A215F40-48B5-E0CA-AEFA-49E87A089E91}"/>
                </a:ext>
              </a:extLst>
            </p:cNvPr>
            <p:cNvSpPr/>
            <p:nvPr/>
          </p:nvSpPr>
          <p:spPr>
            <a:xfrm>
              <a:off x="1120830" y="81203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326" name="tx413">
              <a:extLst>
                <a:ext uri="{FF2B5EF4-FFF2-40B4-BE49-F238E27FC236}">
                  <a16:creationId xmlns:a16="http://schemas.microsoft.com/office/drawing/2014/main" id="{93F6C9C8-3338-3D6D-B4E6-39FDC9ACCAD4}"/>
                </a:ext>
              </a:extLst>
            </p:cNvPr>
            <p:cNvSpPr/>
            <p:nvPr/>
          </p:nvSpPr>
          <p:spPr>
            <a:xfrm>
              <a:off x="1120830" y="74880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327" name="tx414">
              <a:extLst>
                <a:ext uri="{FF2B5EF4-FFF2-40B4-BE49-F238E27FC236}">
                  <a16:creationId xmlns:a16="http://schemas.microsoft.com/office/drawing/2014/main" id="{50F996F7-23D8-EA07-F73E-E6F8A6457922}"/>
                </a:ext>
              </a:extLst>
            </p:cNvPr>
            <p:cNvSpPr/>
            <p:nvPr/>
          </p:nvSpPr>
          <p:spPr>
            <a:xfrm>
              <a:off x="1120830" y="68556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328" name="tx415">
              <a:extLst>
                <a:ext uri="{FF2B5EF4-FFF2-40B4-BE49-F238E27FC236}">
                  <a16:creationId xmlns:a16="http://schemas.microsoft.com/office/drawing/2014/main" id="{C30268CB-2705-57E6-4A01-664C544CD634}"/>
                </a:ext>
              </a:extLst>
            </p:cNvPr>
            <p:cNvSpPr/>
            <p:nvPr/>
          </p:nvSpPr>
          <p:spPr>
            <a:xfrm>
              <a:off x="1120830" y="62233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329" name="tx416">
              <a:extLst>
                <a:ext uri="{FF2B5EF4-FFF2-40B4-BE49-F238E27FC236}">
                  <a16:creationId xmlns:a16="http://schemas.microsoft.com/office/drawing/2014/main" id="{8D11848A-6A4D-B798-0B4F-D1D62B2843B9}"/>
                </a:ext>
              </a:extLst>
            </p:cNvPr>
            <p:cNvSpPr/>
            <p:nvPr/>
          </p:nvSpPr>
          <p:spPr>
            <a:xfrm>
              <a:off x="1120830" y="55910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330" name="tx417">
              <a:extLst>
                <a:ext uri="{FF2B5EF4-FFF2-40B4-BE49-F238E27FC236}">
                  <a16:creationId xmlns:a16="http://schemas.microsoft.com/office/drawing/2014/main" id="{150EE18D-C4EC-8004-7B7F-3E88F5AB129E}"/>
                </a:ext>
              </a:extLst>
            </p:cNvPr>
            <p:cNvSpPr/>
            <p:nvPr/>
          </p:nvSpPr>
          <p:spPr>
            <a:xfrm>
              <a:off x="1333628" y="83494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1331" name="tx418">
              <a:extLst>
                <a:ext uri="{FF2B5EF4-FFF2-40B4-BE49-F238E27FC236}">
                  <a16:creationId xmlns:a16="http://schemas.microsoft.com/office/drawing/2014/main" id="{B2DDD795-13D2-54AE-DED9-049733DF712C}"/>
                </a:ext>
              </a:extLst>
            </p:cNvPr>
            <p:cNvSpPr/>
            <p:nvPr/>
          </p:nvSpPr>
          <p:spPr>
            <a:xfrm>
              <a:off x="2400092" y="83494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1332" name="tx419">
              <a:extLst>
                <a:ext uri="{FF2B5EF4-FFF2-40B4-BE49-F238E27FC236}">
                  <a16:creationId xmlns:a16="http://schemas.microsoft.com/office/drawing/2014/main" id="{3C960BA3-7C57-39A2-585A-8C43F2877FF0}"/>
                </a:ext>
              </a:extLst>
            </p:cNvPr>
            <p:cNvSpPr/>
            <p:nvPr/>
          </p:nvSpPr>
          <p:spPr>
            <a:xfrm>
              <a:off x="3466556" y="83494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1333" name="tx420">
              <a:extLst>
                <a:ext uri="{FF2B5EF4-FFF2-40B4-BE49-F238E27FC236}">
                  <a16:creationId xmlns:a16="http://schemas.microsoft.com/office/drawing/2014/main" id="{3883AB06-2E32-D828-3C67-FB8DB63508F6}"/>
                </a:ext>
              </a:extLst>
            </p:cNvPr>
            <p:cNvSpPr/>
            <p:nvPr/>
          </p:nvSpPr>
          <p:spPr>
            <a:xfrm>
              <a:off x="4533020" y="83494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1334" name="tx421">
              <a:extLst>
                <a:ext uri="{FF2B5EF4-FFF2-40B4-BE49-F238E27FC236}">
                  <a16:creationId xmlns:a16="http://schemas.microsoft.com/office/drawing/2014/main" id="{ED63B3FE-2870-FF3A-8D8B-B3DE14101D4F}"/>
                </a:ext>
              </a:extLst>
            </p:cNvPr>
            <p:cNvSpPr/>
            <p:nvPr/>
          </p:nvSpPr>
          <p:spPr>
            <a:xfrm>
              <a:off x="3244075" y="84877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1335" name="tx422">
              <a:extLst>
                <a:ext uri="{FF2B5EF4-FFF2-40B4-BE49-F238E27FC236}">
                  <a16:creationId xmlns:a16="http://schemas.microsoft.com/office/drawing/2014/main" id="{2FE16A38-84FC-04DA-1174-BA688D336DC5}"/>
                </a:ext>
              </a:extLst>
            </p:cNvPr>
            <p:cNvSpPr/>
            <p:nvPr/>
          </p:nvSpPr>
          <p:spPr>
            <a:xfrm rot="16200000">
              <a:off x="758132" y="68456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66" name="tx453">
              <a:extLst>
                <a:ext uri="{FF2B5EF4-FFF2-40B4-BE49-F238E27FC236}">
                  <a16:creationId xmlns:a16="http://schemas.microsoft.com/office/drawing/2014/main" id="{F2FA7032-D503-C297-F8A0-43971A303D96}"/>
                </a:ext>
              </a:extLst>
            </p:cNvPr>
            <p:cNvSpPr/>
            <p:nvPr/>
          </p:nvSpPr>
          <p:spPr>
            <a:xfrm>
              <a:off x="1401087" y="50987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1367" name="tx454">
              <a:extLst>
                <a:ext uri="{FF2B5EF4-FFF2-40B4-BE49-F238E27FC236}">
                  <a16:creationId xmlns:a16="http://schemas.microsoft.com/office/drawing/2014/main" id="{E83F1C79-8AA7-2E7E-D6EF-F43252E48693}"/>
                </a:ext>
              </a:extLst>
            </p:cNvPr>
            <p:cNvSpPr/>
            <p:nvPr/>
          </p:nvSpPr>
          <p:spPr>
            <a:xfrm>
              <a:off x="1401087" y="52798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  <p:grpSp>
        <p:nvGrpSpPr>
          <p:cNvPr id="1823" name="Group 1822">
            <a:extLst>
              <a:ext uri="{FF2B5EF4-FFF2-40B4-BE49-F238E27FC236}">
                <a16:creationId xmlns:a16="http://schemas.microsoft.com/office/drawing/2014/main" id="{1BBC3D9C-F6CB-86D3-1416-3DB69F4668C5}"/>
              </a:ext>
            </a:extLst>
          </p:cNvPr>
          <p:cNvGrpSpPr/>
          <p:nvPr/>
        </p:nvGrpSpPr>
        <p:grpSpPr>
          <a:xfrm>
            <a:off x="6314940" y="5098789"/>
            <a:ext cx="4733735" cy="3488977"/>
            <a:chOff x="6314940" y="5098789"/>
            <a:chExt cx="4733735" cy="3488977"/>
          </a:xfrm>
        </p:grpSpPr>
        <p:sp>
          <p:nvSpPr>
            <p:cNvPr id="1371" name="pl5">
              <a:extLst>
                <a:ext uri="{FF2B5EF4-FFF2-40B4-BE49-F238E27FC236}">
                  <a16:creationId xmlns:a16="http://schemas.microsoft.com/office/drawing/2014/main" id="{FA013173-2C07-B24B-8571-55B3CFCA315B}"/>
                </a:ext>
              </a:extLst>
            </p:cNvPr>
            <p:cNvSpPr/>
            <p:nvPr/>
          </p:nvSpPr>
          <p:spPr>
            <a:xfrm>
              <a:off x="6759471" y="78441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2" name="pl6">
              <a:extLst>
                <a:ext uri="{FF2B5EF4-FFF2-40B4-BE49-F238E27FC236}">
                  <a16:creationId xmlns:a16="http://schemas.microsoft.com/office/drawing/2014/main" id="{3E43DD03-76A4-CA60-4688-9E9D4900452D}"/>
                </a:ext>
              </a:extLst>
            </p:cNvPr>
            <p:cNvSpPr/>
            <p:nvPr/>
          </p:nvSpPr>
          <p:spPr>
            <a:xfrm>
              <a:off x="6759471" y="72118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3" name="pl7">
              <a:extLst>
                <a:ext uri="{FF2B5EF4-FFF2-40B4-BE49-F238E27FC236}">
                  <a16:creationId xmlns:a16="http://schemas.microsoft.com/office/drawing/2014/main" id="{0164F9F0-61C2-6CEC-F840-6D55CAF150E0}"/>
                </a:ext>
              </a:extLst>
            </p:cNvPr>
            <p:cNvSpPr/>
            <p:nvPr/>
          </p:nvSpPr>
          <p:spPr>
            <a:xfrm>
              <a:off x="6759471" y="65795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4" name="pl8">
              <a:extLst>
                <a:ext uri="{FF2B5EF4-FFF2-40B4-BE49-F238E27FC236}">
                  <a16:creationId xmlns:a16="http://schemas.microsoft.com/office/drawing/2014/main" id="{D5C74DBA-6742-05D5-0C3A-DDB4F33FBD65}"/>
                </a:ext>
              </a:extLst>
            </p:cNvPr>
            <p:cNvSpPr/>
            <p:nvPr/>
          </p:nvSpPr>
          <p:spPr>
            <a:xfrm>
              <a:off x="6759471" y="59472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5" name="pl9">
              <a:extLst>
                <a:ext uri="{FF2B5EF4-FFF2-40B4-BE49-F238E27FC236}">
                  <a16:creationId xmlns:a16="http://schemas.microsoft.com/office/drawing/2014/main" id="{6B26EAE2-77DA-93D2-CD90-449FB27A1369}"/>
                </a:ext>
              </a:extLst>
            </p:cNvPr>
            <p:cNvSpPr/>
            <p:nvPr/>
          </p:nvSpPr>
          <p:spPr>
            <a:xfrm>
              <a:off x="7314316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6" name="pl10">
              <a:extLst>
                <a:ext uri="{FF2B5EF4-FFF2-40B4-BE49-F238E27FC236}">
                  <a16:creationId xmlns:a16="http://schemas.microsoft.com/office/drawing/2014/main" id="{265D4A2B-FD9A-E442-2ACC-16583A83C59C}"/>
                </a:ext>
              </a:extLst>
            </p:cNvPr>
            <p:cNvSpPr/>
            <p:nvPr/>
          </p:nvSpPr>
          <p:spPr>
            <a:xfrm>
              <a:off x="8405826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7" name="pl11">
              <a:extLst>
                <a:ext uri="{FF2B5EF4-FFF2-40B4-BE49-F238E27FC236}">
                  <a16:creationId xmlns:a16="http://schemas.microsoft.com/office/drawing/2014/main" id="{FCF0E133-5991-1C33-83FF-8A6F1561FC87}"/>
                </a:ext>
              </a:extLst>
            </p:cNvPr>
            <p:cNvSpPr/>
            <p:nvPr/>
          </p:nvSpPr>
          <p:spPr>
            <a:xfrm>
              <a:off x="9497337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8" name="pl12">
              <a:extLst>
                <a:ext uri="{FF2B5EF4-FFF2-40B4-BE49-F238E27FC236}">
                  <a16:creationId xmlns:a16="http://schemas.microsoft.com/office/drawing/2014/main" id="{D9D4A5AE-AF12-1C30-E125-04BD770EDE74}"/>
                </a:ext>
              </a:extLst>
            </p:cNvPr>
            <p:cNvSpPr/>
            <p:nvPr/>
          </p:nvSpPr>
          <p:spPr>
            <a:xfrm>
              <a:off x="10588847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9" name="pl13">
              <a:extLst>
                <a:ext uri="{FF2B5EF4-FFF2-40B4-BE49-F238E27FC236}">
                  <a16:creationId xmlns:a16="http://schemas.microsoft.com/office/drawing/2014/main" id="{7E44A9D0-502E-34DB-6EB0-BCCB7DE6EE54}"/>
                </a:ext>
              </a:extLst>
            </p:cNvPr>
            <p:cNvSpPr/>
            <p:nvPr/>
          </p:nvSpPr>
          <p:spPr>
            <a:xfrm>
              <a:off x="6759471" y="81603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0" name="pl14">
              <a:extLst>
                <a:ext uri="{FF2B5EF4-FFF2-40B4-BE49-F238E27FC236}">
                  <a16:creationId xmlns:a16="http://schemas.microsoft.com/office/drawing/2014/main" id="{DE81CCA9-6557-1586-D5D7-A7C685D508B7}"/>
                </a:ext>
              </a:extLst>
            </p:cNvPr>
            <p:cNvSpPr/>
            <p:nvPr/>
          </p:nvSpPr>
          <p:spPr>
            <a:xfrm>
              <a:off x="6759471" y="75280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1" name="pl15">
              <a:extLst>
                <a:ext uri="{FF2B5EF4-FFF2-40B4-BE49-F238E27FC236}">
                  <a16:creationId xmlns:a16="http://schemas.microsoft.com/office/drawing/2014/main" id="{3A2E7B46-1F25-526A-E6FB-84E3F13E4A37}"/>
                </a:ext>
              </a:extLst>
            </p:cNvPr>
            <p:cNvSpPr/>
            <p:nvPr/>
          </p:nvSpPr>
          <p:spPr>
            <a:xfrm>
              <a:off x="6759471" y="68957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2" name="pl16">
              <a:extLst>
                <a:ext uri="{FF2B5EF4-FFF2-40B4-BE49-F238E27FC236}">
                  <a16:creationId xmlns:a16="http://schemas.microsoft.com/office/drawing/2014/main" id="{F07D6098-CCE0-44C1-0E01-218F7BCA32B1}"/>
                </a:ext>
              </a:extLst>
            </p:cNvPr>
            <p:cNvSpPr/>
            <p:nvPr/>
          </p:nvSpPr>
          <p:spPr>
            <a:xfrm>
              <a:off x="6759471" y="62633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3" name="pl17">
              <a:extLst>
                <a:ext uri="{FF2B5EF4-FFF2-40B4-BE49-F238E27FC236}">
                  <a16:creationId xmlns:a16="http://schemas.microsoft.com/office/drawing/2014/main" id="{E78C6BBD-F95E-EC3C-A852-50ABC2AB7175}"/>
                </a:ext>
              </a:extLst>
            </p:cNvPr>
            <p:cNvSpPr/>
            <p:nvPr/>
          </p:nvSpPr>
          <p:spPr>
            <a:xfrm>
              <a:off x="6759471" y="56310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4" name="pl18">
              <a:extLst>
                <a:ext uri="{FF2B5EF4-FFF2-40B4-BE49-F238E27FC236}">
                  <a16:creationId xmlns:a16="http://schemas.microsoft.com/office/drawing/2014/main" id="{AE4BB77C-82AF-C8F8-EBBE-A1C77162E850}"/>
                </a:ext>
              </a:extLst>
            </p:cNvPr>
            <p:cNvSpPr/>
            <p:nvPr/>
          </p:nvSpPr>
          <p:spPr>
            <a:xfrm>
              <a:off x="6768561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5" name="pl19">
              <a:extLst>
                <a:ext uri="{FF2B5EF4-FFF2-40B4-BE49-F238E27FC236}">
                  <a16:creationId xmlns:a16="http://schemas.microsoft.com/office/drawing/2014/main" id="{2262FCED-4D85-458F-A45F-59426FC0BC36}"/>
                </a:ext>
              </a:extLst>
            </p:cNvPr>
            <p:cNvSpPr/>
            <p:nvPr/>
          </p:nvSpPr>
          <p:spPr>
            <a:xfrm>
              <a:off x="7860071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6" name="pl20">
              <a:extLst>
                <a:ext uri="{FF2B5EF4-FFF2-40B4-BE49-F238E27FC236}">
                  <a16:creationId xmlns:a16="http://schemas.microsoft.com/office/drawing/2014/main" id="{CEAE1D98-6E17-A5EF-3C6B-F5F837BA5616}"/>
                </a:ext>
              </a:extLst>
            </p:cNvPr>
            <p:cNvSpPr/>
            <p:nvPr/>
          </p:nvSpPr>
          <p:spPr>
            <a:xfrm>
              <a:off x="8951582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7" name="pl21">
              <a:extLst>
                <a:ext uri="{FF2B5EF4-FFF2-40B4-BE49-F238E27FC236}">
                  <a16:creationId xmlns:a16="http://schemas.microsoft.com/office/drawing/2014/main" id="{9D1D7CDD-8352-AB62-DC83-C0AE3D214312}"/>
                </a:ext>
              </a:extLst>
            </p:cNvPr>
            <p:cNvSpPr/>
            <p:nvPr/>
          </p:nvSpPr>
          <p:spPr>
            <a:xfrm>
              <a:off x="10043092" y="55046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8" name="pg22">
              <a:extLst>
                <a:ext uri="{FF2B5EF4-FFF2-40B4-BE49-F238E27FC236}">
                  <a16:creationId xmlns:a16="http://schemas.microsoft.com/office/drawing/2014/main" id="{5FAAFA60-517F-1490-5BAE-A3CBD0DECD9D}"/>
                </a:ext>
              </a:extLst>
            </p:cNvPr>
            <p:cNvSpPr/>
            <p:nvPr/>
          </p:nvSpPr>
          <p:spPr>
            <a:xfrm>
              <a:off x="741745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9" name="pg23">
              <a:extLst>
                <a:ext uri="{FF2B5EF4-FFF2-40B4-BE49-F238E27FC236}">
                  <a16:creationId xmlns:a16="http://schemas.microsoft.com/office/drawing/2014/main" id="{2CC53992-6497-A602-41B8-01B2E318BA46}"/>
                </a:ext>
              </a:extLst>
            </p:cNvPr>
            <p:cNvSpPr/>
            <p:nvPr/>
          </p:nvSpPr>
          <p:spPr>
            <a:xfrm>
              <a:off x="975315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0" name="pg24">
              <a:extLst>
                <a:ext uri="{FF2B5EF4-FFF2-40B4-BE49-F238E27FC236}">
                  <a16:creationId xmlns:a16="http://schemas.microsoft.com/office/drawing/2014/main" id="{E0C3DB81-DA43-C01A-FF71-01F5D8AB0F15}"/>
                </a:ext>
              </a:extLst>
            </p:cNvPr>
            <p:cNvSpPr/>
            <p:nvPr/>
          </p:nvSpPr>
          <p:spPr>
            <a:xfrm>
              <a:off x="969742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1" name="pg25">
              <a:extLst>
                <a:ext uri="{FF2B5EF4-FFF2-40B4-BE49-F238E27FC236}">
                  <a16:creationId xmlns:a16="http://schemas.microsoft.com/office/drawing/2014/main" id="{938CFB33-A732-A8B8-88C7-F8E965164963}"/>
                </a:ext>
              </a:extLst>
            </p:cNvPr>
            <p:cNvSpPr/>
            <p:nvPr/>
          </p:nvSpPr>
          <p:spPr>
            <a:xfrm>
              <a:off x="971656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2" name="pg26">
              <a:extLst>
                <a:ext uri="{FF2B5EF4-FFF2-40B4-BE49-F238E27FC236}">
                  <a16:creationId xmlns:a16="http://schemas.microsoft.com/office/drawing/2014/main" id="{441507CA-413B-2F55-A8DF-4D9466B741C4}"/>
                </a:ext>
              </a:extLst>
            </p:cNvPr>
            <p:cNvSpPr/>
            <p:nvPr/>
          </p:nvSpPr>
          <p:spPr>
            <a:xfrm>
              <a:off x="963991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3" name="pg27">
              <a:extLst>
                <a:ext uri="{FF2B5EF4-FFF2-40B4-BE49-F238E27FC236}">
                  <a16:creationId xmlns:a16="http://schemas.microsoft.com/office/drawing/2014/main" id="{4FE36DD9-51AE-2253-2458-2600655D2475}"/>
                </a:ext>
              </a:extLst>
            </p:cNvPr>
            <p:cNvSpPr/>
            <p:nvPr/>
          </p:nvSpPr>
          <p:spPr>
            <a:xfrm>
              <a:off x="963991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4" name="pg28">
              <a:extLst>
                <a:ext uri="{FF2B5EF4-FFF2-40B4-BE49-F238E27FC236}">
                  <a16:creationId xmlns:a16="http://schemas.microsoft.com/office/drawing/2014/main" id="{917313A2-FE4C-9D02-AB80-3E2F8E9F0027}"/>
                </a:ext>
              </a:extLst>
            </p:cNvPr>
            <p:cNvSpPr/>
            <p:nvPr/>
          </p:nvSpPr>
          <p:spPr>
            <a:xfrm>
              <a:off x="835847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5" name="pg29">
              <a:extLst>
                <a:ext uri="{FF2B5EF4-FFF2-40B4-BE49-F238E27FC236}">
                  <a16:creationId xmlns:a16="http://schemas.microsoft.com/office/drawing/2014/main" id="{65B5C476-F743-6132-2B09-8AD29F3465F5}"/>
                </a:ext>
              </a:extLst>
            </p:cNvPr>
            <p:cNvSpPr/>
            <p:nvPr/>
          </p:nvSpPr>
          <p:spPr>
            <a:xfrm>
              <a:off x="1027693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6" name="pg30">
              <a:extLst>
                <a:ext uri="{FF2B5EF4-FFF2-40B4-BE49-F238E27FC236}">
                  <a16:creationId xmlns:a16="http://schemas.microsoft.com/office/drawing/2014/main" id="{B5D903CB-4DD4-1203-8500-57A263D237AE}"/>
                </a:ext>
              </a:extLst>
            </p:cNvPr>
            <p:cNvSpPr/>
            <p:nvPr/>
          </p:nvSpPr>
          <p:spPr>
            <a:xfrm>
              <a:off x="974659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7" name="pg31">
              <a:extLst>
                <a:ext uri="{FF2B5EF4-FFF2-40B4-BE49-F238E27FC236}">
                  <a16:creationId xmlns:a16="http://schemas.microsoft.com/office/drawing/2014/main" id="{7611E6F1-7769-223A-D1CB-21EBC8FC109C}"/>
                </a:ext>
              </a:extLst>
            </p:cNvPr>
            <p:cNvSpPr/>
            <p:nvPr/>
          </p:nvSpPr>
          <p:spPr>
            <a:xfrm>
              <a:off x="798608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8" name="pg32">
              <a:extLst>
                <a:ext uri="{FF2B5EF4-FFF2-40B4-BE49-F238E27FC236}">
                  <a16:creationId xmlns:a16="http://schemas.microsoft.com/office/drawing/2014/main" id="{E48F543A-ED7B-A2F1-CEF2-EFFA2E2A762F}"/>
                </a:ext>
              </a:extLst>
            </p:cNvPr>
            <p:cNvSpPr/>
            <p:nvPr/>
          </p:nvSpPr>
          <p:spPr>
            <a:xfrm>
              <a:off x="742021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9" name="pg33">
              <a:extLst>
                <a:ext uri="{FF2B5EF4-FFF2-40B4-BE49-F238E27FC236}">
                  <a16:creationId xmlns:a16="http://schemas.microsoft.com/office/drawing/2014/main" id="{D1EE08D7-68F9-64E6-2CF8-EF888CE8253F}"/>
                </a:ext>
              </a:extLst>
            </p:cNvPr>
            <p:cNvSpPr/>
            <p:nvPr/>
          </p:nvSpPr>
          <p:spPr>
            <a:xfrm>
              <a:off x="803257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0" name="pg34">
              <a:extLst>
                <a:ext uri="{FF2B5EF4-FFF2-40B4-BE49-F238E27FC236}">
                  <a16:creationId xmlns:a16="http://schemas.microsoft.com/office/drawing/2014/main" id="{73EED4CB-F363-1EA4-6325-1E9573692AA7}"/>
                </a:ext>
              </a:extLst>
            </p:cNvPr>
            <p:cNvSpPr/>
            <p:nvPr/>
          </p:nvSpPr>
          <p:spPr>
            <a:xfrm>
              <a:off x="861239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1" name="pg35">
              <a:extLst>
                <a:ext uri="{FF2B5EF4-FFF2-40B4-BE49-F238E27FC236}">
                  <a16:creationId xmlns:a16="http://schemas.microsoft.com/office/drawing/2014/main" id="{D287D0D1-7B45-B058-56F6-94BDE435DA39}"/>
                </a:ext>
              </a:extLst>
            </p:cNvPr>
            <p:cNvSpPr/>
            <p:nvPr/>
          </p:nvSpPr>
          <p:spPr>
            <a:xfrm>
              <a:off x="84952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2" name="pg36">
              <a:extLst>
                <a:ext uri="{FF2B5EF4-FFF2-40B4-BE49-F238E27FC236}">
                  <a16:creationId xmlns:a16="http://schemas.microsoft.com/office/drawing/2014/main" id="{A37E78AD-47FA-450C-D678-279968D44136}"/>
                </a:ext>
              </a:extLst>
            </p:cNvPr>
            <p:cNvSpPr/>
            <p:nvPr/>
          </p:nvSpPr>
          <p:spPr>
            <a:xfrm>
              <a:off x="980854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3" name="pg37">
              <a:extLst>
                <a:ext uri="{FF2B5EF4-FFF2-40B4-BE49-F238E27FC236}">
                  <a16:creationId xmlns:a16="http://schemas.microsoft.com/office/drawing/2014/main" id="{F9649F72-E22E-39CB-5815-E00E130188C0}"/>
                </a:ext>
              </a:extLst>
            </p:cNvPr>
            <p:cNvSpPr/>
            <p:nvPr/>
          </p:nvSpPr>
          <p:spPr>
            <a:xfrm>
              <a:off x="850433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4" name="pg38">
              <a:extLst>
                <a:ext uri="{FF2B5EF4-FFF2-40B4-BE49-F238E27FC236}">
                  <a16:creationId xmlns:a16="http://schemas.microsoft.com/office/drawing/2014/main" id="{2F8F1B93-584E-768B-613A-C5C4DCFF71C0}"/>
                </a:ext>
              </a:extLst>
            </p:cNvPr>
            <p:cNvSpPr/>
            <p:nvPr/>
          </p:nvSpPr>
          <p:spPr>
            <a:xfrm>
              <a:off x="742303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5" name="pg39">
              <a:extLst>
                <a:ext uri="{FF2B5EF4-FFF2-40B4-BE49-F238E27FC236}">
                  <a16:creationId xmlns:a16="http://schemas.microsoft.com/office/drawing/2014/main" id="{EBDF543E-AE24-DD36-FC06-389C27AAB636}"/>
                </a:ext>
              </a:extLst>
            </p:cNvPr>
            <p:cNvSpPr/>
            <p:nvPr/>
          </p:nvSpPr>
          <p:spPr>
            <a:xfrm>
              <a:off x="1018370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6" name="pg40">
              <a:extLst>
                <a:ext uri="{FF2B5EF4-FFF2-40B4-BE49-F238E27FC236}">
                  <a16:creationId xmlns:a16="http://schemas.microsoft.com/office/drawing/2014/main" id="{D619AD5E-76D9-A74B-FC9E-A1A272609FCD}"/>
                </a:ext>
              </a:extLst>
            </p:cNvPr>
            <p:cNvSpPr/>
            <p:nvPr/>
          </p:nvSpPr>
          <p:spPr>
            <a:xfrm>
              <a:off x="776471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7" name="pg41">
              <a:extLst>
                <a:ext uri="{FF2B5EF4-FFF2-40B4-BE49-F238E27FC236}">
                  <a16:creationId xmlns:a16="http://schemas.microsoft.com/office/drawing/2014/main" id="{AC77AEAD-129C-B98B-D665-E6A770F9A0B5}"/>
                </a:ext>
              </a:extLst>
            </p:cNvPr>
            <p:cNvSpPr/>
            <p:nvPr/>
          </p:nvSpPr>
          <p:spPr>
            <a:xfrm>
              <a:off x="832644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8" name="pg42">
              <a:extLst>
                <a:ext uri="{FF2B5EF4-FFF2-40B4-BE49-F238E27FC236}">
                  <a16:creationId xmlns:a16="http://schemas.microsoft.com/office/drawing/2014/main" id="{0DF6AF93-F342-7537-1038-423C3E810D6E}"/>
                </a:ext>
              </a:extLst>
            </p:cNvPr>
            <p:cNvSpPr/>
            <p:nvPr/>
          </p:nvSpPr>
          <p:spPr>
            <a:xfrm>
              <a:off x="833598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9" name="pg43">
              <a:extLst>
                <a:ext uri="{FF2B5EF4-FFF2-40B4-BE49-F238E27FC236}">
                  <a16:creationId xmlns:a16="http://schemas.microsoft.com/office/drawing/2014/main" id="{2DEE0638-7FAC-E1DA-84E2-A81D69CDCE74}"/>
                </a:ext>
              </a:extLst>
            </p:cNvPr>
            <p:cNvSpPr/>
            <p:nvPr/>
          </p:nvSpPr>
          <p:spPr>
            <a:xfrm>
              <a:off x="749218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0" name="pg44">
              <a:extLst>
                <a:ext uri="{FF2B5EF4-FFF2-40B4-BE49-F238E27FC236}">
                  <a16:creationId xmlns:a16="http://schemas.microsoft.com/office/drawing/2014/main" id="{669D5EEA-A70A-F786-AB42-0F873FA089A6}"/>
                </a:ext>
              </a:extLst>
            </p:cNvPr>
            <p:cNvSpPr/>
            <p:nvPr/>
          </p:nvSpPr>
          <p:spPr>
            <a:xfrm>
              <a:off x="1018370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1" name="pg45">
              <a:extLst>
                <a:ext uri="{FF2B5EF4-FFF2-40B4-BE49-F238E27FC236}">
                  <a16:creationId xmlns:a16="http://schemas.microsoft.com/office/drawing/2014/main" id="{AB764D2F-9B3E-4914-FF83-288F87ADDA31}"/>
                </a:ext>
              </a:extLst>
            </p:cNvPr>
            <p:cNvSpPr/>
            <p:nvPr/>
          </p:nvSpPr>
          <p:spPr>
            <a:xfrm>
              <a:off x="955370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2" name="pg46">
              <a:extLst>
                <a:ext uri="{FF2B5EF4-FFF2-40B4-BE49-F238E27FC236}">
                  <a16:creationId xmlns:a16="http://schemas.microsoft.com/office/drawing/2014/main" id="{D8BBC7F5-71B3-0BB4-2B29-5D7F0D4C1B4D}"/>
                </a:ext>
              </a:extLst>
            </p:cNvPr>
            <p:cNvSpPr/>
            <p:nvPr/>
          </p:nvSpPr>
          <p:spPr>
            <a:xfrm>
              <a:off x="953731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3" name="pg47">
              <a:extLst>
                <a:ext uri="{FF2B5EF4-FFF2-40B4-BE49-F238E27FC236}">
                  <a16:creationId xmlns:a16="http://schemas.microsoft.com/office/drawing/2014/main" id="{CC3F9B80-BF0A-5DCC-D4A4-2EAA3EA2EB16}"/>
                </a:ext>
              </a:extLst>
            </p:cNvPr>
            <p:cNvSpPr/>
            <p:nvPr/>
          </p:nvSpPr>
          <p:spPr>
            <a:xfrm>
              <a:off x="955717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4" name="pg48">
              <a:extLst>
                <a:ext uri="{FF2B5EF4-FFF2-40B4-BE49-F238E27FC236}">
                  <a16:creationId xmlns:a16="http://schemas.microsoft.com/office/drawing/2014/main" id="{BDEECC8A-9415-3BB1-D241-95A03CEF628D}"/>
                </a:ext>
              </a:extLst>
            </p:cNvPr>
            <p:cNvSpPr/>
            <p:nvPr/>
          </p:nvSpPr>
          <p:spPr>
            <a:xfrm>
              <a:off x="833598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5" name="pg49">
              <a:extLst>
                <a:ext uri="{FF2B5EF4-FFF2-40B4-BE49-F238E27FC236}">
                  <a16:creationId xmlns:a16="http://schemas.microsoft.com/office/drawing/2014/main" id="{B01209A0-DAC0-19A7-8F01-BC9DFD767CCF}"/>
                </a:ext>
              </a:extLst>
            </p:cNvPr>
            <p:cNvSpPr/>
            <p:nvPr/>
          </p:nvSpPr>
          <p:spPr>
            <a:xfrm>
              <a:off x="971658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6" name="pg50">
              <a:extLst>
                <a:ext uri="{FF2B5EF4-FFF2-40B4-BE49-F238E27FC236}">
                  <a16:creationId xmlns:a16="http://schemas.microsoft.com/office/drawing/2014/main" id="{83AB3495-EF48-B8F4-4212-3D0F29FFBECA}"/>
                </a:ext>
              </a:extLst>
            </p:cNvPr>
            <p:cNvSpPr/>
            <p:nvPr/>
          </p:nvSpPr>
          <p:spPr>
            <a:xfrm>
              <a:off x="865189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7" name="pg51">
              <a:extLst>
                <a:ext uri="{FF2B5EF4-FFF2-40B4-BE49-F238E27FC236}">
                  <a16:creationId xmlns:a16="http://schemas.microsoft.com/office/drawing/2014/main" id="{E4762ED4-C81A-BAA6-113D-452E929C9876}"/>
                </a:ext>
              </a:extLst>
            </p:cNvPr>
            <p:cNvSpPr/>
            <p:nvPr/>
          </p:nvSpPr>
          <p:spPr>
            <a:xfrm>
              <a:off x="1027416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8" name="pg52">
              <a:extLst>
                <a:ext uri="{FF2B5EF4-FFF2-40B4-BE49-F238E27FC236}">
                  <a16:creationId xmlns:a16="http://schemas.microsoft.com/office/drawing/2014/main" id="{7B18DA92-2A72-FC98-EF11-B22B5262F23B}"/>
                </a:ext>
              </a:extLst>
            </p:cNvPr>
            <p:cNvSpPr/>
            <p:nvPr/>
          </p:nvSpPr>
          <p:spPr>
            <a:xfrm>
              <a:off x="943950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9" name="pg53">
              <a:extLst>
                <a:ext uri="{FF2B5EF4-FFF2-40B4-BE49-F238E27FC236}">
                  <a16:creationId xmlns:a16="http://schemas.microsoft.com/office/drawing/2014/main" id="{049D421B-C862-0C8E-4729-79C1A418453E}"/>
                </a:ext>
              </a:extLst>
            </p:cNvPr>
            <p:cNvSpPr/>
            <p:nvPr/>
          </p:nvSpPr>
          <p:spPr>
            <a:xfrm>
              <a:off x="776471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0" name="pg54">
              <a:extLst>
                <a:ext uri="{FF2B5EF4-FFF2-40B4-BE49-F238E27FC236}">
                  <a16:creationId xmlns:a16="http://schemas.microsoft.com/office/drawing/2014/main" id="{C56838ED-93F7-F74E-373B-4AA0D1941373}"/>
                </a:ext>
              </a:extLst>
            </p:cNvPr>
            <p:cNvSpPr/>
            <p:nvPr/>
          </p:nvSpPr>
          <p:spPr>
            <a:xfrm>
              <a:off x="749218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1" name="pg55">
              <a:extLst>
                <a:ext uri="{FF2B5EF4-FFF2-40B4-BE49-F238E27FC236}">
                  <a16:creationId xmlns:a16="http://schemas.microsoft.com/office/drawing/2014/main" id="{382FB399-4D5E-6AE1-1DEF-802FD2CBF5C6}"/>
                </a:ext>
              </a:extLst>
            </p:cNvPr>
            <p:cNvSpPr/>
            <p:nvPr/>
          </p:nvSpPr>
          <p:spPr>
            <a:xfrm>
              <a:off x="965013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2" name="pg56">
              <a:extLst>
                <a:ext uri="{FF2B5EF4-FFF2-40B4-BE49-F238E27FC236}">
                  <a16:creationId xmlns:a16="http://schemas.microsoft.com/office/drawing/2014/main" id="{FDD78987-7BAA-AD46-A834-CBCCB709D8E5}"/>
                </a:ext>
              </a:extLst>
            </p:cNvPr>
            <p:cNvSpPr/>
            <p:nvPr/>
          </p:nvSpPr>
          <p:spPr>
            <a:xfrm>
              <a:off x="960878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3" name="pg57">
              <a:extLst>
                <a:ext uri="{FF2B5EF4-FFF2-40B4-BE49-F238E27FC236}">
                  <a16:creationId xmlns:a16="http://schemas.microsoft.com/office/drawing/2014/main" id="{72595F55-198E-89D5-2557-C0583D048E4F}"/>
                </a:ext>
              </a:extLst>
            </p:cNvPr>
            <p:cNvSpPr/>
            <p:nvPr/>
          </p:nvSpPr>
          <p:spPr>
            <a:xfrm>
              <a:off x="943906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4" name="pg58">
              <a:extLst>
                <a:ext uri="{FF2B5EF4-FFF2-40B4-BE49-F238E27FC236}">
                  <a16:creationId xmlns:a16="http://schemas.microsoft.com/office/drawing/2014/main" id="{E2E1B08A-2E31-D5AA-6B17-D11A12AB4DC8}"/>
                </a:ext>
              </a:extLst>
            </p:cNvPr>
            <p:cNvSpPr/>
            <p:nvPr/>
          </p:nvSpPr>
          <p:spPr>
            <a:xfrm>
              <a:off x="834852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5" name="pg59">
              <a:extLst>
                <a:ext uri="{FF2B5EF4-FFF2-40B4-BE49-F238E27FC236}">
                  <a16:creationId xmlns:a16="http://schemas.microsoft.com/office/drawing/2014/main" id="{671B0805-7892-5A72-C5C3-A76D323ECB5C}"/>
                </a:ext>
              </a:extLst>
            </p:cNvPr>
            <p:cNvSpPr/>
            <p:nvPr/>
          </p:nvSpPr>
          <p:spPr>
            <a:xfrm>
              <a:off x="980530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6" name="pg60">
              <a:extLst>
                <a:ext uri="{FF2B5EF4-FFF2-40B4-BE49-F238E27FC236}">
                  <a16:creationId xmlns:a16="http://schemas.microsoft.com/office/drawing/2014/main" id="{659BA079-1EC4-4C25-37AE-61CA7D59D9E8}"/>
                </a:ext>
              </a:extLst>
            </p:cNvPr>
            <p:cNvSpPr/>
            <p:nvPr/>
          </p:nvSpPr>
          <p:spPr>
            <a:xfrm>
              <a:off x="964675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7" name="pg61">
              <a:extLst>
                <a:ext uri="{FF2B5EF4-FFF2-40B4-BE49-F238E27FC236}">
                  <a16:creationId xmlns:a16="http://schemas.microsoft.com/office/drawing/2014/main" id="{FC64166F-26B0-509A-1D08-4C2601593ED9}"/>
                </a:ext>
              </a:extLst>
            </p:cNvPr>
            <p:cNvSpPr/>
            <p:nvPr/>
          </p:nvSpPr>
          <p:spPr>
            <a:xfrm>
              <a:off x="798608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8" name="pg62">
              <a:extLst>
                <a:ext uri="{FF2B5EF4-FFF2-40B4-BE49-F238E27FC236}">
                  <a16:creationId xmlns:a16="http://schemas.microsoft.com/office/drawing/2014/main" id="{66645057-ED36-2B7F-2323-B27DE8B6A2C1}"/>
                </a:ext>
              </a:extLst>
            </p:cNvPr>
            <p:cNvSpPr/>
            <p:nvPr/>
          </p:nvSpPr>
          <p:spPr>
            <a:xfrm>
              <a:off x="960935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9" name="pg63">
              <a:extLst>
                <a:ext uri="{FF2B5EF4-FFF2-40B4-BE49-F238E27FC236}">
                  <a16:creationId xmlns:a16="http://schemas.microsoft.com/office/drawing/2014/main" id="{F6031289-F871-CE63-3828-600220F7B647}"/>
                </a:ext>
              </a:extLst>
            </p:cNvPr>
            <p:cNvSpPr/>
            <p:nvPr/>
          </p:nvSpPr>
          <p:spPr>
            <a:xfrm>
              <a:off x="742091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0" name="pg64">
              <a:extLst>
                <a:ext uri="{FF2B5EF4-FFF2-40B4-BE49-F238E27FC236}">
                  <a16:creationId xmlns:a16="http://schemas.microsoft.com/office/drawing/2014/main" id="{846A193C-F19B-2957-1A06-420CD15E6FB5}"/>
                </a:ext>
              </a:extLst>
            </p:cNvPr>
            <p:cNvSpPr/>
            <p:nvPr/>
          </p:nvSpPr>
          <p:spPr>
            <a:xfrm>
              <a:off x="803371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1" name="pg65">
              <a:extLst>
                <a:ext uri="{FF2B5EF4-FFF2-40B4-BE49-F238E27FC236}">
                  <a16:creationId xmlns:a16="http://schemas.microsoft.com/office/drawing/2014/main" id="{CB563000-A509-68F8-E8B7-41B4D08A85D2}"/>
                </a:ext>
              </a:extLst>
            </p:cNvPr>
            <p:cNvSpPr/>
            <p:nvPr/>
          </p:nvSpPr>
          <p:spPr>
            <a:xfrm>
              <a:off x="953731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2" name="pg66">
              <a:extLst>
                <a:ext uri="{FF2B5EF4-FFF2-40B4-BE49-F238E27FC236}">
                  <a16:creationId xmlns:a16="http://schemas.microsoft.com/office/drawing/2014/main" id="{30CBD388-41E0-3BA5-697F-C3736F089269}"/>
                </a:ext>
              </a:extLst>
            </p:cNvPr>
            <p:cNvSpPr/>
            <p:nvPr/>
          </p:nvSpPr>
          <p:spPr>
            <a:xfrm>
              <a:off x="831660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3" name="pg67">
              <a:extLst>
                <a:ext uri="{FF2B5EF4-FFF2-40B4-BE49-F238E27FC236}">
                  <a16:creationId xmlns:a16="http://schemas.microsoft.com/office/drawing/2014/main" id="{2A45C6A1-AF47-E459-2B87-B6BD16A7E8D1}"/>
                </a:ext>
              </a:extLst>
            </p:cNvPr>
            <p:cNvSpPr/>
            <p:nvPr/>
          </p:nvSpPr>
          <p:spPr>
            <a:xfrm>
              <a:off x="865189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4" name="pg68">
              <a:extLst>
                <a:ext uri="{FF2B5EF4-FFF2-40B4-BE49-F238E27FC236}">
                  <a16:creationId xmlns:a16="http://schemas.microsoft.com/office/drawing/2014/main" id="{43A69236-5050-5977-68BC-3EF7D269F8A8}"/>
                </a:ext>
              </a:extLst>
            </p:cNvPr>
            <p:cNvSpPr/>
            <p:nvPr/>
          </p:nvSpPr>
          <p:spPr>
            <a:xfrm>
              <a:off x="96970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5" name="pg69">
              <a:extLst>
                <a:ext uri="{FF2B5EF4-FFF2-40B4-BE49-F238E27FC236}">
                  <a16:creationId xmlns:a16="http://schemas.microsoft.com/office/drawing/2014/main" id="{5512D4DA-925B-E666-1799-6857C5DC026C}"/>
                </a:ext>
              </a:extLst>
            </p:cNvPr>
            <p:cNvSpPr/>
            <p:nvPr/>
          </p:nvSpPr>
          <p:spPr>
            <a:xfrm>
              <a:off x="868226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6" name="pt70">
              <a:extLst>
                <a:ext uri="{FF2B5EF4-FFF2-40B4-BE49-F238E27FC236}">
                  <a16:creationId xmlns:a16="http://schemas.microsoft.com/office/drawing/2014/main" id="{1960C2EF-2ADB-EB14-C54B-6810E6B9309C}"/>
                </a:ext>
              </a:extLst>
            </p:cNvPr>
            <p:cNvSpPr/>
            <p:nvPr/>
          </p:nvSpPr>
          <p:spPr>
            <a:xfrm>
              <a:off x="982484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7" name="pt71">
              <a:extLst>
                <a:ext uri="{FF2B5EF4-FFF2-40B4-BE49-F238E27FC236}">
                  <a16:creationId xmlns:a16="http://schemas.microsoft.com/office/drawing/2014/main" id="{C96EF27E-721F-14E4-B28E-CB1031F9A044}"/>
                </a:ext>
              </a:extLst>
            </p:cNvPr>
            <p:cNvSpPr/>
            <p:nvPr/>
          </p:nvSpPr>
          <p:spPr>
            <a:xfrm>
              <a:off x="8386177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8" name="pt72">
              <a:extLst>
                <a:ext uri="{FF2B5EF4-FFF2-40B4-BE49-F238E27FC236}">
                  <a16:creationId xmlns:a16="http://schemas.microsoft.com/office/drawing/2014/main" id="{DB019B51-4576-A45C-CDE4-E52CD2912FB5}"/>
                </a:ext>
              </a:extLst>
            </p:cNvPr>
            <p:cNvSpPr/>
            <p:nvPr/>
          </p:nvSpPr>
          <p:spPr>
            <a:xfrm>
              <a:off x="1058863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9" name="pt73">
              <a:extLst>
                <a:ext uri="{FF2B5EF4-FFF2-40B4-BE49-F238E27FC236}">
                  <a16:creationId xmlns:a16="http://schemas.microsoft.com/office/drawing/2014/main" id="{687B60D9-C083-CBFE-F3EC-D591E4C77BA2}"/>
                </a:ext>
              </a:extLst>
            </p:cNvPr>
            <p:cNvSpPr/>
            <p:nvPr/>
          </p:nvSpPr>
          <p:spPr>
            <a:xfrm>
              <a:off x="8813882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0" name="pt74">
              <a:extLst>
                <a:ext uri="{FF2B5EF4-FFF2-40B4-BE49-F238E27FC236}">
                  <a16:creationId xmlns:a16="http://schemas.microsoft.com/office/drawing/2014/main" id="{18EAE0F0-2221-A180-AF48-61207ABD0775}"/>
                </a:ext>
              </a:extLst>
            </p:cNvPr>
            <p:cNvSpPr/>
            <p:nvPr/>
          </p:nvSpPr>
          <p:spPr>
            <a:xfrm>
              <a:off x="1058863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1" name="pt75">
              <a:extLst>
                <a:ext uri="{FF2B5EF4-FFF2-40B4-BE49-F238E27FC236}">
                  <a16:creationId xmlns:a16="http://schemas.microsoft.com/office/drawing/2014/main" id="{A8034A74-5FCC-1A8F-AAC0-D2529F5505C2}"/>
                </a:ext>
              </a:extLst>
            </p:cNvPr>
            <p:cNvSpPr/>
            <p:nvPr/>
          </p:nvSpPr>
          <p:spPr>
            <a:xfrm>
              <a:off x="8805421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2" name="pt76">
              <a:extLst>
                <a:ext uri="{FF2B5EF4-FFF2-40B4-BE49-F238E27FC236}">
                  <a16:creationId xmlns:a16="http://schemas.microsoft.com/office/drawing/2014/main" id="{A1913060-DBF8-9CC3-5C81-31675033DF34}"/>
                </a:ext>
              </a:extLst>
            </p:cNvPr>
            <p:cNvSpPr/>
            <p:nvPr/>
          </p:nvSpPr>
          <p:spPr>
            <a:xfrm>
              <a:off x="904767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3" name="pt77">
              <a:extLst>
                <a:ext uri="{FF2B5EF4-FFF2-40B4-BE49-F238E27FC236}">
                  <a16:creationId xmlns:a16="http://schemas.microsoft.com/office/drawing/2014/main" id="{CA938461-4DBC-5ED6-D841-EFCD681E12AC}"/>
                </a:ext>
              </a:extLst>
            </p:cNvPr>
            <p:cNvSpPr/>
            <p:nvPr/>
          </p:nvSpPr>
          <p:spPr>
            <a:xfrm>
              <a:off x="814187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4" name="pt78">
              <a:extLst>
                <a:ext uri="{FF2B5EF4-FFF2-40B4-BE49-F238E27FC236}">
                  <a16:creationId xmlns:a16="http://schemas.microsoft.com/office/drawing/2014/main" id="{436AD596-380B-1E8B-E441-47FC28DA497B}"/>
                </a:ext>
              </a:extLst>
            </p:cNvPr>
            <p:cNvSpPr/>
            <p:nvPr/>
          </p:nvSpPr>
          <p:spPr>
            <a:xfrm>
              <a:off x="10090229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5" name="pt79">
              <a:extLst>
                <a:ext uri="{FF2B5EF4-FFF2-40B4-BE49-F238E27FC236}">
                  <a16:creationId xmlns:a16="http://schemas.microsoft.com/office/drawing/2014/main" id="{121D48EC-CCFE-1F9C-9A4A-D57A2F6B3CC6}"/>
                </a:ext>
              </a:extLst>
            </p:cNvPr>
            <p:cNvSpPr/>
            <p:nvPr/>
          </p:nvSpPr>
          <p:spPr>
            <a:xfrm>
              <a:off x="1008983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6" name="pt80">
              <a:extLst>
                <a:ext uri="{FF2B5EF4-FFF2-40B4-BE49-F238E27FC236}">
                  <a16:creationId xmlns:a16="http://schemas.microsoft.com/office/drawing/2014/main" id="{05AFC6E4-A3EB-82E3-8FFC-4E0841F82507}"/>
                </a:ext>
              </a:extLst>
            </p:cNvPr>
            <p:cNvSpPr/>
            <p:nvPr/>
          </p:nvSpPr>
          <p:spPr>
            <a:xfrm>
              <a:off x="8144083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7" name="pt81">
              <a:extLst>
                <a:ext uri="{FF2B5EF4-FFF2-40B4-BE49-F238E27FC236}">
                  <a16:creationId xmlns:a16="http://schemas.microsoft.com/office/drawing/2014/main" id="{6D191333-A313-ECE2-1B87-B8C31E9C77CE}"/>
                </a:ext>
              </a:extLst>
            </p:cNvPr>
            <p:cNvSpPr/>
            <p:nvPr/>
          </p:nvSpPr>
          <p:spPr>
            <a:xfrm>
              <a:off x="10319379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8" name="pt82">
              <a:extLst>
                <a:ext uri="{FF2B5EF4-FFF2-40B4-BE49-F238E27FC236}">
                  <a16:creationId xmlns:a16="http://schemas.microsoft.com/office/drawing/2014/main" id="{DAD1831D-4A9D-823C-B6F4-0A5755D742AF}"/>
                </a:ext>
              </a:extLst>
            </p:cNvPr>
            <p:cNvSpPr/>
            <p:nvPr/>
          </p:nvSpPr>
          <p:spPr>
            <a:xfrm>
              <a:off x="10804370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9" name="pt83">
              <a:extLst>
                <a:ext uri="{FF2B5EF4-FFF2-40B4-BE49-F238E27FC236}">
                  <a16:creationId xmlns:a16="http://schemas.microsoft.com/office/drawing/2014/main" id="{967F922E-62FE-9918-1959-774ABD344BA1}"/>
                </a:ext>
              </a:extLst>
            </p:cNvPr>
            <p:cNvSpPr/>
            <p:nvPr/>
          </p:nvSpPr>
          <p:spPr>
            <a:xfrm>
              <a:off x="9191296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0" name="pt84">
              <a:extLst>
                <a:ext uri="{FF2B5EF4-FFF2-40B4-BE49-F238E27FC236}">
                  <a16:creationId xmlns:a16="http://schemas.microsoft.com/office/drawing/2014/main" id="{BCD22AB2-3301-C34F-1C1E-8544968AF9A7}"/>
                </a:ext>
              </a:extLst>
            </p:cNvPr>
            <p:cNvSpPr/>
            <p:nvPr/>
          </p:nvSpPr>
          <p:spPr>
            <a:xfrm>
              <a:off x="1018521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1" name="pt85">
              <a:extLst>
                <a:ext uri="{FF2B5EF4-FFF2-40B4-BE49-F238E27FC236}">
                  <a16:creationId xmlns:a16="http://schemas.microsoft.com/office/drawing/2014/main" id="{B3E55861-FB51-DC9A-A74D-A1D3D2918A26}"/>
                </a:ext>
              </a:extLst>
            </p:cNvPr>
            <p:cNvSpPr/>
            <p:nvPr/>
          </p:nvSpPr>
          <p:spPr>
            <a:xfrm>
              <a:off x="8434969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2" name="pt86">
              <a:extLst>
                <a:ext uri="{FF2B5EF4-FFF2-40B4-BE49-F238E27FC236}">
                  <a16:creationId xmlns:a16="http://schemas.microsoft.com/office/drawing/2014/main" id="{B7379688-1674-C051-49C6-8F88665E79FB}"/>
                </a:ext>
              </a:extLst>
            </p:cNvPr>
            <p:cNvSpPr/>
            <p:nvPr/>
          </p:nvSpPr>
          <p:spPr>
            <a:xfrm>
              <a:off x="882282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3" name="pt87">
              <a:extLst>
                <a:ext uri="{FF2B5EF4-FFF2-40B4-BE49-F238E27FC236}">
                  <a16:creationId xmlns:a16="http://schemas.microsoft.com/office/drawing/2014/main" id="{96926866-1B16-FC00-C617-80ECB41E2CE0}"/>
                </a:ext>
              </a:extLst>
            </p:cNvPr>
            <p:cNvSpPr/>
            <p:nvPr/>
          </p:nvSpPr>
          <p:spPr>
            <a:xfrm>
              <a:off x="770913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4" name="pt88">
              <a:extLst>
                <a:ext uri="{FF2B5EF4-FFF2-40B4-BE49-F238E27FC236}">
                  <a16:creationId xmlns:a16="http://schemas.microsoft.com/office/drawing/2014/main" id="{6F62BF53-192F-3375-6196-6B56D5D8A29D}"/>
                </a:ext>
              </a:extLst>
            </p:cNvPr>
            <p:cNvSpPr/>
            <p:nvPr/>
          </p:nvSpPr>
          <p:spPr>
            <a:xfrm>
              <a:off x="10029438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5" name="pt89">
              <a:extLst>
                <a:ext uri="{FF2B5EF4-FFF2-40B4-BE49-F238E27FC236}">
                  <a16:creationId xmlns:a16="http://schemas.microsoft.com/office/drawing/2014/main" id="{7E8BC13A-0E62-BFA0-864D-8FE93E763B9D}"/>
                </a:ext>
              </a:extLst>
            </p:cNvPr>
            <p:cNvSpPr/>
            <p:nvPr/>
          </p:nvSpPr>
          <p:spPr>
            <a:xfrm>
              <a:off x="8434969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6" name="pt90">
              <a:extLst>
                <a:ext uri="{FF2B5EF4-FFF2-40B4-BE49-F238E27FC236}">
                  <a16:creationId xmlns:a16="http://schemas.microsoft.com/office/drawing/2014/main" id="{940C3B79-894B-52DB-5D67-F6C042D1B2C2}"/>
                </a:ext>
              </a:extLst>
            </p:cNvPr>
            <p:cNvSpPr/>
            <p:nvPr/>
          </p:nvSpPr>
          <p:spPr>
            <a:xfrm>
              <a:off x="10029438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7" name="pt91">
              <a:extLst>
                <a:ext uri="{FF2B5EF4-FFF2-40B4-BE49-F238E27FC236}">
                  <a16:creationId xmlns:a16="http://schemas.microsoft.com/office/drawing/2014/main" id="{35AD73C7-4341-5D97-603D-79558D9AD9C4}"/>
                </a:ext>
              </a:extLst>
            </p:cNvPr>
            <p:cNvSpPr/>
            <p:nvPr/>
          </p:nvSpPr>
          <p:spPr>
            <a:xfrm>
              <a:off x="1025175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8" name="pt92">
              <a:extLst>
                <a:ext uri="{FF2B5EF4-FFF2-40B4-BE49-F238E27FC236}">
                  <a16:creationId xmlns:a16="http://schemas.microsoft.com/office/drawing/2014/main" id="{964CB6E5-C483-3A62-C18C-737347B0336A}"/>
                </a:ext>
              </a:extLst>
            </p:cNvPr>
            <p:cNvSpPr/>
            <p:nvPr/>
          </p:nvSpPr>
          <p:spPr>
            <a:xfrm>
              <a:off x="9923076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9" name="pt93">
              <a:extLst>
                <a:ext uri="{FF2B5EF4-FFF2-40B4-BE49-F238E27FC236}">
                  <a16:creationId xmlns:a16="http://schemas.microsoft.com/office/drawing/2014/main" id="{A504B208-B8F9-338D-FDFB-371218A35621}"/>
                </a:ext>
              </a:extLst>
            </p:cNvPr>
            <p:cNvSpPr/>
            <p:nvPr/>
          </p:nvSpPr>
          <p:spPr>
            <a:xfrm>
              <a:off x="1008983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0" name="pt94">
              <a:extLst>
                <a:ext uri="{FF2B5EF4-FFF2-40B4-BE49-F238E27FC236}">
                  <a16:creationId xmlns:a16="http://schemas.microsoft.com/office/drawing/2014/main" id="{B4C96D04-4356-200A-3DDE-AB77EC91C2D5}"/>
                </a:ext>
              </a:extLst>
            </p:cNvPr>
            <p:cNvSpPr/>
            <p:nvPr/>
          </p:nvSpPr>
          <p:spPr>
            <a:xfrm>
              <a:off x="8845415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1" name="pt95">
              <a:extLst>
                <a:ext uri="{FF2B5EF4-FFF2-40B4-BE49-F238E27FC236}">
                  <a16:creationId xmlns:a16="http://schemas.microsoft.com/office/drawing/2014/main" id="{D50CC25F-84D3-E205-7A7E-A82D18417131}"/>
                </a:ext>
              </a:extLst>
            </p:cNvPr>
            <p:cNvSpPr/>
            <p:nvPr/>
          </p:nvSpPr>
          <p:spPr>
            <a:xfrm>
              <a:off x="781135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2" name="pt96">
              <a:extLst>
                <a:ext uri="{FF2B5EF4-FFF2-40B4-BE49-F238E27FC236}">
                  <a16:creationId xmlns:a16="http://schemas.microsoft.com/office/drawing/2014/main" id="{9F29FE1D-8C5A-6B4F-D4FE-F6EE792E995A}"/>
                </a:ext>
              </a:extLst>
            </p:cNvPr>
            <p:cNvSpPr/>
            <p:nvPr/>
          </p:nvSpPr>
          <p:spPr>
            <a:xfrm>
              <a:off x="8386177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3" name="pt97">
              <a:extLst>
                <a:ext uri="{FF2B5EF4-FFF2-40B4-BE49-F238E27FC236}">
                  <a16:creationId xmlns:a16="http://schemas.microsoft.com/office/drawing/2014/main" id="{672ABEEC-503E-4EB1-32BF-C74D7B79EBBE}"/>
                </a:ext>
              </a:extLst>
            </p:cNvPr>
            <p:cNvSpPr/>
            <p:nvPr/>
          </p:nvSpPr>
          <p:spPr>
            <a:xfrm>
              <a:off x="9922786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4" name="pt98">
              <a:extLst>
                <a:ext uri="{FF2B5EF4-FFF2-40B4-BE49-F238E27FC236}">
                  <a16:creationId xmlns:a16="http://schemas.microsoft.com/office/drawing/2014/main" id="{568DEA17-27DF-E4C2-042B-C80C93D1D680}"/>
                </a:ext>
              </a:extLst>
            </p:cNvPr>
            <p:cNvSpPr/>
            <p:nvPr/>
          </p:nvSpPr>
          <p:spPr>
            <a:xfrm>
              <a:off x="9229881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5" name="pt99">
              <a:extLst>
                <a:ext uri="{FF2B5EF4-FFF2-40B4-BE49-F238E27FC236}">
                  <a16:creationId xmlns:a16="http://schemas.microsoft.com/office/drawing/2014/main" id="{B291A410-CB81-BF79-9108-7AF9241FD94D}"/>
                </a:ext>
              </a:extLst>
            </p:cNvPr>
            <p:cNvSpPr/>
            <p:nvPr/>
          </p:nvSpPr>
          <p:spPr>
            <a:xfrm>
              <a:off x="9229212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6" name="pt100">
              <a:extLst>
                <a:ext uri="{FF2B5EF4-FFF2-40B4-BE49-F238E27FC236}">
                  <a16:creationId xmlns:a16="http://schemas.microsoft.com/office/drawing/2014/main" id="{3FDAEFC3-F579-1266-F0FA-2D8C6E66055E}"/>
                </a:ext>
              </a:extLst>
            </p:cNvPr>
            <p:cNvSpPr/>
            <p:nvPr/>
          </p:nvSpPr>
          <p:spPr>
            <a:xfrm>
              <a:off x="904767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7" name="pt101">
              <a:extLst>
                <a:ext uri="{FF2B5EF4-FFF2-40B4-BE49-F238E27FC236}">
                  <a16:creationId xmlns:a16="http://schemas.microsoft.com/office/drawing/2014/main" id="{9DAF1307-F621-B387-7E1D-AAA523340F19}"/>
                </a:ext>
              </a:extLst>
            </p:cNvPr>
            <p:cNvSpPr/>
            <p:nvPr/>
          </p:nvSpPr>
          <p:spPr>
            <a:xfrm>
              <a:off x="1009941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8" name="pt102">
              <a:extLst>
                <a:ext uri="{FF2B5EF4-FFF2-40B4-BE49-F238E27FC236}">
                  <a16:creationId xmlns:a16="http://schemas.microsoft.com/office/drawing/2014/main" id="{328B79D7-D042-D8CA-2F17-0B43BB462A22}"/>
                </a:ext>
              </a:extLst>
            </p:cNvPr>
            <p:cNvSpPr/>
            <p:nvPr/>
          </p:nvSpPr>
          <p:spPr>
            <a:xfrm>
              <a:off x="9998164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9" name="pt103">
              <a:extLst>
                <a:ext uri="{FF2B5EF4-FFF2-40B4-BE49-F238E27FC236}">
                  <a16:creationId xmlns:a16="http://schemas.microsoft.com/office/drawing/2014/main" id="{97836A40-AE56-64D2-0F50-FF8C1CA71AA3}"/>
                </a:ext>
              </a:extLst>
            </p:cNvPr>
            <p:cNvSpPr/>
            <p:nvPr/>
          </p:nvSpPr>
          <p:spPr>
            <a:xfrm>
              <a:off x="999844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0" name="pt104">
              <a:extLst>
                <a:ext uri="{FF2B5EF4-FFF2-40B4-BE49-F238E27FC236}">
                  <a16:creationId xmlns:a16="http://schemas.microsoft.com/office/drawing/2014/main" id="{8EE9CEDE-4F37-9E8E-1FDC-FA19676CC404}"/>
                </a:ext>
              </a:extLst>
            </p:cNvPr>
            <p:cNvSpPr/>
            <p:nvPr/>
          </p:nvSpPr>
          <p:spPr>
            <a:xfrm>
              <a:off x="7820131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1" name="pt105">
              <a:extLst>
                <a:ext uri="{FF2B5EF4-FFF2-40B4-BE49-F238E27FC236}">
                  <a16:creationId xmlns:a16="http://schemas.microsoft.com/office/drawing/2014/main" id="{CC956673-6E7B-5615-99C3-ECA52E54A1F7}"/>
                </a:ext>
              </a:extLst>
            </p:cNvPr>
            <p:cNvSpPr/>
            <p:nvPr/>
          </p:nvSpPr>
          <p:spPr>
            <a:xfrm>
              <a:off x="8873274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2" name="pt106">
              <a:extLst>
                <a:ext uri="{FF2B5EF4-FFF2-40B4-BE49-F238E27FC236}">
                  <a16:creationId xmlns:a16="http://schemas.microsoft.com/office/drawing/2014/main" id="{33BDF0A5-EC72-29E1-B7F9-2BEA06A7D355}"/>
                </a:ext>
              </a:extLst>
            </p:cNvPr>
            <p:cNvSpPr/>
            <p:nvPr/>
          </p:nvSpPr>
          <p:spPr>
            <a:xfrm>
              <a:off x="10176992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3" name="pt107">
              <a:extLst>
                <a:ext uri="{FF2B5EF4-FFF2-40B4-BE49-F238E27FC236}">
                  <a16:creationId xmlns:a16="http://schemas.microsoft.com/office/drawing/2014/main" id="{6888E6F7-84E7-877F-8B99-4802F661AB67}"/>
                </a:ext>
              </a:extLst>
            </p:cNvPr>
            <p:cNvSpPr/>
            <p:nvPr/>
          </p:nvSpPr>
          <p:spPr>
            <a:xfrm>
              <a:off x="8823612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4" name="pt108">
              <a:extLst>
                <a:ext uri="{FF2B5EF4-FFF2-40B4-BE49-F238E27FC236}">
                  <a16:creationId xmlns:a16="http://schemas.microsoft.com/office/drawing/2014/main" id="{4245B858-6D16-8310-35A2-541A7060B682}"/>
                </a:ext>
              </a:extLst>
            </p:cNvPr>
            <p:cNvSpPr/>
            <p:nvPr/>
          </p:nvSpPr>
          <p:spPr>
            <a:xfrm>
              <a:off x="9824548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5" name="pt109">
              <a:extLst>
                <a:ext uri="{FF2B5EF4-FFF2-40B4-BE49-F238E27FC236}">
                  <a16:creationId xmlns:a16="http://schemas.microsoft.com/office/drawing/2014/main" id="{47A87FF0-6A65-0180-9BBD-264533AA685A}"/>
                </a:ext>
              </a:extLst>
            </p:cNvPr>
            <p:cNvSpPr/>
            <p:nvPr/>
          </p:nvSpPr>
          <p:spPr>
            <a:xfrm>
              <a:off x="7710257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6" name="pt110">
              <a:extLst>
                <a:ext uri="{FF2B5EF4-FFF2-40B4-BE49-F238E27FC236}">
                  <a16:creationId xmlns:a16="http://schemas.microsoft.com/office/drawing/2014/main" id="{5382478A-520E-4AD3-571E-6C0F4D6CD861}"/>
                </a:ext>
              </a:extLst>
            </p:cNvPr>
            <p:cNvSpPr/>
            <p:nvPr/>
          </p:nvSpPr>
          <p:spPr>
            <a:xfrm>
              <a:off x="10284008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7" name="pt111">
              <a:extLst>
                <a:ext uri="{FF2B5EF4-FFF2-40B4-BE49-F238E27FC236}">
                  <a16:creationId xmlns:a16="http://schemas.microsoft.com/office/drawing/2014/main" id="{0540E0D0-6AAC-A99E-48C8-4BF8EA98653D}"/>
                </a:ext>
              </a:extLst>
            </p:cNvPr>
            <p:cNvSpPr/>
            <p:nvPr/>
          </p:nvSpPr>
          <p:spPr>
            <a:xfrm>
              <a:off x="7716479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8" name="pt112">
              <a:extLst>
                <a:ext uri="{FF2B5EF4-FFF2-40B4-BE49-F238E27FC236}">
                  <a16:creationId xmlns:a16="http://schemas.microsoft.com/office/drawing/2014/main" id="{FA243BF6-E00F-EF9C-B9D2-3F0E54CD1940}"/>
                </a:ext>
              </a:extLst>
            </p:cNvPr>
            <p:cNvSpPr/>
            <p:nvPr/>
          </p:nvSpPr>
          <p:spPr>
            <a:xfrm>
              <a:off x="10808560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9" name="pt113">
              <a:extLst>
                <a:ext uri="{FF2B5EF4-FFF2-40B4-BE49-F238E27FC236}">
                  <a16:creationId xmlns:a16="http://schemas.microsoft.com/office/drawing/2014/main" id="{AC02D6D9-681E-CF56-A29F-30BB77067B39}"/>
                </a:ext>
              </a:extLst>
            </p:cNvPr>
            <p:cNvSpPr/>
            <p:nvPr/>
          </p:nvSpPr>
          <p:spPr>
            <a:xfrm>
              <a:off x="9270281" y="55859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0" name="pt114">
              <a:extLst>
                <a:ext uri="{FF2B5EF4-FFF2-40B4-BE49-F238E27FC236}">
                  <a16:creationId xmlns:a16="http://schemas.microsoft.com/office/drawing/2014/main" id="{7783DFC8-3722-FB4E-C688-BCA4EC60D4E2}"/>
                </a:ext>
              </a:extLst>
            </p:cNvPr>
            <p:cNvSpPr/>
            <p:nvPr/>
          </p:nvSpPr>
          <p:spPr>
            <a:xfrm>
              <a:off x="10339595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1" name="pt115">
              <a:extLst>
                <a:ext uri="{FF2B5EF4-FFF2-40B4-BE49-F238E27FC236}">
                  <a16:creationId xmlns:a16="http://schemas.microsoft.com/office/drawing/2014/main" id="{381B2D08-ADCA-C49D-562A-A8B2D94B8776}"/>
                </a:ext>
              </a:extLst>
            </p:cNvPr>
            <p:cNvSpPr/>
            <p:nvPr/>
          </p:nvSpPr>
          <p:spPr>
            <a:xfrm>
              <a:off x="7712483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2" name="pt116">
              <a:extLst>
                <a:ext uri="{FF2B5EF4-FFF2-40B4-BE49-F238E27FC236}">
                  <a16:creationId xmlns:a16="http://schemas.microsoft.com/office/drawing/2014/main" id="{A6AF45D8-A809-8D78-0FDB-B1DA00DA456B}"/>
                </a:ext>
              </a:extLst>
            </p:cNvPr>
            <p:cNvSpPr/>
            <p:nvPr/>
          </p:nvSpPr>
          <p:spPr>
            <a:xfrm>
              <a:off x="10284328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3" name="pt117">
              <a:extLst>
                <a:ext uri="{FF2B5EF4-FFF2-40B4-BE49-F238E27FC236}">
                  <a16:creationId xmlns:a16="http://schemas.microsoft.com/office/drawing/2014/main" id="{50305664-39FC-950E-8B04-9ABF2634DF8D}"/>
                </a:ext>
              </a:extLst>
            </p:cNvPr>
            <p:cNvSpPr/>
            <p:nvPr/>
          </p:nvSpPr>
          <p:spPr>
            <a:xfrm>
              <a:off x="10250474" y="81151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4" name="pg118">
              <a:extLst>
                <a:ext uri="{FF2B5EF4-FFF2-40B4-BE49-F238E27FC236}">
                  <a16:creationId xmlns:a16="http://schemas.microsoft.com/office/drawing/2014/main" id="{7F300639-8048-0179-9E55-8DB04E724C09}"/>
                </a:ext>
              </a:extLst>
            </p:cNvPr>
            <p:cNvSpPr/>
            <p:nvPr/>
          </p:nvSpPr>
          <p:spPr>
            <a:xfrm>
              <a:off x="960612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5" name="pg119">
              <a:extLst>
                <a:ext uri="{FF2B5EF4-FFF2-40B4-BE49-F238E27FC236}">
                  <a16:creationId xmlns:a16="http://schemas.microsoft.com/office/drawing/2014/main" id="{CE032738-0B79-DD77-7823-173FE9A029CF}"/>
                </a:ext>
              </a:extLst>
            </p:cNvPr>
            <p:cNvSpPr/>
            <p:nvPr/>
          </p:nvSpPr>
          <p:spPr>
            <a:xfrm>
              <a:off x="97111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6" name="pg120">
              <a:extLst>
                <a:ext uri="{FF2B5EF4-FFF2-40B4-BE49-F238E27FC236}">
                  <a16:creationId xmlns:a16="http://schemas.microsoft.com/office/drawing/2014/main" id="{E88222A3-6585-A456-F27A-7F7BF2EDC286}"/>
                </a:ext>
              </a:extLst>
            </p:cNvPr>
            <p:cNvSpPr/>
            <p:nvPr/>
          </p:nvSpPr>
          <p:spPr>
            <a:xfrm>
              <a:off x="960612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7" name="pg121">
              <a:extLst>
                <a:ext uri="{FF2B5EF4-FFF2-40B4-BE49-F238E27FC236}">
                  <a16:creationId xmlns:a16="http://schemas.microsoft.com/office/drawing/2014/main" id="{0B39112E-2F30-120A-8791-8C1E57944387}"/>
                </a:ext>
              </a:extLst>
            </p:cNvPr>
            <p:cNvSpPr/>
            <p:nvPr/>
          </p:nvSpPr>
          <p:spPr>
            <a:xfrm>
              <a:off x="827675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8" name="pg122">
              <a:extLst>
                <a:ext uri="{FF2B5EF4-FFF2-40B4-BE49-F238E27FC236}">
                  <a16:creationId xmlns:a16="http://schemas.microsoft.com/office/drawing/2014/main" id="{55367157-E0D8-8649-F003-0CD9895B3F5D}"/>
                </a:ext>
              </a:extLst>
            </p:cNvPr>
            <p:cNvSpPr/>
            <p:nvPr/>
          </p:nvSpPr>
          <p:spPr>
            <a:xfrm>
              <a:off x="744221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9" name="pg123">
              <a:extLst>
                <a:ext uri="{FF2B5EF4-FFF2-40B4-BE49-F238E27FC236}">
                  <a16:creationId xmlns:a16="http://schemas.microsoft.com/office/drawing/2014/main" id="{51B838E6-183E-5DC2-CC7F-99A9B63880E2}"/>
                </a:ext>
              </a:extLst>
            </p:cNvPr>
            <p:cNvSpPr/>
            <p:nvPr/>
          </p:nvSpPr>
          <p:spPr>
            <a:xfrm>
              <a:off x="783175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0" name="pg124">
              <a:extLst>
                <a:ext uri="{FF2B5EF4-FFF2-40B4-BE49-F238E27FC236}">
                  <a16:creationId xmlns:a16="http://schemas.microsoft.com/office/drawing/2014/main" id="{688A2372-30EE-AD5E-4F59-4B35435B7B02}"/>
                </a:ext>
              </a:extLst>
            </p:cNvPr>
            <p:cNvSpPr/>
            <p:nvPr/>
          </p:nvSpPr>
          <p:spPr>
            <a:xfrm>
              <a:off x="959640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1" name="pg125">
              <a:extLst>
                <a:ext uri="{FF2B5EF4-FFF2-40B4-BE49-F238E27FC236}">
                  <a16:creationId xmlns:a16="http://schemas.microsoft.com/office/drawing/2014/main" id="{C2068837-505F-6F9D-0A89-4DB23CCB1248}"/>
                </a:ext>
              </a:extLst>
            </p:cNvPr>
            <p:cNvSpPr/>
            <p:nvPr/>
          </p:nvSpPr>
          <p:spPr>
            <a:xfrm>
              <a:off x="968017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2" name="pg126">
              <a:extLst>
                <a:ext uri="{FF2B5EF4-FFF2-40B4-BE49-F238E27FC236}">
                  <a16:creationId xmlns:a16="http://schemas.microsoft.com/office/drawing/2014/main" id="{361CE4D9-7D89-A3A1-3696-9C88425D6A67}"/>
                </a:ext>
              </a:extLst>
            </p:cNvPr>
            <p:cNvSpPr/>
            <p:nvPr/>
          </p:nvSpPr>
          <p:spPr>
            <a:xfrm>
              <a:off x="866572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3" name="pg127">
              <a:extLst>
                <a:ext uri="{FF2B5EF4-FFF2-40B4-BE49-F238E27FC236}">
                  <a16:creationId xmlns:a16="http://schemas.microsoft.com/office/drawing/2014/main" id="{3B1C1FC7-94EB-52B7-B25E-2DF1D31D155A}"/>
                </a:ext>
              </a:extLst>
            </p:cNvPr>
            <p:cNvSpPr/>
            <p:nvPr/>
          </p:nvSpPr>
          <p:spPr>
            <a:xfrm>
              <a:off x="862454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4" name="pg128">
              <a:extLst>
                <a:ext uri="{FF2B5EF4-FFF2-40B4-BE49-F238E27FC236}">
                  <a16:creationId xmlns:a16="http://schemas.microsoft.com/office/drawing/2014/main" id="{29F38AE9-FB44-1F67-080E-3BFA55A9340E}"/>
                </a:ext>
              </a:extLst>
            </p:cNvPr>
            <p:cNvSpPr/>
            <p:nvPr/>
          </p:nvSpPr>
          <p:spPr>
            <a:xfrm>
              <a:off x="1026514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5" name="pg129">
              <a:extLst>
                <a:ext uri="{FF2B5EF4-FFF2-40B4-BE49-F238E27FC236}">
                  <a16:creationId xmlns:a16="http://schemas.microsoft.com/office/drawing/2014/main" id="{B9B6528C-1B7A-D850-A229-8F939FE073E5}"/>
                </a:ext>
              </a:extLst>
            </p:cNvPr>
            <p:cNvSpPr/>
            <p:nvPr/>
          </p:nvSpPr>
          <p:spPr>
            <a:xfrm>
              <a:off x="827562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6" name="pg130">
              <a:extLst>
                <a:ext uri="{FF2B5EF4-FFF2-40B4-BE49-F238E27FC236}">
                  <a16:creationId xmlns:a16="http://schemas.microsoft.com/office/drawing/2014/main" id="{45A425B3-DC3A-7B3D-11FE-F96E88E907E6}"/>
                </a:ext>
              </a:extLst>
            </p:cNvPr>
            <p:cNvSpPr/>
            <p:nvPr/>
          </p:nvSpPr>
          <p:spPr>
            <a:xfrm>
              <a:off x="969281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7" name="pg131">
              <a:extLst>
                <a:ext uri="{FF2B5EF4-FFF2-40B4-BE49-F238E27FC236}">
                  <a16:creationId xmlns:a16="http://schemas.microsoft.com/office/drawing/2014/main" id="{81E151C6-4D22-6B1B-931A-260C097C7A29}"/>
                </a:ext>
              </a:extLst>
            </p:cNvPr>
            <p:cNvSpPr/>
            <p:nvPr/>
          </p:nvSpPr>
          <p:spPr>
            <a:xfrm>
              <a:off x="753118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8" name="pg132">
              <a:extLst>
                <a:ext uri="{FF2B5EF4-FFF2-40B4-BE49-F238E27FC236}">
                  <a16:creationId xmlns:a16="http://schemas.microsoft.com/office/drawing/2014/main" id="{9DE6AB4D-7AFB-18FA-B5BE-D882ABEFFD51}"/>
                </a:ext>
              </a:extLst>
            </p:cNvPr>
            <p:cNvSpPr/>
            <p:nvPr/>
          </p:nvSpPr>
          <p:spPr>
            <a:xfrm>
              <a:off x="979483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9" name="pg133">
              <a:extLst>
                <a:ext uri="{FF2B5EF4-FFF2-40B4-BE49-F238E27FC236}">
                  <a16:creationId xmlns:a16="http://schemas.microsoft.com/office/drawing/2014/main" id="{139AFCC4-BD69-71A9-4C7B-4EA2CBC5D548}"/>
                </a:ext>
              </a:extLst>
            </p:cNvPr>
            <p:cNvSpPr/>
            <p:nvPr/>
          </p:nvSpPr>
          <p:spPr>
            <a:xfrm>
              <a:off x="1033358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0" name="pg134">
              <a:extLst>
                <a:ext uri="{FF2B5EF4-FFF2-40B4-BE49-F238E27FC236}">
                  <a16:creationId xmlns:a16="http://schemas.microsoft.com/office/drawing/2014/main" id="{C2F11564-00B3-A25A-B2C5-771F3A1D832D}"/>
                </a:ext>
              </a:extLst>
            </p:cNvPr>
            <p:cNvSpPr/>
            <p:nvPr/>
          </p:nvSpPr>
          <p:spPr>
            <a:xfrm>
              <a:off x="811360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1" name="pg135">
              <a:extLst>
                <a:ext uri="{FF2B5EF4-FFF2-40B4-BE49-F238E27FC236}">
                  <a16:creationId xmlns:a16="http://schemas.microsoft.com/office/drawing/2014/main" id="{74009912-5598-4D88-F07E-C2FD8545DB53}"/>
                </a:ext>
              </a:extLst>
            </p:cNvPr>
            <p:cNvSpPr/>
            <p:nvPr/>
          </p:nvSpPr>
          <p:spPr>
            <a:xfrm>
              <a:off x="744221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2" name="pg136">
              <a:extLst>
                <a:ext uri="{FF2B5EF4-FFF2-40B4-BE49-F238E27FC236}">
                  <a16:creationId xmlns:a16="http://schemas.microsoft.com/office/drawing/2014/main" id="{AA54F254-82E7-9813-A049-C1C325CD4428}"/>
                </a:ext>
              </a:extLst>
            </p:cNvPr>
            <p:cNvSpPr/>
            <p:nvPr/>
          </p:nvSpPr>
          <p:spPr>
            <a:xfrm>
              <a:off x="96927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3" name="pg137">
              <a:extLst>
                <a:ext uri="{FF2B5EF4-FFF2-40B4-BE49-F238E27FC236}">
                  <a16:creationId xmlns:a16="http://schemas.microsoft.com/office/drawing/2014/main" id="{6DCE94C6-8074-E069-50E0-3A4BED292B74}"/>
                </a:ext>
              </a:extLst>
            </p:cNvPr>
            <p:cNvSpPr/>
            <p:nvPr/>
          </p:nvSpPr>
          <p:spPr>
            <a:xfrm>
              <a:off x="979182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4" name="pg138">
              <a:extLst>
                <a:ext uri="{FF2B5EF4-FFF2-40B4-BE49-F238E27FC236}">
                  <a16:creationId xmlns:a16="http://schemas.microsoft.com/office/drawing/2014/main" id="{2DAB5A62-9741-9800-5FC7-C83FCB341BEA}"/>
                </a:ext>
              </a:extLst>
            </p:cNvPr>
            <p:cNvSpPr/>
            <p:nvPr/>
          </p:nvSpPr>
          <p:spPr>
            <a:xfrm>
              <a:off x="868368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5" name="pg139">
              <a:extLst>
                <a:ext uri="{FF2B5EF4-FFF2-40B4-BE49-F238E27FC236}">
                  <a16:creationId xmlns:a16="http://schemas.microsoft.com/office/drawing/2014/main" id="{40DA0954-87CC-54F4-7AA3-8FB162A13A6C}"/>
                </a:ext>
              </a:extLst>
            </p:cNvPr>
            <p:cNvSpPr/>
            <p:nvPr/>
          </p:nvSpPr>
          <p:spPr>
            <a:xfrm>
              <a:off x="827532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6" name="pg140">
              <a:extLst>
                <a:ext uri="{FF2B5EF4-FFF2-40B4-BE49-F238E27FC236}">
                  <a16:creationId xmlns:a16="http://schemas.microsoft.com/office/drawing/2014/main" id="{E2CBD6D9-4002-4748-80D1-B457ACCE49E9}"/>
                </a:ext>
              </a:extLst>
            </p:cNvPr>
            <p:cNvSpPr/>
            <p:nvPr/>
          </p:nvSpPr>
          <p:spPr>
            <a:xfrm>
              <a:off x="783187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7" name="pg141">
              <a:extLst>
                <a:ext uri="{FF2B5EF4-FFF2-40B4-BE49-F238E27FC236}">
                  <a16:creationId xmlns:a16="http://schemas.microsoft.com/office/drawing/2014/main" id="{01C013BB-7B47-5DEA-552B-2AD43260ED77}"/>
                </a:ext>
              </a:extLst>
            </p:cNvPr>
            <p:cNvSpPr/>
            <p:nvPr/>
          </p:nvSpPr>
          <p:spPr>
            <a:xfrm>
              <a:off x="976209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8" name="pg142">
              <a:extLst>
                <a:ext uri="{FF2B5EF4-FFF2-40B4-BE49-F238E27FC236}">
                  <a16:creationId xmlns:a16="http://schemas.microsoft.com/office/drawing/2014/main" id="{1399D021-3B5F-A693-14DE-D0C167875811}"/>
                </a:ext>
              </a:extLst>
            </p:cNvPr>
            <p:cNvSpPr/>
            <p:nvPr/>
          </p:nvSpPr>
          <p:spPr>
            <a:xfrm>
              <a:off x="865756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9" name="pg143">
              <a:extLst>
                <a:ext uri="{FF2B5EF4-FFF2-40B4-BE49-F238E27FC236}">
                  <a16:creationId xmlns:a16="http://schemas.microsoft.com/office/drawing/2014/main" id="{99E05DD8-D3A3-31FA-06C9-E069E36FED31}"/>
                </a:ext>
              </a:extLst>
            </p:cNvPr>
            <p:cNvSpPr/>
            <p:nvPr/>
          </p:nvSpPr>
          <p:spPr>
            <a:xfrm>
              <a:off x="971112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0" name="pg144">
              <a:extLst>
                <a:ext uri="{FF2B5EF4-FFF2-40B4-BE49-F238E27FC236}">
                  <a16:creationId xmlns:a16="http://schemas.microsoft.com/office/drawing/2014/main" id="{15EA5759-B37F-38BF-2398-209E72BFC905}"/>
                </a:ext>
              </a:extLst>
            </p:cNvPr>
            <p:cNvSpPr/>
            <p:nvPr/>
          </p:nvSpPr>
          <p:spPr>
            <a:xfrm>
              <a:off x="811205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1" name="pg145">
              <a:extLst>
                <a:ext uri="{FF2B5EF4-FFF2-40B4-BE49-F238E27FC236}">
                  <a16:creationId xmlns:a16="http://schemas.microsoft.com/office/drawing/2014/main" id="{DD9F1E8F-A17D-EEEA-0988-F92ED3A03FA4}"/>
                </a:ext>
              </a:extLst>
            </p:cNvPr>
            <p:cNvSpPr/>
            <p:nvPr/>
          </p:nvSpPr>
          <p:spPr>
            <a:xfrm>
              <a:off x="743916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2" name="pg146">
              <a:extLst>
                <a:ext uri="{FF2B5EF4-FFF2-40B4-BE49-F238E27FC236}">
                  <a16:creationId xmlns:a16="http://schemas.microsoft.com/office/drawing/2014/main" id="{D5125F1D-C8C2-8ED4-0076-9DFC031F5092}"/>
                </a:ext>
              </a:extLst>
            </p:cNvPr>
            <p:cNvSpPr/>
            <p:nvPr/>
          </p:nvSpPr>
          <p:spPr>
            <a:xfrm>
              <a:off x="97707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3" name="pg147">
              <a:extLst>
                <a:ext uri="{FF2B5EF4-FFF2-40B4-BE49-F238E27FC236}">
                  <a16:creationId xmlns:a16="http://schemas.microsoft.com/office/drawing/2014/main" id="{4ECBD7C3-4A7C-AA8A-5F28-739DA55457B2}"/>
                </a:ext>
              </a:extLst>
            </p:cNvPr>
            <p:cNvSpPr/>
            <p:nvPr/>
          </p:nvSpPr>
          <p:spPr>
            <a:xfrm>
              <a:off x="951005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4" name="pg148">
              <a:extLst>
                <a:ext uri="{FF2B5EF4-FFF2-40B4-BE49-F238E27FC236}">
                  <a16:creationId xmlns:a16="http://schemas.microsoft.com/office/drawing/2014/main" id="{0A6010E2-9FC6-7B3B-24EB-1EA88D5306B3}"/>
                </a:ext>
              </a:extLst>
            </p:cNvPr>
            <p:cNvSpPr/>
            <p:nvPr/>
          </p:nvSpPr>
          <p:spPr>
            <a:xfrm>
              <a:off x="959960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5" name="pg149">
              <a:extLst>
                <a:ext uri="{FF2B5EF4-FFF2-40B4-BE49-F238E27FC236}">
                  <a16:creationId xmlns:a16="http://schemas.microsoft.com/office/drawing/2014/main" id="{15264859-A5FC-89BD-9C83-BA55F9573FC0}"/>
                </a:ext>
              </a:extLst>
            </p:cNvPr>
            <p:cNvSpPr/>
            <p:nvPr/>
          </p:nvSpPr>
          <p:spPr>
            <a:xfrm>
              <a:off x="984996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6" name="pg150">
              <a:extLst>
                <a:ext uri="{FF2B5EF4-FFF2-40B4-BE49-F238E27FC236}">
                  <a16:creationId xmlns:a16="http://schemas.microsoft.com/office/drawing/2014/main" id="{A1685598-B526-81A0-B120-88D3FF93129C}"/>
                </a:ext>
              </a:extLst>
            </p:cNvPr>
            <p:cNvSpPr/>
            <p:nvPr/>
          </p:nvSpPr>
          <p:spPr>
            <a:xfrm>
              <a:off x="831955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7" name="pg151">
              <a:extLst>
                <a:ext uri="{FF2B5EF4-FFF2-40B4-BE49-F238E27FC236}">
                  <a16:creationId xmlns:a16="http://schemas.microsoft.com/office/drawing/2014/main" id="{E1ABA420-9D9B-BE0A-AD70-280780F86C37}"/>
                </a:ext>
              </a:extLst>
            </p:cNvPr>
            <p:cNvSpPr/>
            <p:nvPr/>
          </p:nvSpPr>
          <p:spPr>
            <a:xfrm>
              <a:off x="829686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8" name="pg152">
              <a:extLst>
                <a:ext uri="{FF2B5EF4-FFF2-40B4-BE49-F238E27FC236}">
                  <a16:creationId xmlns:a16="http://schemas.microsoft.com/office/drawing/2014/main" id="{C5F1B7E9-8E09-0CC0-0DD4-1BD8AC947023}"/>
                </a:ext>
              </a:extLst>
            </p:cNvPr>
            <p:cNvSpPr/>
            <p:nvPr/>
          </p:nvSpPr>
          <p:spPr>
            <a:xfrm>
              <a:off x="976516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9" name="pg153">
              <a:extLst>
                <a:ext uri="{FF2B5EF4-FFF2-40B4-BE49-F238E27FC236}">
                  <a16:creationId xmlns:a16="http://schemas.microsoft.com/office/drawing/2014/main" id="{AD373F7D-C300-726D-C990-3CACC728CDFD}"/>
                </a:ext>
              </a:extLst>
            </p:cNvPr>
            <p:cNvSpPr/>
            <p:nvPr/>
          </p:nvSpPr>
          <p:spPr>
            <a:xfrm>
              <a:off x="97707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0" name="pg154">
              <a:extLst>
                <a:ext uri="{FF2B5EF4-FFF2-40B4-BE49-F238E27FC236}">
                  <a16:creationId xmlns:a16="http://schemas.microsoft.com/office/drawing/2014/main" id="{D635D902-0AD0-3DFE-9E89-0BCC415EC7C9}"/>
                </a:ext>
              </a:extLst>
            </p:cNvPr>
            <p:cNvSpPr/>
            <p:nvPr/>
          </p:nvSpPr>
          <p:spPr>
            <a:xfrm>
              <a:off x="752853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1" name="pg155">
              <a:extLst>
                <a:ext uri="{FF2B5EF4-FFF2-40B4-BE49-F238E27FC236}">
                  <a16:creationId xmlns:a16="http://schemas.microsoft.com/office/drawing/2014/main" id="{E33C530C-6E1F-EC9D-A082-62486E2E87A4}"/>
                </a:ext>
              </a:extLst>
            </p:cNvPr>
            <p:cNvSpPr/>
            <p:nvPr/>
          </p:nvSpPr>
          <p:spPr>
            <a:xfrm>
              <a:off x="847526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2" name="pg156">
              <a:extLst>
                <a:ext uri="{FF2B5EF4-FFF2-40B4-BE49-F238E27FC236}">
                  <a16:creationId xmlns:a16="http://schemas.microsoft.com/office/drawing/2014/main" id="{4D5DA048-CDFC-BFB4-8E1F-1AD3759D1F59}"/>
                </a:ext>
              </a:extLst>
            </p:cNvPr>
            <p:cNvSpPr/>
            <p:nvPr/>
          </p:nvSpPr>
          <p:spPr>
            <a:xfrm>
              <a:off x="1026783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3" name="pg157">
              <a:extLst>
                <a:ext uri="{FF2B5EF4-FFF2-40B4-BE49-F238E27FC236}">
                  <a16:creationId xmlns:a16="http://schemas.microsoft.com/office/drawing/2014/main" id="{E061B0C0-D8B9-72D0-5E2F-E3DEA55076A6}"/>
                </a:ext>
              </a:extLst>
            </p:cNvPr>
            <p:cNvSpPr/>
            <p:nvPr/>
          </p:nvSpPr>
          <p:spPr>
            <a:xfrm>
              <a:off x="80670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4" name="pg158">
              <a:extLst>
                <a:ext uri="{FF2B5EF4-FFF2-40B4-BE49-F238E27FC236}">
                  <a16:creationId xmlns:a16="http://schemas.microsoft.com/office/drawing/2014/main" id="{7C264027-7165-0885-462E-52611030FC2B}"/>
                </a:ext>
              </a:extLst>
            </p:cNvPr>
            <p:cNvSpPr/>
            <p:nvPr/>
          </p:nvSpPr>
          <p:spPr>
            <a:xfrm>
              <a:off x="951005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5" name="pg159">
              <a:extLst>
                <a:ext uri="{FF2B5EF4-FFF2-40B4-BE49-F238E27FC236}">
                  <a16:creationId xmlns:a16="http://schemas.microsoft.com/office/drawing/2014/main" id="{EC2DE00C-51A2-6B75-7F2D-0EABA3BC1109}"/>
                </a:ext>
              </a:extLst>
            </p:cNvPr>
            <p:cNvSpPr/>
            <p:nvPr/>
          </p:nvSpPr>
          <p:spPr>
            <a:xfrm>
              <a:off x="967977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6" name="pg160">
              <a:extLst>
                <a:ext uri="{FF2B5EF4-FFF2-40B4-BE49-F238E27FC236}">
                  <a16:creationId xmlns:a16="http://schemas.microsoft.com/office/drawing/2014/main" id="{D436CB95-87A7-5A90-70AC-C8597BED9028}"/>
                </a:ext>
              </a:extLst>
            </p:cNvPr>
            <p:cNvSpPr/>
            <p:nvPr/>
          </p:nvSpPr>
          <p:spPr>
            <a:xfrm>
              <a:off x="743916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7" name="pg161">
              <a:extLst>
                <a:ext uri="{FF2B5EF4-FFF2-40B4-BE49-F238E27FC236}">
                  <a16:creationId xmlns:a16="http://schemas.microsoft.com/office/drawing/2014/main" id="{ED24846C-0378-3804-84CA-C3DB05A6C987}"/>
                </a:ext>
              </a:extLst>
            </p:cNvPr>
            <p:cNvSpPr/>
            <p:nvPr/>
          </p:nvSpPr>
          <p:spPr>
            <a:xfrm>
              <a:off x="832934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8" name="pg162">
              <a:extLst>
                <a:ext uri="{FF2B5EF4-FFF2-40B4-BE49-F238E27FC236}">
                  <a16:creationId xmlns:a16="http://schemas.microsoft.com/office/drawing/2014/main" id="{8ED6F52B-B760-8D89-EF64-7E3121F1618D}"/>
                </a:ext>
              </a:extLst>
            </p:cNvPr>
            <p:cNvSpPr/>
            <p:nvPr/>
          </p:nvSpPr>
          <p:spPr>
            <a:xfrm>
              <a:off x="1033608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9" name="pg163">
              <a:extLst>
                <a:ext uri="{FF2B5EF4-FFF2-40B4-BE49-F238E27FC236}">
                  <a16:creationId xmlns:a16="http://schemas.microsoft.com/office/drawing/2014/main" id="{CD5E3B1E-EABC-1216-9F6D-9ABCD5616CD0}"/>
                </a:ext>
              </a:extLst>
            </p:cNvPr>
            <p:cNvSpPr/>
            <p:nvPr/>
          </p:nvSpPr>
          <p:spPr>
            <a:xfrm>
              <a:off x="806558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0" name="pg164">
              <a:extLst>
                <a:ext uri="{FF2B5EF4-FFF2-40B4-BE49-F238E27FC236}">
                  <a16:creationId xmlns:a16="http://schemas.microsoft.com/office/drawing/2014/main" id="{4420B244-AA94-48E2-5864-FA0ED8039A72}"/>
                </a:ext>
              </a:extLst>
            </p:cNvPr>
            <p:cNvSpPr/>
            <p:nvPr/>
          </p:nvSpPr>
          <p:spPr>
            <a:xfrm>
              <a:off x="985291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1" name="pt165">
              <a:extLst>
                <a:ext uri="{FF2B5EF4-FFF2-40B4-BE49-F238E27FC236}">
                  <a16:creationId xmlns:a16="http://schemas.microsoft.com/office/drawing/2014/main" id="{CA3FFB02-ED21-7131-4F9F-7468CDD23FA1}"/>
                </a:ext>
              </a:extLst>
            </p:cNvPr>
            <p:cNvSpPr/>
            <p:nvPr/>
          </p:nvSpPr>
          <p:spPr>
            <a:xfrm>
              <a:off x="858976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2" name="pt166">
              <a:extLst>
                <a:ext uri="{FF2B5EF4-FFF2-40B4-BE49-F238E27FC236}">
                  <a16:creationId xmlns:a16="http://schemas.microsoft.com/office/drawing/2014/main" id="{4697363A-941B-C64E-523D-F2DDFE647B9C}"/>
                </a:ext>
              </a:extLst>
            </p:cNvPr>
            <p:cNvSpPr/>
            <p:nvPr/>
          </p:nvSpPr>
          <p:spPr>
            <a:xfrm>
              <a:off x="9359371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3" name="pt167">
              <a:extLst>
                <a:ext uri="{FF2B5EF4-FFF2-40B4-BE49-F238E27FC236}">
                  <a16:creationId xmlns:a16="http://schemas.microsoft.com/office/drawing/2014/main" id="{70A62EAD-80C0-CD55-2803-CB487051CD8C}"/>
                </a:ext>
              </a:extLst>
            </p:cNvPr>
            <p:cNvSpPr/>
            <p:nvPr/>
          </p:nvSpPr>
          <p:spPr>
            <a:xfrm>
              <a:off x="1027534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4" name="pt168">
              <a:extLst>
                <a:ext uri="{FF2B5EF4-FFF2-40B4-BE49-F238E27FC236}">
                  <a16:creationId xmlns:a16="http://schemas.microsoft.com/office/drawing/2014/main" id="{F19FE3FA-9186-F51F-A13A-81C405C86639}"/>
                </a:ext>
              </a:extLst>
            </p:cNvPr>
            <p:cNvSpPr/>
            <p:nvPr/>
          </p:nvSpPr>
          <p:spPr>
            <a:xfrm>
              <a:off x="743260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5" name="pt169">
              <a:extLst>
                <a:ext uri="{FF2B5EF4-FFF2-40B4-BE49-F238E27FC236}">
                  <a16:creationId xmlns:a16="http://schemas.microsoft.com/office/drawing/2014/main" id="{4AB45FBF-8587-3F12-76EB-201CE370EEFF}"/>
                </a:ext>
              </a:extLst>
            </p:cNvPr>
            <p:cNvSpPr/>
            <p:nvPr/>
          </p:nvSpPr>
          <p:spPr>
            <a:xfrm>
              <a:off x="958865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6" name="pt170">
              <a:extLst>
                <a:ext uri="{FF2B5EF4-FFF2-40B4-BE49-F238E27FC236}">
                  <a16:creationId xmlns:a16="http://schemas.microsoft.com/office/drawing/2014/main" id="{65A78E44-5DC6-1301-2E08-D04CAD44ED3E}"/>
                </a:ext>
              </a:extLst>
            </p:cNvPr>
            <p:cNvSpPr/>
            <p:nvPr/>
          </p:nvSpPr>
          <p:spPr>
            <a:xfrm>
              <a:off x="10268678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7" name="pt171">
              <a:extLst>
                <a:ext uri="{FF2B5EF4-FFF2-40B4-BE49-F238E27FC236}">
                  <a16:creationId xmlns:a16="http://schemas.microsoft.com/office/drawing/2014/main" id="{03790551-5DD0-ED28-ACD3-7C11BD725952}"/>
                </a:ext>
              </a:extLst>
            </p:cNvPr>
            <p:cNvSpPr/>
            <p:nvPr/>
          </p:nvSpPr>
          <p:spPr>
            <a:xfrm>
              <a:off x="977836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8" name="pt172">
              <a:extLst>
                <a:ext uri="{FF2B5EF4-FFF2-40B4-BE49-F238E27FC236}">
                  <a16:creationId xmlns:a16="http://schemas.microsoft.com/office/drawing/2014/main" id="{FB7734D8-C789-2BD1-B847-490EBCC8A761}"/>
                </a:ext>
              </a:extLst>
            </p:cNvPr>
            <p:cNvSpPr/>
            <p:nvPr/>
          </p:nvSpPr>
          <p:spPr>
            <a:xfrm>
              <a:off x="8787139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9" name="pt173">
              <a:extLst>
                <a:ext uri="{FF2B5EF4-FFF2-40B4-BE49-F238E27FC236}">
                  <a16:creationId xmlns:a16="http://schemas.microsoft.com/office/drawing/2014/main" id="{B6475A81-FB3D-C496-182D-A40BAF44112E}"/>
                </a:ext>
              </a:extLst>
            </p:cNvPr>
            <p:cNvSpPr/>
            <p:nvPr/>
          </p:nvSpPr>
          <p:spPr>
            <a:xfrm>
              <a:off x="967969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0" name="pt174">
              <a:extLst>
                <a:ext uri="{FF2B5EF4-FFF2-40B4-BE49-F238E27FC236}">
                  <a16:creationId xmlns:a16="http://schemas.microsoft.com/office/drawing/2014/main" id="{C9969DDB-4C94-9C15-A855-19EADA0A3518}"/>
                </a:ext>
              </a:extLst>
            </p:cNvPr>
            <p:cNvSpPr/>
            <p:nvPr/>
          </p:nvSpPr>
          <p:spPr>
            <a:xfrm>
              <a:off x="1008608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1" name="pt175">
              <a:extLst>
                <a:ext uri="{FF2B5EF4-FFF2-40B4-BE49-F238E27FC236}">
                  <a16:creationId xmlns:a16="http://schemas.microsoft.com/office/drawing/2014/main" id="{00225463-8221-4E4A-A235-D5423E14CD00}"/>
                </a:ext>
              </a:extLst>
            </p:cNvPr>
            <p:cNvSpPr/>
            <p:nvPr/>
          </p:nvSpPr>
          <p:spPr>
            <a:xfrm>
              <a:off x="8580544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2" name="pt176">
              <a:extLst>
                <a:ext uri="{FF2B5EF4-FFF2-40B4-BE49-F238E27FC236}">
                  <a16:creationId xmlns:a16="http://schemas.microsoft.com/office/drawing/2014/main" id="{7EB7EC53-39E2-5F88-A5DE-87F0A0C1DDE4}"/>
                </a:ext>
              </a:extLst>
            </p:cNvPr>
            <p:cNvSpPr/>
            <p:nvPr/>
          </p:nvSpPr>
          <p:spPr>
            <a:xfrm>
              <a:off x="9458804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3" name="pt177">
              <a:extLst>
                <a:ext uri="{FF2B5EF4-FFF2-40B4-BE49-F238E27FC236}">
                  <a16:creationId xmlns:a16="http://schemas.microsoft.com/office/drawing/2014/main" id="{A259E51E-10BC-ACB7-C345-2687A939FFD7}"/>
                </a:ext>
              </a:extLst>
            </p:cNvPr>
            <p:cNvSpPr/>
            <p:nvPr/>
          </p:nvSpPr>
          <p:spPr>
            <a:xfrm>
              <a:off x="8805836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4" name="pt178">
              <a:extLst>
                <a:ext uri="{FF2B5EF4-FFF2-40B4-BE49-F238E27FC236}">
                  <a16:creationId xmlns:a16="http://schemas.microsoft.com/office/drawing/2014/main" id="{4191BFCA-F3D4-83BB-F6FF-93207C1F21E7}"/>
                </a:ext>
              </a:extLst>
            </p:cNvPr>
            <p:cNvSpPr/>
            <p:nvPr/>
          </p:nvSpPr>
          <p:spPr>
            <a:xfrm>
              <a:off x="788364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5" name="pt179">
              <a:extLst>
                <a:ext uri="{FF2B5EF4-FFF2-40B4-BE49-F238E27FC236}">
                  <a16:creationId xmlns:a16="http://schemas.microsoft.com/office/drawing/2014/main" id="{5A12A478-A1B1-7CE8-41AC-A1B083F61583}"/>
                </a:ext>
              </a:extLst>
            </p:cNvPr>
            <p:cNvSpPr/>
            <p:nvPr/>
          </p:nvSpPr>
          <p:spPr>
            <a:xfrm>
              <a:off x="1008608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6" name="pt180">
              <a:extLst>
                <a:ext uri="{FF2B5EF4-FFF2-40B4-BE49-F238E27FC236}">
                  <a16:creationId xmlns:a16="http://schemas.microsoft.com/office/drawing/2014/main" id="{9C233DA6-124F-5495-B90F-854C26AA55E0}"/>
                </a:ext>
              </a:extLst>
            </p:cNvPr>
            <p:cNvSpPr/>
            <p:nvPr/>
          </p:nvSpPr>
          <p:spPr>
            <a:xfrm>
              <a:off x="958865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7" name="pt181">
              <a:extLst>
                <a:ext uri="{FF2B5EF4-FFF2-40B4-BE49-F238E27FC236}">
                  <a16:creationId xmlns:a16="http://schemas.microsoft.com/office/drawing/2014/main" id="{56E7250D-87F0-78FE-8F64-FB1CABCBC38E}"/>
                </a:ext>
              </a:extLst>
            </p:cNvPr>
            <p:cNvSpPr/>
            <p:nvPr/>
          </p:nvSpPr>
          <p:spPr>
            <a:xfrm>
              <a:off x="956025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8" name="pt182">
              <a:extLst>
                <a:ext uri="{FF2B5EF4-FFF2-40B4-BE49-F238E27FC236}">
                  <a16:creationId xmlns:a16="http://schemas.microsoft.com/office/drawing/2014/main" id="{3CAD93FC-95CA-FF2F-B6AE-B6E1E56AC354}"/>
                </a:ext>
              </a:extLst>
            </p:cNvPr>
            <p:cNvSpPr/>
            <p:nvPr/>
          </p:nvSpPr>
          <p:spPr>
            <a:xfrm>
              <a:off x="857829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9" name="pt183">
              <a:extLst>
                <a:ext uri="{FF2B5EF4-FFF2-40B4-BE49-F238E27FC236}">
                  <a16:creationId xmlns:a16="http://schemas.microsoft.com/office/drawing/2014/main" id="{0ABA4F2D-00DF-144D-A042-CD9631F4ECE0}"/>
                </a:ext>
              </a:extLst>
            </p:cNvPr>
            <p:cNvSpPr/>
            <p:nvPr/>
          </p:nvSpPr>
          <p:spPr>
            <a:xfrm>
              <a:off x="788600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0" name="pt184">
              <a:extLst>
                <a:ext uri="{FF2B5EF4-FFF2-40B4-BE49-F238E27FC236}">
                  <a16:creationId xmlns:a16="http://schemas.microsoft.com/office/drawing/2014/main" id="{9ECA0EDC-D18E-DD57-2788-50C3C480B71C}"/>
                </a:ext>
              </a:extLst>
            </p:cNvPr>
            <p:cNvSpPr/>
            <p:nvPr/>
          </p:nvSpPr>
          <p:spPr>
            <a:xfrm>
              <a:off x="868534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1" name="pt185">
              <a:extLst>
                <a:ext uri="{FF2B5EF4-FFF2-40B4-BE49-F238E27FC236}">
                  <a16:creationId xmlns:a16="http://schemas.microsoft.com/office/drawing/2014/main" id="{D16CCADF-3594-90FC-A617-FEE7ED7B4257}"/>
                </a:ext>
              </a:extLst>
            </p:cNvPr>
            <p:cNvSpPr/>
            <p:nvPr/>
          </p:nvSpPr>
          <p:spPr>
            <a:xfrm>
              <a:off x="7930763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2" name="pt186">
              <a:extLst>
                <a:ext uri="{FF2B5EF4-FFF2-40B4-BE49-F238E27FC236}">
                  <a16:creationId xmlns:a16="http://schemas.microsoft.com/office/drawing/2014/main" id="{2EEB34FB-C493-8E89-75F5-D1B4DB23607A}"/>
                </a:ext>
              </a:extLst>
            </p:cNvPr>
            <p:cNvSpPr/>
            <p:nvPr/>
          </p:nvSpPr>
          <p:spPr>
            <a:xfrm>
              <a:off x="8683797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3" name="pt187">
              <a:extLst>
                <a:ext uri="{FF2B5EF4-FFF2-40B4-BE49-F238E27FC236}">
                  <a16:creationId xmlns:a16="http://schemas.microsoft.com/office/drawing/2014/main" id="{999EB32E-0593-98C5-4408-C47EC080BA3D}"/>
                </a:ext>
              </a:extLst>
            </p:cNvPr>
            <p:cNvSpPr/>
            <p:nvPr/>
          </p:nvSpPr>
          <p:spPr>
            <a:xfrm>
              <a:off x="7416431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4" name="pt188">
              <a:extLst>
                <a:ext uri="{FF2B5EF4-FFF2-40B4-BE49-F238E27FC236}">
                  <a16:creationId xmlns:a16="http://schemas.microsoft.com/office/drawing/2014/main" id="{341FDF6A-C0AB-9F63-A626-BC57E5DCB953}"/>
                </a:ext>
              </a:extLst>
            </p:cNvPr>
            <p:cNvSpPr/>
            <p:nvPr/>
          </p:nvSpPr>
          <p:spPr>
            <a:xfrm>
              <a:off x="8606083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5" name="pt189">
              <a:extLst>
                <a:ext uri="{FF2B5EF4-FFF2-40B4-BE49-F238E27FC236}">
                  <a16:creationId xmlns:a16="http://schemas.microsoft.com/office/drawing/2014/main" id="{10E87548-0CF4-A773-8BD0-240DDEC7CAC3}"/>
                </a:ext>
              </a:extLst>
            </p:cNvPr>
            <p:cNvSpPr/>
            <p:nvPr/>
          </p:nvSpPr>
          <p:spPr>
            <a:xfrm>
              <a:off x="978649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6" name="pt190">
              <a:extLst>
                <a:ext uri="{FF2B5EF4-FFF2-40B4-BE49-F238E27FC236}">
                  <a16:creationId xmlns:a16="http://schemas.microsoft.com/office/drawing/2014/main" id="{825A4F52-567C-07D3-2AE0-BF9738CD5D49}"/>
                </a:ext>
              </a:extLst>
            </p:cNvPr>
            <p:cNvSpPr/>
            <p:nvPr/>
          </p:nvSpPr>
          <p:spPr>
            <a:xfrm>
              <a:off x="743260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7" name="pt191">
              <a:extLst>
                <a:ext uri="{FF2B5EF4-FFF2-40B4-BE49-F238E27FC236}">
                  <a16:creationId xmlns:a16="http://schemas.microsoft.com/office/drawing/2014/main" id="{F88C890C-0E29-4CC4-6FF1-7CE4FA0BA743}"/>
                </a:ext>
              </a:extLst>
            </p:cNvPr>
            <p:cNvSpPr/>
            <p:nvPr/>
          </p:nvSpPr>
          <p:spPr>
            <a:xfrm>
              <a:off x="952778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8" name="pt192">
              <a:extLst>
                <a:ext uri="{FF2B5EF4-FFF2-40B4-BE49-F238E27FC236}">
                  <a16:creationId xmlns:a16="http://schemas.microsoft.com/office/drawing/2014/main" id="{03624BF3-1D59-5DCA-BCD9-44DCF55CEF96}"/>
                </a:ext>
              </a:extLst>
            </p:cNvPr>
            <p:cNvSpPr/>
            <p:nvPr/>
          </p:nvSpPr>
          <p:spPr>
            <a:xfrm>
              <a:off x="956032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9" name="pt193">
              <a:extLst>
                <a:ext uri="{FF2B5EF4-FFF2-40B4-BE49-F238E27FC236}">
                  <a16:creationId xmlns:a16="http://schemas.microsoft.com/office/drawing/2014/main" id="{5D1841FA-D629-B50E-C306-13CD07A4D621}"/>
                </a:ext>
              </a:extLst>
            </p:cNvPr>
            <p:cNvSpPr/>
            <p:nvPr/>
          </p:nvSpPr>
          <p:spPr>
            <a:xfrm>
              <a:off x="8588116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0" name="pt194">
              <a:extLst>
                <a:ext uri="{FF2B5EF4-FFF2-40B4-BE49-F238E27FC236}">
                  <a16:creationId xmlns:a16="http://schemas.microsoft.com/office/drawing/2014/main" id="{2ECC6808-CDBA-BBF3-F951-BE747335AC49}"/>
                </a:ext>
              </a:extLst>
            </p:cNvPr>
            <p:cNvSpPr/>
            <p:nvPr/>
          </p:nvSpPr>
          <p:spPr>
            <a:xfrm>
              <a:off x="9527782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1" name="pt195">
              <a:extLst>
                <a:ext uri="{FF2B5EF4-FFF2-40B4-BE49-F238E27FC236}">
                  <a16:creationId xmlns:a16="http://schemas.microsoft.com/office/drawing/2014/main" id="{3E6FBFE6-5CFF-0C01-BBDC-9867039A1029}"/>
                </a:ext>
              </a:extLst>
            </p:cNvPr>
            <p:cNvSpPr/>
            <p:nvPr/>
          </p:nvSpPr>
          <p:spPr>
            <a:xfrm>
              <a:off x="7465389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2" name="pt196">
              <a:extLst>
                <a:ext uri="{FF2B5EF4-FFF2-40B4-BE49-F238E27FC236}">
                  <a16:creationId xmlns:a16="http://schemas.microsoft.com/office/drawing/2014/main" id="{15E5F372-468C-7FF2-15A4-E916B0EC7D24}"/>
                </a:ext>
              </a:extLst>
            </p:cNvPr>
            <p:cNvSpPr/>
            <p:nvPr/>
          </p:nvSpPr>
          <p:spPr>
            <a:xfrm>
              <a:off x="9832249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3" name="pt197">
              <a:extLst>
                <a:ext uri="{FF2B5EF4-FFF2-40B4-BE49-F238E27FC236}">
                  <a16:creationId xmlns:a16="http://schemas.microsoft.com/office/drawing/2014/main" id="{CDC53BE4-32A0-0CD0-36B2-FD9F6C9EDB92}"/>
                </a:ext>
              </a:extLst>
            </p:cNvPr>
            <p:cNvSpPr/>
            <p:nvPr/>
          </p:nvSpPr>
          <p:spPr>
            <a:xfrm>
              <a:off x="7467341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4" name="pt198">
              <a:extLst>
                <a:ext uri="{FF2B5EF4-FFF2-40B4-BE49-F238E27FC236}">
                  <a16:creationId xmlns:a16="http://schemas.microsoft.com/office/drawing/2014/main" id="{34512DB1-E405-A9E8-58C5-67BCB59FBF3D}"/>
                </a:ext>
              </a:extLst>
            </p:cNvPr>
            <p:cNvSpPr/>
            <p:nvPr/>
          </p:nvSpPr>
          <p:spPr>
            <a:xfrm>
              <a:off x="8763279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5" name="pt199">
              <a:extLst>
                <a:ext uri="{FF2B5EF4-FFF2-40B4-BE49-F238E27FC236}">
                  <a16:creationId xmlns:a16="http://schemas.microsoft.com/office/drawing/2014/main" id="{B3E5C837-68CE-B6E9-8404-1F13A699227A}"/>
                </a:ext>
              </a:extLst>
            </p:cNvPr>
            <p:cNvSpPr/>
            <p:nvPr/>
          </p:nvSpPr>
          <p:spPr>
            <a:xfrm>
              <a:off x="7933267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6" name="pt200">
              <a:extLst>
                <a:ext uri="{FF2B5EF4-FFF2-40B4-BE49-F238E27FC236}">
                  <a16:creationId xmlns:a16="http://schemas.microsoft.com/office/drawing/2014/main" id="{D64D2822-53DD-38E0-AB37-A7CABFE2B600}"/>
                </a:ext>
              </a:extLst>
            </p:cNvPr>
            <p:cNvSpPr/>
            <p:nvPr/>
          </p:nvSpPr>
          <p:spPr>
            <a:xfrm>
              <a:off x="968466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7" name="pt201">
              <a:extLst>
                <a:ext uri="{FF2B5EF4-FFF2-40B4-BE49-F238E27FC236}">
                  <a16:creationId xmlns:a16="http://schemas.microsoft.com/office/drawing/2014/main" id="{4E76091A-F1B7-1658-C64C-9E0A58DEBE97}"/>
                </a:ext>
              </a:extLst>
            </p:cNvPr>
            <p:cNvSpPr/>
            <p:nvPr/>
          </p:nvSpPr>
          <p:spPr>
            <a:xfrm>
              <a:off x="9613698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8" name="pt202">
              <a:extLst>
                <a:ext uri="{FF2B5EF4-FFF2-40B4-BE49-F238E27FC236}">
                  <a16:creationId xmlns:a16="http://schemas.microsoft.com/office/drawing/2014/main" id="{17EFB8D2-489D-B869-BCA0-85FD5D3E5CEC}"/>
                </a:ext>
              </a:extLst>
            </p:cNvPr>
            <p:cNvSpPr/>
            <p:nvPr/>
          </p:nvSpPr>
          <p:spPr>
            <a:xfrm>
              <a:off x="9613330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9" name="pt203">
              <a:extLst>
                <a:ext uri="{FF2B5EF4-FFF2-40B4-BE49-F238E27FC236}">
                  <a16:creationId xmlns:a16="http://schemas.microsoft.com/office/drawing/2014/main" id="{DCC41089-ADFF-0936-085A-A5168490BF43}"/>
                </a:ext>
              </a:extLst>
            </p:cNvPr>
            <p:cNvSpPr/>
            <p:nvPr/>
          </p:nvSpPr>
          <p:spPr>
            <a:xfrm>
              <a:off x="7422944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0" name="pt204">
              <a:extLst>
                <a:ext uri="{FF2B5EF4-FFF2-40B4-BE49-F238E27FC236}">
                  <a16:creationId xmlns:a16="http://schemas.microsoft.com/office/drawing/2014/main" id="{AEF989A6-71A3-C94D-DA84-A1514366217A}"/>
                </a:ext>
              </a:extLst>
            </p:cNvPr>
            <p:cNvSpPr/>
            <p:nvPr/>
          </p:nvSpPr>
          <p:spPr>
            <a:xfrm>
              <a:off x="7689255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1" name="pt205">
              <a:extLst>
                <a:ext uri="{FF2B5EF4-FFF2-40B4-BE49-F238E27FC236}">
                  <a16:creationId xmlns:a16="http://schemas.microsoft.com/office/drawing/2014/main" id="{24120E89-85E3-7C69-81DF-B7B7EE253EA2}"/>
                </a:ext>
              </a:extLst>
            </p:cNvPr>
            <p:cNvSpPr/>
            <p:nvPr/>
          </p:nvSpPr>
          <p:spPr>
            <a:xfrm>
              <a:off x="9457645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2" name="pt206">
              <a:extLst>
                <a:ext uri="{FF2B5EF4-FFF2-40B4-BE49-F238E27FC236}">
                  <a16:creationId xmlns:a16="http://schemas.microsoft.com/office/drawing/2014/main" id="{DC8C8C66-6C56-25C1-229F-993F6579D862}"/>
                </a:ext>
              </a:extLst>
            </p:cNvPr>
            <p:cNvSpPr/>
            <p:nvPr/>
          </p:nvSpPr>
          <p:spPr>
            <a:xfrm>
              <a:off x="8570113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3" name="pt207">
              <a:extLst>
                <a:ext uri="{FF2B5EF4-FFF2-40B4-BE49-F238E27FC236}">
                  <a16:creationId xmlns:a16="http://schemas.microsoft.com/office/drawing/2014/main" id="{3A8AED06-3700-70E7-74B9-7CCF5249608A}"/>
                </a:ext>
              </a:extLst>
            </p:cNvPr>
            <p:cNvSpPr/>
            <p:nvPr/>
          </p:nvSpPr>
          <p:spPr>
            <a:xfrm>
              <a:off x="9747842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4" name="pt208">
              <a:extLst>
                <a:ext uri="{FF2B5EF4-FFF2-40B4-BE49-F238E27FC236}">
                  <a16:creationId xmlns:a16="http://schemas.microsoft.com/office/drawing/2014/main" id="{1C68FB61-9FD4-DB23-F3A2-CFE50A279DD7}"/>
                </a:ext>
              </a:extLst>
            </p:cNvPr>
            <p:cNvSpPr/>
            <p:nvPr/>
          </p:nvSpPr>
          <p:spPr>
            <a:xfrm>
              <a:off x="9831613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5" name="pt209">
              <a:extLst>
                <a:ext uri="{FF2B5EF4-FFF2-40B4-BE49-F238E27FC236}">
                  <a16:creationId xmlns:a16="http://schemas.microsoft.com/office/drawing/2014/main" id="{C3DE2452-3019-C5A1-99B2-921648C44E44}"/>
                </a:ext>
              </a:extLst>
            </p:cNvPr>
            <p:cNvSpPr/>
            <p:nvPr/>
          </p:nvSpPr>
          <p:spPr>
            <a:xfrm>
              <a:off x="8764033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6" name="pt210">
              <a:extLst>
                <a:ext uri="{FF2B5EF4-FFF2-40B4-BE49-F238E27FC236}">
                  <a16:creationId xmlns:a16="http://schemas.microsoft.com/office/drawing/2014/main" id="{DE57D26C-57FC-2FA7-732C-5341511EC881}"/>
                </a:ext>
              </a:extLst>
            </p:cNvPr>
            <p:cNvSpPr/>
            <p:nvPr/>
          </p:nvSpPr>
          <p:spPr>
            <a:xfrm>
              <a:off x="9359371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7" name="pt211">
              <a:extLst>
                <a:ext uri="{FF2B5EF4-FFF2-40B4-BE49-F238E27FC236}">
                  <a16:creationId xmlns:a16="http://schemas.microsoft.com/office/drawing/2014/main" id="{4F729F36-A677-A705-601C-6F1807D4C64A}"/>
                </a:ext>
              </a:extLst>
            </p:cNvPr>
            <p:cNvSpPr/>
            <p:nvPr/>
          </p:nvSpPr>
          <p:spPr>
            <a:xfrm>
              <a:off x="9747520" y="55859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8" name="pt212">
              <a:extLst>
                <a:ext uri="{FF2B5EF4-FFF2-40B4-BE49-F238E27FC236}">
                  <a16:creationId xmlns:a16="http://schemas.microsoft.com/office/drawing/2014/main" id="{9B31A4F9-7D16-2B68-E33A-6931F4FF3D0D}"/>
                </a:ext>
              </a:extLst>
            </p:cNvPr>
            <p:cNvSpPr/>
            <p:nvPr/>
          </p:nvSpPr>
          <p:spPr>
            <a:xfrm>
              <a:off x="7690755" y="81151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9" name="pt213">
              <a:extLst>
                <a:ext uri="{FF2B5EF4-FFF2-40B4-BE49-F238E27FC236}">
                  <a16:creationId xmlns:a16="http://schemas.microsoft.com/office/drawing/2014/main" id="{95EBE063-62A2-7538-49D5-AF9262B69343}"/>
                </a:ext>
              </a:extLst>
            </p:cNvPr>
            <p:cNvSpPr/>
            <p:nvPr/>
          </p:nvSpPr>
          <p:spPr>
            <a:xfrm>
              <a:off x="8953435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0" name="pt214">
              <a:extLst>
                <a:ext uri="{FF2B5EF4-FFF2-40B4-BE49-F238E27FC236}">
                  <a16:creationId xmlns:a16="http://schemas.microsoft.com/office/drawing/2014/main" id="{470E4FE4-4A08-E318-80C2-04195CCCD76A}"/>
                </a:ext>
              </a:extLst>
            </p:cNvPr>
            <p:cNvSpPr/>
            <p:nvPr/>
          </p:nvSpPr>
          <p:spPr>
            <a:xfrm>
              <a:off x="860159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1" name="pt215">
              <a:extLst>
                <a:ext uri="{FF2B5EF4-FFF2-40B4-BE49-F238E27FC236}">
                  <a16:creationId xmlns:a16="http://schemas.microsoft.com/office/drawing/2014/main" id="{FEB078F3-05CA-FC5C-5D42-8D1C75EA3C42}"/>
                </a:ext>
              </a:extLst>
            </p:cNvPr>
            <p:cNvSpPr/>
            <p:nvPr/>
          </p:nvSpPr>
          <p:spPr>
            <a:xfrm>
              <a:off x="938005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2" name="pt216">
              <a:extLst>
                <a:ext uri="{FF2B5EF4-FFF2-40B4-BE49-F238E27FC236}">
                  <a16:creationId xmlns:a16="http://schemas.microsoft.com/office/drawing/2014/main" id="{3C8DA492-36A3-2B9B-5E27-DDCF3281B89D}"/>
                </a:ext>
              </a:extLst>
            </p:cNvPr>
            <p:cNvSpPr/>
            <p:nvPr/>
          </p:nvSpPr>
          <p:spPr>
            <a:xfrm>
              <a:off x="915856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3" name="pt217">
              <a:extLst>
                <a:ext uri="{FF2B5EF4-FFF2-40B4-BE49-F238E27FC236}">
                  <a16:creationId xmlns:a16="http://schemas.microsoft.com/office/drawing/2014/main" id="{EBFF34BA-F2B1-F235-06D7-9651EF5EE846}"/>
                </a:ext>
              </a:extLst>
            </p:cNvPr>
            <p:cNvSpPr/>
            <p:nvPr/>
          </p:nvSpPr>
          <p:spPr>
            <a:xfrm>
              <a:off x="912692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4" name="pt218">
              <a:extLst>
                <a:ext uri="{FF2B5EF4-FFF2-40B4-BE49-F238E27FC236}">
                  <a16:creationId xmlns:a16="http://schemas.microsoft.com/office/drawing/2014/main" id="{F084192D-F906-5092-D86A-56E2C8D8536F}"/>
                </a:ext>
              </a:extLst>
            </p:cNvPr>
            <p:cNvSpPr/>
            <p:nvPr/>
          </p:nvSpPr>
          <p:spPr>
            <a:xfrm>
              <a:off x="750162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5" name="pt219">
              <a:extLst>
                <a:ext uri="{FF2B5EF4-FFF2-40B4-BE49-F238E27FC236}">
                  <a16:creationId xmlns:a16="http://schemas.microsoft.com/office/drawing/2014/main" id="{65C3442A-4801-0825-BB3A-B0B24506A3A3}"/>
                </a:ext>
              </a:extLst>
            </p:cNvPr>
            <p:cNvSpPr/>
            <p:nvPr/>
          </p:nvSpPr>
          <p:spPr>
            <a:xfrm>
              <a:off x="859133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6" name="pt220">
              <a:extLst>
                <a:ext uri="{FF2B5EF4-FFF2-40B4-BE49-F238E27FC236}">
                  <a16:creationId xmlns:a16="http://schemas.microsoft.com/office/drawing/2014/main" id="{3DD38730-D2F4-D72E-54E9-B70CA150E660}"/>
                </a:ext>
              </a:extLst>
            </p:cNvPr>
            <p:cNvSpPr/>
            <p:nvPr/>
          </p:nvSpPr>
          <p:spPr>
            <a:xfrm>
              <a:off x="8447403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7" name="pt221">
              <a:extLst>
                <a:ext uri="{FF2B5EF4-FFF2-40B4-BE49-F238E27FC236}">
                  <a16:creationId xmlns:a16="http://schemas.microsoft.com/office/drawing/2014/main" id="{70FBE010-E46F-EDE2-9378-B5E30C00839E}"/>
                </a:ext>
              </a:extLst>
            </p:cNvPr>
            <p:cNvSpPr/>
            <p:nvPr/>
          </p:nvSpPr>
          <p:spPr>
            <a:xfrm>
              <a:off x="848172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8" name="pt222">
              <a:extLst>
                <a:ext uri="{FF2B5EF4-FFF2-40B4-BE49-F238E27FC236}">
                  <a16:creationId xmlns:a16="http://schemas.microsoft.com/office/drawing/2014/main" id="{D4BA58EF-EE1A-8E1C-9B17-D5ADC3DCB6B9}"/>
                </a:ext>
              </a:extLst>
            </p:cNvPr>
            <p:cNvSpPr/>
            <p:nvPr/>
          </p:nvSpPr>
          <p:spPr>
            <a:xfrm>
              <a:off x="725094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9" name="pt223">
              <a:extLst>
                <a:ext uri="{FF2B5EF4-FFF2-40B4-BE49-F238E27FC236}">
                  <a16:creationId xmlns:a16="http://schemas.microsoft.com/office/drawing/2014/main" id="{A90E35EA-BEF9-7B0E-9DCB-2C0BA06FC377}"/>
                </a:ext>
              </a:extLst>
            </p:cNvPr>
            <p:cNvSpPr/>
            <p:nvPr/>
          </p:nvSpPr>
          <p:spPr>
            <a:xfrm>
              <a:off x="694741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0" name="pt224">
              <a:extLst>
                <a:ext uri="{FF2B5EF4-FFF2-40B4-BE49-F238E27FC236}">
                  <a16:creationId xmlns:a16="http://schemas.microsoft.com/office/drawing/2014/main" id="{10736F12-EDF1-9BCD-A0F1-424F5464A019}"/>
                </a:ext>
              </a:extLst>
            </p:cNvPr>
            <p:cNvSpPr/>
            <p:nvPr/>
          </p:nvSpPr>
          <p:spPr>
            <a:xfrm>
              <a:off x="9329542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1" name="pt225">
              <a:extLst>
                <a:ext uri="{FF2B5EF4-FFF2-40B4-BE49-F238E27FC236}">
                  <a16:creationId xmlns:a16="http://schemas.microsoft.com/office/drawing/2014/main" id="{547C5AF3-7510-8292-EC5E-EC2DDC367BB1}"/>
                </a:ext>
              </a:extLst>
            </p:cNvPr>
            <p:cNvSpPr/>
            <p:nvPr/>
          </p:nvSpPr>
          <p:spPr>
            <a:xfrm>
              <a:off x="912676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2" name="pt226">
              <a:extLst>
                <a:ext uri="{FF2B5EF4-FFF2-40B4-BE49-F238E27FC236}">
                  <a16:creationId xmlns:a16="http://schemas.microsoft.com/office/drawing/2014/main" id="{C25C0867-5B88-3206-B3DF-8CDFD1736DA8}"/>
                </a:ext>
              </a:extLst>
            </p:cNvPr>
            <p:cNvSpPr/>
            <p:nvPr/>
          </p:nvSpPr>
          <p:spPr>
            <a:xfrm>
              <a:off x="690928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3" name="pt227">
              <a:extLst>
                <a:ext uri="{FF2B5EF4-FFF2-40B4-BE49-F238E27FC236}">
                  <a16:creationId xmlns:a16="http://schemas.microsoft.com/office/drawing/2014/main" id="{873E5F31-2747-4783-E358-6534BC5F870E}"/>
                </a:ext>
              </a:extLst>
            </p:cNvPr>
            <p:cNvSpPr/>
            <p:nvPr/>
          </p:nvSpPr>
          <p:spPr>
            <a:xfrm>
              <a:off x="853777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4" name="pt228">
              <a:extLst>
                <a:ext uri="{FF2B5EF4-FFF2-40B4-BE49-F238E27FC236}">
                  <a16:creationId xmlns:a16="http://schemas.microsoft.com/office/drawing/2014/main" id="{F87DCDC6-7507-2EA0-0E3A-78C7739870C4}"/>
                </a:ext>
              </a:extLst>
            </p:cNvPr>
            <p:cNvSpPr/>
            <p:nvPr/>
          </p:nvSpPr>
          <p:spPr>
            <a:xfrm>
              <a:off x="6942446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5" name="pt229">
              <a:extLst>
                <a:ext uri="{FF2B5EF4-FFF2-40B4-BE49-F238E27FC236}">
                  <a16:creationId xmlns:a16="http://schemas.microsoft.com/office/drawing/2014/main" id="{8E68E5D5-D2C0-43CE-B1A4-01187A8F7E72}"/>
                </a:ext>
              </a:extLst>
            </p:cNvPr>
            <p:cNvSpPr/>
            <p:nvPr/>
          </p:nvSpPr>
          <p:spPr>
            <a:xfrm>
              <a:off x="690928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6" name="pt230">
              <a:extLst>
                <a:ext uri="{FF2B5EF4-FFF2-40B4-BE49-F238E27FC236}">
                  <a16:creationId xmlns:a16="http://schemas.microsoft.com/office/drawing/2014/main" id="{F143BAB4-90B3-AA70-819A-0B3F2EFB533D}"/>
                </a:ext>
              </a:extLst>
            </p:cNvPr>
            <p:cNvSpPr/>
            <p:nvPr/>
          </p:nvSpPr>
          <p:spPr>
            <a:xfrm>
              <a:off x="848087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7" name="pt231">
              <a:extLst>
                <a:ext uri="{FF2B5EF4-FFF2-40B4-BE49-F238E27FC236}">
                  <a16:creationId xmlns:a16="http://schemas.microsoft.com/office/drawing/2014/main" id="{DADAF455-83FA-B9F1-1925-B481E4D3D58F}"/>
                </a:ext>
              </a:extLst>
            </p:cNvPr>
            <p:cNvSpPr/>
            <p:nvPr/>
          </p:nvSpPr>
          <p:spPr>
            <a:xfrm>
              <a:off x="9158068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8" name="pt232">
              <a:extLst>
                <a:ext uri="{FF2B5EF4-FFF2-40B4-BE49-F238E27FC236}">
                  <a16:creationId xmlns:a16="http://schemas.microsoft.com/office/drawing/2014/main" id="{C0A3F5EC-7514-558B-A5B8-C11490188BC9}"/>
                </a:ext>
              </a:extLst>
            </p:cNvPr>
            <p:cNvSpPr/>
            <p:nvPr/>
          </p:nvSpPr>
          <p:spPr>
            <a:xfrm>
              <a:off x="971843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9" name="pt233">
              <a:extLst>
                <a:ext uri="{FF2B5EF4-FFF2-40B4-BE49-F238E27FC236}">
                  <a16:creationId xmlns:a16="http://schemas.microsoft.com/office/drawing/2014/main" id="{528B9A89-9B20-8F0F-D5A1-8CC63E119750}"/>
                </a:ext>
              </a:extLst>
            </p:cNvPr>
            <p:cNvSpPr/>
            <p:nvPr/>
          </p:nvSpPr>
          <p:spPr>
            <a:xfrm>
              <a:off x="842237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0" name="pt234">
              <a:extLst>
                <a:ext uri="{FF2B5EF4-FFF2-40B4-BE49-F238E27FC236}">
                  <a16:creationId xmlns:a16="http://schemas.microsoft.com/office/drawing/2014/main" id="{9D7B6FBE-60AC-F440-B2BA-31C0EFF682AD}"/>
                </a:ext>
              </a:extLst>
            </p:cNvPr>
            <p:cNvSpPr/>
            <p:nvPr/>
          </p:nvSpPr>
          <p:spPr>
            <a:xfrm>
              <a:off x="8431654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1" name="pt235">
              <a:extLst>
                <a:ext uri="{FF2B5EF4-FFF2-40B4-BE49-F238E27FC236}">
                  <a16:creationId xmlns:a16="http://schemas.microsoft.com/office/drawing/2014/main" id="{2904DF21-E48C-E526-CA6E-E6235F79B0D3}"/>
                </a:ext>
              </a:extLst>
            </p:cNvPr>
            <p:cNvSpPr/>
            <p:nvPr/>
          </p:nvSpPr>
          <p:spPr>
            <a:xfrm>
              <a:off x="9389559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2" name="pt236">
              <a:extLst>
                <a:ext uri="{FF2B5EF4-FFF2-40B4-BE49-F238E27FC236}">
                  <a16:creationId xmlns:a16="http://schemas.microsoft.com/office/drawing/2014/main" id="{B06AB439-DF97-701A-24AC-940095F2CC9B}"/>
                </a:ext>
              </a:extLst>
            </p:cNvPr>
            <p:cNvSpPr/>
            <p:nvPr/>
          </p:nvSpPr>
          <p:spPr>
            <a:xfrm>
              <a:off x="9717813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3" name="pt237">
              <a:extLst>
                <a:ext uri="{FF2B5EF4-FFF2-40B4-BE49-F238E27FC236}">
                  <a16:creationId xmlns:a16="http://schemas.microsoft.com/office/drawing/2014/main" id="{91014207-3BDB-F8C0-E383-10DBAB5FB4A0}"/>
                </a:ext>
              </a:extLst>
            </p:cNvPr>
            <p:cNvSpPr/>
            <p:nvPr/>
          </p:nvSpPr>
          <p:spPr>
            <a:xfrm>
              <a:off x="921486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4" name="pt238">
              <a:extLst>
                <a:ext uri="{FF2B5EF4-FFF2-40B4-BE49-F238E27FC236}">
                  <a16:creationId xmlns:a16="http://schemas.microsoft.com/office/drawing/2014/main" id="{93E00160-E3CC-42CF-AA84-C44FA2D64B1F}"/>
                </a:ext>
              </a:extLst>
            </p:cNvPr>
            <p:cNvSpPr/>
            <p:nvPr/>
          </p:nvSpPr>
          <p:spPr>
            <a:xfrm>
              <a:off x="9052112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5" name="pt239">
              <a:extLst>
                <a:ext uri="{FF2B5EF4-FFF2-40B4-BE49-F238E27FC236}">
                  <a16:creationId xmlns:a16="http://schemas.microsoft.com/office/drawing/2014/main" id="{27CF6402-84F0-3C4A-2418-62A726D44118}"/>
                </a:ext>
              </a:extLst>
            </p:cNvPr>
            <p:cNvSpPr/>
            <p:nvPr/>
          </p:nvSpPr>
          <p:spPr>
            <a:xfrm>
              <a:off x="754953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6" name="pt240">
              <a:extLst>
                <a:ext uri="{FF2B5EF4-FFF2-40B4-BE49-F238E27FC236}">
                  <a16:creationId xmlns:a16="http://schemas.microsoft.com/office/drawing/2014/main" id="{05626002-28B2-813A-8700-DC2C46EBEB14}"/>
                </a:ext>
              </a:extLst>
            </p:cNvPr>
            <p:cNvSpPr/>
            <p:nvPr/>
          </p:nvSpPr>
          <p:spPr>
            <a:xfrm>
              <a:off x="6912923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7" name="pt241">
              <a:extLst>
                <a:ext uri="{FF2B5EF4-FFF2-40B4-BE49-F238E27FC236}">
                  <a16:creationId xmlns:a16="http://schemas.microsoft.com/office/drawing/2014/main" id="{8AD9B945-1962-B0E4-75B9-0B9C36809BF0}"/>
                </a:ext>
              </a:extLst>
            </p:cNvPr>
            <p:cNvSpPr/>
            <p:nvPr/>
          </p:nvSpPr>
          <p:spPr>
            <a:xfrm>
              <a:off x="9051588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8" name="pt242">
              <a:extLst>
                <a:ext uri="{FF2B5EF4-FFF2-40B4-BE49-F238E27FC236}">
                  <a16:creationId xmlns:a16="http://schemas.microsoft.com/office/drawing/2014/main" id="{8B7333AB-7BA1-F025-BCCA-996D4CA52751}"/>
                </a:ext>
              </a:extLst>
            </p:cNvPr>
            <p:cNvSpPr/>
            <p:nvPr/>
          </p:nvSpPr>
          <p:spPr>
            <a:xfrm>
              <a:off x="8632686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9" name="pt243">
              <a:extLst>
                <a:ext uri="{FF2B5EF4-FFF2-40B4-BE49-F238E27FC236}">
                  <a16:creationId xmlns:a16="http://schemas.microsoft.com/office/drawing/2014/main" id="{50E6F822-D1CB-5A6B-51A7-C7D03F9673A8}"/>
                </a:ext>
              </a:extLst>
            </p:cNvPr>
            <p:cNvSpPr/>
            <p:nvPr/>
          </p:nvSpPr>
          <p:spPr>
            <a:xfrm>
              <a:off x="9217795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0" name="pt244">
              <a:extLst>
                <a:ext uri="{FF2B5EF4-FFF2-40B4-BE49-F238E27FC236}">
                  <a16:creationId xmlns:a16="http://schemas.microsoft.com/office/drawing/2014/main" id="{70655AE8-EF89-4DFE-6AD9-55B41C7AE64A}"/>
                </a:ext>
              </a:extLst>
            </p:cNvPr>
            <p:cNvSpPr/>
            <p:nvPr/>
          </p:nvSpPr>
          <p:spPr>
            <a:xfrm>
              <a:off x="9404304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1" name="pt245">
              <a:extLst>
                <a:ext uri="{FF2B5EF4-FFF2-40B4-BE49-F238E27FC236}">
                  <a16:creationId xmlns:a16="http://schemas.microsoft.com/office/drawing/2014/main" id="{FC8BC54A-D6DC-7F1F-38F8-395DAD1F3FF9}"/>
                </a:ext>
              </a:extLst>
            </p:cNvPr>
            <p:cNvSpPr/>
            <p:nvPr/>
          </p:nvSpPr>
          <p:spPr>
            <a:xfrm>
              <a:off x="9298604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2" name="pt246">
              <a:extLst>
                <a:ext uri="{FF2B5EF4-FFF2-40B4-BE49-F238E27FC236}">
                  <a16:creationId xmlns:a16="http://schemas.microsoft.com/office/drawing/2014/main" id="{6A084090-E070-D4A8-A9D4-DAB0A3FE19E0}"/>
                </a:ext>
              </a:extLst>
            </p:cNvPr>
            <p:cNvSpPr/>
            <p:nvPr/>
          </p:nvSpPr>
          <p:spPr>
            <a:xfrm>
              <a:off x="750162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3" name="pt247">
              <a:extLst>
                <a:ext uri="{FF2B5EF4-FFF2-40B4-BE49-F238E27FC236}">
                  <a16:creationId xmlns:a16="http://schemas.microsoft.com/office/drawing/2014/main" id="{50FF7D0E-28CB-B410-B6A0-AEBDA6AEFE7A}"/>
                </a:ext>
              </a:extLst>
            </p:cNvPr>
            <p:cNvSpPr/>
            <p:nvPr/>
          </p:nvSpPr>
          <p:spPr>
            <a:xfrm>
              <a:off x="9217795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4" name="pt248">
              <a:extLst>
                <a:ext uri="{FF2B5EF4-FFF2-40B4-BE49-F238E27FC236}">
                  <a16:creationId xmlns:a16="http://schemas.microsoft.com/office/drawing/2014/main" id="{D35D1ED9-8242-9C9A-6AF3-59C242857C28}"/>
                </a:ext>
              </a:extLst>
            </p:cNvPr>
            <p:cNvSpPr/>
            <p:nvPr/>
          </p:nvSpPr>
          <p:spPr>
            <a:xfrm>
              <a:off x="9385640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5" name="pt249">
              <a:extLst>
                <a:ext uri="{FF2B5EF4-FFF2-40B4-BE49-F238E27FC236}">
                  <a16:creationId xmlns:a16="http://schemas.microsoft.com/office/drawing/2014/main" id="{8F0828CD-1C59-E10F-BB73-31917F5F259B}"/>
                </a:ext>
              </a:extLst>
            </p:cNvPr>
            <p:cNvSpPr/>
            <p:nvPr/>
          </p:nvSpPr>
          <p:spPr>
            <a:xfrm>
              <a:off x="842679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6" name="pt250">
              <a:extLst>
                <a:ext uri="{FF2B5EF4-FFF2-40B4-BE49-F238E27FC236}">
                  <a16:creationId xmlns:a16="http://schemas.microsoft.com/office/drawing/2014/main" id="{68C29086-9D7A-C294-E149-16B7E0B38BA6}"/>
                </a:ext>
              </a:extLst>
            </p:cNvPr>
            <p:cNvSpPr/>
            <p:nvPr/>
          </p:nvSpPr>
          <p:spPr>
            <a:xfrm>
              <a:off x="9214483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7" name="pt251">
              <a:extLst>
                <a:ext uri="{FF2B5EF4-FFF2-40B4-BE49-F238E27FC236}">
                  <a16:creationId xmlns:a16="http://schemas.microsoft.com/office/drawing/2014/main" id="{5D729689-5274-D0B4-93BE-519B9D2B55CF}"/>
                </a:ext>
              </a:extLst>
            </p:cNvPr>
            <p:cNvSpPr/>
            <p:nvPr/>
          </p:nvSpPr>
          <p:spPr>
            <a:xfrm>
              <a:off x="992228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8" name="pt252">
              <a:extLst>
                <a:ext uri="{FF2B5EF4-FFF2-40B4-BE49-F238E27FC236}">
                  <a16:creationId xmlns:a16="http://schemas.microsoft.com/office/drawing/2014/main" id="{A229A0A4-9584-6A0B-2664-FFCAA37FC1FA}"/>
                </a:ext>
              </a:extLst>
            </p:cNvPr>
            <p:cNvSpPr/>
            <p:nvPr/>
          </p:nvSpPr>
          <p:spPr>
            <a:xfrm>
              <a:off x="9921682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9" name="pt253">
              <a:extLst>
                <a:ext uri="{FF2B5EF4-FFF2-40B4-BE49-F238E27FC236}">
                  <a16:creationId xmlns:a16="http://schemas.microsoft.com/office/drawing/2014/main" id="{9E10B2CE-82D5-3577-DF2E-823156C323C6}"/>
                </a:ext>
              </a:extLst>
            </p:cNvPr>
            <p:cNvSpPr/>
            <p:nvPr/>
          </p:nvSpPr>
          <p:spPr>
            <a:xfrm>
              <a:off x="8432697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0" name="pt254">
              <a:extLst>
                <a:ext uri="{FF2B5EF4-FFF2-40B4-BE49-F238E27FC236}">
                  <a16:creationId xmlns:a16="http://schemas.microsoft.com/office/drawing/2014/main" id="{9AF76319-175B-A3DD-D8F4-25932D04FE24}"/>
                </a:ext>
              </a:extLst>
            </p:cNvPr>
            <p:cNvSpPr/>
            <p:nvPr/>
          </p:nvSpPr>
          <p:spPr>
            <a:xfrm>
              <a:off x="8953528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1" name="pt255">
              <a:extLst>
                <a:ext uri="{FF2B5EF4-FFF2-40B4-BE49-F238E27FC236}">
                  <a16:creationId xmlns:a16="http://schemas.microsoft.com/office/drawing/2014/main" id="{9CFC3497-9CE5-2B86-C41D-A2F3EE871058}"/>
                </a:ext>
              </a:extLst>
            </p:cNvPr>
            <p:cNvSpPr/>
            <p:nvPr/>
          </p:nvSpPr>
          <p:spPr>
            <a:xfrm>
              <a:off x="9454439" y="81151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2" name="pt256">
              <a:extLst>
                <a:ext uri="{FF2B5EF4-FFF2-40B4-BE49-F238E27FC236}">
                  <a16:creationId xmlns:a16="http://schemas.microsoft.com/office/drawing/2014/main" id="{44A04EAC-77BE-84E7-C616-832CDA353842}"/>
                </a:ext>
              </a:extLst>
            </p:cNvPr>
            <p:cNvSpPr/>
            <p:nvPr/>
          </p:nvSpPr>
          <p:spPr>
            <a:xfrm>
              <a:off x="8442865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3" name="pt257">
              <a:extLst>
                <a:ext uri="{FF2B5EF4-FFF2-40B4-BE49-F238E27FC236}">
                  <a16:creationId xmlns:a16="http://schemas.microsoft.com/office/drawing/2014/main" id="{979AA74D-0A8F-2095-1056-9F0F269E4910}"/>
                </a:ext>
              </a:extLst>
            </p:cNvPr>
            <p:cNvSpPr/>
            <p:nvPr/>
          </p:nvSpPr>
          <p:spPr>
            <a:xfrm>
              <a:off x="9445303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4" name="pt258">
              <a:extLst>
                <a:ext uri="{FF2B5EF4-FFF2-40B4-BE49-F238E27FC236}">
                  <a16:creationId xmlns:a16="http://schemas.microsoft.com/office/drawing/2014/main" id="{5FFCC107-B3AE-4792-5FA6-E9EF02D8C7DD}"/>
                </a:ext>
              </a:extLst>
            </p:cNvPr>
            <p:cNvSpPr/>
            <p:nvPr/>
          </p:nvSpPr>
          <p:spPr>
            <a:xfrm>
              <a:off x="6918641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5" name="pt259">
              <a:extLst>
                <a:ext uri="{FF2B5EF4-FFF2-40B4-BE49-F238E27FC236}">
                  <a16:creationId xmlns:a16="http://schemas.microsoft.com/office/drawing/2014/main" id="{E61DE77D-E2D7-3A1A-C0F2-13F71278D95F}"/>
                </a:ext>
              </a:extLst>
            </p:cNvPr>
            <p:cNvSpPr/>
            <p:nvPr/>
          </p:nvSpPr>
          <p:spPr>
            <a:xfrm>
              <a:off x="755086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6" name="pt260">
              <a:extLst>
                <a:ext uri="{FF2B5EF4-FFF2-40B4-BE49-F238E27FC236}">
                  <a16:creationId xmlns:a16="http://schemas.microsoft.com/office/drawing/2014/main" id="{8EB5B451-754A-8223-1CDF-C3264D849A98}"/>
                </a:ext>
              </a:extLst>
            </p:cNvPr>
            <p:cNvSpPr/>
            <p:nvPr/>
          </p:nvSpPr>
          <p:spPr>
            <a:xfrm>
              <a:off x="7253242" y="55859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7" name="pt261">
              <a:extLst>
                <a:ext uri="{FF2B5EF4-FFF2-40B4-BE49-F238E27FC236}">
                  <a16:creationId xmlns:a16="http://schemas.microsoft.com/office/drawing/2014/main" id="{1408EC60-86E9-DCBF-E6F1-905A8DABB467}"/>
                </a:ext>
              </a:extLst>
            </p:cNvPr>
            <p:cNvSpPr/>
            <p:nvPr/>
          </p:nvSpPr>
          <p:spPr>
            <a:xfrm>
              <a:off x="1005169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8" name="pt262">
              <a:extLst>
                <a:ext uri="{FF2B5EF4-FFF2-40B4-BE49-F238E27FC236}">
                  <a16:creationId xmlns:a16="http://schemas.microsoft.com/office/drawing/2014/main" id="{7D768D5F-7E54-9E9A-4549-F0D107D71698}"/>
                </a:ext>
              </a:extLst>
            </p:cNvPr>
            <p:cNvSpPr/>
            <p:nvPr/>
          </p:nvSpPr>
          <p:spPr>
            <a:xfrm>
              <a:off x="1005169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9" name="pt263">
              <a:extLst>
                <a:ext uri="{FF2B5EF4-FFF2-40B4-BE49-F238E27FC236}">
                  <a16:creationId xmlns:a16="http://schemas.microsoft.com/office/drawing/2014/main" id="{E20F3438-E20B-470B-4DE3-F98CAE6DC917}"/>
                </a:ext>
              </a:extLst>
            </p:cNvPr>
            <p:cNvSpPr/>
            <p:nvPr/>
          </p:nvSpPr>
          <p:spPr>
            <a:xfrm>
              <a:off x="8373082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0" name="pt264">
              <a:extLst>
                <a:ext uri="{FF2B5EF4-FFF2-40B4-BE49-F238E27FC236}">
                  <a16:creationId xmlns:a16="http://schemas.microsoft.com/office/drawing/2014/main" id="{A199244E-6DDA-D07C-C5AE-6FC36246235A}"/>
                </a:ext>
              </a:extLst>
            </p:cNvPr>
            <p:cNvSpPr/>
            <p:nvPr/>
          </p:nvSpPr>
          <p:spPr>
            <a:xfrm>
              <a:off x="838760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1" name="pt265">
              <a:extLst>
                <a:ext uri="{FF2B5EF4-FFF2-40B4-BE49-F238E27FC236}">
                  <a16:creationId xmlns:a16="http://schemas.microsoft.com/office/drawing/2014/main" id="{A19B5BF7-CDF4-4492-26B2-289E2537502B}"/>
                </a:ext>
              </a:extLst>
            </p:cNvPr>
            <p:cNvSpPr/>
            <p:nvPr/>
          </p:nvSpPr>
          <p:spPr>
            <a:xfrm>
              <a:off x="949748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2" name="pt266">
              <a:extLst>
                <a:ext uri="{FF2B5EF4-FFF2-40B4-BE49-F238E27FC236}">
                  <a16:creationId xmlns:a16="http://schemas.microsoft.com/office/drawing/2014/main" id="{E3CBC08B-D1DA-D2C0-967E-7A8EEA345BB7}"/>
                </a:ext>
              </a:extLst>
            </p:cNvPr>
            <p:cNvSpPr/>
            <p:nvPr/>
          </p:nvSpPr>
          <p:spPr>
            <a:xfrm>
              <a:off x="7253109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3" name="pt267">
              <a:extLst>
                <a:ext uri="{FF2B5EF4-FFF2-40B4-BE49-F238E27FC236}">
                  <a16:creationId xmlns:a16="http://schemas.microsoft.com/office/drawing/2014/main" id="{A831B064-CF26-E011-41CE-8EC3489AD944}"/>
                </a:ext>
              </a:extLst>
            </p:cNvPr>
            <p:cNvSpPr/>
            <p:nvPr/>
          </p:nvSpPr>
          <p:spPr>
            <a:xfrm>
              <a:off x="946099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4" name="pt268">
              <a:extLst>
                <a:ext uri="{FF2B5EF4-FFF2-40B4-BE49-F238E27FC236}">
                  <a16:creationId xmlns:a16="http://schemas.microsoft.com/office/drawing/2014/main" id="{0365DE58-A4CF-2868-AC69-2A53FBE4D72F}"/>
                </a:ext>
              </a:extLst>
            </p:cNvPr>
            <p:cNvSpPr/>
            <p:nvPr/>
          </p:nvSpPr>
          <p:spPr>
            <a:xfrm>
              <a:off x="965692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5" name="pt269">
              <a:extLst>
                <a:ext uri="{FF2B5EF4-FFF2-40B4-BE49-F238E27FC236}">
                  <a16:creationId xmlns:a16="http://schemas.microsoft.com/office/drawing/2014/main" id="{BA593973-C477-E3E0-B19A-8E56A57BBE77}"/>
                </a:ext>
              </a:extLst>
            </p:cNvPr>
            <p:cNvSpPr/>
            <p:nvPr/>
          </p:nvSpPr>
          <p:spPr>
            <a:xfrm>
              <a:off x="7864523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6" name="pt270">
              <a:extLst>
                <a:ext uri="{FF2B5EF4-FFF2-40B4-BE49-F238E27FC236}">
                  <a16:creationId xmlns:a16="http://schemas.microsoft.com/office/drawing/2014/main" id="{0D4FACC8-DF9C-ACCC-622F-12AF05AFD07D}"/>
                </a:ext>
              </a:extLst>
            </p:cNvPr>
            <p:cNvSpPr/>
            <p:nvPr/>
          </p:nvSpPr>
          <p:spPr>
            <a:xfrm>
              <a:off x="9392706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7" name="pt271">
              <a:extLst>
                <a:ext uri="{FF2B5EF4-FFF2-40B4-BE49-F238E27FC236}">
                  <a16:creationId xmlns:a16="http://schemas.microsoft.com/office/drawing/2014/main" id="{BED14DA9-67C3-E2A0-4D48-552097DA3C3F}"/>
                </a:ext>
              </a:extLst>
            </p:cNvPr>
            <p:cNvSpPr/>
            <p:nvPr/>
          </p:nvSpPr>
          <p:spPr>
            <a:xfrm>
              <a:off x="9561446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8" name="pt272">
              <a:extLst>
                <a:ext uri="{FF2B5EF4-FFF2-40B4-BE49-F238E27FC236}">
                  <a16:creationId xmlns:a16="http://schemas.microsoft.com/office/drawing/2014/main" id="{49BFB48B-F985-DDA1-DEB8-3FA035DBA69C}"/>
                </a:ext>
              </a:extLst>
            </p:cNvPr>
            <p:cNvSpPr/>
            <p:nvPr/>
          </p:nvSpPr>
          <p:spPr>
            <a:xfrm>
              <a:off x="7815189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9" name="pt273">
              <a:extLst>
                <a:ext uri="{FF2B5EF4-FFF2-40B4-BE49-F238E27FC236}">
                  <a16:creationId xmlns:a16="http://schemas.microsoft.com/office/drawing/2014/main" id="{DC20D552-32DD-F1F7-160C-9AAAA51C8996}"/>
                </a:ext>
              </a:extLst>
            </p:cNvPr>
            <p:cNvSpPr/>
            <p:nvPr/>
          </p:nvSpPr>
          <p:spPr>
            <a:xfrm>
              <a:off x="965719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0" name="pt274">
              <a:extLst>
                <a:ext uri="{FF2B5EF4-FFF2-40B4-BE49-F238E27FC236}">
                  <a16:creationId xmlns:a16="http://schemas.microsoft.com/office/drawing/2014/main" id="{2928681A-FBB2-ABA8-C5A1-58117C00793A}"/>
                </a:ext>
              </a:extLst>
            </p:cNvPr>
            <p:cNvSpPr/>
            <p:nvPr/>
          </p:nvSpPr>
          <p:spPr>
            <a:xfrm>
              <a:off x="9498301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1" name="pt275">
              <a:extLst>
                <a:ext uri="{FF2B5EF4-FFF2-40B4-BE49-F238E27FC236}">
                  <a16:creationId xmlns:a16="http://schemas.microsoft.com/office/drawing/2014/main" id="{1B0DDFC4-BA30-1F15-55CC-9E6C9E994D13}"/>
                </a:ext>
              </a:extLst>
            </p:cNvPr>
            <p:cNvSpPr/>
            <p:nvPr/>
          </p:nvSpPr>
          <p:spPr>
            <a:xfrm>
              <a:off x="9557216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2" name="pt276">
              <a:extLst>
                <a:ext uri="{FF2B5EF4-FFF2-40B4-BE49-F238E27FC236}">
                  <a16:creationId xmlns:a16="http://schemas.microsoft.com/office/drawing/2014/main" id="{70D37E96-E5F5-4B5D-D0FC-F89E845E2E36}"/>
                </a:ext>
              </a:extLst>
            </p:cNvPr>
            <p:cNvSpPr/>
            <p:nvPr/>
          </p:nvSpPr>
          <p:spPr>
            <a:xfrm>
              <a:off x="972434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3" name="pt277">
              <a:extLst>
                <a:ext uri="{FF2B5EF4-FFF2-40B4-BE49-F238E27FC236}">
                  <a16:creationId xmlns:a16="http://schemas.microsoft.com/office/drawing/2014/main" id="{96312716-2CA6-DB19-91EE-0A118CA28F78}"/>
                </a:ext>
              </a:extLst>
            </p:cNvPr>
            <p:cNvSpPr/>
            <p:nvPr/>
          </p:nvSpPr>
          <p:spPr>
            <a:xfrm>
              <a:off x="8513862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4" name="pt278">
              <a:extLst>
                <a:ext uri="{FF2B5EF4-FFF2-40B4-BE49-F238E27FC236}">
                  <a16:creationId xmlns:a16="http://schemas.microsoft.com/office/drawing/2014/main" id="{5D2F4448-36E0-18EA-3579-72C8CE235A24}"/>
                </a:ext>
              </a:extLst>
            </p:cNvPr>
            <p:cNvSpPr/>
            <p:nvPr/>
          </p:nvSpPr>
          <p:spPr>
            <a:xfrm>
              <a:off x="716819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5" name="pt279">
              <a:extLst>
                <a:ext uri="{FF2B5EF4-FFF2-40B4-BE49-F238E27FC236}">
                  <a16:creationId xmlns:a16="http://schemas.microsoft.com/office/drawing/2014/main" id="{9A83CF33-D701-50EA-728F-531C67CCCB81}"/>
                </a:ext>
              </a:extLst>
            </p:cNvPr>
            <p:cNvSpPr/>
            <p:nvPr/>
          </p:nvSpPr>
          <p:spPr>
            <a:xfrm>
              <a:off x="963881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6" name="pt280">
              <a:extLst>
                <a:ext uri="{FF2B5EF4-FFF2-40B4-BE49-F238E27FC236}">
                  <a16:creationId xmlns:a16="http://schemas.microsoft.com/office/drawing/2014/main" id="{D40C9EA5-8AE3-49A6-1341-8C8560F309C7}"/>
                </a:ext>
              </a:extLst>
            </p:cNvPr>
            <p:cNvSpPr/>
            <p:nvPr/>
          </p:nvSpPr>
          <p:spPr>
            <a:xfrm>
              <a:off x="8494825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7" name="pt281">
              <a:extLst>
                <a:ext uri="{FF2B5EF4-FFF2-40B4-BE49-F238E27FC236}">
                  <a16:creationId xmlns:a16="http://schemas.microsoft.com/office/drawing/2014/main" id="{239C5D9F-DF72-CE30-D4DB-C1F8B82E827B}"/>
                </a:ext>
              </a:extLst>
            </p:cNvPr>
            <p:cNvSpPr/>
            <p:nvPr/>
          </p:nvSpPr>
          <p:spPr>
            <a:xfrm>
              <a:off x="963578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8" name="pt282">
              <a:extLst>
                <a:ext uri="{FF2B5EF4-FFF2-40B4-BE49-F238E27FC236}">
                  <a16:creationId xmlns:a16="http://schemas.microsoft.com/office/drawing/2014/main" id="{A21519BD-7601-3756-3524-D5EE4F869B21}"/>
                </a:ext>
              </a:extLst>
            </p:cNvPr>
            <p:cNvSpPr/>
            <p:nvPr/>
          </p:nvSpPr>
          <p:spPr>
            <a:xfrm>
              <a:off x="866854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9" name="pt283">
              <a:extLst>
                <a:ext uri="{FF2B5EF4-FFF2-40B4-BE49-F238E27FC236}">
                  <a16:creationId xmlns:a16="http://schemas.microsoft.com/office/drawing/2014/main" id="{C23707FB-A1A3-B15C-C3FE-E238F5AE2CE5}"/>
                </a:ext>
              </a:extLst>
            </p:cNvPr>
            <p:cNvSpPr/>
            <p:nvPr/>
          </p:nvSpPr>
          <p:spPr>
            <a:xfrm>
              <a:off x="7168204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0" name="pt284">
              <a:extLst>
                <a:ext uri="{FF2B5EF4-FFF2-40B4-BE49-F238E27FC236}">
                  <a16:creationId xmlns:a16="http://schemas.microsoft.com/office/drawing/2014/main" id="{54234E24-8076-E4E7-3098-D0620EF01E59}"/>
                </a:ext>
              </a:extLst>
            </p:cNvPr>
            <p:cNvSpPr/>
            <p:nvPr/>
          </p:nvSpPr>
          <p:spPr>
            <a:xfrm>
              <a:off x="956115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1" name="pt285">
              <a:extLst>
                <a:ext uri="{FF2B5EF4-FFF2-40B4-BE49-F238E27FC236}">
                  <a16:creationId xmlns:a16="http://schemas.microsoft.com/office/drawing/2014/main" id="{BA5A1775-6028-92DA-0920-B41C71557948}"/>
                </a:ext>
              </a:extLst>
            </p:cNvPr>
            <p:cNvSpPr/>
            <p:nvPr/>
          </p:nvSpPr>
          <p:spPr>
            <a:xfrm>
              <a:off x="7167051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2" name="pt286">
              <a:extLst>
                <a:ext uri="{FF2B5EF4-FFF2-40B4-BE49-F238E27FC236}">
                  <a16:creationId xmlns:a16="http://schemas.microsoft.com/office/drawing/2014/main" id="{2B7163AD-9CAE-E728-32D8-F3DA740B8782}"/>
                </a:ext>
              </a:extLst>
            </p:cNvPr>
            <p:cNvSpPr/>
            <p:nvPr/>
          </p:nvSpPr>
          <p:spPr>
            <a:xfrm>
              <a:off x="9720556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3" name="pt287">
              <a:extLst>
                <a:ext uri="{FF2B5EF4-FFF2-40B4-BE49-F238E27FC236}">
                  <a16:creationId xmlns:a16="http://schemas.microsoft.com/office/drawing/2014/main" id="{400532E2-E913-AF49-0AD1-D41ABA68909F}"/>
                </a:ext>
              </a:extLst>
            </p:cNvPr>
            <p:cNvSpPr/>
            <p:nvPr/>
          </p:nvSpPr>
          <p:spPr>
            <a:xfrm>
              <a:off x="836172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4" name="pt288">
              <a:extLst>
                <a:ext uri="{FF2B5EF4-FFF2-40B4-BE49-F238E27FC236}">
                  <a16:creationId xmlns:a16="http://schemas.microsoft.com/office/drawing/2014/main" id="{776F1625-1CCD-BEB2-A7DF-13EB92294FB6}"/>
                </a:ext>
              </a:extLst>
            </p:cNvPr>
            <p:cNvSpPr/>
            <p:nvPr/>
          </p:nvSpPr>
          <p:spPr>
            <a:xfrm>
              <a:off x="832430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5" name="pt289">
              <a:extLst>
                <a:ext uri="{FF2B5EF4-FFF2-40B4-BE49-F238E27FC236}">
                  <a16:creationId xmlns:a16="http://schemas.microsoft.com/office/drawing/2014/main" id="{DCDC47C1-8F62-5128-B325-B3FC3CC61DCC}"/>
                </a:ext>
              </a:extLst>
            </p:cNvPr>
            <p:cNvSpPr/>
            <p:nvPr/>
          </p:nvSpPr>
          <p:spPr>
            <a:xfrm>
              <a:off x="9464703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6" name="pt290">
              <a:extLst>
                <a:ext uri="{FF2B5EF4-FFF2-40B4-BE49-F238E27FC236}">
                  <a16:creationId xmlns:a16="http://schemas.microsoft.com/office/drawing/2014/main" id="{809F9B4F-B046-6CC9-DD49-9580F5C568C1}"/>
                </a:ext>
              </a:extLst>
            </p:cNvPr>
            <p:cNvSpPr/>
            <p:nvPr/>
          </p:nvSpPr>
          <p:spPr>
            <a:xfrm>
              <a:off x="929469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7" name="pt291">
              <a:extLst>
                <a:ext uri="{FF2B5EF4-FFF2-40B4-BE49-F238E27FC236}">
                  <a16:creationId xmlns:a16="http://schemas.microsoft.com/office/drawing/2014/main" id="{A4E06D51-1F2F-9597-7951-A87C08352F8A}"/>
                </a:ext>
              </a:extLst>
            </p:cNvPr>
            <p:cNvSpPr/>
            <p:nvPr/>
          </p:nvSpPr>
          <p:spPr>
            <a:xfrm>
              <a:off x="7815407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8" name="pt292">
              <a:extLst>
                <a:ext uri="{FF2B5EF4-FFF2-40B4-BE49-F238E27FC236}">
                  <a16:creationId xmlns:a16="http://schemas.microsoft.com/office/drawing/2014/main" id="{EF99FA94-3F37-DBA4-78DE-A46D1CAB6232}"/>
                </a:ext>
              </a:extLst>
            </p:cNvPr>
            <p:cNvSpPr/>
            <p:nvPr/>
          </p:nvSpPr>
          <p:spPr>
            <a:xfrm>
              <a:off x="7252660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9" name="pt293">
              <a:extLst>
                <a:ext uri="{FF2B5EF4-FFF2-40B4-BE49-F238E27FC236}">
                  <a16:creationId xmlns:a16="http://schemas.microsoft.com/office/drawing/2014/main" id="{DA5AC4C5-710B-7427-5E31-4E502F3B7318}"/>
                </a:ext>
              </a:extLst>
            </p:cNvPr>
            <p:cNvSpPr/>
            <p:nvPr/>
          </p:nvSpPr>
          <p:spPr>
            <a:xfrm>
              <a:off x="939359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0" name="pt294">
              <a:extLst>
                <a:ext uri="{FF2B5EF4-FFF2-40B4-BE49-F238E27FC236}">
                  <a16:creationId xmlns:a16="http://schemas.microsoft.com/office/drawing/2014/main" id="{A04DE778-DACD-5C96-F8BA-F494B7AC1B75}"/>
                </a:ext>
              </a:extLst>
            </p:cNvPr>
            <p:cNvSpPr/>
            <p:nvPr/>
          </p:nvSpPr>
          <p:spPr>
            <a:xfrm>
              <a:off x="8371414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1" name="pt295">
              <a:extLst>
                <a:ext uri="{FF2B5EF4-FFF2-40B4-BE49-F238E27FC236}">
                  <a16:creationId xmlns:a16="http://schemas.microsoft.com/office/drawing/2014/main" id="{84DBF309-CB6A-4446-7FFF-A2C90A63FB03}"/>
                </a:ext>
              </a:extLst>
            </p:cNvPr>
            <p:cNvSpPr/>
            <p:nvPr/>
          </p:nvSpPr>
          <p:spPr>
            <a:xfrm>
              <a:off x="10195419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2" name="pt296">
              <a:extLst>
                <a:ext uri="{FF2B5EF4-FFF2-40B4-BE49-F238E27FC236}">
                  <a16:creationId xmlns:a16="http://schemas.microsoft.com/office/drawing/2014/main" id="{9ED17435-F738-1AFB-2E75-3A6EC69A40DC}"/>
                </a:ext>
              </a:extLst>
            </p:cNvPr>
            <p:cNvSpPr/>
            <p:nvPr/>
          </p:nvSpPr>
          <p:spPr>
            <a:xfrm>
              <a:off x="955653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3" name="pt297">
              <a:extLst>
                <a:ext uri="{FF2B5EF4-FFF2-40B4-BE49-F238E27FC236}">
                  <a16:creationId xmlns:a16="http://schemas.microsoft.com/office/drawing/2014/main" id="{621D1B07-6A07-8C3E-83E8-2FFA2A1EB2F6}"/>
                </a:ext>
              </a:extLst>
            </p:cNvPr>
            <p:cNvSpPr/>
            <p:nvPr/>
          </p:nvSpPr>
          <p:spPr>
            <a:xfrm>
              <a:off x="9466908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4" name="pt298">
              <a:extLst>
                <a:ext uri="{FF2B5EF4-FFF2-40B4-BE49-F238E27FC236}">
                  <a16:creationId xmlns:a16="http://schemas.microsoft.com/office/drawing/2014/main" id="{6B623C4C-6918-90F1-64CF-8AECCB32275F}"/>
                </a:ext>
              </a:extLst>
            </p:cNvPr>
            <p:cNvSpPr/>
            <p:nvPr/>
          </p:nvSpPr>
          <p:spPr>
            <a:xfrm>
              <a:off x="7571569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5" name="pt299">
              <a:extLst>
                <a:ext uri="{FF2B5EF4-FFF2-40B4-BE49-F238E27FC236}">
                  <a16:creationId xmlns:a16="http://schemas.microsoft.com/office/drawing/2014/main" id="{DD80D2BC-9E2C-C675-5E04-705B62736B16}"/>
                </a:ext>
              </a:extLst>
            </p:cNvPr>
            <p:cNvSpPr/>
            <p:nvPr/>
          </p:nvSpPr>
          <p:spPr>
            <a:xfrm>
              <a:off x="852310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6" name="pt300">
              <a:extLst>
                <a:ext uri="{FF2B5EF4-FFF2-40B4-BE49-F238E27FC236}">
                  <a16:creationId xmlns:a16="http://schemas.microsoft.com/office/drawing/2014/main" id="{AE2BADC9-6C3F-AE9C-3BA4-C608547C2C1E}"/>
                </a:ext>
              </a:extLst>
            </p:cNvPr>
            <p:cNvSpPr/>
            <p:nvPr/>
          </p:nvSpPr>
          <p:spPr>
            <a:xfrm>
              <a:off x="9294692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7" name="pt301">
              <a:extLst>
                <a:ext uri="{FF2B5EF4-FFF2-40B4-BE49-F238E27FC236}">
                  <a16:creationId xmlns:a16="http://schemas.microsoft.com/office/drawing/2014/main" id="{13151922-E882-85BF-AB35-934E87E8CE13}"/>
                </a:ext>
              </a:extLst>
            </p:cNvPr>
            <p:cNvSpPr/>
            <p:nvPr/>
          </p:nvSpPr>
          <p:spPr>
            <a:xfrm>
              <a:off x="838760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8" name="pt302">
              <a:extLst>
                <a:ext uri="{FF2B5EF4-FFF2-40B4-BE49-F238E27FC236}">
                  <a16:creationId xmlns:a16="http://schemas.microsoft.com/office/drawing/2014/main" id="{7F467D3A-F229-7A21-B32D-9FA871871643}"/>
                </a:ext>
              </a:extLst>
            </p:cNvPr>
            <p:cNvSpPr/>
            <p:nvPr/>
          </p:nvSpPr>
          <p:spPr>
            <a:xfrm>
              <a:off x="864995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9" name="pt303">
              <a:extLst>
                <a:ext uri="{FF2B5EF4-FFF2-40B4-BE49-F238E27FC236}">
                  <a16:creationId xmlns:a16="http://schemas.microsoft.com/office/drawing/2014/main" id="{53122244-8DC2-E018-C9B7-8B2BF150336C}"/>
                </a:ext>
              </a:extLst>
            </p:cNvPr>
            <p:cNvSpPr/>
            <p:nvPr/>
          </p:nvSpPr>
          <p:spPr>
            <a:xfrm>
              <a:off x="7168061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0" name="pt304">
              <a:extLst>
                <a:ext uri="{FF2B5EF4-FFF2-40B4-BE49-F238E27FC236}">
                  <a16:creationId xmlns:a16="http://schemas.microsoft.com/office/drawing/2014/main" id="{1A30FEB6-AF14-7B80-5247-21869F5E683F}"/>
                </a:ext>
              </a:extLst>
            </p:cNvPr>
            <p:cNvSpPr/>
            <p:nvPr/>
          </p:nvSpPr>
          <p:spPr>
            <a:xfrm>
              <a:off x="7571569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1" name="pt305">
              <a:extLst>
                <a:ext uri="{FF2B5EF4-FFF2-40B4-BE49-F238E27FC236}">
                  <a16:creationId xmlns:a16="http://schemas.microsoft.com/office/drawing/2014/main" id="{894B1123-8996-9951-AF60-05C8528099E3}"/>
                </a:ext>
              </a:extLst>
            </p:cNvPr>
            <p:cNvSpPr/>
            <p:nvPr/>
          </p:nvSpPr>
          <p:spPr>
            <a:xfrm>
              <a:off x="7864921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2" name="pt306">
              <a:extLst>
                <a:ext uri="{FF2B5EF4-FFF2-40B4-BE49-F238E27FC236}">
                  <a16:creationId xmlns:a16="http://schemas.microsoft.com/office/drawing/2014/main" id="{6EC38739-E638-4DA1-BF15-BC4B2121B8DF}"/>
                </a:ext>
              </a:extLst>
            </p:cNvPr>
            <p:cNvSpPr/>
            <p:nvPr/>
          </p:nvSpPr>
          <p:spPr>
            <a:xfrm>
              <a:off x="8671420" y="55859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3" name="pt307">
              <a:extLst>
                <a:ext uri="{FF2B5EF4-FFF2-40B4-BE49-F238E27FC236}">
                  <a16:creationId xmlns:a16="http://schemas.microsoft.com/office/drawing/2014/main" id="{F181A375-2331-60BC-A24E-1D0725D2C1F6}"/>
                </a:ext>
              </a:extLst>
            </p:cNvPr>
            <p:cNvSpPr/>
            <p:nvPr/>
          </p:nvSpPr>
          <p:spPr>
            <a:xfrm>
              <a:off x="9467775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4" name="pt308">
              <a:extLst>
                <a:ext uri="{FF2B5EF4-FFF2-40B4-BE49-F238E27FC236}">
                  <a16:creationId xmlns:a16="http://schemas.microsoft.com/office/drawing/2014/main" id="{2E9D4A0C-3638-017E-7286-7A5030822B40}"/>
                </a:ext>
              </a:extLst>
            </p:cNvPr>
            <p:cNvSpPr/>
            <p:nvPr/>
          </p:nvSpPr>
          <p:spPr>
            <a:xfrm>
              <a:off x="10189147" y="81151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5" name="pg309">
              <a:extLst>
                <a:ext uri="{FF2B5EF4-FFF2-40B4-BE49-F238E27FC236}">
                  <a16:creationId xmlns:a16="http://schemas.microsoft.com/office/drawing/2014/main" id="{18B1B21B-A10E-6731-C13F-B18CEDB10F0D}"/>
                </a:ext>
              </a:extLst>
            </p:cNvPr>
            <p:cNvSpPr/>
            <p:nvPr/>
          </p:nvSpPr>
          <p:spPr>
            <a:xfrm>
              <a:off x="994578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6" name="pg310">
              <a:extLst>
                <a:ext uri="{FF2B5EF4-FFF2-40B4-BE49-F238E27FC236}">
                  <a16:creationId xmlns:a16="http://schemas.microsoft.com/office/drawing/2014/main" id="{281E43E8-465C-1645-EF64-5A09C4FCEE3E}"/>
                </a:ext>
              </a:extLst>
            </p:cNvPr>
            <p:cNvSpPr/>
            <p:nvPr/>
          </p:nvSpPr>
          <p:spPr>
            <a:xfrm>
              <a:off x="975527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7" name="pg311">
              <a:extLst>
                <a:ext uri="{FF2B5EF4-FFF2-40B4-BE49-F238E27FC236}">
                  <a16:creationId xmlns:a16="http://schemas.microsoft.com/office/drawing/2014/main" id="{542A2CD8-E4C0-9F25-F037-E38A0F59C0BE}"/>
                </a:ext>
              </a:extLst>
            </p:cNvPr>
            <p:cNvSpPr/>
            <p:nvPr/>
          </p:nvSpPr>
          <p:spPr>
            <a:xfrm>
              <a:off x="994298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8" name="pg312">
              <a:extLst>
                <a:ext uri="{FF2B5EF4-FFF2-40B4-BE49-F238E27FC236}">
                  <a16:creationId xmlns:a16="http://schemas.microsoft.com/office/drawing/2014/main" id="{8998FBA7-66A3-8D5A-7D60-84312016FE05}"/>
                </a:ext>
              </a:extLst>
            </p:cNvPr>
            <p:cNvSpPr/>
            <p:nvPr/>
          </p:nvSpPr>
          <p:spPr>
            <a:xfrm>
              <a:off x="1046057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9" name="pg313">
              <a:extLst>
                <a:ext uri="{FF2B5EF4-FFF2-40B4-BE49-F238E27FC236}">
                  <a16:creationId xmlns:a16="http://schemas.microsoft.com/office/drawing/2014/main" id="{11BFCF5C-5346-4F57-D593-9817208739A0}"/>
                </a:ext>
              </a:extLst>
            </p:cNvPr>
            <p:cNvSpPr/>
            <p:nvPr/>
          </p:nvSpPr>
          <p:spPr>
            <a:xfrm>
              <a:off x="825139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0" name="pg314">
              <a:extLst>
                <a:ext uri="{FF2B5EF4-FFF2-40B4-BE49-F238E27FC236}">
                  <a16:creationId xmlns:a16="http://schemas.microsoft.com/office/drawing/2014/main" id="{313297E7-82A7-A1EB-FF76-6BA7B3EF6FA9}"/>
                </a:ext>
              </a:extLst>
            </p:cNvPr>
            <p:cNvSpPr/>
            <p:nvPr/>
          </p:nvSpPr>
          <p:spPr>
            <a:xfrm>
              <a:off x="975214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1" name="pg315">
              <a:extLst>
                <a:ext uri="{FF2B5EF4-FFF2-40B4-BE49-F238E27FC236}">
                  <a16:creationId xmlns:a16="http://schemas.microsoft.com/office/drawing/2014/main" id="{E6B18F51-181F-EA85-342B-0565430BBE38}"/>
                </a:ext>
              </a:extLst>
            </p:cNvPr>
            <p:cNvSpPr/>
            <p:nvPr/>
          </p:nvSpPr>
          <p:spPr>
            <a:xfrm>
              <a:off x="797294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2" name="pg316">
              <a:extLst>
                <a:ext uri="{FF2B5EF4-FFF2-40B4-BE49-F238E27FC236}">
                  <a16:creationId xmlns:a16="http://schemas.microsoft.com/office/drawing/2014/main" id="{4C7B13AE-53FF-D4AF-112C-93249CC93ECA}"/>
                </a:ext>
              </a:extLst>
            </p:cNvPr>
            <p:cNvSpPr/>
            <p:nvPr/>
          </p:nvSpPr>
          <p:spPr>
            <a:xfrm>
              <a:off x="822604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3" name="pg317">
              <a:extLst>
                <a:ext uri="{FF2B5EF4-FFF2-40B4-BE49-F238E27FC236}">
                  <a16:creationId xmlns:a16="http://schemas.microsoft.com/office/drawing/2014/main" id="{166F6297-722E-318A-F3BF-A560FB198F39}"/>
                </a:ext>
              </a:extLst>
            </p:cNvPr>
            <p:cNvSpPr/>
            <p:nvPr/>
          </p:nvSpPr>
          <p:spPr>
            <a:xfrm>
              <a:off x="981639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4" name="pg318">
              <a:extLst>
                <a:ext uri="{FF2B5EF4-FFF2-40B4-BE49-F238E27FC236}">
                  <a16:creationId xmlns:a16="http://schemas.microsoft.com/office/drawing/2014/main" id="{A9E31E44-420F-8476-F51C-641A84F1692E}"/>
                </a:ext>
              </a:extLst>
            </p:cNvPr>
            <p:cNvSpPr/>
            <p:nvPr/>
          </p:nvSpPr>
          <p:spPr>
            <a:xfrm>
              <a:off x="844208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5" name="pg319">
              <a:extLst>
                <a:ext uri="{FF2B5EF4-FFF2-40B4-BE49-F238E27FC236}">
                  <a16:creationId xmlns:a16="http://schemas.microsoft.com/office/drawing/2014/main" id="{8237A5AD-3D8C-B5B7-EED7-1BFD8C91DC14}"/>
                </a:ext>
              </a:extLst>
            </p:cNvPr>
            <p:cNvSpPr/>
            <p:nvPr/>
          </p:nvSpPr>
          <p:spPr>
            <a:xfrm>
              <a:off x="1005826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6" name="pg320">
              <a:extLst>
                <a:ext uri="{FF2B5EF4-FFF2-40B4-BE49-F238E27FC236}">
                  <a16:creationId xmlns:a16="http://schemas.microsoft.com/office/drawing/2014/main" id="{36308B22-F300-350E-A97F-C458CC4C0B4F}"/>
                </a:ext>
              </a:extLst>
            </p:cNvPr>
            <p:cNvSpPr/>
            <p:nvPr/>
          </p:nvSpPr>
          <p:spPr>
            <a:xfrm>
              <a:off x="1000710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7" name="pg321">
              <a:extLst>
                <a:ext uri="{FF2B5EF4-FFF2-40B4-BE49-F238E27FC236}">
                  <a16:creationId xmlns:a16="http://schemas.microsoft.com/office/drawing/2014/main" id="{15E416A7-EE87-5FE9-B84F-CEC898473A19}"/>
                </a:ext>
              </a:extLst>
            </p:cNvPr>
            <p:cNvSpPr/>
            <p:nvPr/>
          </p:nvSpPr>
          <p:spPr>
            <a:xfrm>
              <a:off x="1051152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8" name="pg322">
              <a:extLst>
                <a:ext uri="{FF2B5EF4-FFF2-40B4-BE49-F238E27FC236}">
                  <a16:creationId xmlns:a16="http://schemas.microsoft.com/office/drawing/2014/main" id="{752539E1-7C9D-D150-172E-722B818BF08D}"/>
                </a:ext>
              </a:extLst>
            </p:cNvPr>
            <p:cNvSpPr/>
            <p:nvPr/>
          </p:nvSpPr>
          <p:spPr>
            <a:xfrm>
              <a:off x="8590857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9" name="pg323">
              <a:extLst>
                <a:ext uri="{FF2B5EF4-FFF2-40B4-BE49-F238E27FC236}">
                  <a16:creationId xmlns:a16="http://schemas.microsoft.com/office/drawing/2014/main" id="{E2490575-B8E3-1C1C-94A1-BB82266C5F88}"/>
                </a:ext>
              </a:extLst>
            </p:cNvPr>
            <p:cNvSpPr/>
            <p:nvPr/>
          </p:nvSpPr>
          <p:spPr>
            <a:xfrm>
              <a:off x="8020357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0" name="pg324">
              <a:extLst>
                <a:ext uri="{FF2B5EF4-FFF2-40B4-BE49-F238E27FC236}">
                  <a16:creationId xmlns:a16="http://schemas.microsoft.com/office/drawing/2014/main" id="{D70A4A8B-4E70-355E-4491-9E9278112EC3}"/>
                </a:ext>
              </a:extLst>
            </p:cNvPr>
            <p:cNvSpPr/>
            <p:nvPr/>
          </p:nvSpPr>
          <p:spPr>
            <a:xfrm>
              <a:off x="845925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1" name="pg325">
              <a:extLst>
                <a:ext uri="{FF2B5EF4-FFF2-40B4-BE49-F238E27FC236}">
                  <a16:creationId xmlns:a16="http://schemas.microsoft.com/office/drawing/2014/main" id="{604F392A-A97F-7138-7E2A-82D010745300}"/>
                </a:ext>
              </a:extLst>
            </p:cNvPr>
            <p:cNvSpPr/>
            <p:nvPr/>
          </p:nvSpPr>
          <p:spPr>
            <a:xfrm>
              <a:off x="991508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2" name="pg326">
              <a:extLst>
                <a:ext uri="{FF2B5EF4-FFF2-40B4-BE49-F238E27FC236}">
                  <a16:creationId xmlns:a16="http://schemas.microsoft.com/office/drawing/2014/main" id="{91FEDF30-99E7-93E5-BE53-2F4B38EE79D1}"/>
                </a:ext>
              </a:extLst>
            </p:cNvPr>
            <p:cNvSpPr/>
            <p:nvPr/>
          </p:nvSpPr>
          <p:spPr>
            <a:xfrm>
              <a:off x="859658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3" name="pg327">
              <a:extLst>
                <a:ext uri="{FF2B5EF4-FFF2-40B4-BE49-F238E27FC236}">
                  <a16:creationId xmlns:a16="http://schemas.microsoft.com/office/drawing/2014/main" id="{85FBC575-00BF-1E09-8750-2FBDF433FFA4}"/>
                </a:ext>
              </a:extLst>
            </p:cNvPr>
            <p:cNvSpPr/>
            <p:nvPr/>
          </p:nvSpPr>
          <p:spPr>
            <a:xfrm>
              <a:off x="1051383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4" name="pg328">
              <a:extLst>
                <a:ext uri="{FF2B5EF4-FFF2-40B4-BE49-F238E27FC236}">
                  <a16:creationId xmlns:a16="http://schemas.microsoft.com/office/drawing/2014/main" id="{46E1744D-E5AA-A6A8-E8C0-E27D7D7FE98D}"/>
                </a:ext>
              </a:extLst>
            </p:cNvPr>
            <p:cNvSpPr/>
            <p:nvPr/>
          </p:nvSpPr>
          <p:spPr>
            <a:xfrm>
              <a:off x="991241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5" name="pg329">
              <a:extLst>
                <a:ext uri="{FF2B5EF4-FFF2-40B4-BE49-F238E27FC236}">
                  <a16:creationId xmlns:a16="http://schemas.microsoft.com/office/drawing/2014/main" id="{7991688C-D00D-7EBA-C30E-C795BEA40F86}"/>
                </a:ext>
              </a:extLst>
            </p:cNvPr>
            <p:cNvSpPr/>
            <p:nvPr/>
          </p:nvSpPr>
          <p:spPr>
            <a:xfrm>
              <a:off x="825139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6" name="pg330">
              <a:extLst>
                <a:ext uri="{FF2B5EF4-FFF2-40B4-BE49-F238E27FC236}">
                  <a16:creationId xmlns:a16="http://schemas.microsoft.com/office/drawing/2014/main" id="{87BF21AE-86E4-4D47-1CA5-53C1322337E8}"/>
                </a:ext>
              </a:extLst>
            </p:cNvPr>
            <p:cNvSpPr/>
            <p:nvPr/>
          </p:nvSpPr>
          <p:spPr>
            <a:xfrm>
              <a:off x="991241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7" name="pg331">
              <a:extLst>
                <a:ext uri="{FF2B5EF4-FFF2-40B4-BE49-F238E27FC236}">
                  <a16:creationId xmlns:a16="http://schemas.microsoft.com/office/drawing/2014/main" id="{F5CCC526-744A-C48C-1C46-07DE02BBB4CD}"/>
                </a:ext>
              </a:extLst>
            </p:cNvPr>
            <p:cNvSpPr/>
            <p:nvPr/>
          </p:nvSpPr>
          <p:spPr>
            <a:xfrm>
              <a:off x="843372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8" name="pg332">
              <a:extLst>
                <a:ext uri="{FF2B5EF4-FFF2-40B4-BE49-F238E27FC236}">
                  <a16:creationId xmlns:a16="http://schemas.microsoft.com/office/drawing/2014/main" id="{38E557AC-32E8-FF2C-7473-AAB627DC7F83}"/>
                </a:ext>
              </a:extLst>
            </p:cNvPr>
            <p:cNvSpPr/>
            <p:nvPr/>
          </p:nvSpPr>
          <p:spPr>
            <a:xfrm>
              <a:off x="1005826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9" name="pg333">
              <a:extLst>
                <a:ext uri="{FF2B5EF4-FFF2-40B4-BE49-F238E27FC236}">
                  <a16:creationId xmlns:a16="http://schemas.microsoft.com/office/drawing/2014/main" id="{7E01A7BD-70D8-2F88-E2B2-62B45D733A90}"/>
                </a:ext>
              </a:extLst>
            </p:cNvPr>
            <p:cNvSpPr/>
            <p:nvPr/>
          </p:nvSpPr>
          <p:spPr>
            <a:xfrm>
              <a:off x="822192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0" name="pg334">
              <a:extLst>
                <a:ext uri="{FF2B5EF4-FFF2-40B4-BE49-F238E27FC236}">
                  <a16:creationId xmlns:a16="http://schemas.microsoft.com/office/drawing/2014/main" id="{223B79AD-4A7F-02F5-F09D-8D50F3EABD91}"/>
                </a:ext>
              </a:extLst>
            </p:cNvPr>
            <p:cNvSpPr/>
            <p:nvPr/>
          </p:nvSpPr>
          <p:spPr>
            <a:xfrm>
              <a:off x="828381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1" name="pg335">
              <a:extLst>
                <a:ext uri="{FF2B5EF4-FFF2-40B4-BE49-F238E27FC236}">
                  <a16:creationId xmlns:a16="http://schemas.microsoft.com/office/drawing/2014/main" id="{B3FB2C67-025F-7691-067A-544D57E4BE8E}"/>
                </a:ext>
              </a:extLst>
            </p:cNvPr>
            <p:cNvSpPr/>
            <p:nvPr/>
          </p:nvSpPr>
          <p:spPr>
            <a:xfrm>
              <a:off x="796644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2" name="pg336">
              <a:extLst>
                <a:ext uri="{FF2B5EF4-FFF2-40B4-BE49-F238E27FC236}">
                  <a16:creationId xmlns:a16="http://schemas.microsoft.com/office/drawing/2014/main" id="{F22DCF32-48F5-AF41-1ADA-9E5FE16C2051}"/>
                </a:ext>
              </a:extLst>
            </p:cNvPr>
            <p:cNvSpPr/>
            <p:nvPr/>
          </p:nvSpPr>
          <p:spPr>
            <a:xfrm>
              <a:off x="839906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3" name="pg337">
              <a:extLst>
                <a:ext uri="{FF2B5EF4-FFF2-40B4-BE49-F238E27FC236}">
                  <a16:creationId xmlns:a16="http://schemas.microsoft.com/office/drawing/2014/main" id="{A41BBB78-4BD8-E5A8-3673-5DA11F73F127}"/>
                </a:ext>
              </a:extLst>
            </p:cNvPr>
            <p:cNvSpPr/>
            <p:nvPr/>
          </p:nvSpPr>
          <p:spPr>
            <a:xfrm>
              <a:off x="86173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4" name="pg338">
              <a:extLst>
                <a:ext uri="{FF2B5EF4-FFF2-40B4-BE49-F238E27FC236}">
                  <a16:creationId xmlns:a16="http://schemas.microsoft.com/office/drawing/2014/main" id="{11500028-001B-8DC8-EBA1-2A33ECBCB2ED}"/>
                </a:ext>
              </a:extLst>
            </p:cNvPr>
            <p:cNvSpPr/>
            <p:nvPr/>
          </p:nvSpPr>
          <p:spPr>
            <a:xfrm>
              <a:off x="9845795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5" name="pg339">
              <a:extLst>
                <a:ext uri="{FF2B5EF4-FFF2-40B4-BE49-F238E27FC236}">
                  <a16:creationId xmlns:a16="http://schemas.microsoft.com/office/drawing/2014/main" id="{1472C8CD-B174-F512-C426-4CE3FA835C08}"/>
                </a:ext>
              </a:extLst>
            </p:cNvPr>
            <p:cNvSpPr/>
            <p:nvPr/>
          </p:nvSpPr>
          <p:spPr>
            <a:xfrm>
              <a:off x="991450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6" name="pg340">
              <a:extLst>
                <a:ext uri="{FF2B5EF4-FFF2-40B4-BE49-F238E27FC236}">
                  <a16:creationId xmlns:a16="http://schemas.microsoft.com/office/drawing/2014/main" id="{EE3CC0D5-FD77-B3C9-5A3E-7E188923D9A7}"/>
                </a:ext>
              </a:extLst>
            </p:cNvPr>
            <p:cNvSpPr/>
            <p:nvPr/>
          </p:nvSpPr>
          <p:spPr>
            <a:xfrm>
              <a:off x="824600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7" name="pg341">
              <a:extLst>
                <a:ext uri="{FF2B5EF4-FFF2-40B4-BE49-F238E27FC236}">
                  <a16:creationId xmlns:a16="http://schemas.microsoft.com/office/drawing/2014/main" id="{D58B9F99-ECE4-30D0-27AE-B5CE2D9A9004}"/>
                </a:ext>
              </a:extLst>
            </p:cNvPr>
            <p:cNvSpPr/>
            <p:nvPr/>
          </p:nvSpPr>
          <p:spPr>
            <a:xfrm>
              <a:off x="829875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8" name="pg342">
              <a:extLst>
                <a:ext uri="{FF2B5EF4-FFF2-40B4-BE49-F238E27FC236}">
                  <a16:creationId xmlns:a16="http://schemas.microsoft.com/office/drawing/2014/main" id="{8B1D9231-1A0B-592E-06FE-095780B1F997}"/>
                </a:ext>
              </a:extLst>
            </p:cNvPr>
            <p:cNvSpPr/>
            <p:nvPr/>
          </p:nvSpPr>
          <p:spPr>
            <a:xfrm>
              <a:off x="984609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9" name="pg343">
              <a:extLst>
                <a:ext uri="{FF2B5EF4-FFF2-40B4-BE49-F238E27FC236}">
                  <a16:creationId xmlns:a16="http://schemas.microsoft.com/office/drawing/2014/main" id="{8B4079E2-0ED8-571B-293C-859F1696B384}"/>
                </a:ext>
              </a:extLst>
            </p:cNvPr>
            <p:cNvSpPr/>
            <p:nvPr/>
          </p:nvSpPr>
          <p:spPr>
            <a:xfrm>
              <a:off x="797441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0" name="pg344">
              <a:extLst>
                <a:ext uri="{FF2B5EF4-FFF2-40B4-BE49-F238E27FC236}">
                  <a16:creationId xmlns:a16="http://schemas.microsoft.com/office/drawing/2014/main" id="{EAE5B1A1-2393-B55D-C02E-1F6D8A9ED1A6}"/>
                </a:ext>
              </a:extLst>
            </p:cNvPr>
            <p:cNvSpPr/>
            <p:nvPr/>
          </p:nvSpPr>
          <p:spPr>
            <a:xfrm>
              <a:off x="845260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1" name="pg345">
              <a:extLst>
                <a:ext uri="{FF2B5EF4-FFF2-40B4-BE49-F238E27FC236}">
                  <a16:creationId xmlns:a16="http://schemas.microsoft.com/office/drawing/2014/main" id="{E415E342-8F68-6D27-59BC-BC2180C5E2E8}"/>
                </a:ext>
              </a:extLst>
            </p:cNvPr>
            <p:cNvSpPr/>
            <p:nvPr/>
          </p:nvSpPr>
          <p:spPr>
            <a:xfrm>
              <a:off x="801750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2" name="pg346">
              <a:extLst>
                <a:ext uri="{FF2B5EF4-FFF2-40B4-BE49-F238E27FC236}">
                  <a16:creationId xmlns:a16="http://schemas.microsoft.com/office/drawing/2014/main" id="{965EBC23-4D15-C03A-339A-AFC2B428EB82}"/>
                </a:ext>
              </a:extLst>
            </p:cNvPr>
            <p:cNvSpPr/>
            <p:nvPr/>
          </p:nvSpPr>
          <p:spPr>
            <a:xfrm>
              <a:off x="1000913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3" name="pg347">
              <a:extLst>
                <a:ext uri="{FF2B5EF4-FFF2-40B4-BE49-F238E27FC236}">
                  <a16:creationId xmlns:a16="http://schemas.microsoft.com/office/drawing/2014/main" id="{24E3708E-27EE-5D04-2898-F0D30D997D7B}"/>
                </a:ext>
              </a:extLst>
            </p:cNvPr>
            <p:cNvSpPr/>
            <p:nvPr/>
          </p:nvSpPr>
          <p:spPr>
            <a:xfrm>
              <a:off x="997613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4" name="pg348">
              <a:extLst>
                <a:ext uri="{FF2B5EF4-FFF2-40B4-BE49-F238E27FC236}">
                  <a16:creationId xmlns:a16="http://schemas.microsoft.com/office/drawing/2014/main" id="{8A6D5B6E-D532-1AA9-F36B-7CBF5C2653AA}"/>
                </a:ext>
              </a:extLst>
            </p:cNvPr>
            <p:cNvSpPr/>
            <p:nvPr/>
          </p:nvSpPr>
          <p:spPr>
            <a:xfrm>
              <a:off x="824600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5" name="pg349">
              <a:extLst>
                <a:ext uri="{FF2B5EF4-FFF2-40B4-BE49-F238E27FC236}">
                  <a16:creationId xmlns:a16="http://schemas.microsoft.com/office/drawing/2014/main" id="{0CC1F4A8-BC13-C963-6C57-1C332F8ACCDC}"/>
                </a:ext>
              </a:extLst>
            </p:cNvPr>
            <p:cNvSpPr/>
            <p:nvPr/>
          </p:nvSpPr>
          <p:spPr>
            <a:xfrm>
              <a:off x="861734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6" name="pg350">
              <a:extLst>
                <a:ext uri="{FF2B5EF4-FFF2-40B4-BE49-F238E27FC236}">
                  <a16:creationId xmlns:a16="http://schemas.microsoft.com/office/drawing/2014/main" id="{6FED8C79-9C7F-BAC4-3BDB-676D3DD65067}"/>
                </a:ext>
              </a:extLst>
            </p:cNvPr>
            <p:cNvSpPr/>
            <p:nvPr/>
          </p:nvSpPr>
          <p:spPr>
            <a:xfrm>
              <a:off x="999874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7" name="pg351">
              <a:extLst>
                <a:ext uri="{FF2B5EF4-FFF2-40B4-BE49-F238E27FC236}">
                  <a16:creationId xmlns:a16="http://schemas.microsoft.com/office/drawing/2014/main" id="{FB4FCE0C-779A-DA38-57A1-7C79C38B5282}"/>
                </a:ext>
              </a:extLst>
            </p:cNvPr>
            <p:cNvSpPr/>
            <p:nvPr/>
          </p:nvSpPr>
          <p:spPr>
            <a:xfrm>
              <a:off x="999664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8" name="pg352">
              <a:extLst>
                <a:ext uri="{FF2B5EF4-FFF2-40B4-BE49-F238E27FC236}">
                  <a16:creationId xmlns:a16="http://schemas.microsoft.com/office/drawing/2014/main" id="{1808307F-6A3D-9585-AD92-F921CE2C8AB0}"/>
                </a:ext>
              </a:extLst>
            </p:cNvPr>
            <p:cNvSpPr/>
            <p:nvPr/>
          </p:nvSpPr>
          <p:spPr>
            <a:xfrm>
              <a:off x="839906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9" name="pg353">
              <a:extLst>
                <a:ext uri="{FF2B5EF4-FFF2-40B4-BE49-F238E27FC236}">
                  <a16:creationId xmlns:a16="http://schemas.microsoft.com/office/drawing/2014/main" id="{52600457-5DAE-9181-3CF8-6346D4084BE3}"/>
                </a:ext>
              </a:extLst>
            </p:cNvPr>
            <p:cNvSpPr/>
            <p:nvPr/>
          </p:nvSpPr>
          <p:spPr>
            <a:xfrm>
              <a:off x="981855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0" name="pg354">
              <a:extLst>
                <a:ext uri="{FF2B5EF4-FFF2-40B4-BE49-F238E27FC236}">
                  <a16:creationId xmlns:a16="http://schemas.microsoft.com/office/drawing/2014/main" id="{71AE07E9-9B8E-2E64-7299-2CF61EC1AC37}"/>
                </a:ext>
              </a:extLst>
            </p:cNvPr>
            <p:cNvSpPr/>
            <p:nvPr/>
          </p:nvSpPr>
          <p:spPr>
            <a:xfrm>
              <a:off x="797139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1" name="pg355">
              <a:extLst>
                <a:ext uri="{FF2B5EF4-FFF2-40B4-BE49-F238E27FC236}">
                  <a16:creationId xmlns:a16="http://schemas.microsoft.com/office/drawing/2014/main" id="{2201D520-4AB9-B4DF-682C-F5FB2F64650C}"/>
                </a:ext>
              </a:extLst>
            </p:cNvPr>
            <p:cNvSpPr/>
            <p:nvPr/>
          </p:nvSpPr>
          <p:spPr>
            <a:xfrm>
              <a:off x="997818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2" name="pg356">
              <a:extLst>
                <a:ext uri="{FF2B5EF4-FFF2-40B4-BE49-F238E27FC236}">
                  <a16:creationId xmlns:a16="http://schemas.microsoft.com/office/drawing/2014/main" id="{A37ECD05-A343-E49E-8938-5E786BCC672C}"/>
                </a:ext>
              </a:extLst>
            </p:cNvPr>
            <p:cNvSpPr/>
            <p:nvPr/>
          </p:nvSpPr>
          <p:spPr>
            <a:xfrm>
              <a:off x="1021601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3" name="pg357">
              <a:extLst>
                <a:ext uri="{FF2B5EF4-FFF2-40B4-BE49-F238E27FC236}">
                  <a16:creationId xmlns:a16="http://schemas.microsoft.com/office/drawing/2014/main" id="{90D58C77-BA2B-734D-F2A8-B3970F5EB348}"/>
                </a:ext>
              </a:extLst>
            </p:cNvPr>
            <p:cNvSpPr/>
            <p:nvPr/>
          </p:nvSpPr>
          <p:spPr>
            <a:xfrm>
              <a:off x="1012264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4" name="pg358">
              <a:extLst>
                <a:ext uri="{FF2B5EF4-FFF2-40B4-BE49-F238E27FC236}">
                  <a16:creationId xmlns:a16="http://schemas.microsoft.com/office/drawing/2014/main" id="{B09F5846-5C1E-EBF8-8CC8-CEBE33AAE2DE}"/>
                </a:ext>
              </a:extLst>
            </p:cNvPr>
            <p:cNvSpPr/>
            <p:nvPr/>
          </p:nvSpPr>
          <p:spPr>
            <a:xfrm>
              <a:off x="811259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5" name="pg359">
              <a:extLst>
                <a:ext uri="{FF2B5EF4-FFF2-40B4-BE49-F238E27FC236}">
                  <a16:creationId xmlns:a16="http://schemas.microsoft.com/office/drawing/2014/main" id="{21EC49F0-83D4-90AF-56B1-C3601450F759}"/>
                </a:ext>
              </a:extLst>
            </p:cNvPr>
            <p:cNvSpPr/>
            <p:nvPr/>
          </p:nvSpPr>
          <p:spPr>
            <a:xfrm>
              <a:off x="757200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6" name="pg360">
              <a:extLst>
                <a:ext uri="{FF2B5EF4-FFF2-40B4-BE49-F238E27FC236}">
                  <a16:creationId xmlns:a16="http://schemas.microsoft.com/office/drawing/2014/main" id="{F1B237CD-EB20-2C9E-AD40-87277618DAF2}"/>
                </a:ext>
              </a:extLst>
            </p:cNvPr>
            <p:cNvSpPr/>
            <p:nvPr/>
          </p:nvSpPr>
          <p:spPr>
            <a:xfrm>
              <a:off x="948225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7" name="pg361">
              <a:extLst>
                <a:ext uri="{FF2B5EF4-FFF2-40B4-BE49-F238E27FC236}">
                  <a16:creationId xmlns:a16="http://schemas.microsoft.com/office/drawing/2014/main" id="{F93363FC-2F7D-9C56-DE0A-1830DE5B85AE}"/>
                </a:ext>
              </a:extLst>
            </p:cNvPr>
            <p:cNvSpPr/>
            <p:nvPr/>
          </p:nvSpPr>
          <p:spPr>
            <a:xfrm>
              <a:off x="756327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8" name="pg362">
              <a:extLst>
                <a:ext uri="{FF2B5EF4-FFF2-40B4-BE49-F238E27FC236}">
                  <a16:creationId xmlns:a16="http://schemas.microsoft.com/office/drawing/2014/main" id="{60C6E3C6-7F27-ADAD-148F-6BAC6B08168E}"/>
                </a:ext>
              </a:extLst>
            </p:cNvPr>
            <p:cNvSpPr/>
            <p:nvPr/>
          </p:nvSpPr>
          <p:spPr>
            <a:xfrm>
              <a:off x="77922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9" name="pg363">
              <a:extLst>
                <a:ext uri="{FF2B5EF4-FFF2-40B4-BE49-F238E27FC236}">
                  <a16:creationId xmlns:a16="http://schemas.microsoft.com/office/drawing/2014/main" id="{316752EF-27F2-2CEC-963A-C7431681FD3F}"/>
                </a:ext>
              </a:extLst>
            </p:cNvPr>
            <p:cNvSpPr/>
            <p:nvPr/>
          </p:nvSpPr>
          <p:spPr>
            <a:xfrm>
              <a:off x="9478684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0" name="pg364">
              <a:extLst>
                <a:ext uri="{FF2B5EF4-FFF2-40B4-BE49-F238E27FC236}">
                  <a16:creationId xmlns:a16="http://schemas.microsoft.com/office/drawing/2014/main" id="{1FABDEBE-78FB-F4A1-88CB-29404D740084}"/>
                </a:ext>
              </a:extLst>
            </p:cNvPr>
            <p:cNvSpPr/>
            <p:nvPr/>
          </p:nvSpPr>
          <p:spPr>
            <a:xfrm>
              <a:off x="964368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1" name="pg365">
              <a:extLst>
                <a:ext uri="{FF2B5EF4-FFF2-40B4-BE49-F238E27FC236}">
                  <a16:creationId xmlns:a16="http://schemas.microsoft.com/office/drawing/2014/main" id="{3299CE8D-A86C-8CC5-0854-92F91AB43D04}"/>
                </a:ext>
              </a:extLst>
            </p:cNvPr>
            <p:cNvSpPr/>
            <p:nvPr/>
          </p:nvSpPr>
          <p:spPr>
            <a:xfrm>
              <a:off x="945545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2" name="pg366">
              <a:extLst>
                <a:ext uri="{FF2B5EF4-FFF2-40B4-BE49-F238E27FC236}">
                  <a16:creationId xmlns:a16="http://schemas.microsoft.com/office/drawing/2014/main" id="{999BE203-8240-DC8A-11A1-66EF15EE5E89}"/>
                </a:ext>
              </a:extLst>
            </p:cNvPr>
            <p:cNvSpPr/>
            <p:nvPr/>
          </p:nvSpPr>
          <p:spPr>
            <a:xfrm>
              <a:off x="936064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3" name="pg367">
              <a:extLst>
                <a:ext uri="{FF2B5EF4-FFF2-40B4-BE49-F238E27FC236}">
                  <a16:creationId xmlns:a16="http://schemas.microsoft.com/office/drawing/2014/main" id="{4AFEA0C9-FAAF-F879-9A87-2D5023D4B4D6}"/>
                </a:ext>
              </a:extLst>
            </p:cNvPr>
            <p:cNvSpPr/>
            <p:nvPr/>
          </p:nvSpPr>
          <p:spPr>
            <a:xfrm>
              <a:off x="973212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4" name="pg368">
              <a:extLst>
                <a:ext uri="{FF2B5EF4-FFF2-40B4-BE49-F238E27FC236}">
                  <a16:creationId xmlns:a16="http://schemas.microsoft.com/office/drawing/2014/main" id="{3C4E3188-17D7-AEE6-4BD7-B887DEDC53D9}"/>
                </a:ext>
              </a:extLst>
            </p:cNvPr>
            <p:cNvSpPr/>
            <p:nvPr/>
          </p:nvSpPr>
          <p:spPr>
            <a:xfrm>
              <a:off x="957389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5" name="pg369">
              <a:extLst>
                <a:ext uri="{FF2B5EF4-FFF2-40B4-BE49-F238E27FC236}">
                  <a16:creationId xmlns:a16="http://schemas.microsoft.com/office/drawing/2014/main" id="{AEEC5951-06A3-BFF5-21F7-5DCB864F00DD}"/>
                </a:ext>
              </a:extLst>
            </p:cNvPr>
            <p:cNvSpPr/>
            <p:nvPr/>
          </p:nvSpPr>
          <p:spPr>
            <a:xfrm>
              <a:off x="8236104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6" name="pg370">
              <a:extLst>
                <a:ext uri="{FF2B5EF4-FFF2-40B4-BE49-F238E27FC236}">
                  <a16:creationId xmlns:a16="http://schemas.microsoft.com/office/drawing/2014/main" id="{D420611E-AD5D-8101-84C9-866A2A86DBDF}"/>
                </a:ext>
              </a:extLst>
            </p:cNvPr>
            <p:cNvSpPr/>
            <p:nvPr/>
          </p:nvSpPr>
          <p:spPr>
            <a:xfrm>
              <a:off x="1021405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7" name="pg371">
              <a:extLst>
                <a:ext uri="{FF2B5EF4-FFF2-40B4-BE49-F238E27FC236}">
                  <a16:creationId xmlns:a16="http://schemas.microsoft.com/office/drawing/2014/main" id="{DB89785B-F64B-B6BB-BAE3-B8E6670367D7}"/>
                </a:ext>
              </a:extLst>
            </p:cNvPr>
            <p:cNvSpPr/>
            <p:nvPr/>
          </p:nvSpPr>
          <p:spPr>
            <a:xfrm>
              <a:off x="821825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8" name="pg372">
              <a:extLst>
                <a:ext uri="{FF2B5EF4-FFF2-40B4-BE49-F238E27FC236}">
                  <a16:creationId xmlns:a16="http://schemas.microsoft.com/office/drawing/2014/main" id="{02FA4F03-6C45-E8EB-10B0-2AFB3B7D6087}"/>
                </a:ext>
              </a:extLst>
            </p:cNvPr>
            <p:cNvSpPr/>
            <p:nvPr/>
          </p:nvSpPr>
          <p:spPr>
            <a:xfrm>
              <a:off x="8034242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9" name="pg373">
              <a:extLst>
                <a:ext uri="{FF2B5EF4-FFF2-40B4-BE49-F238E27FC236}">
                  <a16:creationId xmlns:a16="http://schemas.microsoft.com/office/drawing/2014/main" id="{7C5715D2-EAFD-B8C9-9DE1-69A0D506784C}"/>
                </a:ext>
              </a:extLst>
            </p:cNvPr>
            <p:cNvSpPr/>
            <p:nvPr/>
          </p:nvSpPr>
          <p:spPr>
            <a:xfrm>
              <a:off x="777092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0" name="pg374">
              <a:extLst>
                <a:ext uri="{FF2B5EF4-FFF2-40B4-BE49-F238E27FC236}">
                  <a16:creationId xmlns:a16="http://schemas.microsoft.com/office/drawing/2014/main" id="{46996DA9-E21E-605D-3EFF-56132E833B3B}"/>
                </a:ext>
              </a:extLst>
            </p:cNvPr>
            <p:cNvSpPr/>
            <p:nvPr/>
          </p:nvSpPr>
          <p:spPr>
            <a:xfrm>
              <a:off x="813681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1" name="pg375">
              <a:extLst>
                <a:ext uri="{FF2B5EF4-FFF2-40B4-BE49-F238E27FC236}">
                  <a16:creationId xmlns:a16="http://schemas.microsoft.com/office/drawing/2014/main" id="{4BA9ECB2-34A0-4721-42DC-046EBE390BE5}"/>
                </a:ext>
              </a:extLst>
            </p:cNvPr>
            <p:cNvSpPr/>
            <p:nvPr/>
          </p:nvSpPr>
          <p:spPr>
            <a:xfrm>
              <a:off x="9675793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2" name="pg376">
              <a:extLst>
                <a:ext uri="{FF2B5EF4-FFF2-40B4-BE49-F238E27FC236}">
                  <a16:creationId xmlns:a16="http://schemas.microsoft.com/office/drawing/2014/main" id="{2D582EE0-F0FA-441E-B90D-2AD50C89DC94}"/>
                </a:ext>
              </a:extLst>
            </p:cNvPr>
            <p:cNvSpPr/>
            <p:nvPr/>
          </p:nvSpPr>
          <p:spPr>
            <a:xfrm>
              <a:off x="8084766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3" name="pg377">
              <a:extLst>
                <a:ext uri="{FF2B5EF4-FFF2-40B4-BE49-F238E27FC236}">
                  <a16:creationId xmlns:a16="http://schemas.microsoft.com/office/drawing/2014/main" id="{6EE1949B-9D6C-9F0D-26BD-6475CD6417A6}"/>
                </a:ext>
              </a:extLst>
            </p:cNvPr>
            <p:cNvSpPr/>
            <p:nvPr/>
          </p:nvSpPr>
          <p:spPr>
            <a:xfrm>
              <a:off x="782389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4" name="pg378">
              <a:extLst>
                <a:ext uri="{FF2B5EF4-FFF2-40B4-BE49-F238E27FC236}">
                  <a16:creationId xmlns:a16="http://schemas.microsoft.com/office/drawing/2014/main" id="{F3C8DAFB-FE5F-B3AF-C48D-8647241A1796}"/>
                </a:ext>
              </a:extLst>
            </p:cNvPr>
            <p:cNvSpPr/>
            <p:nvPr/>
          </p:nvSpPr>
          <p:spPr>
            <a:xfrm>
              <a:off x="7636175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5" name="pg379">
              <a:extLst>
                <a:ext uri="{FF2B5EF4-FFF2-40B4-BE49-F238E27FC236}">
                  <a16:creationId xmlns:a16="http://schemas.microsoft.com/office/drawing/2014/main" id="{6B745D8B-A2E9-6C42-EEF0-DF8488ACD0AD}"/>
                </a:ext>
              </a:extLst>
            </p:cNvPr>
            <p:cNvSpPr/>
            <p:nvPr/>
          </p:nvSpPr>
          <p:spPr>
            <a:xfrm>
              <a:off x="778062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6" name="pg380">
              <a:extLst>
                <a:ext uri="{FF2B5EF4-FFF2-40B4-BE49-F238E27FC236}">
                  <a16:creationId xmlns:a16="http://schemas.microsoft.com/office/drawing/2014/main" id="{30AC9045-86CE-B535-9769-BE94C86CFAF9}"/>
                </a:ext>
              </a:extLst>
            </p:cNvPr>
            <p:cNvSpPr/>
            <p:nvPr/>
          </p:nvSpPr>
          <p:spPr>
            <a:xfrm>
              <a:off x="7557291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7" name="pg381">
              <a:extLst>
                <a:ext uri="{FF2B5EF4-FFF2-40B4-BE49-F238E27FC236}">
                  <a16:creationId xmlns:a16="http://schemas.microsoft.com/office/drawing/2014/main" id="{879C3A05-878D-6B38-92FA-0C7B2E608EEA}"/>
                </a:ext>
              </a:extLst>
            </p:cNvPr>
            <p:cNvSpPr/>
            <p:nvPr/>
          </p:nvSpPr>
          <p:spPr>
            <a:xfrm>
              <a:off x="967295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8" name="pg382">
              <a:extLst>
                <a:ext uri="{FF2B5EF4-FFF2-40B4-BE49-F238E27FC236}">
                  <a16:creationId xmlns:a16="http://schemas.microsoft.com/office/drawing/2014/main" id="{35F28FA5-D7B5-BAE3-F78B-8C135E727C22}"/>
                </a:ext>
              </a:extLst>
            </p:cNvPr>
            <p:cNvSpPr/>
            <p:nvPr/>
          </p:nvSpPr>
          <p:spPr>
            <a:xfrm>
              <a:off x="783314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9" name="pg383">
              <a:extLst>
                <a:ext uri="{FF2B5EF4-FFF2-40B4-BE49-F238E27FC236}">
                  <a16:creationId xmlns:a16="http://schemas.microsoft.com/office/drawing/2014/main" id="{95F29907-2F85-9A34-EEA9-180FEC87383E}"/>
                </a:ext>
              </a:extLst>
            </p:cNvPr>
            <p:cNvSpPr/>
            <p:nvPr/>
          </p:nvSpPr>
          <p:spPr>
            <a:xfrm>
              <a:off x="8132370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0" name="pg384">
              <a:extLst>
                <a:ext uri="{FF2B5EF4-FFF2-40B4-BE49-F238E27FC236}">
                  <a16:creationId xmlns:a16="http://schemas.microsoft.com/office/drawing/2014/main" id="{17547A25-4B80-CFF9-6498-B08E83F4F148}"/>
                </a:ext>
              </a:extLst>
            </p:cNvPr>
            <p:cNvSpPr/>
            <p:nvPr/>
          </p:nvSpPr>
          <p:spPr>
            <a:xfrm>
              <a:off x="945533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1" name="pg385">
              <a:extLst>
                <a:ext uri="{FF2B5EF4-FFF2-40B4-BE49-F238E27FC236}">
                  <a16:creationId xmlns:a16="http://schemas.microsoft.com/office/drawing/2014/main" id="{71AF3703-3F75-38E8-5FAB-300DD4BC4CA0}"/>
                </a:ext>
              </a:extLst>
            </p:cNvPr>
            <p:cNvSpPr/>
            <p:nvPr/>
          </p:nvSpPr>
          <p:spPr>
            <a:xfrm>
              <a:off x="962386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2" name="pg386">
              <a:extLst>
                <a:ext uri="{FF2B5EF4-FFF2-40B4-BE49-F238E27FC236}">
                  <a16:creationId xmlns:a16="http://schemas.microsoft.com/office/drawing/2014/main" id="{EEF18C56-EA84-781A-651E-14884EF13BC1}"/>
                </a:ext>
              </a:extLst>
            </p:cNvPr>
            <p:cNvSpPr/>
            <p:nvPr/>
          </p:nvSpPr>
          <p:spPr>
            <a:xfrm>
              <a:off x="953104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3" name="pg387">
              <a:extLst>
                <a:ext uri="{FF2B5EF4-FFF2-40B4-BE49-F238E27FC236}">
                  <a16:creationId xmlns:a16="http://schemas.microsoft.com/office/drawing/2014/main" id="{733BFCB9-4354-2D76-D3D8-A324E74F400A}"/>
                </a:ext>
              </a:extLst>
            </p:cNvPr>
            <p:cNvSpPr/>
            <p:nvPr/>
          </p:nvSpPr>
          <p:spPr>
            <a:xfrm>
              <a:off x="953093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4" name="pg388">
              <a:extLst>
                <a:ext uri="{FF2B5EF4-FFF2-40B4-BE49-F238E27FC236}">
                  <a16:creationId xmlns:a16="http://schemas.microsoft.com/office/drawing/2014/main" id="{D2B0ADC6-216A-11BF-A6E7-E21136EBC69F}"/>
                </a:ext>
              </a:extLst>
            </p:cNvPr>
            <p:cNvSpPr/>
            <p:nvPr/>
          </p:nvSpPr>
          <p:spPr>
            <a:xfrm>
              <a:off x="9561473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5" name="pg389">
              <a:extLst>
                <a:ext uri="{FF2B5EF4-FFF2-40B4-BE49-F238E27FC236}">
                  <a16:creationId xmlns:a16="http://schemas.microsoft.com/office/drawing/2014/main" id="{0538C58B-6BDC-8A6D-F5AD-B25AF3549473}"/>
                </a:ext>
              </a:extLst>
            </p:cNvPr>
            <p:cNvSpPr/>
            <p:nvPr/>
          </p:nvSpPr>
          <p:spPr>
            <a:xfrm>
              <a:off x="821781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6" name="pg390">
              <a:extLst>
                <a:ext uri="{FF2B5EF4-FFF2-40B4-BE49-F238E27FC236}">
                  <a16:creationId xmlns:a16="http://schemas.microsoft.com/office/drawing/2014/main" id="{D6DEBE0C-1AD6-9169-3362-C12998508C34}"/>
                </a:ext>
              </a:extLst>
            </p:cNvPr>
            <p:cNvSpPr/>
            <p:nvPr/>
          </p:nvSpPr>
          <p:spPr>
            <a:xfrm>
              <a:off x="8084766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7" name="pg391">
              <a:extLst>
                <a:ext uri="{FF2B5EF4-FFF2-40B4-BE49-F238E27FC236}">
                  <a16:creationId xmlns:a16="http://schemas.microsoft.com/office/drawing/2014/main" id="{6FB32CAC-6BBE-713A-C209-F315A16B659C}"/>
                </a:ext>
              </a:extLst>
            </p:cNvPr>
            <p:cNvSpPr/>
            <p:nvPr/>
          </p:nvSpPr>
          <p:spPr>
            <a:xfrm>
              <a:off x="8019389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8" name="pg392">
              <a:extLst>
                <a:ext uri="{FF2B5EF4-FFF2-40B4-BE49-F238E27FC236}">
                  <a16:creationId xmlns:a16="http://schemas.microsoft.com/office/drawing/2014/main" id="{57DE54B0-B6D4-0D02-44E7-B6569DFD5D41}"/>
                </a:ext>
              </a:extLst>
            </p:cNvPr>
            <p:cNvSpPr/>
            <p:nvPr/>
          </p:nvSpPr>
          <p:spPr>
            <a:xfrm>
              <a:off x="955991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9" name="pg393">
              <a:extLst>
                <a:ext uri="{FF2B5EF4-FFF2-40B4-BE49-F238E27FC236}">
                  <a16:creationId xmlns:a16="http://schemas.microsoft.com/office/drawing/2014/main" id="{03AF5455-4D2D-0E9E-2913-20AB722BA161}"/>
                </a:ext>
              </a:extLst>
            </p:cNvPr>
            <p:cNvSpPr/>
            <p:nvPr/>
          </p:nvSpPr>
          <p:spPr>
            <a:xfrm>
              <a:off x="78746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0" name="pg394">
              <a:extLst>
                <a:ext uri="{FF2B5EF4-FFF2-40B4-BE49-F238E27FC236}">
                  <a16:creationId xmlns:a16="http://schemas.microsoft.com/office/drawing/2014/main" id="{673159C2-AFD6-39CE-0F58-7E8D9E7A1535}"/>
                </a:ext>
              </a:extLst>
            </p:cNvPr>
            <p:cNvSpPr/>
            <p:nvPr/>
          </p:nvSpPr>
          <p:spPr>
            <a:xfrm>
              <a:off x="9574408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1" name="pg395">
              <a:extLst>
                <a:ext uri="{FF2B5EF4-FFF2-40B4-BE49-F238E27FC236}">
                  <a16:creationId xmlns:a16="http://schemas.microsoft.com/office/drawing/2014/main" id="{3B573D5E-D8C6-EC27-F007-AB1B2A11F9D5}"/>
                </a:ext>
              </a:extLst>
            </p:cNvPr>
            <p:cNvSpPr/>
            <p:nvPr/>
          </p:nvSpPr>
          <p:spPr>
            <a:xfrm>
              <a:off x="935905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2" name="pg396">
              <a:extLst>
                <a:ext uri="{FF2B5EF4-FFF2-40B4-BE49-F238E27FC236}">
                  <a16:creationId xmlns:a16="http://schemas.microsoft.com/office/drawing/2014/main" id="{615460A2-347F-B316-6D4D-5C6FA9D9B7D7}"/>
                </a:ext>
              </a:extLst>
            </p:cNvPr>
            <p:cNvSpPr/>
            <p:nvPr/>
          </p:nvSpPr>
          <p:spPr>
            <a:xfrm>
              <a:off x="1012264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3" name="pg397">
              <a:extLst>
                <a:ext uri="{FF2B5EF4-FFF2-40B4-BE49-F238E27FC236}">
                  <a16:creationId xmlns:a16="http://schemas.microsoft.com/office/drawing/2014/main" id="{5A170A3A-5D53-2CF2-3D25-674C8503A4BB}"/>
                </a:ext>
              </a:extLst>
            </p:cNvPr>
            <p:cNvSpPr/>
            <p:nvPr/>
          </p:nvSpPr>
          <p:spPr>
            <a:xfrm>
              <a:off x="9646552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4" name="pg398">
              <a:extLst>
                <a:ext uri="{FF2B5EF4-FFF2-40B4-BE49-F238E27FC236}">
                  <a16:creationId xmlns:a16="http://schemas.microsoft.com/office/drawing/2014/main" id="{3C268FA6-D7FF-EC5B-38E1-191BF985C284}"/>
                </a:ext>
              </a:extLst>
            </p:cNvPr>
            <p:cNvSpPr/>
            <p:nvPr/>
          </p:nvSpPr>
          <p:spPr>
            <a:xfrm>
              <a:off x="787461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5" name="pg399">
              <a:extLst>
                <a:ext uri="{FF2B5EF4-FFF2-40B4-BE49-F238E27FC236}">
                  <a16:creationId xmlns:a16="http://schemas.microsoft.com/office/drawing/2014/main" id="{44B31679-DE5F-A7C2-CCF8-4FA9DAE3C949}"/>
                </a:ext>
              </a:extLst>
            </p:cNvPr>
            <p:cNvSpPr/>
            <p:nvPr/>
          </p:nvSpPr>
          <p:spPr>
            <a:xfrm>
              <a:off x="778256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6" name="pg400">
              <a:extLst>
                <a:ext uri="{FF2B5EF4-FFF2-40B4-BE49-F238E27FC236}">
                  <a16:creationId xmlns:a16="http://schemas.microsoft.com/office/drawing/2014/main" id="{C8CDC81A-5BAA-5130-1AC8-C41412446C6C}"/>
                </a:ext>
              </a:extLst>
            </p:cNvPr>
            <p:cNvSpPr/>
            <p:nvPr/>
          </p:nvSpPr>
          <p:spPr>
            <a:xfrm>
              <a:off x="9622070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7" name="pg401">
              <a:extLst>
                <a:ext uri="{FF2B5EF4-FFF2-40B4-BE49-F238E27FC236}">
                  <a16:creationId xmlns:a16="http://schemas.microsoft.com/office/drawing/2014/main" id="{845A56A5-F585-F41A-6584-8AF8C56BB07F}"/>
                </a:ext>
              </a:extLst>
            </p:cNvPr>
            <p:cNvSpPr/>
            <p:nvPr/>
          </p:nvSpPr>
          <p:spPr>
            <a:xfrm>
              <a:off x="9732129" y="80901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8" name="pg402">
              <a:extLst>
                <a:ext uri="{FF2B5EF4-FFF2-40B4-BE49-F238E27FC236}">
                  <a16:creationId xmlns:a16="http://schemas.microsoft.com/office/drawing/2014/main" id="{652516F5-0CE2-0ED8-8F5C-B384A9C56101}"/>
                </a:ext>
              </a:extLst>
            </p:cNvPr>
            <p:cNvSpPr/>
            <p:nvPr/>
          </p:nvSpPr>
          <p:spPr>
            <a:xfrm>
              <a:off x="7628048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9" name="pg403">
              <a:extLst>
                <a:ext uri="{FF2B5EF4-FFF2-40B4-BE49-F238E27FC236}">
                  <a16:creationId xmlns:a16="http://schemas.microsoft.com/office/drawing/2014/main" id="{8D3D11CC-6F75-6704-B941-F1119CF79321}"/>
                </a:ext>
              </a:extLst>
            </p:cNvPr>
            <p:cNvSpPr/>
            <p:nvPr/>
          </p:nvSpPr>
          <p:spPr>
            <a:xfrm>
              <a:off x="7557291" y="55608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0" name="pl404">
              <a:extLst>
                <a:ext uri="{FF2B5EF4-FFF2-40B4-BE49-F238E27FC236}">
                  <a16:creationId xmlns:a16="http://schemas.microsoft.com/office/drawing/2014/main" id="{3B51F7C1-A348-1103-0118-DE01DFA31F60}"/>
                </a:ext>
              </a:extLst>
            </p:cNvPr>
            <p:cNvSpPr/>
            <p:nvPr/>
          </p:nvSpPr>
          <p:spPr>
            <a:xfrm>
              <a:off x="7618100" y="5841209"/>
              <a:ext cx="2658720" cy="1456182"/>
            </a:xfrm>
            <a:custGeom>
              <a:avLst/>
              <a:gdLst/>
              <a:ahLst/>
              <a:cxnLst/>
              <a:rect l="0" t="0" r="0" b="0"/>
              <a:pathLst>
                <a:path w="2658720" h="1456182">
                  <a:moveTo>
                    <a:pt x="0" y="0"/>
                  </a:moveTo>
                  <a:lnTo>
                    <a:pt x="33654" y="7582"/>
                  </a:lnTo>
                  <a:lnTo>
                    <a:pt x="67309" y="15412"/>
                  </a:lnTo>
                  <a:lnTo>
                    <a:pt x="100964" y="23495"/>
                  </a:lnTo>
                  <a:lnTo>
                    <a:pt x="134618" y="31838"/>
                  </a:lnTo>
                  <a:lnTo>
                    <a:pt x="168273" y="40445"/>
                  </a:lnTo>
                  <a:lnTo>
                    <a:pt x="201928" y="49324"/>
                  </a:lnTo>
                  <a:lnTo>
                    <a:pt x="235582" y="58481"/>
                  </a:lnTo>
                  <a:lnTo>
                    <a:pt x="269237" y="67921"/>
                  </a:lnTo>
                  <a:lnTo>
                    <a:pt x="302892" y="77651"/>
                  </a:lnTo>
                  <a:lnTo>
                    <a:pt x="336546" y="87676"/>
                  </a:lnTo>
                  <a:lnTo>
                    <a:pt x="370201" y="98002"/>
                  </a:lnTo>
                  <a:lnTo>
                    <a:pt x="403856" y="108636"/>
                  </a:lnTo>
                  <a:lnTo>
                    <a:pt x="437510" y="119581"/>
                  </a:lnTo>
                  <a:lnTo>
                    <a:pt x="471165" y="130845"/>
                  </a:lnTo>
                  <a:lnTo>
                    <a:pt x="504820" y="142431"/>
                  </a:lnTo>
                  <a:lnTo>
                    <a:pt x="538474" y="154346"/>
                  </a:lnTo>
                  <a:lnTo>
                    <a:pt x="572129" y="166594"/>
                  </a:lnTo>
                  <a:lnTo>
                    <a:pt x="605784" y="179179"/>
                  </a:lnTo>
                  <a:lnTo>
                    <a:pt x="639439" y="192106"/>
                  </a:lnTo>
                  <a:lnTo>
                    <a:pt x="673093" y="205379"/>
                  </a:lnTo>
                  <a:lnTo>
                    <a:pt x="706748" y="219002"/>
                  </a:lnTo>
                  <a:lnTo>
                    <a:pt x="740403" y="232977"/>
                  </a:lnTo>
                  <a:lnTo>
                    <a:pt x="774057" y="247309"/>
                  </a:lnTo>
                  <a:lnTo>
                    <a:pt x="807712" y="261999"/>
                  </a:lnTo>
                  <a:lnTo>
                    <a:pt x="841367" y="277050"/>
                  </a:lnTo>
                  <a:lnTo>
                    <a:pt x="875021" y="292463"/>
                  </a:lnTo>
                  <a:lnTo>
                    <a:pt x="908676" y="308241"/>
                  </a:lnTo>
                  <a:lnTo>
                    <a:pt x="942331" y="324383"/>
                  </a:lnTo>
                  <a:lnTo>
                    <a:pt x="975985" y="340890"/>
                  </a:lnTo>
                  <a:lnTo>
                    <a:pt x="1009640" y="357761"/>
                  </a:lnTo>
                  <a:lnTo>
                    <a:pt x="1043295" y="374997"/>
                  </a:lnTo>
                  <a:lnTo>
                    <a:pt x="1076949" y="392594"/>
                  </a:lnTo>
                  <a:lnTo>
                    <a:pt x="1110604" y="410552"/>
                  </a:lnTo>
                  <a:lnTo>
                    <a:pt x="1144259" y="428868"/>
                  </a:lnTo>
                  <a:lnTo>
                    <a:pt x="1177914" y="447537"/>
                  </a:lnTo>
                  <a:lnTo>
                    <a:pt x="1211568" y="466557"/>
                  </a:lnTo>
                  <a:lnTo>
                    <a:pt x="1245223" y="485923"/>
                  </a:lnTo>
                  <a:lnTo>
                    <a:pt x="1278878" y="505628"/>
                  </a:lnTo>
                  <a:lnTo>
                    <a:pt x="1312532" y="525668"/>
                  </a:lnTo>
                  <a:lnTo>
                    <a:pt x="1346187" y="546034"/>
                  </a:lnTo>
                  <a:lnTo>
                    <a:pt x="1379842" y="566720"/>
                  </a:lnTo>
                  <a:lnTo>
                    <a:pt x="1413496" y="587718"/>
                  </a:lnTo>
                  <a:lnTo>
                    <a:pt x="1447151" y="609017"/>
                  </a:lnTo>
                  <a:lnTo>
                    <a:pt x="1480806" y="630609"/>
                  </a:lnTo>
                  <a:lnTo>
                    <a:pt x="1514460" y="652483"/>
                  </a:lnTo>
                  <a:lnTo>
                    <a:pt x="1548115" y="674628"/>
                  </a:lnTo>
                  <a:lnTo>
                    <a:pt x="1581770" y="697032"/>
                  </a:lnTo>
                  <a:lnTo>
                    <a:pt x="1615424" y="719683"/>
                  </a:lnTo>
                  <a:lnTo>
                    <a:pt x="1649079" y="742567"/>
                  </a:lnTo>
                  <a:lnTo>
                    <a:pt x="1682734" y="765670"/>
                  </a:lnTo>
                  <a:lnTo>
                    <a:pt x="1716388" y="788979"/>
                  </a:lnTo>
                  <a:lnTo>
                    <a:pt x="1750043" y="812478"/>
                  </a:lnTo>
                  <a:lnTo>
                    <a:pt x="1783698" y="836152"/>
                  </a:lnTo>
                  <a:lnTo>
                    <a:pt x="1817353" y="859985"/>
                  </a:lnTo>
                  <a:lnTo>
                    <a:pt x="1851007" y="883960"/>
                  </a:lnTo>
                  <a:lnTo>
                    <a:pt x="1884662" y="908060"/>
                  </a:lnTo>
                  <a:lnTo>
                    <a:pt x="1918317" y="932269"/>
                  </a:lnTo>
                  <a:lnTo>
                    <a:pt x="1951971" y="956568"/>
                  </a:lnTo>
                  <a:lnTo>
                    <a:pt x="1985626" y="980941"/>
                  </a:lnTo>
                  <a:lnTo>
                    <a:pt x="2019281" y="1005368"/>
                  </a:lnTo>
                  <a:lnTo>
                    <a:pt x="2052935" y="1029832"/>
                  </a:lnTo>
                  <a:lnTo>
                    <a:pt x="2086590" y="1054315"/>
                  </a:lnTo>
                  <a:lnTo>
                    <a:pt x="2120245" y="1078798"/>
                  </a:lnTo>
                  <a:lnTo>
                    <a:pt x="2153899" y="1103262"/>
                  </a:lnTo>
                  <a:lnTo>
                    <a:pt x="2187554" y="1127690"/>
                  </a:lnTo>
                  <a:lnTo>
                    <a:pt x="2221209" y="1152063"/>
                  </a:lnTo>
                  <a:lnTo>
                    <a:pt x="2254863" y="1176364"/>
                  </a:lnTo>
                  <a:lnTo>
                    <a:pt x="2288518" y="1200574"/>
                  </a:lnTo>
                  <a:lnTo>
                    <a:pt x="2322173" y="1224676"/>
                  </a:lnTo>
                  <a:lnTo>
                    <a:pt x="2355828" y="1248653"/>
                  </a:lnTo>
                  <a:lnTo>
                    <a:pt x="2389482" y="1272488"/>
                  </a:lnTo>
                  <a:lnTo>
                    <a:pt x="2423137" y="1296164"/>
                  </a:lnTo>
                  <a:lnTo>
                    <a:pt x="2456792" y="1319666"/>
                  </a:lnTo>
                  <a:lnTo>
                    <a:pt x="2490446" y="1342977"/>
                  </a:lnTo>
                  <a:lnTo>
                    <a:pt x="2524101" y="1366084"/>
                  </a:lnTo>
                  <a:lnTo>
                    <a:pt x="2557756" y="1388971"/>
                  </a:lnTo>
                  <a:lnTo>
                    <a:pt x="2591410" y="1411625"/>
                  </a:lnTo>
                  <a:lnTo>
                    <a:pt x="2625065" y="1434033"/>
                  </a:lnTo>
                  <a:lnTo>
                    <a:pt x="2658720" y="1456182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1" name="pl405">
              <a:extLst>
                <a:ext uri="{FF2B5EF4-FFF2-40B4-BE49-F238E27FC236}">
                  <a16:creationId xmlns:a16="http://schemas.microsoft.com/office/drawing/2014/main" id="{6F481FD3-2AED-3C1B-D84C-677236215CC3}"/>
                </a:ext>
              </a:extLst>
            </p:cNvPr>
            <p:cNvSpPr/>
            <p:nvPr/>
          </p:nvSpPr>
          <p:spPr>
            <a:xfrm>
              <a:off x="8027254" y="6807861"/>
              <a:ext cx="2547391" cy="1068048"/>
            </a:xfrm>
            <a:custGeom>
              <a:avLst/>
              <a:gdLst/>
              <a:ahLst/>
              <a:cxnLst/>
              <a:rect l="0" t="0" r="0" b="0"/>
              <a:pathLst>
                <a:path w="2547391" h="1068048">
                  <a:moveTo>
                    <a:pt x="0" y="0"/>
                  </a:moveTo>
                  <a:lnTo>
                    <a:pt x="32245" y="17580"/>
                  </a:lnTo>
                  <a:lnTo>
                    <a:pt x="64490" y="35187"/>
                  </a:lnTo>
                  <a:lnTo>
                    <a:pt x="96736" y="52815"/>
                  </a:lnTo>
                  <a:lnTo>
                    <a:pt x="128981" y="70456"/>
                  </a:lnTo>
                  <a:lnTo>
                    <a:pt x="161227" y="88105"/>
                  </a:lnTo>
                  <a:lnTo>
                    <a:pt x="193472" y="105753"/>
                  </a:lnTo>
                  <a:lnTo>
                    <a:pt x="225718" y="123394"/>
                  </a:lnTo>
                  <a:lnTo>
                    <a:pt x="257963" y="141021"/>
                  </a:lnTo>
                  <a:lnTo>
                    <a:pt x="290209" y="158628"/>
                  </a:lnTo>
                  <a:lnTo>
                    <a:pt x="322454" y="176207"/>
                  </a:lnTo>
                  <a:lnTo>
                    <a:pt x="354700" y="193752"/>
                  </a:lnTo>
                  <a:lnTo>
                    <a:pt x="386945" y="211256"/>
                  </a:lnTo>
                  <a:lnTo>
                    <a:pt x="419190" y="228712"/>
                  </a:lnTo>
                  <a:lnTo>
                    <a:pt x="451436" y="246115"/>
                  </a:lnTo>
                  <a:lnTo>
                    <a:pt x="483681" y="263456"/>
                  </a:lnTo>
                  <a:lnTo>
                    <a:pt x="515927" y="280731"/>
                  </a:lnTo>
                  <a:lnTo>
                    <a:pt x="548172" y="297932"/>
                  </a:lnTo>
                  <a:lnTo>
                    <a:pt x="580418" y="315053"/>
                  </a:lnTo>
                  <a:lnTo>
                    <a:pt x="612663" y="332089"/>
                  </a:lnTo>
                  <a:lnTo>
                    <a:pt x="644909" y="349033"/>
                  </a:lnTo>
                  <a:lnTo>
                    <a:pt x="677154" y="365880"/>
                  </a:lnTo>
                  <a:lnTo>
                    <a:pt x="709400" y="382624"/>
                  </a:lnTo>
                  <a:lnTo>
                    <a:pt x="741645" y="399259"/>
                  </a:lnTo>
                  <a:lnTo>
                    <a:pt x="773891" y="415780"/>
                  </a:lnTo>
                  <a:lnTo>
                    <a:pt x="806136" y="432182"/>
                  </a:lnTo>
                  <a:lnTo>
                    <a:pt x="838381" y="448460"/>
                  </a:lnTo>
                  <a:lnTo>
                    <a:pt x="870627" y="464609"/>
                  </a:lnTo>
                  <a:lnTo>
                    <a:pt x="902872" y="480624"/>
                  </a:lnTo>
                  <a:lnTo>
                    <a:pt x="935118" y="496501"/>
                  </a:lnTo>
                  <a:lnTo>
                    <a:pt x="967363" y="512235"/>
                  </a:lnTo>
                  <a:lnTo>
                    <a:pt x="999609" y="527823"/>
                  </a:lnTo>
                  <a:lnTo>
                    <a:pt x="1031854" y="543260"/>
                  </a:lnTo>
                  <a:lnTo>
                    <a:pt x="1064100" y="558543"/>
                  </a:lnTo>
                  <a:lnTo>
                    <a:pt x="1096345" y="573667"/>
                  </a:lnTo>
                  <a:lnTo>
                    <a:pt x="1128591" y="588631"/>
                  </a:lnTo>
                  <a:lnTo>
                    <a:pt x="1160836" y="603430"/>
                  </a:lnTo>
                  <a:lnTo>
                    <a:pt x="1193082" y="618061"/>
                  </a:lnTo>
                  <a:lnTo>
                    <a:pt x="1225327" y="632523"/>
                  </a:lnTo>
                  <a:lnTo>
                    <a:pt x="1257572" y="646811"/>
                  </a:lnTo>
                  <a:lnTo>
                    <a:pt x="1289818" y="660924"/>
                  </a:lnTo>
                  <a:lnTo>
                    <a:pt x="1322063" y="674860"/>
                  </a:lnTo>
                  <a:lnTo>
                    <a:pt x="1354309" y="688617"/>
                  </a:lnTo>
                  <a:lnTo>
                    <a:pt x="1386554" y="702192"/>
                  </a:lnTo>
                  <a:lnTo>
                    <a:pt x="1418800" y="715584"/>
                  </a:lnTo>
                  <a:lnTo>
                    <a:pt x="1451045" y="728793"/>
                  </a:lnTo>
                  <a:lnTo>
                    <a:pt x="1483291" y="741815"/>
                  </a:lnTo>
                  <a:lnTo>
                    <a:pt x="1515536" y="754651"/>
                  </a:lnTo>
                  <a:lnTo>
                    <a:pt x="1547782" y="767300"/>
                  </a:lnTo>
                  <a:lnTo>
                    <a:pt x="1580027" y="779760"/>
                  </a:lnTo>
                  <a:lnTo>
                    <a:pt x="1612273" y="792032"/>
                  </a:lnTo>
                  <a:lnTo>
                    <a:pt x="1644518" y="804114"/>
                  </a:lnTo>
                  <a:lnTo>
                    <a:pt x="1676763" y="816007"/>
                  </a:lnTo>
                  <a:lnTo>
                    <a:pt x="1709009" y="827710"/>
                  </a:lnTo>
                  <a:lnTo>
                    <a:pt x="1741254" y="839223"/>
                  </a:lnTo>
                  <a:lnTo>
                    <a:pt x="1773500" y="850547"/>
                  </a:lnTo>
                  <a:lnTo>
                    <a:pt x="1805745" y="861683"/>
                  </a:lnTo>
                  <a:lnTo>
                    <a:pt x="1837991" y="872629"/>
                  </a:lnTo>
                  <a:lnTo>
                    <a:pt x="1870236" y="883388"/>
                  </a:lnTo>
                  <a:lnTo>
                    <a:pt x="1902482" y="893959"/>
                  </a:lnTo>
                  <a:lnTo>
                    <a:pt x="1934727" y="904344"/>
                  </a:lnTo>
                  <a:lnTo>
                    <a:pt x="1966973" y="914544"/>
                  </a:lnTo>
                  <a:lnTo>
                    <a:pt x="1999218" y="924559"/>
                  </a:lnTo>
                  <a:lnTo>
                    <a:pt x="2031464" y="934391"/>
                  </a:lnTo>
                  <a:lnTo>
                    <a:pt x="2063709" y="944040"/>
                  </a:lnTo>
                  <a:lnTo>
                    <a:pt x="2095954" y="953510"/>
                  </a:lnTo>
                  <a:lnTo>
                    <a:pt x="2128200" y="962800"/>
                  </a:lnTo>
                  <a:lnTo>
                    <a:pt x="2160445" y="971912"/>
                  </a:lnTo>
                  <a:lnTo>
                    <a:pt x="2192691" y="980848"/>
                  </a:lnTo>
                  <a:lnTo>
                    <a:pt x="2224936" y="989610"/>
                  </a:lnTo>
                  <a:lnTo>
                    <a:pt x="2257182" y="998199"/>
                  </a:lnTo>
                  <a:lnTo>
                    <a:pt x="2289427" y="1006618"/>
                  </a:lnTo>
                  <a:lnTo>
                    <a:pt x="2321673" y="1014867"/>
                  </a:lnTo>
                  <a:lnTo>
                    <a:pt x="2353918" y="1022949"/>
                  </a:lnTo>
                  <a:lnTo>
                    <a:pt x="2386164" y="1030866"/>
                  </a:lnTo>
                  <a:lnTo>
                    <a:pt x="2418409" y="1038620"/>
                  </a:lnTo>
                  <a:lnTo>
                    <a:pt x="2450655" y="1046213"/>
                  </a:lnTo>
                  <a:lnTo>
                    <a:pt x="2482900" y="1053648"/>
                  </a:lnTo>
                  <a:lnTo>
                    <a:pt x="2515145" y="1060925"/>
                  </a:lnTo>
                  <a:lnTo>
                    <a:pt x="2547391" y="1068048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2" name="pl406">
              <a:extLst>
                <a:ext uri="{FF2B5EF4-FFF2-40B4-BE49-F238E27FC236}">
                  <a16:creationId xmlns:a16="http://schemas.microsoft.com/office/drawing/2014/main" id="{2BEDE741-11DE-8EA0-7537-62DDA2FECCCB}"/>
                </a:ext>
              </a:extLst>
            </p:cNvPr>
            <p:cNvSpPr/>
            <p:nvPr/>
          </p:nvSpPr>
          <p:spPr>
            <a:xfrm>
              <a:off x="7499979" y="6476959"/>
              <a:ext cx="2896919" cy="652679"/>
            </a:xfrm>
            <a:custGeom>
              <a:avLst/>
              <a:gdLst/>
              <a:ahLst/>
              <a:cxnLst/>
              <a:rect l="0" t="0" r="0" b="0"/>
              <a:pathLst>
                <a:path w="2896919" h="652679">
                  <a:moveTo>
                    <a:pt x="0" y="0"/>
                  </a:moveTo>
                  <a:lnTo>
                    <a:pt x="36669" y="7588"/>
                  </a:lnTo>
                  <a:lnTo>
                    <a:pt x="73339" y="15209"/>
                  </a:lnTo>
                  <a:lnTo>
                    <a:pt x="110009" y="22864"/>
                  </a:lnTo>
                  <a:lnTo>
                    <a:pt x="146679" y="30550"/>
                  </a:lnTo>
                  <a:lnTo>
                    <a:pt x="183349" y="38268"/>
                  </a:lnTo>
                  <a:lnTo>
                    <a:pt x="220019" y="46018"/>
                  </a:lnTo>
                  <a:lnTo>
                    <a:pt x="256689" y="53799"/>
                  </a:lnTo>
                  <a:lnTo>
                    <a:pt x="293358" y="61609"/>
                  </a:lnTo>
                  <a:lnTo>
                    <a:pt x="330028" y="69450"/>
                  </a:lnTo>
                  <a:lnTo>
                    <a:pt x="366698" y="77319"/>
                  </a:lnTo>
                  <a:lnTo>
                    <a:pt x="403368" y="85217"/>
                  </a:lnTo>
                  <a:lnTo>
                    <a:pt x="440038" y="93144"/>
                  </a:lnTo>
                  <a:lnTo>
                    <a:pt x="476708" y="101097"/>
                  </a:lnTo>
                  <a:lnTo>
                    <a:pt x="513378" y="109078"/>
                  </a:lnTo>
                  <a:lnTo>
                    <a:pt x="550047" y="117085"/>
                  </a:lnTo>
                  <a:lnTo>
                    <a:pt x="586717" y="125118"/>
                  </a:lnTo>
                  <a:lnTo>
                    <a:pt x="623387" y="133176"/>
                  </a:lnTo>
                  <a:lnTo>
                    <a:pt x="660057" y="141258"/>
                  </a:lnTo>
                  <a:lnTo>
                    <a:pt x="696727" y="149364"/>
                  </a:lnTo>
                  <a:lnTo>
                    <a:pt x="733397" y="157494"/>
                  </a:lnTo>
                  <a:lnTo>
                    <a:pt x="770067" y="165646"/>
                  </a:lnTo>
                  <a:lnTo>
                    <a:pt x="806737" y="173820"/>
                  </a:lnTo>
                  <a:lnTo>
                    <a:pt x="843406" y="182015"/>
                  </a:lnTo>
                  <a:lnTo>
                    <a:pt x="880076" y="190231"/>
                  </a:lnTo>
                  <a:lnTo>
                    <a:pt x="916746" y="198467"/>
                  </a:lnTo>
                  <a:lnTo>
                    <a:pt x="953416" y="206723"/>
                  </a:lnTo>
                  <a:lnTo>
                    <a:pt x="990086" y="214997"/>
                  </a:lnTo>
                  <a:lnTo>
                    <a:pt x="1026756" y="223289"/>
                  </a:lnTo>
                  <a:lnTo>
                    <a:pt x="1063426" y="231598"/>
                  </a:lnTo>
                  <a:lnTo>
                    <a:pt x="1100095" y="239924"/>
                  </a:lnTo>
                  <a:lnTo>
                    <a:pt x="1136765" y="248265"/>
                  </a:lnTo>
                  <a:lnTo>
                    <a:pt x="1173435" y="256622"/>
                  </a:lnTo>
                  <a:lnTo>
                    <a:pt x="1210105" y="264993"/>
                  </a:lnTo>
                  <a:lnTo>
                    <a:pt x="1246775" y="273378"/>
                  </a:lnTo>
                  <a:lnTo>
                    <a:pt x="1283445" y="281776"/>
                  </a:lnTo>
                  <a:lnTo>
                    <a:pt x="1320115" y="290186"/>
                  </a:lnTo>
                  <a:lnTo>
                    <a:pt x="1356785" y="298607"/>
                  </a:lnTo>
                  <a:lnTo>
                    <a:pt x="1393454" y="307040"/>
                  </a:lnTo>
                  <a:lnTo>
                    <a:pt x="1430124" y="315482"/>
                  </a:lnTo>
                  <a:lnTo>
                    <a:pt x="1466794" y="323934"/>
                  </a:lnTo>
                  <a:lnTo>
                    <a:pt x="1503464" y="332394"/>
                  </a:lnTo>
                  <a:lnTo>
                    <a:pt x="1540134" y="340862"/>
                  </a:lnTo>
                  <a:lnTo>
                    <a:pt x="1576804" y="349337"/>
                  </a:lnTo>
                  <a:lnTo>
                    <a:pt x="1613474" y="357818"/>
                  </a:lnTo>
                  <a:lnTo>
                    <a:pt x="1650143" y="366304"/>
                  </a:lnTo>
                  <a:lnTo>
                    <a:pt x="1686813" y="374796"/>
                  </a:lnTo>
                  <a:lnTo>
                    <a:pt x="1723483" y="383291"/>
                  </a:lnTo>
                  <a:lnTo>
                    <a:pt x="1760153" y="391790"/>
                  </a:lnTo>
                  <a:lnTo>
                    <a:pt x="1796823" y="400291"/>
                  </a:lnTo>
                  <a:lnTo>
                    <a:pt x="1833493" y="408794"/>
                  </a:lnTo>
                  <a:lnTo>
                    <a:pt x="1870163" y="417297"/>
                  </a:lnTo>
                  <a:lnTo>
                    <a:pt x="1906833" y="425801"/>
                  </a:lnTo>
                  <a:lnTo>
                    <a:pt x="1943502" y="434304"/>
                  </a:lnTo>
                  <a:lnTo>
                    <a:pt x="1980172" y="442806"/>
                  </a:lnTo>
                  <a:lnTo>
                    <a:pt x="2016842" y="451305"/>
                  </a:lnTo>
                  <a:lnTo>
                    <a:pt x="2053512" y="459802"/>
                  </a:lnTo>
                  <a:lnTo>
                    <a:pt x="2090182" y="468295"/>
                  </a:lnTo>
                  <a:lnTo>
                    <a:pt x="2126852" y="476783"/>
                  </a:lnTo>
                  <a:lnTo>
                    <a:pt x="2163522" y="485266"/>
                  </a:lnTo>
                  <a:lnTo>
                    <a:pt x="2200191" y="493743"/>
                  </a:lnTo>
                  <a:lnTo>
                    <a:pt x="2236861" y="502214"/>
                  </a:lnTo>
                  <a:lnTo>
                    <a:pt x="2273531" y="510676"/>
                  </a:lnTo>
                  <a:lnTo>
                    <a:pt x="2310201" y="519131"/>
                  </a:lnTo>
                  <a:lnTo>
                    <a:pt x="2346871" y="527577"/>
                  </a:lnTo>
                  <a:lnTo>
                    <a:pt x="2383541" y="536012"/>
                  </a:lnTo>
                  <a:lnTo>
                    <a:pt x="2420211" y="544438"/>
                  </a:lnTo>
                  <a:lnTo>
                    <a:pt x="2456881" y="552852"/>
                  </a:lnTo>
                  <a:lnTo>
                    <a:pt x="2493550" y="561254"/>
                  </a:lnTo>
                  <a:lnTo>
                    <a:pt x="2530220" y="569643"/>
                  </a:lnTo>
                  <a:lnTo>
                    <a:pt x="2566890" y="578019"/>
                  </a:lnTo>
                  <a:lnTo>
                    <a:pt x="2603560" y="586381"/>
                  </a:lnTo>
                  <a:lnTo>
                    <a:pt x="2640230" y="594728"/>
                  </a:lnTo>
                  <a:lnTo>
                    <a:pt x="2676900" y="603059"/>
                  </a:lnTo>
                  <a:lnTo>
                    <a:pt x="2713570" y="611374"/>
                  </a:lnTo>
                  <a:lnTo>
                    <a:pt x="2750239" y="619671"/>
                  </a:lnTo>
                  <a:lnTo>
                    <a:pt x="2786909" y="627952"/>
                  </a:lnTo>
                  <a:lnTo>
                    <a:pt x="2823579" y="636213"/>
                  </a:lnTo>
                  <a:lnTo>
                    <a:pt x="2860249" y="644456"/>
                  </a:lnTo>
                  <a:lnTo>
                    <a:pt x="2896919" y="65267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3" name="pl407">
              <a:extLst>
                <a:ext uri="{FF2B5EF4-FFF2-40B4-BE49-F238E27FC236}">
                  <a16:creationId xmlns:a16="http://schemas.microsoft.com/office/drawing/2014/main" id="{3ACD14D3-E00C-BCDB-5052-86467EF5517A}"/>
                </a:ext>
              </a:extLst>
            </p:cNvPr>
            <p:cNvSpPr/>
            <p:nvPr/>
          </p:nvSpPr>
          <p:spPr>
            <a:xfrm>
              <a:off x="7478261" y="6280023"/>
              <a:ext cx="2859484" cy="1000567"/>
            </a:xfrm>
            <a:custGeom>
              <a:avLst/>
              <a:gdLst/>
              <a:ahLst/>
              <a:cxnLst/>
              <a:rect l="0" t="0" r="0" b="0"/>
              <a:pathLst>
                <a:path w="2859484" h="1000567">
                  <a:moveTo>
                    <a:pt x="0" y="0"/>
                  </a:moveTo>
                  <a:lnTo>
                    <a:pt x="36196" y="10389"/>
                  </a:lnTo>
                  <a:lnTo>
                    <a:pt x="72392" y="20885"/>
                  </a:lnTo>
                  <a:lnTo>
                    <a:pt x="108588" y="31488"/>
                  </a:lnTo>
                  <a:lnTo>
                    <a:pt x="144784" y="42196"/>
                  </a:lnTo>
                  <a:lnTo>
                    <a:pt x="180980" y="53009"/>
                  </a:lnTo>
                  <a:lnTo>
                    <a:pt x="217176" y="63925"/>
                  </a:lnTo>
                  <a:lnTo>
                    <a:pt x="253372" y="74944"/>
                  </a:lnTo>
                  <a:lnTo>
                    <a:pt x="289568" y="86064"/>
                  </a:lnTo>
                  <a:lnTo>
                    <a:pt x="325764" y="97285"/>
                  </a:lnTo>
                  <a:lnTo>
                    <a:pt x="361960" y="108604"/>
                  </a:lnTo>
                  <a:lnTo>
                    <a:pt x="398156" y="120021"/>
                  </a:lnTo>
                  <a:lnTo>
                    <a:pt x="434352" y="131535"/>
                  </a:lnTo>
                  <a:lnTo>
                    <a:pt x="470548" y="143143"/>
                  </a:lnTo>
                  <a:lnTo>
                    <a:pt x="506744" y="154844"/>
                  </a:lnTo>
                  <a:lnTo>
                    <a:pt x="542940" y="166637"/>
                  </a:lnTo>
                  <a:lnTo>
                    <a:pt x="579136" y="178520"/>
                  </a:lnTo>
                  <a:lnTo>
                    <a:pt x="615332" y="190492"/>
                  </a:lnTo>
                  <a:lnTo>
                    <a:pt x="651528" y="202550"/>
                  </a:lnTo>
                  <a:lnTo>
                    <a:pt x="687724" y="214692"/>
                  </a:lnTo>
                  <a:lnTo>
                    <a:pt x="723920" y="226918"/>
                  </a:lnTo>
                  <a:lnTo>
                    <a:pt x="760116" y="239224"/>
                  </a:lnTo>
                  <a:lnTo>
                    <a:pt x="796312" y="251609"/>
                  </a:lnTo>
                  <a:lnTo>
                    <a:pt x="832508" y="264071"/>
                  </a:lnTo>
                  <a:lnTo>
                    <a:pt x="868704" y="276607"/>
                  </a:lnTo>
                  <a:lnTo>
                    <a:pt x="904900" y="289215"/>
                  </a:lnTo>
                  <a:lnTo>
                    <a:pt x="941096" y="301893"/>
                  </a:lnTo>
                  <a:lnTo>
                    <a:pt x="977292" y="314639"/>
                  </a:lnTo>
                  <a:lnTo>
                    <a:pt x="1013488" y="327450"/>
                  </a:lnTo>
                  <a:lnTo>
                    <a:pt x="1049684" y="340323"/>
                  </a:lnTo>
                  <a:lnTo>
                    <a:pt x="1085880" y="353257"/>
                  </a:lnTo>
                  <a:lnTo>
                    <a:pt x="1122076" y="366248"/>
                  </a:lnTo>
                  <a:lnTo>
                    <a:pt x="1158272" y="379295"/>
                  </a:lnTo>
                  <a:lnTo>
                    <a:pt x="1194468" y="392393"/>
                  </a:lnTo>
                  <a:lnTo>
                    <a:pt x="1230664" y="405542"/>
                  </a:lnTo>
                  <a:lnTo>
                    <a:pt x="1266860" y="418737"/>
                  </a:lnTo>
                  <a:lnTo>
                    <a:pt x="1303056" y="431976"/>
                  </a:lnTo>
                  <a:lnTo>
                    <a:pt x="1339252" y="445257"/>
                  </a:lnTo>
                  <a:lnTo>
                    <a:pt x="1375448" y="458576"/>
                  </a:lnTo>
                  <a:lnTo>
                    <a:pt x="1411644" y="471930"/>
                  </a:lnTo>
                  <a:lnTo>
                    <a:pt x="1447840" y="485318"/>
                  </a:lnTo>
                  <a:lnTo>
                    <a:pt x="1484036" y="498734"/>
                  </a:lnTo>
                  <a:lnTo>
                    <a:pt x="1520232" y="512177"/>
                  </a:lnTo>
                  <a:lnTo>
                    <a:pt x="1556428" y="525644"/>
                  </a:lnTo>
                  <a:lnTo>
                    <a:pt x="1592624" y="539132"/>
                  </a:lnTo>
                  <a:lnTo>
                    <a:pt x="1628820" y="552637"/>
                  </a:lnTo>
                  <a:lnTo>
                    <a:pt x="1665016" y="566156"/>
                  </a:lnTo>
                  <a:lnTo>
                    <a:pt x="1701212" y="579687"/>
                  </a:lnTo>
                  <a:lnTo>
                    <a:pt x="1737408" y="593226"/>
                  </a:lnTo>
                  <a:lnTo>
                    <a:pt x="1773604" y="606770"/>
                  </a:lnTo>
                  <a:lnTo>
                    <a:pt x="1809800" y="620316"/>
                  </a:lnTo>
                  <a:lnTo>
                    <a:pt x="1845996" y="633861"/>
                  </a:lnTo>
                  <a:lnTo>
                    <a:pt x="1882192" y="647402"/>
                  </a:lnTo>
                  <a:lnTo>
                    <a:pt x="1918388" y="660935"/>
                  </a:lnTo>
                  <a:lnTo>
                    <a:pt x="1954584" y="674459"/>
                  </a:lnTo>
                  <a:lnTo>
                    <a:pt x="1990780" y="687968"/>
                  </a:lnTo>
                  <a:lnTo>
                    <a:pt x="2026976" y="701462"/>
                  </a:lnTo>
                  <a:lnTo>
                    <a:pt x="2063172" y="714935"/>
                  </a:lnTo>
                  <a:lnTo>
                    <a:pt x="2099368" y="728386"/>
                  </a:lnTo>
                  <a:lnTo>
                    <a:pt x="2135564" y="741812"/>
                  </a:lnTo>
                  <a:lnTo>
                    <a:pt x="2171760" y="755208"/>
                  </a:lnTo>
                  <a:lnTo>
                    <a:pt x="2207956" y="768573"/>
                  </a:lnTo>
                  <a:lnTo>
                    <a:pt x="2244152" y="781904"/>
                  </a:lnTo>
                  <a:lnTo>
                    <a:pt x="2280348" y="795197"/>
                  </a:lnTo>
                  <a:lnTo>
                    <a:pt x="2316544" y="808450"/>
                  </a:lnTo>
                  <a:lnTo>
                    <a:pt x="2352740" y="821659"/>
                  </a:lnTo>
                  <a:lnTo>
                    <a:pt x="2388936" y="834822"/>
                  </a:lnTo>
                  <a:lnTo>
                    <a:pt x="2425132" y="847937"/>
                  </a:lnTo>
                  <a:lnTo>
                    <a:pt x="2461328" y="861000"/>
                  </a:lnTo>
                  <a:lnTo>
                    <a:pt x="2497524" y="874009"/>
                  </a:lnTo>
                  <a:lnTo>
                    <a:pt x="2533720" y="886961"/>
                  </a:lnTo>
                  <a:lnTo>
                    <a:pt x="2569916" y="899854"/>
                  </a:lnTo>
                  <a:lnTo>
                    <a:pt x="2606112" y="912685"/>
                  </a:lnTo>
                  <a:lnTo>
                    <a:pt x="2642308" y="925452"/>
                  </a:lnTo>
                  <a:lnTo>
                    <a:pt x="2678504" y="938151"/>
                  </a:lnTo>
                  <a:lnTo>
                    <a:pt x="2714700" y="950782"/>
                  </a:lnTo>
                  <a:lnTo>
                    <a:pt x="2750896" y="963341"/>
                  </a:lnTo>
                  <a:lnTo>
                    <a:pt x="2787092" y="975826"/>
                  </a:lnTo>
                  <a:lnTo>
                    <a:pt x="2823288" y="988235"/>
                  </a:lnTo>
                  <a:lnTo>
                    <a:pt x="2859484" y="1000567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4" name="pl408">
              <a:extLst>
                <a:ext uri="{FF2B5EF4-FFF2-40B4-BE49-F238E27FC236}">
                  <a16:creationId xmlns:a16="http://schemas.microsoft.com/office/drawing/2014/main" id="{9793C475-08A4-3293-68C2-0096172BD34E}"/>
                </a:ext>
              </a:extLst>
            </p:cNvPr>
            <p:cNvSpPr/>
            <p:nvPr/>
          </p:nvSpPr>
          <p:spPr>
            <a:xfrm>
              <a:off x="7212203" y="6710546"/>
              <a:ext cx="3028367" cy="626017"/>
            </a:xfrm>
            <a:custGeom>
              <a:avLst/>
              <a:gdLst/>
              <a:ahLst/>
              <a:cxnLst/>
              <a:rect l="0" t="0" r="0" b="0"/>
              <a:pathLst>
                <a:path w="3028367" h="626017">
                  <a:moveTo>
                    <a:pt x="0" y="0"/>
                  </a:moveTo>
                  <a:lnTo>
                    <a:pt x="38333" y="8017"/>
                  </a:lnTo>
                  <a:lnTo>
                    <a:pt x="76667" y="16049"/>
                  </a:lnTo>
                  <a:lnTo>
                    <a:pt x="115001" y="24095"/>
                  </a:lnTo>
                  <a:lnTo>
                    <a:pt x="153335" y="32154"/>
                  </a:lnTo>
                  <a:lnTo>
                    <a:pt x="191668" y="40226"/>
                  </a:lnTo>
                  <a:lnTo>
                    <a:pt x="230002" y="48309"/>
                  </a:lnTo>
                  <a:lnTo>
                    <a:pt x="268336" y="56404"/>
                  </a:lnTo>
                  <a:lnTo>
                    <a:pt x="306670" y="64510"/>
                  </a:lnTo>
                  <a:lnTo>
                    <a:pt x="345003" y="72626"/>
                  </a:lnTo>
                  <a:lnTo>
                    <a:pt x="383337" y="80751"/>
                  </a:lnTo>
                  <a:lnTo>
                    <a:pt x="421671" y="88885"/>
                  </a:lnTo>
                  <a:lnTo>
                    <a:pt x="460005" y="97027"/>
                  </a:lnTo>
                  <a:lnTo>
                    <a:pt x="498339" y="105176"/>
                  </a:lnTo>
                  <a:lnTo>
                    <a:pt x="536672" y="113332"/>
                  </a:lnTo>
                  <a:lnTo>
                    <a:pt x="575006" y="121494"/>
                  </a:lnTo>
                  <a:lnTo>
                    <a:pt x="613340" y="129661"/>
                  </a:lnTo>
                  <a:lnTo>
                    <a:pt x="651674" y="137833"/>
                  </a:lnTo>
                  <a:lnTo>
                    <a:pt x="690007" y="146008"/>
                  </a:lnTo>
                  <a:lnTo>
                    <a:pt x="728341" y="154187"/>
                  </a:lnTo>
                  <a:lnTo>
                    <a:pt x="766675" y="162369"/>
                  </a:lnTo>
                  <a:lnTo>
                    <a:pt x="805009" y="170553"/>
                  </a:lnTo>
                  <a:lnTo>
                    <a:pt x="843342" y="178737"/>
                  </a:lnTo>
                  <a:lnTo>
                    <a:pt x="881676" y="186923"/>
                  </a:lnTo>
                  <a:lnTo>
                    <a:pt x="920010" y="195108"/>
                  </a:lnTo>
                  <a:lnTo>
                    <a:pt x="958344" y="203292"/>
                  </a:lnTo>
                  <a:lnTo>
                    <a:pt x="996678" y="211475"/>
                  </a:lnTo>
                  <a:lnTo>
                    <a:pt x="1035011" y="219656"/>
                  </a:lnTo>
                  <a:lnTo>
                    <a:pt x="1073345" y="227833"/>
                  </a:lnTo>
                  <a:lnTo>
                    <a:pt x="1111679" y="236008"/>
                  </a:lnTo>
                  <a:lnTo>
                    <a:pt x="1150013" y="244177"/>
                  </a:lnTo>
                  <a:lnTo>
                    <a:pt x="1188346" y="252342"/>
                  </a:lnTo>
                  <a:lnTo>
                    <a:pt x="1226680" y="260502"/>
                  </a:lnTo>
                  <a:lnTo>
                    <a:pt x="1265014" y="268655"/>
                  </a:lnTo>
                  <a:lnTo>
                    <a:pt x="1303348" y="276801"/>
                  </a:lnTo>
                  <a:lnTo>
                    <a:pt x="1341682" y="284939"/>
                  </a:lnTo>
                  <a:lnTo>
                    <a:pt x="1380015" y="293069"/>
                  </a:lnTo>
                  <a:lnTo>
                    <a:pt x="1418349" y="301191"/>
                  </a:lnTo>
                  <a:lnTo>
                    <a:pt x="1456683" y="309302"/>
                  </a:lnTo>
                  <a:lnTo>
                    <a:pt x="1495017" y="317403"/>
                  </a:lnTo>
                  <a:lnTo>
                    <a:pt x="1533350" y="325494"/>
                  </a:lnTo>
                  <a:lnTo>
                    <a:pt x="1571684" y="333572"/>
                  </a:lnTo>
                  <a:lnTo>
                    <a:pt x="1610018" y="341639"/>
                  </a:lnTo>
                  <a:lnTo>
                    <a:pt x="1648352" y="349692"/>
                  </a:lnTo>
                  <a:lnTo>
                    <a:pt x="1686685" y="357732"/>
                  </a:lnTo>
                  <a:lnTo>
                    <a:pt x="1725019" y="365758"/>
                  </a:lnTo>
                  <a:lnTo>
                    <a:pt x="1763353" y="373769"/>
                  </a:lnTo>
                  <a:lnTo>
                    <a:pt x="1801687" y="381764"/>
                  </a:lnTo>
                  <a:lnTo>
                    <a:pt x="1840021" y="389744"/>
                  </a:lnTo>
                  <a:lnTo>
                    <a:pt x="1878354" y="397706"/>
                  </a:lnTo>
                  <a:lnTo>
                    <a:pt x="1916688" y="405652"/>
                  </a:lnTo>
                  <a:lnTo>
                    <a:pt x="1955022" y="413579"/>
                  </a:lnTo>
                  <a:lnTo>
                    <a:pt x="1993356" y="421488"/>
                  </a:lnTo>
                  <a:lnTo>
                    <a:pt x="2031689" y="429378"/>
                  </a:lnTo>
                  <a:lnTo>
                    <a:pt x="2070023" y="437248"/>
                  </a:lnTo>
                  <a:lnTo>
                    <a:pt x="2108357" y="445098"/>
                  </a:lnTo>
                  <a:lnTo>
                    <a:pt x="2146691" y="452927"/>
                  </a:lnTo>
                  <a:lnTo>
                    <a:pt x="2185024" y="460735"/>
                  </a:lnTo>
                  <a:lnTo>
                    <a:pt x="2223358" y="468520"/>
                  </a:lnTo>
                  <a:lnTo>
                    <a:pt x="2261692" y="476283"/>
                  </a:lnTo>
                  <a:lnTo>
                    <a:pt x="2300026" y="484023"/>
                  </a:lnTo>
                  <a:lnTo>
                    <a:pt x="2338360" y="491739"/>
                  </a:lnTo>
                  <a:lnTo>
                    <a:pt x="2376693" y="499432"/>
                  </a:lnTo>
                  <a:lnTo>
                    <a:pt x="2415027" y="507099"/>
                  </a:lnTo>
                  <a:lnTo>
                    <a:pt x="2453361" y="514741"/>
                  </a:lnTo>
                  <a:lnTo>
                    <a:pt x="2491695" y="522358"/>
                  </a:lnTo>
                  <a:lnTo>
                    <a:pt x="2530028" y="529948"/>
                  </a:lnTo>
                  <a:lnTo>
                    <a:pt x="2568362" y="537511"/>
                  </a:lnTo>
                  <a:lnTo>
                    <a:pt x="2606696" y="545047"/>
                  </a:lnTo>
                  <a:lnTo>
                    <a:pt x="2645030" y="552556"/>
                  </a:lnTo>
                  <a:lnTo>
                    <a:pt x="2683364" y="560036"/>
                  </a:lnTo>
                  <a:lnTo>
                    <a:pt x="2721697" y="567488"/>
                  </a:lnTo>
                  <a:lnTo>
                    <a:pt x="2760031" y="574911"/>
                  </a:lnTo>
                  <a:lnTo>
                    <a:pt x="2798365" y="582304"/>
                  </a:lnTo>
                  <a:lnTo>
                    <a:pt x="2836699" y="589667"/>
                  </a:lnTo>
                  <a:lnTo>
                    <a:pt x="2875032" y="596999"/>
                  </a:lnTo>
                  <a:lnTo>
                    <a:pt x="2913366" y="604301"/>
                  </a:lnTo>
                  <a:lnTo>
                    <a:pt x="2951700" y="611571"/>
                  </a:lnTo>
                  <a:lnTo>
                    <a:pt x="2990034" y="618810"/>
                  </a:lnTo>
                  <a:lnTo>
                    <a:pt x="3028367" y="62601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5" name="pl409">
              <a:extLst>
                <a:ext uri="{FF2B5EF4-FFF2-40B4-BE49-F238E27FC236}">
                  <a16:creationId xmlns:a16="http://schemas.microsoft.com/office/drawing/2014/main" id="{9C44B814-F607-45D1-79B3-0D73F3EA8D77}"/>
                </a:ext>
              </a:extLst>
            </p:cNvPr>
            <p:cNvSpPr/>
            <p:nvPr/>
          </p:nvSpPr>
          <p:spPr>
            <a:xfrm>
              <a:off x="6954435" y="6272569"/>
              <a:ext cx="3013001" cy="475270"/>
            </a:xfrm>
            <a:custGeom>
              <a:avLst/>
              <a:gdLst/>
              <a:ahLst/>
              <a:cxnLst/>
              <a:rect l="0" t="0" r="0" b="0"/>
              <a:pathLst>
                <a:path w="3013001" h="475270">
                  <a:moveTo>
                    <a:pt x="0" y="0"/>
                  </a:moveTo>
                  <a:lnTo>
                    <a:pt x="38139" y="5131"/>
                  </a:lnTo>
                  <a:lnTo>
                    <a:pt x="76278" y="10289"/>
                  </a:lnTo>
                  <a:lnTo>
                    <a:pt x="114417" y="15474"/>
                  </a:lnTo>
                  <a:lnTo>
                    <a:pt x="152557" y="20686"/>
                  </a:lnTo>
                  <a:lnTo>
                    <a:pt x="190696" y="25924"/>
                  </a:lnTo>
                  <a:lnTo>
                    <a:pt x="228835" y="31188"/>
                  </a:lnTo>
                  <a:lnTo>
                    <a:pt x="266974" y="36480"/>
                  </a:lnTo>
                  <a:lnTo>
                    <a:pt x="305114" y="41797"/>
                  </a:lnTo>
                  <a:lnTo>
                    <a:pt x="343253" y="47141"/>
                  </a:lnTo>
                  <a:lnTo>
                    <a:pt x="381392" y="52510"/>
                  </a:lnTo>
                  <a:lnTo>
                    <a:pt x="419531" y="57906"/>
                  </a:lnTo>
                  <a:lnTo>
                    <a:pt x="457671" y="63328"/>
                  </a:lnTo>
                  <a:lnTo>
                    <a:pt x="495810" y="68775"/>
                  </a:lnTo>
                  <a:lnTo>
                    <a:pt x="533949" y="74248"/>
                  </a:lnTo>
                  <a:lnTo>
                    <a:pt x="572088" y="79746"/>
                  </a:lnTo>
                  <a:lnTo>
                    <a:pt x="610228" y="85270"/>
                  </a:lnTo>
                  <a:lnTo>
                    <a:pt x="648367" y="90818"/>
                  </a:lnTo>
                  <a:lnTo>
                    <a:pt x="686506" y="96392"/>
                  </a:lnTo>
                  <a:lnTo>
                    <a:pt x="724645" y="101991"/>
                  </a:lnTo>
                  <a:lnTo>
                    <a:pt x="762785" y="107614"/>
                  </a:lnTo>
                  <a:lnTo>
                    <a:pt x="800924" y="113262"/>
                  </a:lnTo>
                  <a:lnTo>
                    <a:pt x="839063" y="118934"/>
                  </a:lnTo>
                  <a:lnTo>
                    <a:pt x="877202" y="124631"/>
                  </a:lnTo>
                  <a:lnTo>
                    <a:pt x="915342" y="130351"/>
                  </a:lnTo>
                  <a:lnTo>
                    <a:pt x="953481" y="136096"/>
                  </a:lnTo>
                  <a:lnTo>
                    <a:pt x="991620" y="141864"/>
                  </a:lnTo>
                  <a:lnTo>
                    <a:pt x="1029759" y="147656"/>
                  </a:lnTo>
                  <a:lnTo>
                    <a:pt x="1067899" y="153471"/>
                  </a:lnTo>
                  <a:lnTo>
                    <a:pt x="1106038" y="159309"/>
                  </a:lnTo>
                  <a:lnTo>
                    <a:pt x="1144177" y="165170"/>
                  </a:lnTo>
                  <a:lnTo>
                    <a:pt x="1182316" y="171054"/>
                  </a:lnTo>
                  <a:lnTo>
                    <a:pt x="1220456" y="176960"/>
                  </a:lnTo>
                  <a:lnTo>
                    <a:pt x="1258595" y="182888"/>
                  </a:lnTo>
                  <a:lnTo>
                    <a:pt x="1296734" y="188839"/>
                  </a:lnTo>
                  <a:lnTo>
                    <a:pt x="1334873" y="194812"/>
                  </a:lnTo>
                  <a:lnTo>
                    <a:pt x="1373013" y="200806"/>
                  </a:lnTo>
                  <a:lnTo>
                    <a:pt x="1411152" y="206822"/>
                  </a:lnTo>
                  <a:lnTo>
                    <a:pt x="1449291" y="212859"/>
                  </a:lnTo>
                  <a:lnTo>
                    <a:pt x="1487431" y="218916"/>
                  </a:lnTo>
                  <a:lnTo>
                    <a:pt x="1525570" y="224995"/>
                  </a:lnTo>
                  <a:lnTo>
                    <a:pt x="1563709" y="231094"/>
                  </a:lnTo>
                  <a:lnTo>
                    <a:pt x="1601848" y="237213"/>
                  </a:lnTo>
                  <a:lnTo>
                    <a:pt x="1639988" y="243353"/>
                  </a:lnTo>
                  <a:lnTo>
                    <a:pt x="1678127" y="249512"/>
                  </a:lnTo>
                  <a:lnTo>
                    <a:pt x="1716266" y="255690"/>
                  </a:lnTo>
                  <a:lnTo>
                    <a:pt x="1754405" y="261888"/>
                  </a:lnTo>
                  <a:lnTo>
                    <a:pt x="1792545" y="268105"/>
                  </a:lnTo>
                  <a:lnTo>
                    <a:pt x="1830684" y="274340"/>
                  </a:lnTo>
                  <a:lnTo>
                    <a:pt x="1868823" y="280594"/>
                  </a:lnTo>
                  <a:lnTo>
                    <a:pt x="1906962" y="286866"/>
                  </a:lnTo>
                  <a:lnTo>
                    <a:pt x="1945102" y="293156"/>
                  </a:lnTo>
                  <a:lnTo>
                    <a:pt x="1983241" y="299463"/>
                  </a:lnTo>
                  <a:lnTo>
                    <a:pt x="2021380" y="305788"/>
                  </a:lnTo>
                  <a:lnTo>
                    <a:pt x="2059519" y="312129"/>
                  </a:lnTo>
                  <a:lnTo>
                    <a:pt x="2097659" y="318488"/>
                  </a:lnTo>
                  <a:lnTo>
                    <a:pt x="2135798" y="324862"/>
                  </a:lnTo>
                  <a:lnTo>
                    <a:pt x="2173937" y="331253"/>
                  </a:lnTo>
                  <a:lnTo>
                    <a:pt x="2212076" y="337660"/>
                  </a:lnTo>
                  <a:lnTo>
                    <a:pt x="2250216" y="344082"/>
                  </a:lnTo>
                  <a:lnTo>
                    <a:pt x="2288355" y="350519"/>
                  </a:lnTo>
                  <a:lnTo>
                    <a:pt x="2326494" y="356971"/>
                  </a:lnTo>
                  <a:lnTo>
                    <a:pt x="2364633" y="363438"/>
                  </a:lnTo>
                  <a:lnTo>
                    <a:pt x="2402773" y="369918"/>
                  </a:lnTo>
                  <a:lnTo>
                    <a:pt x="2440912" y="376413"/>
                  </a:lnTo>
                  <a:lnTo>
                    <a:pt x="2479051" y="382921"/>
                  </a:lnTo>
                  <a:lnTo>
                    <a:pt x="2517190" y="389443"/>
                  </a:lnTo>
                  <a:lnTo>
                    <a:pt x="2555330" y="395977"/>
                  </a:lnTo>
                  <a:lnTo>
                    <a:pt x="2593469" y="402524"/>
                  </a:lnTo>
                  <a:lnTo>
                    <a:pt x="2631608" y="409083"/>
                  </a:lnTo>
                  <a:lnTo>
                    <a:pt x="2669747" y="415654"/>
                  </a:lnTo>
                  <a:lnTo>
                    <a:pt x="2707887" y="422237"/>
                  </a:lnTo>
                  <a:lnTo>
                    <a:pt x="2746026" y="428831"/>
                  </a:lnTo>
                  <a:lnTo>
                    <a:pt x="2784165" y="435435"/>
                  </a:lnTo>
                  <a:lnTo>
                    <a:pt x="2822305" y="442050"/>
                  </a:lnTo>
                  <a:lnTo>
                    <a:pt x="2860444" y="448676"/>
                  </a:lnTo>
                  <a:lnTo>
                    <a:pt x="2898583" y="455310"/>
                  </a:lnTo>
                  <a:lnTo>
                    <a:pt x="2936722" y="461955"/>
                  </a:lnTo>
                  <a:lnTo>
                    <a:pt x="2974862" y="468608"/>
                  </a:lnTo>
                  <a:lnTo>
                    <a:pt x="3013001" y="47527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6" name="pl410">
              <a:extLst>
                <a:ext uri="{FF2B5EF4-FFF2-40B4-BE49-F238E27FC236}">
                  <a16:creationId xmlns:a16="http://schemas.microsoft.com/office/drawing/2014/main" id="{0AB6073E-847C-7730-E856-B318F95FDA97}"/>
                </a:ext>
              </a:extLst>
            </p:cNvPr>
            <p:cNvSpPr/>
            <p:nvPr/>
          </p:nvSpPr>
          <p:spPr>
            <a:xfrm>
              <a:off x="7461583" y="6436652"/>
              <a:ext cx="2858910" cy="773719"/>
            </a:xfrm>
            <a:custGeom>
              <a:avLst/>
              <a:gdLst/>
              <a:ahLst/>
              <a:cxnLst/>
              <a:rect l="0" t="0" r="0" b="0"/>
              <a:pathLst>
                <a:path w="2858910" h="773719">
                  <a:moveTo>
                    <a:pt x="0" y="0"/>
                  </a:moveTo>
                  <a:lnTo>
                    <a:pt x="36188" y="8844"/>
                  </a:lnTo>
                  <a:lnTo>
                    <a:pt x="72377" y="17738"/>
                  </a:lnTo>
                  <a:lnTo>
                    <a:pt x="108566" y="26683"/>
                  </a:lnTo>
                  <a:lnTo>
                    <a:pt x="144754" y="35677"/>
                  </a:lnTo>
                  <a:lnTo>
                    <a:pt x="180943" y="44720"/>
                  </a:lnTo>
                  <a:lnTo>
                    <a:pt x="217132" y="53810"/>
                  </a:lnTo>
                  <a:lnTo>
                    <a:pt x="253321" y="62948"/>
                  </a:lnTo>
                  <a:lnTo>
                    <a:pt x="289509" y="72131"/>
                  </a:lnTo>
                  <a:lnTo>
                    <a:pt x="325698" y="81359"/>
                  </a:lnTo>
                  <a:lnTo>
                    <a:pt x="361887" y="90632"/>
                  </a:lnTo>
                  <a:lnTo>
                    <a:pt x="398076" y="99949"/>
                  </a:lnTo>
                  <a:lnTo>
                    <a:pt x="434264" y="109308"/>
                  </a:lnTo>
                  <a:lnTo>
                    <a:pt x="470453" y="118709"/>
                  </a:lnTo>
                  <a:lnTo>
                    <a:pt x="506642" y="128150"/>
                  </a:lnTo>
                  <a:lnTo>
                    <a:pt x="542831" y="137631"/>
                  </a:lnTo>
                  <a:lnTo>
                    <a:pt x="579019" y="147151"/>
                  </a:lnTo>
                  <a:lnTo>
                    <a:pt x="615208" y="156709"/>
                  </a:lnTo>
                  <a:lnTo>
                    <a:pt x="651397" y="166303"/>
                  </a:lnTo>
                  <a:lnTo>
                    <a:pt x="687586" y="175934"/>
                  </a:lnTo>
                  <a:lnTo>
                    <a:pt x="723774" y="185599"/>
                  </a:lnTo>
                  <a:lnTo>
                    <a:pt x="759963" y="195297"/>
                  </a:lnTo>
                  <a:lnTo>
                    <a:pt x="796152" y="205028"/>
                  </a:lnTo>
                  <a:lnTo>
                    <a:pt x="832341" y="214791"/>
                  </a:lnTo>
                  <a:lnTo>
                    <a:pt x="868529" y="224584"/>
                  </a:lnTo>
                  <a:lnTo>
                    <a:pt x="904718" y="234406"/>
                  </a:lnTo>
                  <a:lnTo>
                    <a:pt x="940907" y="244256"/>
                  </a:lnTo>
                  <a:lnTo>
                    <a:pt x="977096" y="254133"/>
                  </a:lnTo>
                  <a:lnTo>
                    <a:pt x="1013284" y="264036"/>
                  </a:lnTo>
                  <a:lnTo>
                    <a:pt x="1049473" y="273963"/>
                  </a:lnTo>
                  <a:lnTo>
                    <a:pt x="1085662" y="283914"/>
                  </a:lnTo>
                  <a:lnTo>
                    <a:pt x="1121851" y="293887"/>
                  </a:lnTo>
                  <a:lnTo>
                    <a:pt x="1158039" y="303881"/>
                  </a:lnTo>
                  <a:lnTo>
                    <a:pt x="1194228" y="313894"/>
                  </a:lnTo>
                  <a:lnTo>
                    <a:pt x="1230417" y="323926"/>
                  </a:lnTo>
                  <a:lnTo>
                    <a:pt x="1266606" y="333976"/>
                  </a:lnTo>
                  <a:lnTo>
                    <a:pt x="1302794" y="344041"/>
                  </a:lnTo>
                  <a:lnTo>
                    <a:pt x="1338983" y="354121"/>
                  </a:lnTo>
                  <a:lnTo>
                    <a:pt x="1375172" y="364214"/>
                  </a:lnTo>
                  <a:lnTo>
                    <a:pt x="1411361" y="374320"/>
                  </a:lnTo>
                  <a:lnTo>
                    <a:pt x="1447549" y="384436"/>
                  </a:lnTo>
                  <a:lnTo>
                    <a:pt x="1483738" y="394562"/>
                  </a:lnTo>
                  <a:lnTo>
                    <a:pt x="1519927" y="404697"/>
                  </a:lnTo>
                  <a:lnTo>
                    <a:pt x="1556116" y="414838"/>
                  </a:lnTo>
                  <a:lnTo>
                    <a:pt x="1592304" y="424985"/>
                  </a:lnTo>
                  <a:lnTo>
                    <a:pt x="1628493" y="435136"/>
                  </a:lnTo>
                  <a:lnTo>
                    <a:pt x="1664682" y="445291"/>
                  </a:lnTo>
                  <a:lnTo>
                    <a:pt x="1700871" y="455447"/>
                  </a:lnTo>
                  <a:lnTo>
                    <a:pt x="1737059" y="465604"/>
                  </a:lnTo>
                  <a:lnTo>
                    <a:pt x="1773248" y="475760"/>
                  </a:lnTo>
                  <a:lnTo>
                    <a:pt x="1809437" y="485914"/>
                  </a:lnTo>
                  <a:lnTo>
                    <a:pt x="1845626" y="496064"/>
                  </a:lnTo>
                  <a:lnTo>
                    <a:pt x="1881814" y="506209"/>
                  </a:lnTo>
                  <a:lnTo>
                    <a:pt x="1918003" y="516349"/>
                  </a:lnTo>
                  <a:lnTo>
                    <a:pt x="1954192" y="526481"/>
                  </a:lnTo>
                  <a:lnTo>
                    <a:pt x="1990381" y="536604"/>
                  </a:lnTo>
                  <a:lnTo>
                    <a:pt x="2026569" y="546718"/>
                  </a:lnTo>
                  <a:lnTo>
                    <a:pt x="2062758" y="556820"/>
                  </a:lnTo>
                  <a:lnTo>
                    <a:pt x="2098947" y="566909"/>
                  </a:lnTo>
                  <a:lnTo>
                    <a:pt x="2135136" y="576985"/>
                  </a:lnTo>
                  <a:lnTo>
                    <a:pt x="2171324" y="587046"/>
                  </a:lnTo>
                  <a:lnTo>
                    <a:pt x="2207513" y="597090"/>
                  </a:lnTo>
                  <a:lnTo>
                    <a:pt x="2243702" y="607117"/>
                  </a:lnTo>
                  <a:lnTo>
                    <a:pt x="2279890" y="617125"/>
                  </a:lnTo>
                  <a:lnTo>
                    <a:pt x="2316079" y="627113"/>
                  </a:lnTo>
                  <a:lnTo>
                    <a:pt x="2352268" y="637080"/>
                  </a:lnTo>
                  <a:lnTo>
                    <a:pt x="2388457" y="647024"/>
                  </a:lnTo>
                  <a:lnTo>
                    <a:pt x="2424645" y="656944"/>
                  </a:lnTo>
                  <a:lnTo>
                    <a:pt x="2460834" y="666839"/>
                  </a:lnTo>
                  <a:lnTo>
                    <a:pt x="2497023" y="676709"/>
                  </a:lnTo>
                  <a:lnTo>
                    <a:pt x="2533212" y="686551"/>
                  </a:lnTo>
                  <a:lnTo>
                    <a:pt x="2569400" y="696365"/>
                  </a:lnTo>
                  <a:lnTo>
                    <a:pt x="2605589" y="706149"/>
                  </a:lnTo>
                  <a:lnTo>
                    <a:pt x="2641778" y="715902"/>
                  </a:lnTo>
                  <a:lnTo>
                    <a:pt x="2677967" y="725624"/>
                  </a:lnTo>
                  <a:lnTo>
                    <a:pt x="2714155" y="735313"/>
                  </a:lnTo>
                  <a:lnTo>
                    <a:pt x="2750344" y="744968"/>
                  </a:lnTo>
                  <a:lnTo>
                    <a:pt x="2786533" y="754588"/>
                  </a:lnTo>
                  <a:lnTo>
                    <a:pt x="2822722" y="764172"/>
                  </a:lnTo>
                  <a:lnTo>
                    <a:pt x="2858910" y="773719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7" name="pl411">
              <a:extLst>
                <a:ext uri="{FF2B5EF4-FFF2-40B4-BE49-F238E27FC236}">
                  <a16:creationId xmlns:a16="http://schemas.microsoft.com/office/drawing/2014/main" id="{34BBBC7E-C574-85CF-4F97-5716D5A14DE4}"/>
                </a:ext>
              </a:extLst>
            </p:cNvPr>
            <p:cNvSpPr/>
            <p:nvPr/>
          </p:nvSpPr>
          <p:spPr>
            <a:xfrm>
              <a:off x="7754290" y="6273886"/>
              <a:ext cx="3099421" cy="1257143"/>
            </a:xfrm>
            <a:custGeom>
              <a:avLst/>
              <a:gdLst/>
              <a:ahLst/>
              <a:cxnLst/>
              <a:rect l="0" t="0" r="0" b="0"/>
              <a:pathLst>
                <a:path w="3099421" h="1257143">
                  <a:moveTo>
                    <a:pt x="0" y="0"/>
                  </a:moveTo>
                  <a:lnTo>
                    <a:pt x="39233" y="13329"/>
                  </a:lnTo>
                  <a:lnTo>
                    <a:pt x="78466" y="26837"/>
                  </a:lnTo>
                  <a:lnTo>
                    <a:pt x="117699" y="40521"/>
                  </a:lnTo>
                  <a:lnTo>
                    <a:pt x="156932" y="54380"/>
                  </a:lnTo>
                  <a:lnTo>
                    <a:pt x="196165" y="68412"/>
                  </a:lnTo>
                  <a:lnTo>
                    <a:pt x="235399" y="82614"/>
                  </a:lnTo>
                  <a:lnTo>
                    <a:pt x="274632" y="96985"/>
                  </a:lnTo>
                  <a:lnTo>
                    <a:pt x="313865" y="111521"/>
                  </a:lnTo>
                  <a:lnTo>
                    <a:pt x="353098" y="126220"/>
                  </a:lnTo>
                  <a:lnTo>
                    <a:pt x="392331" y="141079"/>
                  </a:lnTo>
                  <a:lnTo>
                    <a:pt x="431564" y="156095"/>
                  </a:lnTo>
                  <a:lnTo>
                    <a:pt x="470798" y="171265"/>
                  </a:lnTo>
                  <a:lnTo>
                    <a:pt x="510031" y="186584"/>
                  </a:lnTo>
                  <a:lnTo>
                    <a:pt x="549264" y="202050"/>
                  </a:lnTo>
                  <a:lnTo>
                    <a:pt x="588497" y="217658"/>
                  </a:lnTo>
                  <a:lnTo>
                    <a:pt x="627730" y="233404"/>
                  </a:lnTo>
                  <a:lnTo>
                    <a:pt x="666964" y="249284"/>
                  </a:lnTo>
                  <a:lnTo>
                    <a:pt x="706197" y="265294"/>
                  </a:lnTo>
                  <a:lnTo>
                    <a:pt x="745430" y="281430"/>
                  </a:lnTo>
                  <a:lnTo>
                    <a:pt x="784663" y="297685"/>
                  </a:lnTo>
                  <a:lnTo>
                    <a:pt x="823896" y="314056"/>
                  </a:lnTo>
                  <a:lnTo>
                    <a:pt x="863129" y="330538"/>
                  </a:lnTo>
                  <a:lnTo>
                    <a:pt x="902363" y="347125"/>
                  </a:lnTo>
                  <a:lnTo>
                    <a:pt x="941596" y="363811"/>
                  </a:lnTo>
                  <a:lnTo>
                    <a:pt x="980829" y="380592"/>
                  </a:lnTo>
                  <a:lnTo>
                    <a:pt x="1020062" y="397461"/>
                  </a:lnTo>
                  <a:lnTo>
                    <a:pt x="1059295" y="414413"/>
                  </a:lnTo>
                  <a:lnTo>
                    <a:pt x="1098529" y="431442"/>
                  </a:lnTo>
                  <a:lnTo>
                    <a:pt x="1137762" y="448542"/>
                  </a:lnTo>
                  <a:lnTo>
                    <a:pt x="1176995" y="465707"/>
                  </a:lnTo>
                  <a:lnTo>
                    <a:pt x="1216228" y="482930"/>
                  </a:lnTo>
                  <a:lnTo>
                    <a:pt x="1255461" y="500206"/>
                  </a:lnTo>
                  <a:lnTo>
                    <a:pt x="1294694" y="517528"/>
                  </a:lnTo>
                  <a:lnTo>
                    <a:pt x="1333928" y="534889"/>
                  </a:lnTo>
                  <a:lnTo>
                    <a:pt x="1373161" y="552283"/>
                  </a:lnTo>
                  <a:lnTo>
                    <a:pt x="1412394" y="569704"/>
                  </a:lnTo>
                  <a:lnTo>
                    <a:pt x="1451627" y="587144"/>
                  </a:lnTo>
                  <a:lnTo>
                    <a:pt x="1490860" y="604598"/>
                  </a:lnTo>
                  <a:lnTo>
                    <a:pt x="1530094" y="622058"/>
                  </a:lnTo>
                  <a:lnTo>
                    <a:pt x="1569327" y="639518"/>
                  </a:lnTo>
                  <a:lnTo>
                    <a:pt x="1608560" y="656971"/>
                  </a:lnTo>
                  <a:lnTo>
                    <a:pt x="1647793" y="674411"/>
                  </a:lnTo>
                  <a:lnTo>
                    <a:pt x="1687026" y="691831"/>
                  </a:lnTo>
                  <a:lnTo>
                    <a:pt x="1726259" y="709224"/>
                  </a:lnTo>
                  <a:lnTo>
                    <a:pt x="1765493" y="726585"/>
                  </a:lnTo>
                  <a:lnTo>
                    <a:pt x="1804726" y="743905"/>
                  </a:lnTo>
                  <a:lnTo>
                    <a:pt x="1843959" y="761179"/>
                  </a:lnTo>
                  <a:lnTo>
                    <a:pt x="1883192" y="778401"/>
                  </a:lnTo>
                  <a:lnTo>
                    <a:pt x="1922425" y="795564"/>
                  </a:lnTo>
                  <a:lnTo>
                    <a:pt x="1961659" y="812662"/>
                  </a:lnTo>
                  <a:lnTo>
                    <a:pt x="2000892" y="829689"/>
                  </a:lnTo>
                  <a:lnTo>
                    <a:pt x="2040125" y="846639"/>
                  </a:lnTo>
                  <a:lnTo>
                    <a:pt x="2079358" y="863506"/>
                  </a:lnTo>
                  <a:lnTo>
                    <a:pt x="2118591" y="880284"/>
                  </a:lnTo>
                  <a:lnTo>
                    <a:pt x="2157824" y="896968"/>
                  </a:lnTo>
                  <a:lnTo>
                    <a:pt x="2197058" y="913552"/>
                  </a:lnTo>
                  <a:lnTo>
                    <a:pt x="2236291" y="930030"/>
                  </a:lnTo>
                  <a:lnTo>
                    <a:pt x="2275524" y="946398"/>
                  </a:lnTo>
                  <a:lnTo>
                    <a:pt x="2314757" y="962650"/>
                  </a:lnTo>
                  <a:lnTo>
                    <a:pt x="2353990" y="978782"/>
                  </a:lnTo>
                  <a:lnTo>
                    <a:pt x="2393224" y="994789"/>
                  </a:lnTo>
                  <a:lnTo>
                    <a:pt x="2432457" y="1010666"/>
                  </a:lnTo>
                  <a:lnTo>
                    <a:pt x="2471690" y="1026408"/>
                  </a:lnTo>
                  <a:lnTo>
                    <a:pt x="2510923" y="1042012"/>
                  </a:lnTo>
                  <a:lnTo>
                    <a:pt x="2550156" y="1057474"/>
                  </a:lnTo>
                  <a:lnTo>
                    <a:pt x="2589389" y="1072789"/>
                  </a:lnTo>
                  <a:lnTo>
                    <a:pt x="2628623" y="1087954"/>
                  </a:lnTo>
                  <a:lnTo>
                    <a:pt x="2667856" y="1102966"/>
                  </a:lnTo>
                  <a:lnTo>
                    <a:pt x="2707089" y="1117820"/>
                  </a:lnTo>
                  <a:lnTo>
                    <a:pt x="2746322" y="1132515"/>
                  </a:lnTo>
                  <a:lnTo>
                    <a:pt x="2785555" y="1147047"/>
                  </a:lnTo>
                  <a:lnTo>
                    <a:pt x="2824789" y="1161413"/>
                  </a:lnTo>
                  <a:lnTo>
                    <a:pt x="2864022" y="1175610"/>
                  </a:lnTo>
                  <a:lnTo>
                    <a:pt x="2903255" y="1189637"/>
                  </a:lnTo>
                  <a:lnTo>
                    <a:pt x="2942488" y="1203492"/>
                  </a:lnTo>
                  <a:lnTo>
                    <a:pt x="2981721" y="1217171"/>
                  </a:lnTo>
                  <a:lnTo>
                    <a:pt x="3020954" y="1230674"/>
                  </a:lnTo>
                  <a:lnTo>
                    <a:pt x="3060188" y="1243998"/>
                  </a:lnTo>
                  <a:lnTo>
                    <a:pt x="3099421" y="125714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8" name="tx412">
              <a:extLst>
                <a:ext uri="{FF2B5EF4-FFF2-40B4-BE49-F238E27FC236}">
                  <a16:creationId xmlns:a16="http://schemas.microsoft.com/office/drawing/2014/main" id="{7B7B5B05-3EB3-A58A-179A-3B309146654C}"/>
                </a:ext>
              </a:extLst>
            </p:cNvPr>
            <p:cNvSpPr/>
            <p:nvPr/>
          </p:nvSpPr>
          <p:spPr>
            <a:xfrm>
              <a:off x="6479214" y="81203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79" name="tx413">
              <a:extLst>
                <a:ext uri="{FF2B5EF4-FFF2-40B4-BE49-F238E27FC236}">
                  <a16:creationId xmlns:a16="http://schemas.microsoft.com/office/drawing/2014/main" id="{5280B253-5871-BAD5-1EB7-7783588244C9}"/>
                </a:ext>
              </a:extLst>
            </p:cNvPr>
            <p:cNvSpPr/>
            <p:nvPr/>
          </p:nvSpPr>
          <p:spPr>
            <a:xfrm>
              <a:off x="6479214" y="74880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80" name="tx414">
              <a:extLst>
                <a:ext uri="{FF2B5EF4-FFF2-40B4-BE49-F238E27FC236}">
                  <a16:creationId xmlns:a16="http://schemas.microsoft.com/office/drawing/2014/main" id="{3E9249CA-608C-2348-4264-B56E20A9806E}"/>
                </a:ext>
              </a:extLst>
            </p:cNvPr>
            <p:cNvSpPr/>
            <p:nvPr/>
          </p:nvSpPr>
          <p:spPr>
            <a:xfrm>
              <a:off x="6479214" y="68556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81" name="tx415">
              <a:extLst>
                <a:ext uri="{FF2B5EF4-FFF2-40B4-BE49-F238E27FC236}">
                  <a16:creationId xmlns:a16="http://schemas.microsoft.com/office/drawing/2014/main" id="{12265762-78E8-882C-AD2C-1DE2D89544AB}"/>
                </a:ext>
              </a:extLst>
            </p:cNvPr>
            <p:cNvSpPr/>
            <p:nvPr/>
          </p:nvSpPr>
          <p:spPr>
            <a:xfrm>
              <a:off x="6479214" y="62233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82" name="tx416">
              <a:extLst>
                <a:ext uri="{FF2B5EF4-FFF2-40B4-BE49-F238E27FC236}">
                  <a16:creationId xmlns:a16="http://schemas.microsoft.com/office/drawing/2014/main" id="{6B3379A8-01DF-C835-0B65-3F0DDBF9C69D}"/>
                </a:ext>
              </a:extLst>
            </p:cNvPr>
            <p:cNvSpPr/>
            <p:nvPr/>
          </p:nvSpPr>
          <p:spPr>
            <a:xfrm>
              <a:off x="6479214" y="55910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83" name="tx417">
              <a:extLst>
                <a:ext uri="{FF2B5EF4-FFF2-40B4-BE49-F238E27FC236}">
                  <a16:creationId xmlns:a16="http://schemas.microsoft.com/office/drawing/2014/main" id="{B050AE86-37BE-ECD9-4682-1359F840ABD1}"/>
                </a:ext>
              </a:extLst>
            </p:cNvPr>
            <p:cNvSpPr/>
            <p:nvPr/>
          </p:nvSpPr>
          <p:spPr>
            <a:xfrm>
              <a:off x="6737472" y="83494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84" name="tx418">
              <a:extLst>
                <a:ext uri="{FF2B5EF4-FFF2-40B4-BE49-F238E27FC236}">
                  <a16:creationId xmlns:a16="http://schemas.microsoft.com/office/drawing/2014/main" id="{DB2EC335-09AF-2CDE-6D3D-06BA1F2FB5A5}"/>
                </a:ext>
              </a:extLst>
            </p:cNvPr>
            <p:cNvSpPr/>
            <p:nvPr/>
          </p:nvSpPr>
          <p:spPr>
            <a:xfrm>
              <a:off x="7828982" y="83494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785" name="tx419">
              <a:extLst>
                <a:ext uri="{FF2B5EF4-FFF2-40B4-BE49-F238E27FC236}">
                  <a16:creationId xmlns:a16="http://schemas.microsoft.com/office/drawing/2014/main" id="{3FB9C2E8-CACE-98F8-7860-4E7AE16ECE1E}"/>
                </a:ext>
              </a:extLst>
            </p:cNvPr>
            <p:cNvSpPr/>
            <p:nvPr/>
          </p:nvSpPr>
          <p:spPr>
            <a:xfrm>
              <a:off x="8920492" y="83494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786" name="tx420">
              <a:extLst>
                <a:ext uri="{FF2B5EF4-FFF2-40B4-BE49-F238E27FC236}">
                  <a16:creationId xmlns:a16="http://schemas.microsoft.com/office/drawing/2014/main" id="{42208AC7-6D3C-A15D-34B6-6DBDFEB9BA8D}"/>
                </a:ext>
              </a:extLst>
            </p:cNvPr>
            <p:cNvSpPr/>
            <p:nvPr/>
          </p:nvSpPr>
          <p:spPr>
            <a:xfrm>
              <a:off x="9980912" y="83494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787" name="tx421">
              <a:extLst>
                <a:ext uri="{FF2B5EF4-FFF2-40B4-BE49-F238E27FC236}">
                  <a16:creationId xmlns:a16="http://schemas.microsoft.com/office/drawing/2014/main" id="{5314E29E-CF2C-3F2F-B9DF-EA651F41AE96}"/>
                </a:ext>
              </a:extLst>
            </p:cNvPr>
            <p:cNvSpPr/>
            <p:nvPr/>
          </p:nvSpPr>
          <p:spPr>
            <a:xfrm>
              <a:off x="8166244" y="84877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1788" name="tx422">
              <a:extLst>
                <a:ext uri="{FF2B5EF4-FFF2-40B4-BE49-F238E27FC236}">
                  <a16:creationId xmlns:a16="http://schemas.microsoft.com/office/drawing/2014/main" id="{787ABB49-04F0-4E0D-3AE8-2230CD29EF08}"/>
                </a:ext>
              </a:extLst>
            </p:cNvPr>
            <p:cNvSpPr/>
            <p:nvPr/>
          </p:nvSpPr>
          <p:spPr>
            <a:xfrm rot="16200000">
              <a:off x="6116516" y="68456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819" name="tx453">
              <a:extLst>
                <a:ext uri="{FF2B5EF4-FFF2-40B4-BE49-F238E27FC236}">
                  <a16:creationId xmlns:a16="http://schemas.microsoft.com/office/drawing/2014/main" id="{1D9EE19F-32B6-C3C2-9F34-A0B34F806065}"/>
                </a:ext>
              </a:extLst>
            </p:cNvPr>
            <p:cNvSpPr/>
            <p:nvPr/>
          </p:nvSpPr>
          <p:spPr>
            <a:xfrm>
              <a:off x="6759471" y="50987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1820" name="tx454">
              <a:extLst>
                <a:ext uri="{FF2B5EF4-FFF2-40B4-BE49-F238E27FC236}">
                  <a16:creationId xmlns:a16="http://schemas.microsoft.com/office/drawing/2014/main" id="{4159263B-97E5-8654-F325-58E93837DCB0}"/>
                </a:ext>
              </a:extLst>
            </p:cNvPr>
            <p:cNvSpPr/>
            <p:nvPr/>
          </p:nvSpPr>
          <p:spPr>
            <a:xfrm>
              <a:off x="6759471" y="5279840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745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0823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8087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60931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4098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2103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1607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240850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32090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400958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3"/>
            <p:cNvSpPr/>
            <p:nvPr/>
          </p:nvSpPr>
          <p:spPr>
            <a:xfrm>
              <a:off x="48101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4"/>
            <p:cNvSpPr/>
            <p:nvPr/>
          </p:nvSpPr>
          <p:spPr>
            <a:xfrm>
              <a:off x="56106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17716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248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9552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19938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184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8990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19666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8969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17784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1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38997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9611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17870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804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669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40155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4666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2099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17735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6673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5492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2093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548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6689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19666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3822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40128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37831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3818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199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17787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38963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17870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3782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2296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0983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4668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2215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42705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09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25986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22643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42630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43677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54737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1837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22278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2065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444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18349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367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22643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18804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45444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6083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882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602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4383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645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6024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676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277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2631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2210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18382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18367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6836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4092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0649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2532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543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22276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4608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3637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1856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22371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17477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2172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39311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2019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3992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3789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45967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0158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4675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639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9282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37818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0200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2255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22332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19900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18550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38731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19893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19617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4598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3791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203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20239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8765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1747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39898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1232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1961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3781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2035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46768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21473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75808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752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40474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23090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3907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21509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39570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37621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23178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1974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40535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39010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21418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2148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20027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1779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22295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21572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3901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22287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104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18871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3957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1797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17838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39900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19751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1464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23025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9098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104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20035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37612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39898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17972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23023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1887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28711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0712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20164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3116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15800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2012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1580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30004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31382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6295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19430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1911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32038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19429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19135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19167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30004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30715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31160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2995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20380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794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32380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3246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1214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19179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1716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19077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37861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158026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320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19948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7878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2990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28710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1629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2994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19163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39043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32937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9037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17166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854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1934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36993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36994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18812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2033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3417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36057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16378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21379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3565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35547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3565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3652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202545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37684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3670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1915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3468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1655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3654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36064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19337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1637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640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4395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469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1655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18808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43525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555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19348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4197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16404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18544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1517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36696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2130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t309"/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t310"/>
            <p:cNvSpPr/>
            <p:nvPr/>
          </p:nvSpPr>
          <p:spPr>
            <a:xfrm>
              <a:off x="20843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t311"/>
            <p:cNvSpPr/>
            <p:nvPr/>
          </p:nvSpPr>
          <p:spPr>
            <a:xfrm>
              <a:off x="3766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221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3764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54047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3264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647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24440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25986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25433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601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46876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222449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3274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3790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7384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46283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2539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5812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45467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4417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43272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53695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53708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4582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22276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6901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2450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4625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22128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545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23260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64690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24125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45814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22232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24125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22132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47429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17799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1779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3648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3462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3321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1922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33691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187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16754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1776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16767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36471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35960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33672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43971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17909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19209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34619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1788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3510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19221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19783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1976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16723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3662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3950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35468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35465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1893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16932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1976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35965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16919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35981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1872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18933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16723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35111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332009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3597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4"/>
            <p:cNvSpPr/>
            <p:nvPr/>
          </p:nvSpPr>
          <p:spPr>
            <a:xfrm>
              <a:off x="36601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g405"/>
            <p:cNvSpPr/>
            <p:nvPr/>
          </p:nvSpPr>
          <p:spPr>
            <a:xfrm>
              <a:off x="17772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g406"/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g407"/>
            <p:cNvSpPr/>
            <p:nvPr/>
          </p:nvSpPr>
          <p:spPr>
            <a:xfrm>
              <a:off x="1623483" y="1936617"/>
              <a:ext cx="3899276" cy="1946155"/>
            </a:xfrm>
            <a:custGeom>
              <a:avLst/>
              <a:gdLst/>
              <a:ahLst/>
              <a:cxnLst/>
              <a:rect l="0" t="0" r="0" b="0"/>
              <a:pathLst>
                <a:path w="3899276" h="1946155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  <a:lnTo>
                    <a:pt x="3899276" y="1946155"/>
                  </a:lnTo>
                  <a:lnTo>
                    <a:pt x="3849918" y="1938176"/>
                  </a:lnTo>
                  <a:lnTo>
                    <a:pt x="3800560" y="1929841"/>
                  </a:lnTo>
                  <a:lnTo>
                    <a:pt x="3751202" y="1921139"/>
                  </a:lnTo>
                  <a:lnTo>
                    <a:pt x="3701844" y="1912057"/>
                  </a:lnTo>
                  <a:lnTo>
                    <a:pt x="3652486" y="1902583"/>
                  </a:lnTo>
                  <a:lnTo>
                    <a:pt x="3603128" y="1892704"/>
                  </a:lnTo>
                  <a:lnTo>
                    <a:pt x="3553770" y="1882408"/>
                  </a:lnTo>
                  <a:lnTo>
                    <a:pt x="3504412" y="1871684"/>
                  </a:lnTo>
                  <a:lnTo>
                    <a:pt x="3455055" y="1860518"/>
                  </a:lnTo>
                  <a:lnTo>
                    <a:pt x="3405697" y="1848901"/>
                  </a:lnTo>
                  <a:lnTo>
                    <a:pt x="3356339" y="1836819"/>
                  </a:lnTo>
                  <a:lnTo>
                    <a:pt x="3306981" y="1824264"/>
                  </a:lnTo>
                  <a:lnTo>
                    <a:pt x="3257623" y="1811223"/>
                  </a:lnTo>
                  <a:lnTo>
                    <a:pt x="3208265" y="1797687"/>
                  </a:lnTo>
                  <a:lnTo>
                    <a:pt x="3158907" y="1783648"/>
                  </a:lnTo>
                  <a:lnTo>
                    <a:pt x="3109549" y="1769097"/>
                  </a:lnTo>
                  <a:lnTo>
                    <a:pt x="3060191" y="1754027"/>
                  </a:lnTo>
                  <a:lnTo>
                    <a:pt x="3010833" y="1738431"/>
                  </a:lnTo>
                  <a:lnTo>
                    <a:pt x="2961475" y="1722304"/>
                  </a:lnTo>
                  <a:lnTo>
                    <a:pt x="2912117" y="1705643"/>
                  </a:lnTo>
                  <a:lnTo>
                    <a:pt x="2862759" y="1688444"/>
                  </a:lnTo>
                  <a:lnTo>
                    <a:pt x="2813401" y="1670708"/>
                  </a:lnTo>
                  <a:lnTo>
                    <a:pt x="2764044" y="1652434"/>
                  </a:lnTo>
                  <a:lnTo>
                    <a:pt x="2714686" y="1633625"/>
                  </a:lnTo>
                  <a:lnTo>
                    <a:pt x="2665328" y="1614287"/>
                  </a:lnTo>
                  <a:lnTo>
                    <a:pt x="2615970" y="1594424"/>
                  </a:lnTo>
                  <a:lnTo>
                    <a:pt x="2566612" y="1574047"/>
                  </a:lnTo>
                  <a:lnTo>
                    <a:pt x="2517254" y="1553166"/>
                  </a:lnTo>
                  <a:lnTo>
                    <a:pt x="2467896" y="1531795"/>
                  </a:lnTo>
                  <a:lnTo>
                    <a:pt x="2418538" y="1509950"/>
                  </a:lnTo>
                  <a:lnTo>
                    <a:pt x="2369180" y="1487649"/>
                  </a:lnTo>
                  <a:lnTo>
                    <a:pt x="2319822" y="1464915"/>
                  </a:lnTo>
                  <a:lnTo>
                    <a:pt x="2270464" y="1441772"/>
                  </a:lnTo>
                  <a:lnTo>
                    <a:pt x="2221106" y="1418247"/>
                  </a:lnTo>
                  <a:lnTo>
                    <a:pt x="2171748" y="1394371"/>
                  </a:lnTo>
                  <a:lnTo>
                    <a:pt x="2122390" y="1370175"/>
                  </a:lnTo>
                  <a:lnTo>
                    <a:pt x="2073033" y="1345696"/>
                  </a:lnTo>
                  <a:lnTo>
                    <a:pt x="2023675" y="1320973"/>
                  </a:lnTo>
                  <a:lnTo>
                    <a:pt x="1974317" y="1296046"/>
                  </a:lnTo>
                  <a:lnTo>
                    <a:pt x="1924959" y="1270957"/>
                  </a:lnTo>
                  <a:lnTo>
                    <a:pt x="1875601" y="1245753"/>
                  </a:lnTo>
                  <a:lnTo>
                    <a:pt x="1826243" y="1220479"/>
                  </a:lnTo>
                  <a:lnTo>
                    <a:pt x="1776885" y="1195183"/>
                  </a:lnTo>
                  <a:lnTo>
                    <a:pt x="1727527" y="1169913"/>
                  </a:lnTo>
                  <a:lnTo>
                    <a:pt x="1678169" y="1144717"/>
                  </a:lnTo>
                  <a:lnTo>
                    <a:pt x="1628811" y="1119642"/>
                  </a:lnTo>
                  <a:lnTo>
                    <a:pt x="1579453" y="1094733"/>
                  </a:lnTo>
                  <a:lnTo>
                    <a:pt x="1530095" y="1070035"/>
                  </a:lnTo>
                  <a:lnTo>
                    <a:pt x="1480737" y="1045587"/>
                  </a:lnTo>
                  <a:lnTo>
                    <a:pt x="1431379" y="1021426"/>
                  </a:lnTo>
                  <a:lnTo>
                    <a:pt x="1382022" y="997585"/>
                  </a:lnTo>
                  <a:lnTo>
                    <a:pt x="1332664" y="974093"/>
                  </a:lnTo>
                  <a:lnTo>
                    <a:pt x="1283306" y="950973"/>
                  </a:lnTo>
                  <a:lnTo>
                    <a:pt x="1233948" y="928242"/>
                  </a:lnTo>
                  <a:lnTo>
                    <a:pt x="1184590" y="905914"/>
                  </a:lnTo>
                  <a:lnTo>
                    <a:pt x="1135232" y="883998"/>
                  </a:lnTo>
                  <a:lnTo>
                    <a:pt x="1085874" y="862496"/>
                  </a:lnTo>
                  <a:lnTo>
                    <a:pt x="1036516" y="841410"/>
                  </a:lnTo>
                  <a:lnTo>
                    <a:pt x="987158" y="820735"/>
                  </a:lnTo>
                  <a:lnTo>
                    <a:pt x="937800" y="800465"/>
                  </a:lnTo>
                  <a:lnTo>
                    <a:pt x="888442" y="780591"/>
                  </a:lnTo>
                  <a:lnTo>
                    <a:pt x="839084" y="761102"/>
                  </a:lnTo>
                  <a:lnTo>
                    <a:pt x="789726" y="741986"/>
                  </a:lnTo>
                  <a:lnTo>
                    <a:pt x="740368" y="723229"/>
                  </a:lnTo>
                  <a:lnTo>
                    <a:pt x="691011" y="704819"/>
                  </a:lnTo>
                  <a:lnTo>
                    <a:pt x="641653" y="686742"/>
                  </a:lnTo>
                  <a:lnTo>
                    <a:pt x="592295" y="668984"/>
                  </a:lnTo>
                  <a:lnTo>
                    <a:pt x="542937" y="651532"/>
                  </a:lnTo>
                  <a:lnTo>
                    <a:pt x="493579" y="634374"/>
                  </a:lnTo>
                  <a:lnTo>
                    <a:pt x="444221" y="617498"/>
                  </a:lnTo>
                  <a:lnTo>
                    <a:pt x="394863" y="600893"/>
                  </a:lnTo>
                  <a:lnTo>
                    <a:pt x="345505" y="584547"/>
                  </a:lnTo>
                  <a:lnTo>
                    <a:pt x="296147" y="568452"/>
                  </a:lnTo>
                  <a:lnTo>
                    <a:pt x="246789" y="552598"/>
                  </a:lnTo>
                  <a:lnTo>
                    <a:pt x="197431" y="536976"/>
                  </a:lnTo>
                  <a:lnTo>
                    <a:pt x="148073" y="521580"/>
                  </a:lnTo>
                  <a:lnTo>
                    <a:pt x="98715" y="506401"/>
                  </a:lnTo>
                  <a:lnTo>
                    <a:pt x="49357" y="491434"/>
                  </a:lnTo>
                  <a:lnTo>
                    <a:pt x="0" y="47667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l408"/>
            <p:cNvSpPr/>
            <p:nvPr/>
          </p:nvSpPr>
          <p:spPr>
            <a:xfrm>
              <a:off x="1623483" y="1936617"/>
              <a:ext cx="3899276" cy="1431551"/>
            </a:xfrm>
            <a:custGeom>
              <a:avLst/>
              <a:gdLst/>
              <a:ahLst/>
              <a:cxnLst/>
              <a:rect l="0" t="0" r="0" b="0"/>
              <a:pathLst>
                <a:path w="3899276" h="1431551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623483" y="2413290"/>
              <a:ext cx="3899276" cy="1469482"/>
            </a:xfrm>
            <a:custGeom>
              <a:avLst/>
              <a:gdLst/>
              <a:ahLst/>
              <a:cxnLst/>
              <a:rect l="0" t="0" r="0" b="0"/>
              <a:pathLst>
                <a:path w="3899276" h="1469482">
                  <a:moveTo>
                    <a:pt x="3899276" y="1469482"/>
                  </a:moveTo>
                  <a:lnTo>
                    <a:pt x="3849918" y="1461503"/>
                  </a:lnTo>
                  <a:lnTo>
                    <a:pt x="3800560" y="1453168"/>
                  </a:lnTo>
                  <a:lnTo>
                    <a:pt x="3751202" y="1444466"/>
                  </a:lnTo>
                  <a:lnTo>
                    <a:pt x="3701844" y="1435384"/>
                  </a:lnTo>
                  <a:lnTo>
                    <a:pt x="3652486" y="1425909"/>
                  </a:lnTo>
                  <a:lnTo>
                    <a:pt x="3603128" y="1416031"/>
                  </a:lnTo>
                  <a:lnTo>
                    <a:pt x="3553770" y="1405735"/>
                  </a:lnTo>
                  <a:lnTo>
                    <a:pt x="3504412" y="1395010"/>
                  </a:lnTo>
                  <a:lnTo>
                    <a:pt x="3455055" y="1383845"/>
                  </a:lnTo>
                  <a:lnTo>
                    <a:pt x="3405697" y="1372227"/>
                  </a:lnTo>
                  <a:lnTo>
                    <a:pt x="3356339" y="1360146"/>
                  </a:lnTo>
                  <a:lnTo>
                    <a:pt x="3306981" y="1347590"/>
                  </a:lnTo>
                  <a:lnTo>
                    <a:pt x="3257623" y="1334549"/>
                  </a:lnTo>
                  <a:lnTo>
                    <a:pt x="3208265" y="1321014"/>
                  </a:lnTo>
                  <a:lnTo>
                    <a:pt x="3158907" y="1306975"/>
                  </a:lnTo>
                  <a:lnTo>
                    <a:pt x="3109549" y="1292424"/>
                  </a:lnTo>
                  <a:lnTo>
                    <a:pt x="3060191" y="1277353"/>
                  </a:lnTo>
                  <a:lnTo>
                    <a:pt x="3010833" y="1261757"/>
                  </a:lnTo>
                  <a:lnTo>
                    <a:pt x="2961475" y="1245631"/>
                  </a:lnTo>
                  <a:lnTo>
                    <a:pt x="2912117" y="1228969"/>
                  </a:lnTo>
                  <a:lnTo>
                    <a:pt x="2862759" y="1211771"/>
                  </a:lnTo>
                  <a:lnTo>
                    <a:pt x="2813401" y="1194034"/>
                  </a:lnTo>
                  <a:lnTo>
                    <a:pt x="2764044" y="1175761"/>
                  </a:lnTo>
                  <a:lnTo>
                    <a:pt x="2714686" y="1156952"/>
                  </a:lnTo>
                  <a:lnTo>
                    <a:pt x="2665328" y="1137613"/>
                  </a:lnTo>
                  <a:lnTo>
                    <a:pt x="2615970" y="1117751"/>
                  </a:lnTo>
                  <a:lnTo>
                    <a:pt x="2566612" y="1097374"/>
                  </a:lnTo>
                  <a:lnTo>
                    <a:pt x="2517254" y="1076493"/>
                  </a:lnTo>
                  <a:lnTo>
                    <a:pt x="2467896" y="1055121"/>
                  </a:lnTo>
                  <a:lnTo>
                    <a:pt x="2418538" y="1033276"/>
                  </a:lnTo>
                  <a:lnTo>
                    <a:pt x="2369180" y="1010976"/>
                  </a:lnTo>
                  <a:lnTo>
                    <a:pt x="2319822" y="988242"/>
                  </a:lnTo>
                  <a:lnTo>
                    <a:pt x="2270464" y="965099"/>
                  </a:lnTo>
                  <a:lnTo>
                    <a:pt x="2221106" y="941574"/>
                  </a:lnTo>
                  <a:lnTo>
                    <a:pt x="2171748" y="917697"/>
                  </a:lnTo>
                  <a:lnTo>
                    <a:pt x="2122390" y="893502"/>
                  </a:lnTo>
                  <a:lnTo>
                    <a:pt x="2073033" y="869023"/>
                  </a:lnTo>
                  <a:lnTo>
                    <a:pt x="2023675" y="844300"/>
                  </a:lnTo>
                  <a:lnTo>
                    <a:pt x="1974317" y="819372"/>
                  </a:lnTo>
                  <a:lnTo>
                    <a:pt x="1924959" y="794284"/>
                  </a:lnTo>
                  <a:lnTo>
                    <a:pt x="1875601" y="769080"/>
                  </a:lnTo>
                  <a:lnTo>
                    <a:pt x="1826243" y="743806"/>
                  </a:lnTo>
                  <a:lnTo>
                    <a:pt x="1776885" y="718510"/>
                  </a:lnTo>
                  <a:lnTo>
                    <a:pt x="1727527" y="693240"/>
                  </a:lnTo>
                  <a:lnTo>
                    <a:pt x="1678169" y="668044"/>
                  </a:lnTo>
                  <a:lnTo>
                    <a:pt x="1628811" y="642969"/>
                  </a:lnTo>
                  <a:lnTo>
                    <a:pt x="1579453" y="618060"/>
                  </a:lnTo>
                  <a:lnTo>
                    <a:pt x="1530095" y="593361"/>
                  </a:lnTo>
                  <a:lnTo>
                    <a:pt x="1480737" y="568913"/>
                  </a:lnTo>
                  <a:lnTo>
                    <a:pt x="1431379" y="544753"/>
                  </a:lnTo>
                  <a:lnTo>
                    <a:pt x="1382022" y="520912"/>
                  </a:lnTo>
                  <a:lnTo>
                    <a:pt x="1332664" y="497420"/>
                  </a:lnTo>
                  <a:lnTo>
                    <a:pt x="1283306" y="474299"/>
                  </a:lnTo>
                  <a:lnTo>
                    <a:pt x="1233948" y="451568"/>
                  </a:lnTo>
                  <a:lnTo>
                    <a:pt x="1184590" y="429241"/>
                  </a:lnTo>
                  <a:lnTo>
                    <a:pt x="1135232" y="407324"/>
                  </a:lnTo>
                  <a:lnTo>
                    <a:pt x="1085874" y="385823"/>
                  </a:lnTo>
                  <a:lnTo>
                    <a:pt x="1036516" y="364737"/>
                  </a:lnTo>
                  <a:lnTo>
                    <a:pt x="987158" y="344062"/>
                  </a:lnTo>
                  <a:lnTo>
                    <a:pt x="937800" y="323792"/>
                  </a:lnTo>
                  <a:lnTo>
                    <a:pt x="888442" y="303918"/>
                  </a:lnTo>
                  <a:lnTo>
                    <a:pt x="839084" y="284429"/>
                  </a:lnTo>
                  <a:lnTo>
                    <a:pt x="789726" y="265312"/>
                  </a:lnTo>
                  <a:lnTo>
                    <a:pt x="740368" y="246556"/>
                  </a:lnTo>
                  <a:lnTo>
                    <a:pt x="691011" y="228146"/>
                  </a:lnTo>
                  <a:lnTo>
                    <a:pt x="641653" y="210068"/>
                  </a:lnTo>
                  <a:lnTo>
                    <a:pt x="592295" y="192310"/>
                  </a:lnTo>
                  <a:lnTo>
                    <a:pt x="542937" y="174859"/>
                  </a:lnTo>
                  <a:lnTo>
                    <a:pt x="493579" y="157701"/>
                  </a:lnTo>
                  <a:lnTo>
                    <a:pt x="444221" y="140825"/>
                  </a:lnTo>
                  <a:lnTo>
                    <a:pt x="394863" y="124219"/>
                  </a:lnTo>
                  <a:lnTo>
                    <a:pt x="345505" y="107874"/>
                  </a:lnTo>
                  <a:lnTo>
                    <a:pt x="296147" y="91778"/>
                  </a:lnTo>
                  <a:lnTo>
                    <a:pt x="246789" y="75924"/>
                  </a:lnTo>
                  <a:lnTo>
                    <a:pt x="197431" y="60303"/>
                  </a:lnTo>
                  <a:lnTo>
                    <a:pt x="148073" y="44906"/>
                  </a:lnTo>
                  <a:lnTo>
                    <a:pt x="98715" y="29728"/>
                  </a:lnTo>
                  <a:lnTo>
                    <a:pt x="49357" y="147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1623483" y="2145211"/>
              <a:ext cx="3899276" cy="1554077"/>
            </a:xfrm>
            <a:custGeom>
              <a:avLst/>
              <a:gdLst/>
              <a:ahLst/>
              <a:cxnLst/>
              <a:rect l="0" t="0" r="0" b="0"/>
              <a:pathLst>
                <a:path w="3899276" h="1554077">
                  <a:moveTo>
                    <a:pt x="0" y="0"/>
                  </a:moveTo>
                  <a:lnTo>
                    <a:pt x="49357" y="17792"/>
                  </a:lnTo>
                  <a:lnTo>
                    <a:pt x="98715" y="35913"/>
                  </a:lnTo>
                  <a:lnTo>
                    <a:pt x="148073" y="54356"/>
                  </a:lnTo>
                  <a:lnTo>
                    <a:pt x="197431" y="73119"/>
                  </a:lnTo>
                  <a:lnTo>
                    <a:pt x="246789" y="92195"/>
                  </a:lnTo>
                  <a:lnTo>
                    <a:pt x="296147" y="111580"/>
                  </a:lnTo>
                  <a:lnTo>
                    <a:pt x="345505" y="131267"/>
                  </a:lnTo>
                  <a:lnTo>
                    <a:pt x="394863" y="151249"/>
                  </a:lnTo>
                  <a:lnTo>
                    <a:pt x="444221" y="171518"/>
                  </a:lnTo>
                  <a:lnTo>
                    <a:pt x="493579" y="192067"/>
                  </a:lnTo>
                  <a:lnTo>
                    <a:pt x="542937" y="212886"/>
                  </a:lnTo>
                  <a:lnTo>
                    <a:pt x="592295" y="233967"/>
                  </a:lnTo>
                  <a:lnTo>
                    <a:pt x="641653" y="255299"/>
                  </a:lnTo>
                  <a:lnTo>
                    <a:pt x="691011" y="276872"/>
                  </a:lnTo>
                  <a:lnTo>
                    <a:pt x="740368" y="298674"/>
                  </a:lnTo>
                  <a:lnTo>
                    <a:pt x="789726" y="320694"/>
                  </a:lnTo>
                  <a:lnTo>
                    <a:pt x="839084" y="342919"/>
                  </a:lnTo>
                  <a:lnTo>
                    <a:pt x="888442" y="365338"/>
                  </a:lnTo>
                  <a:lnTo>
                    <a:pt x="937800" y="387935"/>
                  </a:lnTo>
                  <a:lnTo>
                    <a:pt x="987158" y="410699"/>
                  </a:lnTo>
                  <a:lnTo>
                    <a:pt x="1036516" y="433614"/>
                  </a:lnTo>
                  <a:lnTo>
                    <a:pt x="1085874" y="456666"/>
                  </a:lnTo>
                  <a:lnTo>
                    <a:pt x="1135232" y="479840"/>
                  </a:lnTo>
                  <a:lnTo>
                    <a:pt x="1184590" y="503121"/>
                  </a:lnTo>
                  <a:lnTo>
                    <a:pt x="1233948" y="526493"/>
                  </a:lnTo>
                  <a:lnTo>
                    <a:pt x="1283306" y="549940"/>
                  </a:lnTo>
                  <a:lnTo>
                    <a:pt x="1332664" y="573447"/>
                  </a:lnTo>
                  <a:lnTo>
                    <a:pt x="1382022" y="596997"/>
                  </a:lnTo>
                  <a:lnTo>
                    <a:pt x="1431379" y="620574"/>
                  </a:lnTo>
                  <a:lnTo>
                    <a:pt x="1480737" y="644161"/>
                  </a:lnTo>
                  <a:lnTo>
                    <a:pt x="1530095" y="667743"/>
                  </a:lnTo>
                  <a:lnTo>
                    <a:pt x="1579453" y="691302"/>
                  </a:lnTo>
                  <a:lnTo>
                    <a:pt x="1628811" y="714823"/>
                  </a:lnTo>
                  <a:lnTo>
                    <a:pt x="1678169" y="738289"/>
                  </a:lnTo>
                  <a:lnTo>
                    <a:pt x="1727527" y="761684"/>
                  </a:lnTo>
                  <a:lnTo>
                    <a:pt x="1776885" y="784992"/>
                  </a:lnTo>
                  <a:lnTo>
                    <a:pt x="1826243" y="808197"/>
                  </a:lnTo>
                  <a:lnTo>
                    <a:pt x="1875601" y="831285"/>
                  </a:lnTo>
                  <a:lnTo>
                    <a:pt x="1924959" y="854240"/>
                  </a:lnTo>
                  <a:lnTo>
                    <a:pt x="1974317" y="877048"/>
                  </a:lnTo>
                  <a:lnTo>
                    <a:pt x="2023675" y="899694"/>
                  </a:lnTo>
                  <a:lnTo>
                    <a:pt x="2073033" y="922164"/>
                  </a:lnTo>
                  <a:lnTo>
                    <a:pt x="2122390" y="944445"/>
                  </a:lnTo>
                  <a:lnTo>
                    <a:pt x="2171748" y="966524"/>
                  </a:lnTo>
                  <a:lnTo>
                    <a:pt x="2221106" y="988389"/>
                  </a:lnTo>
                  <a:lnTo>
                    <a:pt x="2270464" y="1010027"/>
                  </a:lnTo>
                  <a:lnTo>
                    <a:pt x="2319822" y="1031428"/>
                  </a:lnTo>
                  <a:lnTo>
                    <a:pt x="2369180" y="1052581"/>
                  </a:lnTo>
                  <a:lnTo>
                    <a:pt x="2418538" y="1073475"/>
                  </a:lnTo>
                  <a:lnTo>
                    <a:pt x="2467896" y="1094101"/>
                  </a:lnTo>
                  <a:lnTo>
                    <a:pt x="2517254" y="1114450"/>
                  </a:lnTo>
                  <a:lnTo>
                    <a:pt x="2566612" y="1134513"/>
                  </a:lnTo>
                  <a:lnTo>
                    <a:pt x="2615970" y="1154284"/>
                  </a:lnTo>
                  <a:lnTo>
                    <a:pt x="2665328" y="1173754"/>
                  </a:lnTo>
                  <a:lnTo>
                    <a:pt x="2714686" y="1192918"/>
                  </a:lnTo>
                  <a:lnTo>
                    <a:pt x="2764044" y="1211769"/>
                  </a:lnTo>
                  <a:lnTo>
                    <a:pt x="2813401" y="1230303"/>
                  </a:lnTo>
                  <a:lnTo>
                    <a:pt x="2862759" y="1248515"/>
                  </a:lnTo>
                  <a:lnTo>
                    <a:pt x="2912117" y="1266400"/>
                  </a:lnTo>
                  <a:lnTo>
                    <a:pt x="2961475" y="1283956"/>
                  </a:lnTo>
                  <a:lnTo>
                    <a:pt x="3010833" y="1301179"/>
                  </a:lnTo>
                  <a:lnTo>
                    <a:pt x="3060191" y="1318068"/>
                  </a:lnTo>
                  <a:lnTo>
                    <a:pt x="3109549" y="1334620"/>
                  </a:lnTo>
                  <a:lnTo>
                    <a:pt x="3158907" y="1350834"/>
                  </a:lnTo>
                  <a:lnTo>
                    <a:pt x="3208265" y="1366710"/>
                  </a:lnTo>
                  <a:lnTo>
                    <a:pt x="3257623" y="1382247"/>
                  </a:lnTo>
                  <a:lnTo>
                    <a:pt x="3306981" y="1397445"/>
                  </a:lnTo>
                  <a:lnTo>
                    <a:pt x="3356339" y="1412306"/>
                  </a:lnTo>
                  <a:lnTo>
                    <a:pt x="3405697" y="1426831"/>
                  </a:lnTo>
                  <a:lnTo>
                    <a:pt x="3455055" y="1441020"/>
                  </a:lnTo>
                  <a:lnTo>
                    <a:pt x="3504412" y="1454877"/>
                  </a:lnTo>
                  <a:lnTo>
                    <a:pt x="3553770" y="1468402"/>
                  </a:lnTo>
                  <a:lnTo>
                    <a:pt x="3603128" y="1481600"/>
                  </a:lnTo>
                  <a:lnTo>
                    <a:pt x="3652486" y="1494472"/>
                  </a:lnTo>
                  <a:lnTo>
                    <a:pt x="3701844" y="1507022"/>
                  </a:lnTo>
                  <a:lnTo>
                    <a:pt x="3751202" y="1519254"/>
                  </a:lnTo>
                  <a:lnTo>
                    <a:pt x="3800560" y="1531171"/>
                  </a:lnTo>
                  <a:lnTo>
                    <a:pt x="3849918" y="1542777"/>
                  </a:lnTo>
                  <a:lnTo>
                    <a:pt x="3899276" y="155407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g411"/>
            <p:cNvSpPr/>
            <p:nvPr/>
          </p:nvSpPr>
          <p:spPr>
            <a:xfrm>
              <a:off x="1733162" y="1934470"/>
              <a:ext cx="3732361" cy="1901213"/>
            </a:xfrm>
            <a:custGeom>
              <a:avLst/>
              <a:gdLst/>
              <a:ahLst/>
              <a:cxnLst/>
              <a:rect l="0" t="0" r="0" b="0"/>
              <a:pathLst>
                <a:path w="3732361" h="1901213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  <a:lnTo>
                    <a:pt x="3732361" y="1901213"/>
                  </a:lnTo>
                  <a:lnTo>
                    <a:pt x="3685116" y="1891869"/>
                  </a:lnTo>
                  <a:lnTo>
                    <a:pt x="3637871" y="1882160"/>
                  </a:lnTo>
                  <a:lnTo>
                    <a:pt x="3590626" y="1872075"/>
                  </a:lnTo>
                  <a:lnTo>
                    <a:pt x="3543381" y="1861604"/>
                  </a:lnTo>
                  <a:lnTo>
                    <a:pt x="3496135" y="1850740"/>
                  </a:lnTo>
                  <a:lnTo>
                    <a:pt x="3448890" y="1839471"/>
                  </a:lnTo>
                  <a:lnTo>
                    <a:pt x="3401645" y="1827791"/>
                  </a:lnTo>
                  <a:lnTo>
                    <a:pt x="3354400" y="1815689"/>
                  </a:lnTo>
                  <a:lnTo>
                    <a:pt x="3307155" y="1803159"/>
                  </a:lnTo>
                  <a:lnTo>
                    <a:pt x="3259910" y="1790192"/>
                  </a:lnTo>
                  <a:lnTo>
                    <a:pt x="3212665" y="1776783"/>
                  </a:lnTo>
                  <a:lnTo>
                    <a:pt x="3165420" y="1762924"/>
                  </a:lnTo>
                  <a:lnTo>
                    <a:pt x="3118175" y="1748611"/>
                  </a:lnTo>
                  <a:lnTo>
                    <a:pt x="3070930" y="1733839"/>
                  </a:lnTo>
                  <a:lnTo>
                    <a:pt x="3023685" y="1718604"/>
                  </a:lnTo>
                  <a:lnTo>
                    <a:pt x="2976440" y="1702904"/>
                  </a:lnTo>
                  <a:lnTo>
                    <a:pt x="2929194" y="1686737"/>
                  </a:lnTo>
                  <a:lnTo>
                    <a:pt x="2881949" y="1670103"/>
                  </a:lnTo>
                  <a:lnTo>
                    <a:pt x="2834704" y="1653003"/>
                  </a:lnTo>
                  <a:lnTo>
                    <a:pt x="2787459" y="1635439"/>
                  </a:lnTo>
                  <a:lnTo>
                    <a:pt x="2740214" y="1617415"/>
                  </a:lnTo>
                  <a:lnTo>
                    <a:pt x="2692969" y="1598937"/>
                  </a:lnTo>
                  <a:lnTo>
                    <a:pt x="2645724" y="1580012"/>
                  </a:lnTo>
                  <a:lnTo>
                    <a:pt x="2598479" y="1560648"/>
                  </a:lnTo>
                  <a:lnTo>
                    <a:pt x="2551234" y="1540857"/>
                  </a:lnTo>
                  <a:lnTo>
                    <a:pt x="2503989" y="1520651"/>
                  </a:lnTo>
                  <a:lnTo>
                    <a:pt x="2456744" y="1500046"/>
                  </a:lnTo>
                  <a:lnTo>
                    <a:pt x="2409499" y="1479057"/>
                  </a:lnTo>
                  <a:lnTo>
                    <a:pt x="2362254" y="1457704"/>
                  </a:lnTo>
                  <a:lnTo>
                    <a:pt x="2315008" y="1436008"/>
                  </a:lnTo>
                  <a:lnTo>
                    <a:pt x="2267763" y="1413992"/>
                  </a:lnTo>
                  <a:lnTo>
                    <a:pt x="2220518" y="1391682"/>
                  </a:lnTo>
                  <a:lnTo>
                    <a:pt x="2173273" y="1369105"/>
                  </a:lnTo>
                  <a:lnTo>
                    <a:pt x="2126028" y="1346290"/>
                  </a:lnTo>
                  <a:lnTo>
                    <a:pt x="2078783" y="1323270"/>
                  </a:lnTo>
                  <a:lnTo>
                    <a:pt x="2031538" y="1300077"/>
                  </a:lnTo>
                  <a:lnTo>
                    <a:pt x="1984293" y="1276747"/>
                  </a:lnTo>
                  <a:lnTo>
                    <a:pt x="1937048" y="1253316"/>
                  </a:lnTo>
                  <a:lnTo>
                    <a:pt x="1889803" y="1229822"/>
                  </a:lnTo>
                  <a:lnTo>
                    <a:pt x="1842558" y="1206302"/>
                  </a:lnTo>
                  <a:lnTo>
                    <a:pt x="1795313" y="1182796"/>
                  </a:lnTo>
                  <a:lnTo>
                    <a:pt x="1748067" y="1159343"/>
                  </a:lnTo>
                  <a:lnTo>
                    <a:pt x="1700822" y="1135980"/>
                  </a:lnTo>
                  <a:lnTo>
                    <a:pt x="1653577" y="1112745"/>
                  </a:lnTo>
                  <a:lnTo>
                    <a:pt x="1606332" y="1089674"/>
                  </a:lnTo>
                  <a:lnTo>
                    <a:pt x="1559087" y="1066801"/>
                  </a:lnTo>
                  <a:lnTo>
                    <a:pt x="1511842" y="1044156"/>
                  </a:lnTo>
                  <a:lnTo>
                    <a:pt x="1464597" y="1021769"/>
                  </a:lnTo>
                  <a:lnTo>
                    <a:pt x="1417352" y="999665"/>
                  </a:lnTo>
                  <a:lnTo>
                    <a:pt x="1370107" y="977865"/>
                  </a:lnTo>
                  <a:lnTo>
                    <a:pt x="1322862" y="956387"/>
                  </a:lnTo>
                  <a:lnTo>
                    <a:pt x="1275617" y="935246"/>
                  </a:lnTo>
                  <a:lnTo>
                    <a:pt x="1228372" y="914451"/>
                  </a:lnTo>
                  <a:lnTo>
                    <a:pt x="1181127" y="894010"/>
                  </a:lnTo>
                  <a:lnTo>
                    <a:pt x="1133881" y="873925"/>
                  </a:lnTo>
                  <a:lnTo>
                    <a:pt x="1086636" y="854198"/>
                  </a:lnTo>
                  <a:lnTo>
                    <a:pt x="1039391" y="834826"/>
                  </a:lnTo>
                  <a:lnTo>
                    <a:pt x="992146" y="815805"/>
                  </a:lnTo>
                  <a:lnTo>
                    <a:pt x="944901" y="797127"/>
                  </a:lnTo>
                  <a:lnTo>
                    <a:pt x="897656" y="778784"/>
                  </a:lnTo>
                  <a:lnTo>
                    <a:pt x="850411" y="760768"/>
                  </a:lnTo>
                  <a:lnTo>
                    <a:pt x="803166" y="743069"/>
                  </a:lnTo>
                  <a:lnTo>
                    <a:pt x="755921" y="725675"/>
                  </a:lnTo>
                  <a:lnTo>
                    <a:pt x="708676" y="708577"/>
                  </a:lnTo>
                  <a:lnTo>
                    <a:pt x="661431" y="691763"/>
                  </a:lnTo>
                  <a:lnTo>
                    <a:pt x="614186" y="675222"/>
                  </a:lnTo>
                  <a:lnTo>
                    <a:pt x="566940" y="658945"/>
                  </a:lnTo>
                  <a:lnTo>
                    <a:pt x="519695" y="642921"/>
                  </a:lnTo>
                  <a:lnTo>
                    <a:pt x="472450" y="627140"/>
                  </a:lnTo>
                  <a:lnTo>
                    <a:pt x="425205" y="611594"/>
                  </a:lnTo>
                  <a:lnTo>
                    <a:pt x="377960" y="596274"/>
                  </a:lnTo>
                  <a:lnTo>
                    <a:pt x="330715" y="581172"/>
                  </a:lnTo>
                  <a:lnTo>
                    <a:pt x="283470" y="566281"/>
                  </a:lnTo>
                  <a:lnTo>
                    <a:pt x="236225" y="551594"/>
                  </a:lnTo>
                  <a:lnTo>
                    <a:pt x="188980" y="537104"/>
                  </a:lnTo>
                  <a:lnTo>
                    <a:pt x="141735" y="522805"/>
                  </a:lnTo>
                  <a:lnTo>
                    <a:pt x="94490" y="508693"/>
                  </a:lnTo>
                  <a:lnTo>
                    <a:pt x="47245" y="494761"/>
                  </a:lnTo>
                  <a:lnTo>
                    <a:pt x="0" y="481007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pl412"/>
            <p:cNvSpPr/>
            <p:nvPr/>
          </p:nvSpPr>
          <p:spPr>
            <a:xfrm>
              <a:off x="1733162" y="1934470"/>
              <a:ext cx="3732361" cy="1371175"/>
            </a:xfrm>
            <a:custGeom>
              <a:avLst/>
              <a:gdLst/>
              <a:ahLst/>
              <a:cxnLst/>
              <a:rect l="0" t="0" r="0" b="0"/>
              <a:pathLst>
                <a:path w="3732361" h="1371175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3" name="pl413"/>
            <p:cNvSpPr/>
            <p:nvPr/>
          </p:nvSpPr>
          <p:spPr>
            <a:xfrm>
              <a:off x="1733162" y="2415477"/>
              <a:ext cx="3732361" cy="1420206"/>
            </a:xfrm>
            <a:custGeom>
              <a:avLst/>
              <a:gdLst/>
              <a:ahLst/>
              <a:cxnLst/>
              <a:rect l="0" t="0" r="0" b="0"/>
              <a:pathLst>
                <a:path w="3732361" h="1420206">
                  <a:moveTo>
                    <a:pt x="3732361" y="1420206"/>
                  </a:moveTo>
                  <a:lnTo>
                    <a:pt x="3685116" y="1410862"/>
                  </a:lnTo>
                  <a:lnTo>
                    <a:pt x="3637871" y="1401153"/>
                  </a:lnTo>
                  <a:lnTo>
                    <a:pt x="3590626" y="1391068"/>
                  </a:lnTo>
                  <a:lnTo>
                    <a:pt x="3543381" y="1380597"/>
                  </a:lnTo>
                  <a:lnTo>
                    <a:pt x="3496135" y="1369733"/>
                  </a:lnTo>
                  <a:lnTo>
                    <a:pt x="3448890" y="1358464"/>
                  </a:lnTo>
                  <a:lnTo>
                    <a:pt x="3401645" y="1346784"/>
                  </a:lnTo>
                  <a:lnTo>
                    <a:pt x="3354400" y="1334682"/>
                  </a:lnTo>
                  <a:lnTo>
                    <a:pt x="3307155" y="1322152"/>
                  </a:lnTo>
                  <a:lnTo>
                    <a:pt x="3259910" y="1309185"/>
                  </a:lnTo>
                  <a:lnTo>
                    <a:pt x="3212665" y="1295776"/>
                  </a:lnTo>
                  <a:lnTo>
                    <a:pt x="3165420" y="1281917"/>
                  </a:lnTo>
                  <a:lnTo>
                    <a:pt x="3118175" y="1267604"/>
                  </a:lnTo>
                  <a:lnTo>
                    <a:pt x="3070930" y="1252832"/>
                  </a:lnTo>
                  <a:lnTo>
                    <a:pt x="3023685" y="1237597"/>
                  </a:lnTo>
                  <a:lnTo>
                    <a:pt x="2976440" y="1221897"/>
                  </a:lnTo>
                  <a:lnTo>
                    <a:pt x="2929194" y="1205730"/>
                  </a:lnTo>
                  <a:lnTo>
                    <a:pt x="2881949" y="1189096"/>
                  </a:lnTo>
                  <a:lnTo>
                    <a:pt x="2834704" y="1171996"/>
                  </a:lnTo>
                  <a:lnTo>
                    <a:pt x="2787459" y="1154432"/>
                  </a:lnTo>
                  <a:lnTo>
                    <a:pt x="2740214" y="1136408"/>
                  </a:lnTo>
                  <a:lnTo>
                    <a:pt x="2692969" y="1117930"/>
                  </a:lnTo>
                  <a:lnTo>
                    <a:pt x="2645724" y="1099005"/>
                  </a:lnTo>
                  <a:lnTo>
                    <a:pt x="2598479" y="1079641"/>
                  </a:lnTo>
                  <a:lnTo>
                    <a:pt x="2551234" y="1059850"/>
                  </a:lnTo>
                  <a:lnTo>
                    <a:pt x="2503989" y="1039644"/>
                  </a:lnTo>
                  <a:lnTo>
                    <a:pt x="2456744" y="1019039"/>
                  </a:lnTo>
                  <a:lnTo>
                    <a:pt x="2409499" y="998050"/>
                  </a:lnTo>
                  <a:lnTo>
                    <a:pt x="2362254" y="976697"/>
                  </a:lnTo>
                  <a:lnTo>
                    <a:pt x="2315008" y="955001"/>
                  </a:lnTo>
                  <a:lnTo>
                    <a:pt x="2267763" y="932985"/>
                  </a:lnTo>
                  <a:lnTo>
                    <a:pt x="2220518" y="910675"/>
                  </a:lnTo>
                  <a:lnTo>
                    <a:pt x="2173273" y="888098"/>
                  </a:lnTo>
                  <a:lnTo>
                    <a:pt x="2126028" y="865283"/>
                  </a:lnTo>
                  <a:lnTo>
                    <a:pt x="2078783" y="842263"/>
                  </a:lnTo>
                  <a:lnTo>
                    <a:pt x="2031538" y="819070"/>
                  </a:lnTo>
                  <a:lnTo>
                    <a:pt x="1984293" y="795740"/>
                  </a:lnTo>
                  <a:lnTo>
                    <a:pt x="1937048" y="772309"/>
                  </a:lnTo>
                  <a:lnTo>
                    <a:pt x="1889803" y="748815"/>
                  </a:lnTo>
                  <a:lnTo>
                    <a:pt x="1842558" y="725295"/>
                  </a:lnTo>
                  <a:lnTo>
                    <a:pt x="1795313" y="701789"/>
                  </a:lnTo>
                  <a:lnTo>
                    <a:pt x="1748067" y="678336"/>
                  </a:lnTo>
                  <a:lnTo>
                    <a:pt x="1700822" y="654973"/>
                  </a:lnTo>
                  <a:lnTo>
                    <a:pt x="1653577" y="631738"/>
                  </a:lnTo>
                  <a:lnTo>
                    <a:pt x="1606332" y="608667"/>
                  </a:lnTo>
                  <a:lnTo>
                    <a:pt x="1559087" y="585794"/>
                  </a:lnTo>
                  <a:lnTo>
                    <a:pt x="1511842" y="563149"/>
                  </a:lnTo>
                  <a:lnTo>
                    <a:pt x="1464597" y="540762"/>
                  </a:lnTo>
                  <a:lnTo>
                    <a:pt x="1417352" y="518658"/>
                  </a:lnTo>
                  <a:lnTo>
                    <a:pt x="1370107" y="496858"/>
                  </a:lnTo>
                  <a:lnTo>
                    <a:pt x="1322862" y="475380"/>
                  </a:lnTo>
                  <a:lnTo>
                    <a:pt x="1275617" y="454239"/>
                  </a:lnTo>
                  <a:lnTo>
                    <a:pt x="1228372" y="433444"/>
                  </a:lnTo>
                  <a:lnTo>
                    <a:pt x="1181127" y="413003"/>
                  </a:lnTo>
                  <a:lnTo>
                    <a:pt x="1133881" y="392918"/>
                  </a:lnTo>
                  <a:lnTo>
                    <a:pt x="1086636" y="373191"/>
                  </a:lnTo>
                  <a:lnTo>
                    <a:pt x="1039391" y="353819"/>
                  </a:lnTo>
                  <a:lnTo>
                    <a:pt x="992146" y="334798"/>
                  </a:lnTo>
                  <a:lnTo>
                    <a:pt x="944901" y="316120"/>
                  </a:lnTo>
                  <a:lnTo>
                    <a:pt x="897656" y="297777"/>
                  </a:lnTo>
                  <a:lnTo>
                    <a:pt x="850411" y="279761"/>
                  </a:lnTo>
                  <a:lnTo>
                    <a:pt x="803166" y="262062"/>
                  </a:lnTo>
                  <a:lnTo>
                    <a:pt x="755921" y="244668"/>
                  </a:lnTo>
                  <a:lnTo>
                    <a:pt x="708676" y="227570"/>
                  </a:lnTo>
                  <a:lnTo>
                    <a:pt x="661431" y="210756"/>
                  </a:lnTo>
                  <a:lnTo>
                    <a:pt x="614186" y="194215"/>
                  </a:lnTo>
                  <a:lnTo>
                    <a:pt x="566940" y="177938"/>
                  </a:lnTo>
                  <a:lnTo>
                    <a:pt x="519695" y="161914"/>
                  </a:lnTo>
                  <a:lnTo>
                    <a:pt x="472450" y="146133"/>
                  </a:lnTo>
                  <a:lnTo>
                    <a:pt x="425205" y="130587"/>
                  </a:lnTo>
                  <a:lnTo>
                    <a:pt x="377960" y="115267"/>
                  </a:lnTo>
                  <a:lnTo>
                    <a:pt x="330715" y="100165"/>
                  </a:lnTo>
                  <a:lnTo>
                    <a:pt x="283470" y="85274"/>
                  </a:lnTo>
                  <a:lnTo>
                    <a:pt x="236225" y="70587"/>
                  </a:lnTo>
                  <a:lnTo>
                    <a:pt x="188980" y="56097"/>
                  </a:lnTo>
                  <a:lnTo>
                    <a:pt x="141735" y="41798"/>
                  </a:lnTo>
                  <a:lnTo>
                    <a:pt x="94490" y="27686"/>
                  </a:lnTo>
                  <a:lnTo>
                    <a:pt x="47245" y="137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4" name="pl414"/>
            <p:cNvSpPr/>
            <p:nvPr/>
          </p:nvSpPr>
          <p:spPr>
            <a:xfrm>
              <a:off x="1733162" y="2144654"/>
              <a:ext cx="3732361" cy="1490959"/>
            </a:xfrm>
            <a:custGeom>
              <a:avLst/>
              <a:gdLst/>
              <a:ahLst/>
              <a:cxnLst/>
              <a:rect l="0" t="0" r="0" b="0"/>
              <a:pathLst>
                <a:path w="3732361" h="1490959">
                  <a:moveTo>
                    <a:pt x="0" y="0"/>
                  </a:moveTo>
                  <a:lnTo>
                    <a:pt x="47245" y="16582"/>
                  </a:lnTo>
                  <a:lnTo>
                    <a:pt x="94490" y="33449"/>
                  </a:lnTo>
                  <a:lnTo>
                    <a:pt x="141735" y="50598"/>
                  </a:lnTo>
                  <a:lnTo>
                    <a:pt x="188980" y="68027"/>
                  </a:lnTo>
                  <a:lnTo>
                    <a:pt x="236225" y="85729"/>
                  </a:lnTo>
                  <a:lnTo>
                    <a:pt x="283470" y="103702"/>
                  </a:lnTo>
                  <a:lnTo>
                    <a:pt x="330715" y="121941"/>
                  </a:lnTo>
                  <a:lnTo>
                    <a:pt x="377960" y="140439"/>
                  </a:lnTo>
                  <a:lnTo>
                    <a:pt x="425205" y="159192"/>
                  </a:lnTo>
                  <a:lnTo>
                    <a:pt x="472450" y="178192"/>
                  </a:lnTo>
                  <a:lnTo>
                    <a:pt x="519695" y="197434"/>
                  </a:lnTo>
                  <a:lnTo>
                    <a:pt x="566940" y="216909"/>
                  </a:lnTo>
                  <a:lnTo>
                    <a:pt x="614186" y="236610"/>
                  </a:lnTo>
                  <a:lnTo>
                    <a:pt x="661431" y="256530"/>
                  </a:lnTo>
                  <a:lnTo>
                    <a:pt x="708676" y="276658"/>
                  </a:lnTo>
                  <a:lnTo>
                    <a:pt x="755921" y="296987"/>
                  </a:lnTo>
                  <a:lnTo>
                    <a:pt x="803166" y="317506"/>
                  </a:lnTo>
                  <a:lnTo>
                    <a:pt x="850411" y="338206"/>
                  </a:lnTo>
                  <a:lnTo>
                    <a:pt x="897656" y="359077"/>
                  </a:lnTo>
                  <a:lnTo>
                    <a:pt x="944901" y="380107"/>
                  </a:lnTo>
                  <a:lnTo>
                    <a:pt x="992146" y="401286"/>
                  </a:lnTo>
                  <a:lnTo>
                    <a:pt x="1039391" y="422603"/>
                  </a:lnTo>
                  <a:lnTo>
                    <a:pt x="1086636" y="444045"/>
                  </a:lnTo>
                  <a:lnTo>
                    <a:pt x="1133881" y="465601"/>
                  </a:lnTo>
                  <a:lnTo>
                    <a:pt x="1181127" y="487259"/>
                  </a:lnTo>
                  <a:lnTo>
                    <a:pt x="1228372" y="509005"/>
                  </a:lnTo>
                  <a:lnTo>
                    <a:pt x="1275617" y="530828"/>
                  </a:lnTo>
                  <a:lnTo>
                    <a:pt x="1322862" y="552714"/>
                  </a:lnTo>
                  <a:lnTo>
                    <a:pt x="1370107" y="574651"/>
                  </a:lnTo>
                  <a:lnTo>
                    <a:pt x="1417352" y="596625"/>
                  </a:lnTo>
                  <a:lnTo>
                    <a:pt x="1464597" y="618622"/>
                  </a:lnTo>
                  <a:lnTo>
                    <a:pt x="1511842" y="640631"/>
                  </a:lnTo>
                  <a:lnTo>
                    <a:pt x="1559087" y="662636"/>
                  </a:lnTo>
                  <a:lnTo>
                    <a:pt x="1606332" y="684626"/>
                  </a:lnTo>
                  <a:lnTo>
                    <a:pt x="1653577" y="706587"/>
                  </a:lnTo>
                  <a:lnTo>
                    <a:pt x="1700822" y="728505"/>
                  </a:lnTo>
                  <a:lnTo>
                    <a:pt x="1748067" y="750367"/>
                  </a:lnTo>
                  <a:lnTo>
                    <a:pt x="1795313" y="772161"/>
                  </a:lnTo>
                  <a:lnTo>
                    <a:pt x="1842558" y="793874"/>
                  </a:lnTo>
                  <a:lnTo>
                    <a:pt x="1889803" y="815492"/>
                  </a:lnTo>
                  <a:lnTo>
                    <a:pt x="1937048" y="837004"/>
                  </a:lnTo>
                  <a:lnTo>
                    <a:pt x="1984293" y="858398"/>
                  </a:lnTo>
                  <a:lnTo>
                    <a:pt x="2031538" y="879661"/>
                  </a:lnTo>
                  <a:lnTo>
                    <a:pt x="2078783" y="900783"/>
                  </a:lnTo>
                  <a:lnTo>
                    <a:pt x="2126028" y="921751"/>
                  </a:lnTo>
                  <a:lnTo>
                    <a:pt x="2173273" y="942555"/>
                  </a:lnTo>
                  <a:lnTo>
                    <a:pt x="2220518" y="963184"/>
                  </a:lnTo>
                  <a:lnTo>
                    <a:pt x="2267763" y="983628"/>
                  </a:lnTo>
                  <a:lnTo>
                    <a:pt x="2315008" y="1003878"/>
                  </a:lnTo>
                  <a:lnTo>
                    <a:pt x="2362254" y="1023924"/>
                  </a:lnTo>
                  <a:lnTo>
                    <a:pt x="2409499" y="1043758"/>
                  </a:lnTo>
                  <a:lnTo>
                    <a:pt x="2456744" y="1063370"/>
                  </a:lnTo>
                  <a:lnTo>
                    <a:pt x="2503989" y="1082753"/>
                  </a:lnTo>
                  <a:lnTo>
                    <a:pt x="2551234" y="1101899"/>
                  </a:lnTo>
                  <a:lnTo>
                    <a:pt x="2598479" y="1120802"/>
                  </a:lnTo>
                  <a:lnTo>
                    <a:pt x="2645724" y="1139454"/>
                  </a:lnTo>
                  <a:lnTo>
                    <a:pt x="2692969" y="1157849"/>
                  </a:lnTo>
                  <a:lnTo>
                    <a:pt x="2740214" y="1175983"/>
                  </a:lnTo>
                  <a:lnTo>
                    <a:pt x="2787459" y="1193849"/>
                  </a:lnTo>
                  <a:lnTo>
                    <a:pt x="2834704" y="1211442"/>
                  </a:lnTo>
                  <a:lnTo>
                    <a:pt x="2881949" y="1228760"/>
                  </a:lnTo>
                  <a:lnTo>
                    <a:pt x="2929194" y="1245797"/>
                  </a:lnTo>
                  <a:lnTo>
                    <a:pt x="2976440" y="1262551"/>
                  </a:lnTo>
                  <a:lnTo>
                    <a:pt x="3023685" y="1279019"/>
                  </a:lnTo>
                  <a:lnTo>
                    <a:pt x="3070930" y="1295198"/>
                  </a:lnTo>
                  <a:lnTo>
                    <a:pt x="3118175" y="1311086"/>
                  </a:lnTo>
                  <a:lnTo>
                    <a:pt x="3165420" y="1326682"/>
                  </a:lnTo>
                  <a:lnTo>
                    <a:pt x="3212665" y="1341984"/>
                  </a:lnTo>
                  <a:lnTo>
                    <a:pt x="3259910" y="1356992"/>
                  </a:lnTo>
                  <a:lnTo>
                    <a:pt x="3307155" y="1371705"/>
                  </a:lnTo>
                  <a:lnTo>
                    <a:pt x="3354400" y="1386124"/>
                  </a:lnTo>
                  <a:lnTo>
                    <a:pt x="3401645" y="1400247"/>
                  </a:lnTo>
                  <a:lnTo>
                    <a:pt x="3448890" y="1414077"/>
                  </a:lnTo>
                  <a:lnTo>
                    <a:pt x="3496135" y="1427614"/>
                  </a:lnTo>
                  <a:lnTo>
                    <a:pt x="3543381" y="1440859"/>
                  </a:lnTo>
                  <a:lnTo>
                    <a:pt x="3590626" y="1453815"/>
                  </a:lnTo>
                  <a:lnTo>
                    <a:pt x="3637871" y="1466482"/>
                  </a:lnTo>
                  <a:lnTo>
                    <a:pt x="3685116" y="1478862"/>
                  </a:lnTo>
                  <a:lnTo>
                    <a:pt x="3732361" y="149095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468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26860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06914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6968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467022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547076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rc430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pl431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2" name="pt432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3" name="rc433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34" name="pl434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tx435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4"/>
            <p:cNvSpPr/>
            <p:nvPr/>
          </p:nvSpPr>
          <p:spPr>
            <a:xfrm>
              <a:off x="1623483" y="1622886"/>
              <a:ext cx="3899276" cy="2076520"/>
            </a:xfrm>
            <a:custGeom>
              <a:avLst/>
              <a:gdLst/>
              <a:ahLst/>
              <a:cxnLst/>
              <a:rect l="0" t="0" r="0" b="0"/>
              <a:pathLst>
                <a:path w="3899276" h="2076520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  <a:lnTo>
                    <a:pt x="3899276" y="315474"/>
                  </a:lnTo>
                  <a:lnTo>
                    <a:pt x="3849918" y="327978"/>
                  </a:lnTo>
                  <a:lnTo>
                    <a:pt x="3800560" y="340791"/>
                  </a:lnTo>
                  <a:lnTo>
                    <a:pt x="3751202" y="353919"/>
                  </a:lnTo>
                  <a:lnTo>
                    <a:pt x="3701844" y="367365"/>
                  </a:lnTo>
                  <a:lnTo>
                    <a:pt x="3652486" y="381133"/>
                  </a:lnTo>
                  <a:lnTo>
                    <a:pt x="3603128" y="395228"/>
                  </a:lnTo>
                  <a:lnTo>
                    <a:pt x="3553770" y="409652"/>
                  </a:lnTo>
                  <a:lnTo>
                    <a:pt x="3504412" y="424409"/>
                  </a:lnTo>
                  <a:lnTo>
                    <a:pt x="3455055" y="439504"/>
                  </a:lnTo>
                  <a:lnTo>
                    <a:pt x="3405697" y="454939"/>
                  </a:lnTo>
                  <a:lnTo>
                    <a:pt x="3356339" y="470717"/>
                  </a:lnTo>
                  <a:lnTo>
                    <a:pt x="3306981" y="486841"/>
                  </a:lnTo>
                  <a:lnTo>
                    <a:pt x="3257623" y="503314"/>
                  </a:lnTo>
                  <a:lnTo>
                    <a:pt x="3208265" y="520138"/>
                  </a:lnTo>
                  <a:lnTo>
                    <a:pt x="3158907" y="537316"/>
                  </a:lnTo>
                  <a:lnTo>
                    <a:pt x="3109549" y="554851"/>
                  </a:lnTo>
                  <a:lnTo>
                    <a:pt x="3060191" y="572743"/>
                  </a:lnTo>
                  <a:lnTo>
                    <a:pt x="3010833" y="590994"/>
                  </a:lnTo>
                  <a:lnTo>
                    <a:pt x="2961475" y="609607"/>
                  </a:lnTo>
                  <a:lnTo>
                    <a:pt x="2912117" y="628582"/>
                  </a:lnTo>
                  <a:lnTo>
                    <a:pt x="2862759" y="647921"/>
                  </a:lnTo>
                  <a:lnTo>
                    <a:pt x="2813401" y="667624"/>
                  </a:lnTo>
                  <a:lnTo>
                    <a:pt x="2764044" y="687692"/>
                  </a:lnTo>
                  <a:lnTo>
                    <a:pt x="2714686" y="708126"/>
                  </a:lnTo>
                  <a:lnTo>
                    <a:pt x="2665328" y="728925"/>
                  </a:lnTo>
                  <a:lnTo>
                    <a:pt x="2615970" y="750090"/>
                  </a:lnTo>
                  <a:lnTo>
                    <a:pt x="2566612" y="771621"/>
                  </a:lnTo>
                  <a:lnTo>
                    <a:pt x="2517254" y="793516"/>
                  </a:lnTo>
                  <a:lnTo>
                    <a:pt x="2467896" y="815776"/>
                  </a:lnTo>
                  <a:lnTo>
                    <a:pt x="2418538" y="838398"/>
                  </a:lnTo>
                  <a:lnTo>
                    <a:pt x="2369180" y="861382"/>
                  </a:lnTo>
                  <a:lnTo>
                    <a:pt x="2319822" y="884725"/>
                  </a:lnTo>
                  <a:lnTo>
                    <a:pt x="2270464" y="908426"/>
                  </a:lnTo>
                  <a:lnTo>
                    <a:pt x="2221106" y="932481"/>
                  </a:lnTo>
                  <a:lnTo>
                    <a:pt x="2171748" y="956888"/>
                  </a:lnTo>
                  <a:lnTo>
                    <a:pt x="2122390" y="981641"/>
                  </a:lnTo>
                  <a:lnTo>
                    <a:pt x="2073033" y="1006737"/>
                  </a:lnTo>
                  <a:lnTo>
                    <a:pt x="2023675" y="1032170"/>
                  </a:lnTo>
                  <a:lnTo>
                    <a:pt x="1974317" y="1057933"/>
                  </a:lnTo>
                  <a:lnTo>
                    <a:pt x="1924959" y="1084017"/>
                  </a:lnTo>
                  <a:lnTo>
                    <a:pt x="1875601" y="1110414"/>
                  </a:lnTo>
                  <a:lnTo>
                    <a:pt x="1826243" y="1137112"/>
                  </a:lnTo>
                  <a:lnTo>
                    <a:pt x="1776885" y="1164100"/>
                  </a:lnTo>
                  <a:lnTo>
                    <a:pt x="1727527" y="1191361"/>
                  </a:lnTo>
                  <a:lnTo>
                    <a:pt x="1678169" y="1218880"/>
                  </a:lnTo>
                  <a:lnTo>
                    <a:pt x="1628811" y="1246637"/>
                  </a:lnTo>
                  <a:lnTo>
                    <a:pt x="1579453" y="1274611"/>
                  </a:lnTo>
                  <a:lnTo>
                    <a:pt x="1530095" y="1302777"/>
                  </a:lnTo>
                  <a:lnTo>
                    <a:pt x="1480737" y="1331109"/>
                  </a:lnTo>
                  <a:lnTo>
                    <a:pt x="1431379" y="1359577"/>
                  </a:lnTo>
                  <a:lnTo>
                    <a:pt x="1382022" y="1388148"/>
                  </a:lnTo>
                  <a:lnTo>
                    <a:pt x="1332664" y="1416789"/>
                  </a:lnTo>
                  <a:lnTo>
                    <a:pt x="1283306" y="1445462"/>
                  </a:lnTo>
                  <a:lnTo>
                    <a:pt x="1233948" y="1474129"/>
                  </a:lnTo>
                  <a:lnTo>
                    <a:pt x="1184590" y="1502747"/>
                  </a:lnTo>
                  <a:lnTo>
                    <a:pt x="1135232" y="1531276"/>
                  </a:lnTo>
                  <a:lnTo>
                    <a:pt x="1085874" y="1559671"/>
                  </a:lnTo>
                  <a:lnTo>
                    <a:pt x="1036516" y="1587889"/>
                  </a:lnTo>
                  <a:lnTo>
                    <a:pt x="987158" y="1615886"/>
                  </a:lnTo>
                  <a:lnTo>
                    <a:pt x="937800" y="1643618"/>
                  </a:lnTo>
                  <a:lnTo>
                    <a:pt x="888442" y="1671043"/>
                  </a:lnTo>
                  <a:lnTo>
                    <a:pt x="839084" y="1698118"/>
                  </a:lnTo>
                  <a:lnTo>
                    <a:pt x="789726" y="1724805"/>
                  </a:lnTo>
                  <a:lnTo>
                    <a:pt x="740368" y="1751065"/>
                  </a:lnTo>
                  <a:lnTo>
                    <a:pt x="691011" y="1776862"/>
                  </a:lnTo>
                  <a:lnTo>
                    <a:pt x="641653" y="1802165"/>
                  </a:lnTo>
                  <a:lnTo>
                    <a:pt x="592295" y="1826942"/>
                  </a:lnTo>
                  <a:lnTo>
                    <a:pt x="542937" y="1851167"/>
                  </a:lnTo>
                  <a:lnTo>
                    <a:pt x="493579" y="1874815"/>
                  </a:lnTo>
                  <a:lnTo>
                    <a:pt x="444221" y="1897866"/>
                  </a:lnTo>
                  <a:lnTo>
                    <a:pt x="394863" y="1920303"/>
                  </a:lnTo>
                  <a:lnTo>
                    <a:pt x="345505" y="1942109"/>
                  </a:lnTo>
                  <a:lnTo>
                    <a:pt x="296147" y="1963275"/>
                  </a:lnTo>
                  <a:lnTo>
                    <a:pt x="246789" y="1983791"/>
                  </a:lnTo>
                  <a:lnTo>
                    <a:pt x="197431" y="2003652"/>
                  </a:lnTo>
                  <a:lnTo>
                    <a:pt x="148073" y="2022855"/>
                  </a:lnTo>
                  <a:lnTo>
                    <a:pt x="98715" y="2041399"/>
                  </a:lnTo>
                  <a:lnTo>
                    <a:pt x="49357" y="2059286"/>
                  </a:lnTo>
                  <a:lnTo>
                    <a:pt x="0" y="2076520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1623483" y="1622886"/>
              <a:ext cx="3899276" cy="1660293"/>
            </a:xfrm>
            <a:custGeom>
              <a:avLst/>
              <a:gdLst/>
              <a:ahLst/>
              <a:cxnLst/>
              <a:rect l="0" t="0" r="0" b="0"/>
              <a:pathLst>
                <a:path w="3899276" h="1660293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1623483" y="1938361"/>
              <a:ext cx="3899276" cy="1761046"/>
            </a:xfrm>
            <a:custGeom>
              <a:avLst/>
              <a:gdLst/>
              <a:ahLst/>
              <a:cxnLst/>
              <a:rect l="0" t="0" r="0" b="0"/>
              <a:pathLst>
                <a:path w="3899276" h="1761046">
                  <a:moveTo>
                    <a:pt x="3899276" y="0"/>
                  </a:moveTo>
                  <a:lnTo>
                    <a:pt x="3849918" y="12504"/>
                  </a:lnTo>
                  <a:lnTo>
                    <a:pt x="3800560" y="25317"/>
                  </a:lnTo>
                  <a:lnTo>
                    <a:pt x="3751202" y="38445"/>
                  </a:lnTo>
                  <a:lnTo>
                    <a:pt x="3701844" y="51891"/>
                  </a:lnTo>
                  <a:lnTo>
                    <a:pt x="3652486" y="65659"/>
                  </a:lnTo>
                  <a:lnTo>
                    <a:pt x="3603128" y="79754"/>
                  </a:lnTo>
                  <a:lnTo>
                    <a:pt x="3553770" y="94178"/>
                  </a:lnTo>
                  <a:lnTo>
                    <a:pt x="3504412" y="108935"/>
                  </a:lnTo>
                  <a:lnTo>
                    <a:pt x="3455055" y="124030"/>
                  </a:lnTo>
                  <a:lnTo>
                    <a:pt x="3405697" y="139464"/>
                  </a:lnTo>
                  <a:lnTo>
                    <a:pt x="3356339" y="155242"/>
                  </a:lnTo>
                  <a:lnTo>
                    <a:pt x="3306981" y="171367"/>
                  </a:lnTo>
                  <a:lnTo>
                    <a:pt x="3257623" y="187840"/>
                  </a:lnTo>
                  <a:lnTo>
                    <a:pt x="3208265" y="204664"/>
                  </a:lnTo>
                  <a:lnTo>
                    <a:pt x="3158907" y="221842"/>
                  </a:lnTo>
                  <a:lnTo>
                    <a:pt x="3109549" y="239376"/>
                  </a:lnTo>
                  <a:lnTo>
                    <a:pt x="3060191" y="257269"/>
                  </a:lnTo>
                  <a:lnTo>
                    <a:pt x="3010833" y="275520"/>
                  </a:lnTo>
                  <a:lnTo>
                    <a:pt x="2961475" y="294133"/>
                  </a:lnTo>
                  <a:lnTo>
                    <a:pt x="2912117" y="313108"/>
                  </a:lnTo>
                  <a:lnTo>
                    <a:pt x="2862759" y="332447"/>
                  </a:lnTo>
                  <a:lnTo>
                    <a:pt x="2813401" y="352150"/>
                  </a:lnTo>
                  <a:lnTo>
                    <a:pt x="2764044" y="372218"/>
                  </a:lnTo>
                  <a:lnTo>
                    <a:pt x="2714686" y="392652"/>
                  </a:lnTo>
                  <a:lnTo>
                    <a:pt x="2665328" y="413451"/>
                  </a:lnTo>
                  <a:lnTo>
                    <a:pt x="2615970" y="434616"/>
                  </a:lnTo>
                  <a:lnTo>
                    <a:pt x="2566612" y="456147"/>
                  </a:lnTo>
                  <a:lnTo>
                    <a:pt x="2517254" y="478042"/>
                  </a:lnTo>
                  <a:lnTo>
                    <a:pt x="2467896" y="500302"/>
                  </a:lnTo>
                  <a:lnTo>
                    <a:pt x="2418538" y="522924"/>
                  </a:lnTo>
                  <a:lnTo>
                    <a:pt x="2369180" y="545908"/>
                  </a:lnTo>
                  <a:lnTo>
                    <a:pt x="2319822" y="569251"/>
                  </a:lnTo>
                  <a:lnTo>
                    <a:pt x="2270464" y="592952"/>
                  </a:lnTo>
                  <a:lnTo>
                    <a:pt x="2221106" y="617007"/>
                  </a:lnTo>
                  <a:lnTo>
                    <a:pt x="2171748" y="641414"/>
                  </a:lnTo>
                  <a:lnTo>
                    <a:pt x="2122390" y="666167"/>
                  </a:lnTo>
                  <a:lnTo>
                    <a:pt x="2073033" y="691263"/>
                  </a:lnTo>
                  <a:lnTo>
                    <a:pt x="2023675" y="716696"/>
                  </a:lnTo>
                  <a:lnTo>
                    <a:pt x="1974317" y="742459"/>
                  </a:lnTo>
                  <a:lnTo>
                    <a:pt x="1924959" y="768543"/>
                  </a:lnTo>
                  <a:lnTo>
                    <a:pt x="1875601" y="794940"/>
                  </a:lnTo>
                  <a:lnTo>
                    <a:pt x="1826243" y="821638"/>
                  </a:lnTo>
                  <a:lnTo>
                    <a:pt x="1776885" y="848626"/>
                  </a:lnTo>
                  <a:lnTo>
                    <a:pt x="1727527" y="875887"/>
                  </a:lnTo>
                  <a:lnTo>
                    <a:pt x="1678169" y="903406"/>
                  </a:lnTo>
                  <a:lnTo>
                    <a:pt x="1628811" y="931163"/>
                  </a:lnTo>
                  <a:lnTo>
                    <a:pt x="1579453" y="959137"/>
                  </a:lnTo>
                  <a:lnTo>
                    <a:pt x="1530095" y="987303"/>
                  </a:lnTo>
                  <a:lnTo>
                    <a:pt x="1480737" y="1015635"/>
                  </a:lnTo>
                  <a:lnTo>
                    <a:pt x="1431379" y="1044103"/>
                  </a:lnTo>
                  <a:lnTo>
                    <a:pt x="1382022" y="1072674"/>
                  </a:lnTo>
                  <a:lnTo>
                    <a:pt x="1332664" y="1101315"/>
                  </a:lnTo>
                  <a:lnTo>
                    <a:pt x="1283306" y="1129988"/>
                  </a:lnTo>
                  <a:lnTo>
                    <a:pt x="1233948" y="1158655"/>
                  </a:lnTo>
                  <a:lnTo>
                    <a:pt x="1184590" y="1187273"/>
                  </a:lnTo>
                  <a:lnTo>
                    <a:pt x="1135232" y="1215802"/>
                  </a:lnTo>
                  <a:lnTo>
                    <a:pt x="1085874" y="1244197"/>
                  </a:lnTo>
                  <a:lnTo>
                    <a:pt x="1036516" y="1272415"/>
                  </a:lnTo>
                  <a:lnTo>
                    <a:pt x="987158" y="1300412"/>
                  </a:lnTo>
                  <a:lnTo>
                    <a:pt x="937800" y="1328144"/>
                  </a:lnTo>
                  <a:lnTo>
                    <a:pt x="888442" y="1355569"/>
                  </a:lnTo>
                  <a:lnTo>
                    <a:pt x="839084" y="1382644"/>
                  </a:lnTo>
                  <a:lnTo>
                    <a:pt x="789726" y="1409331"/>
                  </a:lnTo>
                  <a:lnTo>
                    <a:pt x="740368" y="1435591"/>
                  </a:lnTo>
                  <a:lnTo>
                    <a:pt x="691011" y="1461388"/>
                  </a:lnTo>
                  <a:lnTo>
                    <a:pt x="641653" y="1486690"/>
                  </a:lnTo>
                  <a:lnTo>
                    <a:pt x="592295" y="1511468"/>
                  </a:lnTo>
                  <a:lnTo>
                    <a:pt x="542937" y="1535692"/>
                  </a:lnTo>
                  <a:lnTo>
                    <a:pt x="493579" y="1559341"/>
                  </a:lnTo>
                  <a:lnTo>
                    <a:pt x="444221" y="1582392"/>
                  </a:lnTo>
                  <a:lnTo>
                    <a:pt x="394863" y="1604828"/>
                  </a:lnTo>
                  <a:lnTo>
                    <a:pt x="345505" y="1626635"/>
                  </a:lnTo>
                  <a:lnTo>
                    <a:pt x="296147" y="1647801"/>
                  </a:lnTo>
                  <a:lnTo>
                    <a:pt x="246789" y="1668317"/>
                  </a:lnTo>
                  <a:lnTo>
                    <a:pt x="197431" y="1688178"/>
                  </a:lnTo>
                  <a:lnTo>
                    <a:pt x="148073" y="1707381"/>
                  </a:lnTo>
                  <a:lnTo>
                    <a:pt x="98715" y="1725925"/>
                  </a:lnTo>
                  <a:lnTo>
                    <a:pt x="49357" y="1743812"/>
                  </a:lnTo>
                  <a:lnTo>
                    <a:pt x="0" y="1761046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1623483" y="1733361"/>
              <a:ext cx="3899276" cy="1787800"/>
            </a:xfrm>
            <a:custGeom>
              <a:avLst/>
              <a:gdLst/>
              <a:ahLst/>
              <a:cxnLst/>
              <a:rect l="0" t="0" r="0" b="0"/>
              <a:pathLst>
                <a:path w="3899276" h="1787800">
                  <a:moveTo>
                    <a:pt x="0" y="1787800"/>
                  </a:moveTo>
                  <a:lnTo>
                    <a:pt x="49357" y="1768029"/>
                  </a:lnTo>
                  <a:lnTo>
                    <a:pt x="98715" y="1747723"/>
                  </a:lnTo>
                  <a:lnTo>
                    <a:pt x="148073" y="1726882"/>
                  </a:lnTo>
                  <a:lnTo>
                    <a:pt x="197431" y="1705509"/>
                  </a:lnTo>
                  <a:lnTo>
                    <a:pt x="246789" y="1683608"/>
                  </a:lnTo>
                  <a:lnTo>
                    <a:pt x="296147" y="1661184"/>
                  </a:lnTo>
                  <a:lnTo>
                    <a:pt x="345505" y="1638244"/>
                  </a:lnTo>
                  <a:lnTo>
                    <a:pt x="394863" y="1614796"/>
                  </a:lnTo>
                  <a:lnTo>
                    <a:pt x="444221" y="1590849"/>
                  </a:lnTo>
                  <a:lnTo>
                    <a:pt x="493579" y="1566414"/>
                  </a:lnTo>
                  <a:lnTo>
                    <a:pt x="542937" y="1541505"/>
                  </a:lnTo>
                  <a:lnTo>
                    <a:pt x="592295" y="1516134"/>
                  </a:lnTo>
                  <a:lnTo>
                    <a:pt x="641653" y="1490319"/>
                  </a:lnTo>
                  <a:lnTo>
                    <a:pt x="691011" y="1464077"/>
                  </a:lnTo>
                  <a:lnTo>
                    <a:pt x="740368" y="1437426"/>
                  </a:lnTo>
                  <a:lnTo>
                    <a:pt x="789726" y="1410386"/>
                  </a:lnTo>
                  <a:lnTo>
                    <a:pt x="839084" y="1382980"/>
                  </a:lnTo>
                  <a:lnTo>
                    <a:pt x="888442" y="1355231"/>
                  </a:lnTo>
                  <a:lnTo>
                    <a:pt x="937800" y="1327164"/>
                  </a:lnTo>
                  <a:lnTo>
                    <a:pt x="987158" y="1298803"/>
                  </a:lnTo>
                  <a:lnTo>
                    <a:pt x="1036516" y="1270177"/>
                  </a:lnTo>
                  <a:lnTo>
                    <a:pt x="1085874" y="1241314"/>
                  </a:lnTo>
                  <a:lnTo>
                    <a:pt x="1135232" y="1212243"/>
                  </a:lnTo>
                  <a:lnTo>
                    <a:pt x="1184590" y="1182993"/>
                  </a:lnTo>
                  <a:lnTo>
                    <a:pt x="1233948" y="1153596"/>
                  </a:lnTo>
                  <a:lnTo>
                    <a:pt x="1283306" y="1124083"/>
                  </a:lnTo>
                  <a:lnTo>
                    <a:pt x="1332664" y="1094486"/>
                  </a:lnTo>
                  <a:lnTo>
                    <a:pt x="1382022" y="1064838"/>
                  </a:lnTo>
                  <a:lnTo>
                    <a:pt x="1431379" y="1035171"/>
                  </a:lnTo>
                  <a:lnTo>
                    <a:pt x="1480737" y="1005517"/>
                  </a:lnTo>
                  <a:lnTo>
                    <a:pt x="1530095" y="975909"/>
                  </a:lnTo>
                  <a:lnTo>
                    <a:pt x="1579453" y="946380"/>
                  </a:lnTo>
                  <a:lnTo>
                    <a:pt x="1628811" y="916962"/>
                  </a:lnTo>
                  <a:lnTo>
                    <a:pt x="1678169" y="887685"/>
                  </a:lnTo>
                  <a:lnTo>
                    <a:pt x="1727527" y="858582"/>
                  </a:lnTo>
                  <a:lnTo>
                    <a:pt x="1776885" y="829682"/>
                  </a:lnTo>
                  <a:lnTo>
                    <a:pt x="1826243" y="801015"/>
                  </a:lnTo>
                  <a:lnTo>
                    <a:pt x="1875601" y="772608"/>
                  </a:lnTo>
                  <a:lnTo>
                    <a:pt x="1924959" y="744490"/>
                  </a:lnTo>
                  <a:lnTo>
                    <a:pt x="1974317" y="716687"/>
                  </a:lnTo>
                  <a:lnTo>
                    <a:pt x="2023675" y="689222"/>
                  </a:lnTo>
                  <a:lnTo>
                    <a:pt x="2073033" y="662120"/>
                  </a:lnTo>
                  <a:lnTo>
                    <a:pt x="2122390" y="635403"/>
                  </a:lnTo>
                  <a:lnTo>
                    <a:pt x="2171748" y="609091"/>
                  </a:lnTo>
                  <a:lnTo>
                    <a:pt x="2221106" y="583203"/>
                  </a:lnTo>
                  <a:lnTo>
                    <a:pt x="2270464" y="557758"/>
                  </a:lnTo>
                  <a:lnTo>
                    <a:pt x="2319822" y="532771"/>
                  </a:lnTo>
                  <a:lnTo>
                    <a:pt x="2369180" y="508257"/>
                  </a:lnTo>
                  <a:lnTo>
                    <a:pt x="2418538" y="484228"/>
                  </a:lnTo>
                  <a:lnTo>
                    <a:pt x="2467896" y="460696"/>
                  </a:lnTo>
                  <a:lnTo>
                    <a:pt x="2517254" y="437670"/>
                  </a:lnTo>
                  <a:lnTo>
                    <a:pt x="2566612" y="415160"/>
                  </a:lnTo>
                  <a:lnTo>
                    <a:pt x="2615970" y="393172"/>
                  </a:lnTo>
                  <a:lnTo>
                    <a:pt x="2665328" y="371711"/>
                  </a:lnTo>
                  <a:lnTo>
                    <a:pt x="2714686" y="350781"/>
                  </a:lnTo>
                  <a:lnTo>
                    <a:pt x="2764044" y="330386"/>
                  </a:lnTo>
                  <a:lnTo>
                    <a:pt x="2813401" y="310526"/>
                  </a:lnTo>
                  <a:lnTo>
                    <a:pt x="2862759" y="291201"/>
                  </a:lnTo>
                  <a:lnTo>
                    <a:pt x="2912117" y="272412"/>
                  </a:lnTo>
                  <a:lnTo>
                    <a:pt x="2961475" y="254155"/>
                  </a:lnTo>
                  <a:lnTo>
                    <a:pt x="3010833" y="236427"/>
                  </a:lnTo>
                  <a:lnTo>
                    <a:pt x="3060191" y="219225"/>
                  </a:lnTo>
                  <a:lnTo>
                    <a:pt x="3109549" y="202544"/>
                  </a:lnTo>
                  <a:lnTo>
                    <a:pt x="3158907" y="186377"/>
                  </a:lnTo>
                  <a:lnTo>
                    <a:pt x="3208265" y="170719"/>
                  </a:lnTo>
                  <a:lnTo>
                    <a:pt x="3257623" y="155561"/>
                  </a:lnTo>
                  <a:lnTo>
                    <a:pt x="3306981" y="140898"/>
                  </a:lnTo>
                  <a:lnTo>
                    <a:pt x="3356339" y="126719"/>
                  </a:lnTo>
                  <a:lnTo>
                    <a:pt x="3405697" y="113016"/>
                  </a:lnTo>
                  <a:lnTo>
                    <a:pt x="3455055" y="99780"/>
                  </a:lnTo>
                  <a:lnTo>
                    <a:pt x="3504412" y="87002"/>
                  </a:lnTo>
                  <a:lnTo>
                    <a:pt x="3553770" y="74671"/>
                  </a:lnTo>
                  <a:lnTo>
                    <a:pt x="3603128" y="62777"/>
                  </a:lnTo>
                  <a:lnTo>
                    <a:pt x="3652486" y="51310"/>
                  </a:lnTo>
                  <a:lnTo>
                    <a:pt x="3701844" y="40259"/>
                  </a:lnTo>
                  <a:lnTo>
                    <a:pt x="3751202" y="29613"/>
                  </a:lnTo>
                  <a:lnTo>
                    <a:pt x="3800560" y="19362"/>
                  </a:lnTo>
                  <a:lnTo>
                    <a:pt x="3849918" y="949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g408"/>
            <p:cNvSpPr/>
            <p:nvPr/>
          </p:nvSpPr>
          <p:spPr>
            <a:xfrm>
              <a:off x="1828441" y="1727357"/>
              <a:ext cx="3188166" cy="2183927"/>
            </a:xfrm>
            <a:custGeom>
              <a:avLst/>
              <a:gdLst/>
              <a:ahLst/>
              <a:cxnLst/>
              <a:rect l="0" t="0" r="0" b="0"/>
              <a:pathLst>
                <a:path w="3188166" h="2183927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  <a:lnTo>
                    <a:pt x="3188166" y="2183927"/>
                  </a:lnTo>
                  <a:lnTo>
                    <a:pt x="3147809" y="2175628"/>
                  </a:lnTo>
                  <a:lnTo>
                    <a:pt x="3107453" y="2166856"/>
                  </a:lnTo>
                  <a:lnTo>
                    <a:pt x="3067096" y="2157591"/>
                  </a:lnTo>
                  <a:lnTo>
                    <a:pt x="3026740" y="2147808"/>
                  </a:lnTo>
                  <a:lnTo>
                    <a:pt x="2986383" y="2137487"/>
                  </a:lnTo>
                  <a:lnTo>
                    <a:pt x="2946027" y="2126604"/>
                  </a:lnTo>
                  <a:lnTo>
                    <a:pt x="2905670" y="2115136"/>
                  </a:lnTo>
                  <a:lnTo>
                    <a:pt x="2865313" y="2103061"/>
                  </a:lnTo>
                  <a:lnTo>
                    <a:pt x="2824957" y="2090357"/>
                  </a:lnTo>
                  <a:lnTo>
                    <a:pt x="2784600" y="2077001"/>
                  </a:lnTo>
                  <a:lnTo>
                    <a:pt x="2744244" y="2062972"/>
                  </a:lnTo>
                  <a:lnTo>
                    <a:pt x="2703887" y="2048248"/>
                  </a:lnTo>
                  <a:lnTo>
                    <a:pt x="2663531" y="2032810"/>
                  </a:lnTo>
                  <a:lnTo>
                    <a:pt x="2623174" y="2016639"/>
                  </a:lnTo>
                  <a:lnTo>
                    <a:pt x="2582818" y="1999719"/>
                  </a:lnTo>
                  <a:lnTo>
                    <a:pt x="2542461" y="1982032"/>
                  </a:lnTo>
                  <a:lnTo>
                    <a:pt x="2502105" y="1963567"/>
                  </a:lnTo>
                  <a:lnTo>
                    <a:pt x="2461748" y="1944311"/>
                  </a:lnTo>
                  <a:lnTo>
                    <a:pt x="2421392" y="1924257"/>
                  </a:lnTo>
                  <a:lnTo>
                    <a:pt x="2381035" y="1903398"/>
                  </a:lnTo>
                  <a:lnTo>
                    <a:pt x="2340679" y="1881733"/>
                  </a:lnTo>
                  <a:lnTo>
                    <a:pt x="2300322" y="1859263"/>
                  </a:lnTo>
                  <a:lnTo>
                    <a:pt x="2259965" y="1835994"/>
                  </a:lnTo>
                  <a:lnTo>
                    <a:pt x="2219609" y="1811934"/>
                  </a:lnTo>
                  <a:lnTo>
                    <a:pt x="2179252" y="1787099"/>
                  </a:lnTo>
                  <a:lnTo>
                    <a:pt x="2138896" y="1761507"/>
                  </a:lnTo>
                  <a:lnTo>
                    <a:pt x="2098539" y="1735183"/>
                  </a:lnTo>
                  <a:lnTo>
                    <a:pt x="2058183" y="1708156"/>
                  </a:lnTo>
                  <a:lnTo>
                    <a:pt x="2017826" y="1680462"/>
                  </a:lnTo>
                  <a:lnTo>
                    <a:pt x="1977470" y="1652141"/>
                  </a:lnTo>
                  <a:lnTo>
                    <a:pt x="1937113" y="1623237"/>
                  </a:lnTo>
                  <a:lnTo>
                    <a:pt x="1896757" y="1593803"/>
                  </a:lnTo>
                  <a:lnTo>
                    <a:pt x="1856400" y="1563894"/>
                  </a:lnTo>
                  <a:lnTo>
                    <a:pt x="1816044" y="1533571"/>
                  </a:lnTo>
                  <a:lnTo>
                    <a:pt x="1775687" y="1502897"/>
                  </a:lnTo>
                  <a:lnTo>
                    <a:pt x="1735331" y="1471942"/>
                  </a:lnTo>
                  <a:lnTo>
                    <a:pt x="1694974" y="1440774"/>
                  </a:lnTo>
                  <a:lnTo>
                    <a:pt x="1654617" y="1409466"/>
                  </a:lnTo>
                  <a:lnTo>
                    <a:pt x="1614261" y="1378090"/>
                  </a:lnTo>
                  <a:lnTo>
                    <a:pt x="1573904" y="1346717"/>
                  </a:lnTo>
                  <a:lnTo>
                    <a:pt x="1533548" y="1315417"/>
                  </a:lnTo>
                  <a:lnTo>
                    <a:pt x="1493191" y="1284256"/>
                  </a:lnTo>
                  <a:lnTo>
                    <a:pt x="1452835" y="1253297"/>
                  </a:lnTo>
                  <a:lnTo>
                    <a:pt x="1412478" y="1222596"/>
                  </a:lnTo>
                  <a:lnTo>
                    <a:pt x="1372122" y="1192205"/>
                  </a:lnTo>
                  <a:lnTo>
                    <a:pt x="1331765" y="1162168"/>
                  </a:lnTo>
                  <a:lnTo>
                    <a:pt x="1291409" y="1132524"/>
                  </a:lnTo>
                  <a:lnTo>
                    <a:pt x="1251052" y="1103303"/>
                  </a:lnTo>
                  <a:lnTo>
                    <a:pt x="1210696" y="1074528"/>
                  </a:lnTo>
                  <a:lnTo>
                    <a:pt x="1170339" y="1046219"/>
                  </a:lnTo>
                  <a:lnTo>
                    <a:pt x="1129982" y="1018387"/>
                  </a:lnTo>
                  <a:lnTo>
                    <a:pt x="1089626" y="991039"/>
                  </a:lnTo>
                  <a:lnTo>
                    <a:pt x="1049269" y="964179"/>
                  </a:lnTo>
                  <a:lnTo>
                    <a:pt x="1008913" y="937805"/>
                  </a:lnTo>
                  <a:lnTo>
                    <a:pt x="968556" y="911914"/>
                  </a:lnTo>
                  <a:lnTo>
                    <a:pt x="928200" y="886501"/>
                  </a:lnTo>
                  <a:lnTo>
                    <a:pt x="887843" y="861557"/>
                  </a:lnTo>
                  <a:lnTo>
                    <a:pt x="847487" y="837076"/>
                  </a:lnTo>
                  <a:lnTo>
                    <a:pt x="807130" y="813048"/>
                  </a:lnTo>
                  <a:lnTo>
                    <a:pt x="766774" y="789464"/>
                  </a:lnTo>
                  <a:lnTo>
                    <a:pt x="726417" y="766316"/>
                  </a:lnTo>
                  <a:lnTo>
                    <a:pt x="686061" y="743594"/>
                  </a:lnTo>
                  <a:lnTo>
                    <a:pt x="645704" y="721289"/>
                  </a:lnTo>
                  <a:lnTo>
                    <a:pt x="605348" y="699395"/>
                  </a:lnTo>
                  <a:lnTo>
                    <a:pt x="564991" y="677902"/>
                  </a:lnTo>
                  <a:lnTo>
                    <a:pt x="524634" y="656805"/>
                  </a:lnTo>
                  <a:lnTo>
                    <a:pt x="484278" y="636096"/>
                  </a:lnTo>
                  <a:lnTo>
                    <a:pt x="443921" y="615769"/>
                  </a:lnTo>
                  <a:lnTo>
                    <a:pt x="403565" y="595819"/>
                  </a:lnTo>
                  <a:lnTo>
                    <a:pt x="363208" y="576239"/>
                  </a:lnTo>
                  <a:lnTo>
                    <a:pt x="322852" y="557026"/>
                  </a:lnTo>
                  <a:lnTo>
                    <a:pt x="282495" y="538174"/>
                  </a:lnTo>
                  <a:lnTo>
                    <a:pt x="242139" y="519679"/>
                  </a:lnTo>
                  <a:lnTo>
                    <a:pt x="201782" y="501537"/>
                  </a:lnTo>
                  <a:lnTo>
                    <a:pt x="161426" y="483744"/>
                  </a:lnTo>
                  <a:lnTo>
                    <a:pt x="121069" y="466297"/>
                  </a:lnTo>
                  <a:lnTo>
                    <a:pt x="80713" y="449191"/>
                  </a:lnTo>
                  <a:lnTo>
                    <a:pt x="40356" y="432423"/>
                  </a:lnTo>
                  <a:lnTo>
                    <a:pt x="0" y="41598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1828441" y="1727357"/>
              <a:ext cx="3188166" cy="1772474"/>
            </a:xfrm>
            <a:custGeom>
              <a:avLst/>
              <a:gdLst/>
              <a:ahLst/>
              <a:cxnLst/>
              <a:rect l="0" t="0" r="0" b="0"/>
              <a:pathLst>
                <a:path w="3188166" h="1772474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1828441" y="2143346"/>
              <a:ext cx="3188166" cy="1767938"/>
            </a:xfrm>
            <a:custGeom>
              <a:avLst/>
              <a:gdLst/>
              <a:ahLst/>
              <a:cxnLst/>
              <a:rect l="0" t="0" r="0" b="0"/>
              <a:pathLst>
                <a:path w="3188166" h="1767938">
                  <a:moveTo>
                    <a:pt x="3188166" y="1767938"/>
                  </a:moveTo>
                  <a:lnTo>
                    <a:pt x="3147809" y="1759639"/>
                  </a:lnTo>
                  <a:lnTo>
                    <a:pt x="3107453" y="1750867"/>
                  </a:lnTo>
                  <a:lnTo>
                    <a:pt x="3067096" y="1741601"/>
                  </a:lnTo>
                  <a:lnTo>
                    <a:pt x="3026740" y="1731819"/>
                  </a:lnTo>
                  <a:lnTo>
                    <a:pt x="2986383" y="1721497"/>
                  </a:lnTo>
                  <a:lnTo>
                    <a:pt x="2946027" y="1710614"/>
                  </a:lnTo>
                  <a:lnTo>
                    <a:pt x="2905670" y="1699146"/>
                  </a:lnTo>
                  <a:lnTo>
                    <a:pt x="2865313" y="1687072"/>
                  </a:lnTo>
                  <a:lnTo>
                    <a:pt x="2824957" y="1674368"/>
                  </a:lnTo>
                  <a:lnTo>
                    <a:pt x="2784600" y="1661011"/>
                  </a:lnTo>
                  <a:lnTo>
                    <a:pt x="2744244" y="1646982"/>
                  </a:lnTo>
                  <a:lnTo>
                    <a:pt x="2703887" y="1632258"/>
                  </a:lnTo>
                  <a:lnTo>
                    <a:pt x="2663531" y="1616820"/>
                  </a:lnTo>
                  <a:lnTo>
                    <a:pt x="2623174" y="1600650"/>
                  </a:lnTo>
                  <a:lnTo>
                    <a:pt x="2582818" y="1583729"/>
                  </a:lnTo>
                  <a:lnTo>
                    <a:pt x="2542461" y="1566043"/>
                  </a:lnTo>
                  <a:lnTo>
                    <a:pt x="2502105" y="1547577"/>
                  </a:lnTo>
                  <a:lnTo>
                    <a:pt x="2461748" y="1528322"/>
                  </a:lnTo>
                  <a:lnTo>
                    <a:pt x="2421392" y="1508267"/>
                  </a:lnTo>
                  <a:lnTo>
                    <a:pt x="2381035" y="1487409"/>
                  </a:lnTo>
                  <a:lnTo>
                    <a:pt x="2340679" y="1465744"/>
                  </a:lnTo>
                  <a:lnTo>
                    <a:pt x="2300322" y="1443274"/>
                  </a:lnTo>
                  <a:lnTo>
                    <a:pt x="2259965" y="1420004"/>
                  </a:lnTo>
                  <a:lnTo>
                    <a:pt x="2219609" y="1395944"/>
                  </a:lnTo>
                  <a:lnTo>
                    <a:pt x="2179252" y="1371109"/>
                  </a:lnTo>
                  <a:lnTo>
                    <a:pt x="2138896" y="1345517"/>
                  </a:lnTo>
                  <a:lnTo>
                    <a:pt x="2098539" y="1319193"/>
                  </a:lnTo>
                  <a:lnTo>
                    <a:pt x="2058183" y="1292167"/>
                  </a:lnTo>
                  <a:lnTo>
                    <a:pt x="2017826" y="1264473"/>
                  </a:lnTo>
                  <a:lnTo>
                    <a:pt x="1977470" y="1236151"/>
                  </a:lnTo>
                  <a:lnTo>
                    <a:pt x="1937113" y="1207248"/>
                  </a:lnTo>
                  <a:lnTo>
                    <a:pt x="1896757" y="1177814"/>
                  </a:lnTo>
                  <a:lnTo>
                    <a:pt x="1856400" y="1147905"/>
                  </a:lnTo>
                  <a:lnTo>
                    <a:pt x="1816044" y="1117581"/>
                  </a:lnTo>
                  <a:lnTo>
                    <a:pt x="1775687" y="1086908"/>
                  </a:lnTo>
                  <a:lnTo>
                    <a:pt x="1735331" y="1055952"/>
                  </a:lnTo>
                  <a:lnTo>
                    <a:pt x="1694974" y="1024784"/>
                  </a:lnTo>
                  <a:lnTo>
                    <a:pt x="1654617" y="993476"/>
                  </a:lnTo>
                  <a:lnTo>
                    <a:pt x="1614261" y="962100"/>
                  </a:lnTo>
                  <a:lnTo>
                    <a:pt x="1573904" y="930727"/>
                  </a:lnTo>
                  <a:lnTo>
                    <a:pt x="1533548" y="899427"/>
                  </a:lnTo>
                  <a:lnTo>
                    <a:pt x="1493191" y="868266"/>
                  </a:lnTo>
                  <a:lnTo>
                    <a:pt x="1452835" y="837307"/>
                  </a:lnTo>
                  <a:lnTo>
                    <a:pt x="1412478" y="806606"/>
                  </a:lnTo>
                  <a:lnTo>
                    <a:pt x="1372122" y="776215"/>
                  </a:lnTo>
                  <a:lnTo>
                    <a:pt x="1331765" y="746179"/>
                  </a:lnTo>
                  <a:lnTo>
                    <a:pt x="1291409" y="716534"/>
                  </a:lnTo>
                  <a:lnTo>
                    <a:pt x="1251052" y="687313"/>
                  </a:lnTo>
                  <a:lnTo>
                    <a:pt x="1210696" y="658539"/>
                  </a:lnTo>
                  <a:lnTo>
                    <a:pt x="1170339" y="630230"/>
                  </a:lnTo>
                  <a:lnTo>
                    <a:pt x="1129982" y="602398"/>
                  </a:lnTo>
                  <a:lnTo>
                    <a:pt x="1089626" y="575050"/>
                  </a:lnTo>
                  <a:lnTo>
                    <a:pt x="1049269" y="548189"/>
                  </a:lnTo>
                  <a:lnTo>
                    <a:pt x="1008913" y="521815"/>
                  </a:lnTo>
                  <a:lnTo>
                    <a:pt x="968556" y="495925"/>
                  </a:lnTo>
                  <a:lnTo>
                    <a:pt x="928200" y="470511"/>
                  </a:lnTo>
                  <a:lnTo>
                    <a:pt x="887843" y="445568"/>
                  </a:lnTo>
                  <a:lnTo>
                    <a:pt x="847487" y="421086"/>
                  </a:lnTo>
                  <a:lnTo>
                    <a:pt x="807130" y="397058"/>
                  </a:lnTo>
                  <a:lnTo>
                    <a:pt x="766774" y="373475"/>
                  </a:lnTo>
                  <a:lnTo>
                    <a:pt x="726417" y="350326"/>
                  </a:lnTo>
                  <a:lnTo>
                    <a:pt x="686061" y="327604"/>
                  </a:lnTo>
                  <a:lnTo>
                    <a:pt x="645704" y="305300"/>
                  </a:lnTo>
                  <a:lnTo>
                    <a:pt x="605348" y="283405"/>
                  </a:lnTo>
                  <a:lnTo>
                    <a:pt x="564991" y="261913"/>
                  </a:lnTo>
                  <a:lnTo>
                    <a:pt x="524634" y="240816"/>
                  </a:lnTo>
                  <a:lnTo>
                    <a:pt x="484278" y="220106"/>
                  </a:lnTo>
                  <a:lnTo>
                    <a:pt x="443921" y="199780"/>
                  </a:lnTo>
                  <a:lnTo>
                    <a:pt x="403565" y="179829"/>
                  </a:lnTo>
                  <a:lnTo>
                    <a:pt x="363208" y="160250"/>
                  </a:lnTo>
                  <a:lnTo>
                    <a:pt x="322852" y="141036"/>
                  </a:lnTo>
                  <a:lnTo>
                    <a:pt x="282495" y="122184"/>
                  </a:lnTo>
                  <a:lnTo>
                    <a:pt x="242139" y="103690"/>
                  </a:lnTo>
                  <a:lnTo>
                    <a:pt x="201782" y="85548"/>
                  </a:lnTo>
                  <a:lnTo>
                    <a:pt x="161426" y="67755"/>
                  </a:lnTo>
                  <a:lnTo>
                    <a:pt x="121069" y="50307"/>
                  </a:lnTo>
                  <a:lnTo>
                    <a:pt x="80713" y="33201"/>
                  </a:lnTo>
                  <a:lnTo>
                    <a:pt x="40356" y="164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1828441" y="1889771"/>
              <a:ext cx="3188166" cy="1876369"/>
            </a:xfrm>
            <a:custGeom>
              <a:avLst/>
              <a:gdLst/>
              <a:ahLst/>
              <a:cxnLst/>
              <a:rect l="0" t="0" r="0" b="0"/>
              <a:pathLst>
                <a:path w="3188166" h="1876369">
                  <a:moveTo>
                    <a:pt x="0" y="0"/>
                  </a:moveTo>
                  <a:lnTo>
                    <a:pt x="40356" y="15736"/>
                  </a:lnTo>
                  <a:lnTo>
                    <a:pt x="80713" y="32011"/>
                  </a:lnTo>
                  <a:lnTo>
                    <a:pt x="121069" y="48831"/>
                  </a:lnTo>
                  <a:lnTo>
                    <a:pt x="161426" y="66206"/>
                  </a:lnTo>
                  <a:lnTo>
                    <a:pt x="201782" y="84139"/>
                  </a:lnTo>
                  <a:lnTo>
                    <a:pt x="242139" y="102637"/>
                  </a:lnTo>
                  <a:lnTo>
                    <a:pt x="282495" y="121705"/>
                  </a:lnTo>
                  <a:lnTo>
                    <a:pt x="322852" y="141344"/>
                  </a:lnTo>
                  <a:lnTo>
                    <a:pt x="363208" y="161558"/>
                  </a:lnTo>
                  <a:lnTo>
                    <a:pt x="403565" y="182346"/>
                  </a:lnTo>
                  <a:lnTo>
                    <a:pt x="443921" y="203708"/>
                  </a:lnTo>
                  <a:lnTo>
                    <a:pt x="484278" y="225641"/>
                  </a:lnTo>
                  <a:lnTo>
                    <a:pt x="524634" y="248143"/>
                  </a:lnTo>
                  <a:lnTo>
                    <a:pt x="564991" y="271207"/>
                  </a:lnTo>
                  <a:lnTo>
                    <a:pt x="605348" y="294828"/>
                  </a:lnTo>
                  <a:lnTo>
                    <a:pt x="645704" y="318995"/>
                  </a:lnTo>
                  <a:lnTo>
                    <a:pt x="686061" y="343700"/>
                  </a:lnTo>
                  <a:lnTo>
                    <a:pt x="726417" y="368930"/>
                  </a:lnTo>
                  <a:lnTo>
                    <a:pt x="766774" y="394671"/>
                  </a:lnTo>
                  <a:lnTo>
                    <a:pt x="807130" y="420908"/>
                  </a:lnTo>
                  <a:lnTo>
                    <a:pt x="847487" y="447624"/>
                  </a:lnTo>
                  <a:lnTo>
                    <a:pt x="887843" y="474798"/>
                  </a:lnTo>
                  <a:lnTo>
                    <a:pt x="928200" y="502410"/>
                  </a:lnTo>
                  <a:lnTo>
                    <a:pt x="968556" y="530438"/>
                  </a:lnTo>
                  <a:lnTo>
                    <a:pt x="1008913" y="558857"/>
                  </a:lnTo>
                  <a:lnTo>
                    <a:pt x="1049269" y="587642"/>
                  </a:lnTo>
                  <a:lnTo>
                    <a:pt x="1089626" y="616763"/>
                  </a:lnTo>
                  <a:lnTo>
                    <a:pt x="1129982" y="646194"/>
                  </a:lnTo>
                  <a:lnTo>
                    <a:pt x="1170339" y="675902"/>
                  </a:lnTo>
                  <a:lnTo>
                    <a:pt x="1210696" y="705857"/>
                  </a:lnTo>
                  <a:lnTo>
                    <a:pt x="1251052" y="736027"/>
                  </a:lnTo>
                  <a:lnTo>
                    <a:pt x="1291409" y="766376"/>
                  </a:lnTo>
                  <a:lnTo>
                    <a:pt x="1331765" y="796871"/>
                  </a:lnTo>
                  <a:lnTo>
                    <a:pt x="1372122" y="827477"/>
                  </a:lnTo>
                  <a:lnTo>
                    <a:pt x="1412478" y="858158"/>
                  </a:lnTo>
                  <a:lnTo>
                    <a:pt x="1452835" y="888878"/>
                  </a:lnTo>
                  <a:lnTo>
                    <a:pt x="1493191" y="919600"/>
                  </a:lnTo>
                  <a:lnTo>
                    <a:pt x="1533548" y="950289"/>
                  </a:lnTo>
                  <a:lnTo>
                    <a:pt x="1573904" y="980908"/>
                  </a:lnTo>
                  <a:lnTo>
                    <a:pt x="1614261" y="1011422"/>
                  </a:lnTo>
                  <a:lnTo>
                    <a:pt x="1654617" y="1041795"/>
                  </a:lnTo>
                  <a:lnTo>
                    <a:pt x="1694974" y="1071993"/>
                  </a:lnTo>
                  <a:lnTo>
                    <a:pt x="1735331" y="1101982"/>
                  </a:lnTo>
                  <a:lnTo>
                    <a:pt x="1775687" y="1131728"/>
                  </a:lnTo>
                  <a:lnTo>
                    <a:pt x="1816044" y="1161201"/>
                  </a:lnTo>
                  <a:lnTo>
                    <a:pt x="1856400" y="1190370"/>
                  </a:lnTo>
                  <a:lnTo>
                    <a:pt x="1896757" y="1219205"/>
                  </a:lnTo>
                  <a:lnTo>
                    <a:pt x="1937113" y="1247679"/>
                  </a:lnTo>
                  <a:lnTo>
                    <a:pt x="1977470" y="1275766"/>
                  </a:lnTo>
                  <a:lnTo>
                    <a:pt x="2017826" y="1303441"/>
                  </a:lnTo>
                  <a:lnTo>
                    <a:pt x="2058183" y="1330681"/>
                  </a:lnTo>
                  <a:lnTo>
                    <a:pt x="2098539" y="1357465"/>
                  </a:lnTo>
                  <a:lnTo>
                    <a:pt x="2138896" y="1383773"/>
                  </a:lnTo>
                  <a:lnTo>
                    <a:pt x="2179252" y="1409588"/>
                  </a:lnTo>
                  <a:lnTo>
                    <a:pt x="2219609" y="1434893"/>
                  </a:lnTo>
                  <a:lnTo>
                    <a:pt x="2259965" y="1459676"/>
                  </a:lnTo>
                  <a:lnTo>
                    <a:pt x="2300322" y="1483923"/>
                  </a:lnTo>
                  <a:lnTo>
                    <a:pt x="2340679" y="1507624"/>
                  </a:lnTo>
                  <a:lnTo>
                    <a:pt x="2381035" y="1530770"/>
                  </a:lnTo>
                  <a:lnTo>
                    <a:pt x="2421392" y="1553355"/>
                  </a:lnTo>
                  <a:lnTo>
                    <a:pt x="2461748" y="1575372"/>
                  </a:lnTo>
                  <a:lnTo>
                    <a:pt x="2502105" y="1596817"/>
                  </a:lnTo>
                  <a:lnTo>
                    <a:pt x="2542461" y="1617690"/>
                  </a:lnTo>
                  <a:lnTo>
                    <a:pt x="2582818" y="1637987"/>
                  </a:lnTo>
                  <a:lnTo>
                    <a:pt x="2623174" y="1657711"/>
                  </a:lnTo>
                  <a:lnTo>
                    <a:pt x="2663531" y="1676861"/>
                  </a:lnTo>
                  <a:lnTo>
                    <a:pt x="2703887" y="1695443"/>
                  </a:lnTo>
                  <a:lnTo>
                    <a:pt x="2744244" y="1713459"/>
                  </a:lnTo>
                  <a:lnTo>
                    <a:pt x="2784600" y="1730915"/>
                  </a:lnTo>
                  <a:lnTo>
                    <a:pt x="2824957" y="1747816"/>
                  </a:lnTo>
                  <a:lnTo>
                    <a:pt x="2865313" y="1764170"/>
                  </a:lnTo>
                  <a:lnTo>
                    <a:pt x="2905670" y="1779985"/>
                  </a:lnTo>
                  <a:lnTo>
                    <a:pt x="2946027" y="1795269"/>
                  </a:lnTo>
                  <a:lnTo>
                    <a:pt x="2986383" y="1810030"/>
                  </a:lnTo>
                  <a:lnTo>
                    <a:pt x="3026740" y="1824280"/>
                  </a:lnTo>
                  <a:lnTo>
                    <a:pt x="3067096" y="1838028"/>
                  </a:lnTo>
                  <a:lnTo>
                    <a:pt x="3107453" y="1851285"/>
                  </a:lnTo>
                  <a:lnTo>
                    <a:pt x="3147809" y="1864061"/>
                  </a:lnTo>
                  <a:lnTo>
                    <a:pt x="3188166" y="187636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341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1006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6712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23358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00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6742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3389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7003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3648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209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29834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5158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3837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5227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5063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4955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4528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3755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3924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9417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4961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4481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1712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45855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340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3380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29417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43379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1963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42674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5053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458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44287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2662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50552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2448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4427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29900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4428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31602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44246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3729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45147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5725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2824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4458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4551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47599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224790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3675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49759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54640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36682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2825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4551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3691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7836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4854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31197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0894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37017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168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386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7402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6284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6283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31197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388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41250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49243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49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9508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128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48380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2608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458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22594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4953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369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50056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912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43087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34909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43970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140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2412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3534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7182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50319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44964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4398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49775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3139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29646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35499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44667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35239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44935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2958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4402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29191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4981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4311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27182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45529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3180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31665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44702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24022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31377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33483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29259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4401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31935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50329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555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5836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49917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44975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37748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3559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42760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115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38044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42176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2623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45143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50030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217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35662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44648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26702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2087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368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20378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3597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3674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43945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4408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20877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27632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2624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2408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45609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3771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5547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26706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20378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7751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35748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3543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44678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41139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24088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39133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36722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36878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4239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742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35509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16566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45144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42070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35552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3913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3723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34678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39419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21090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42338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941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42604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3503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3835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40706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407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4514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42579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16566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7430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347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8351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47734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15875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34798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15875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63711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41476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43071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34969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2109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42924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34804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47792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4658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42452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18844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3728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26991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34240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42457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44571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35545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42792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43725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2651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19843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37408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45448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19873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44581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1404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1884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4308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1407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33659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50107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26991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421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43080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42171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998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5807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34156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34023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2832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18758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2653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7349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37121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3606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1879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45363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4466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4034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33132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46026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30729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5892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47982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4416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31158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51143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6265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295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5290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45048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3304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3300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3470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529396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45651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30671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96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3494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45724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33024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31042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30788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7724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31696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31644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45010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8008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6534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46558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47750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46293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34572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3457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30794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205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2592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50213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25840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28756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4460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30876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26023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1150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3071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2604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29689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25746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50202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43090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25870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3137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43912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046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2644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42041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43676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3091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28902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3132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44891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26323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42810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4308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2647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43724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44864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4306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4114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4392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4279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30876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30747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446336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25899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26592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584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4"/>
            <p:cNvSpPr/>
            <p:nvPr/>
          </p:nvSpPr>
          <p:spPr>
            <a:xfrm>
              <a:off x="1623483" y="2006226"/>
              <a:ext cx="3899276" cy="1374865"/>
            </a:xfrm>
            <a:custGeom>
              <a:avLst/>
              <a:gdLst/>
              <a:ahLst/>
              <a:cxnLst/>
              <a:rect l="0" t="0" r="0" b="0"/>
              <a:pathLst>
                <a:path w="3899276" h="1374865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  <a:lnTo>
                    <a:pt x="3899276" y="1374865"/>
                  </a:lnTo>
                  <a:lnTo>
                    <a:pt x="3849918" y="1361242"/>
                  </a:lnTo>
                  <a:lnTo>
                    <a:pt x="3800560" y="1347490"/>
                  </a:lnTo>
                  <a:lnTo>
                    <a:pt x="3751202" y="1333613"/>
                  </a:lnTo>
                  <a:lnTo>
                    <a:pt x="3701844" y="1319621"/>
                  </a:lnTo>
                  <a:lnTo>
                    <a:pt x="3652486" y="1305520"/>
                  </a:lnTo>
                  <a:lnTo>
                    <a:pt x="3603128" y="1291320"/>
                  </a:lnTo>
                  <a:lnTo>
                    <a:pt x="3553770" y="1277029"/>
                  </a:lnTo>
                  <a:lnTo>
                    <a:pt x="3504412" y="1262658"/>
                  </a:lnTo>
                  <a:lnTo>
                    <a:pt x="3455055" y="1248218"/>
                  </a:lnTo>
                  <a:lnTo>
                    <a:pt x="3405697" y="1233719"/>
                  </a:lnTo>
                  <a:lnTo>
                    <a:pt x="3356339" y="1219176"/>
                  </a:lnTo>
                  <a:lnTo>
                    <a:pt x="3306981" y="1204601"/>
                  </a:lnTo>
                  <a:lnTo>
                    <a:pt x="3257623" y="1190008"/>
                  </a:lnTo>
                  <a:lnTo>
                    <a:pt x="3208265" y="1175414"/>
                  </a:lnTo>
                  <a:lnTo>
                    <a:pt x="3158907" y="1160833"/>
                  </a:lnTo>
                  <a:lnTo>
                    <a:pt x="3109549" y="1146285"/>
                  </a:lnTo>
                  <a:lnTo>
                    <a:pt x="3060191" y="1131788"/>
                  </a:lnTo>
                  <a:lnTo>
                    <a:pt x="3010833" y="1117363"/>
                  </a:lnTo>
                  <a:lnTo>
                    <a:pt x="2961475" y="1103029"/>
                  </a:lnTo>
                  <a:lnTo>
                    <a:pt x="2912117" y="1088811"/>
                  </a:lnTo>
                  <a:lnTo>
                    <a:pt x="2862759" y="1074732"/>
                  </a:lnTo>
                  <a:lnTo>
                    <a:pt x="2813401" y="1060817"/>
                  </a:lnTo>
                  <a:lnTo>
                    <a:pt x="2764044" y="1047092"/>
                  </a:lnTo>
                  <a:lnTo>
                    <a:pt x="2714686" y="1033586"/>
                  </a:lnTo>
                  <a:lnTo>
                    <a:pt x="2665328" y="1020325"/>
                  </a:lnTo>
                  <a:lnTo>
                    <a:pt x="2615970" y="1007339"/>
                  </a:lnTo>
                  <a:lnTo>
                    <a:pt x="2566612" y="994656"/>
                  </a:lnTo>
                  <a:lnTo>
                    <a:pt x="2517254" y="982305"/>
                  </a:lnTo>
                  <a:lnTo>
                    <a:pt x="2467896" y="970314"/>
                  </a:lnTo>
                  <a:lnTo>
                    <a:pt x="2418538" y="958710"/>
                  </a:lnTo>
                  <a:lnTo>
                    <a:pt x="2369180" y="947517"/>
                  </a:lnTo>
                  <a:lnTo>
                    <a:pt x="2319822" y="936757"/>
                  </a:lnTo>
                  <a:lnTo>
                    <a:pt x="2270464" y="926450"/>
                  </a:lnTo>
                  <a:lnTo>
                    <a:pt x="2221106" y="916612"/>
                  </a:lnTo>
                  <a:lnTo>
                    <a:pt x="2171748" y="907252"/>
                  </a:lnTo>
                  <a:lnTo>
                    <a:pt x="2122390" y="898379"/>
                  </a:lnTo>
                  <a:lnTo>
                    <a:pt x="2073033" y="889994"/>
                  </a:lnTo>
                  <a:lnTo>
                    <a:pt x="2023675" y="882094"/>
                  </a:lnTo>
                  <a:lnTo>
                    <a:pt x="1974317" y="874675"/>
                  </a:lnTo>
                  <a:lnTo>
                    <a:pt x="1924959" y="867723"/>
                  </a:lnTo>
                  <a:lnTo>
                    <a:pt x="1875601" y="861227"/>
                  </a:lnTo>
                  <a:lnTo>
                    <a:pt x="1826243" y="855168"/>
                  </a:lnTo>
                  <a:lnTo>
                    <a:pt x="1776885" y="849528"/>
                  </a:lnTo>
                  <a:lnTo>
                    <a:pt x="1727527" y="844285"/>
                  </a:lnTo>
                  <a:lnTo>
                    <a:pt x="1678169" y="839419"/>
                  </a:lnTo>
                  <a:lnTo>
                    <a:pt x="1628811" y="834906"/>
                  </a:lnTo>
                  <a:lnTo>
                    <a:pt x="1579453" y="830725"/>
                  </a:lnTo>
                  <a:lnTo>
                    <a:pt x="1530095" y="826854"/>
                  </a:lnTo>
                  <a:lnTo>
                    <a:pt x="1480737" y="823270"/>
                  </a:lnTo>
                  <a:lnTo>
                    <a:pt x="1431379" y="819954"/>
                  </a:lnTo>
                  <a:lnTo>
                    <a:pt x="1382022" y="816887"/>
                  </a:lnTo>
                  <a:lnTo>
                    <a:pt x="1332664" y="814049"/>
                  </a:lnTo>
                  <a:lnTo>
                    <a:pt x="1283306" y="811423"/>
                  </a:lnTo>
                  <a:lnTo>
                    <a:pt x="1233948" y="808994"/>
                  </a:lnTo>
                  <a:lnTo>
                    <a:pt x="1184590" y="806747"/>
                  </a:lnTo>
                  <a:lnTo>
                    <a:pt x="1135232" y="804667"/>
                  </a:lnTo>
                  <a:lnTo>
                    <a:pt x="1085874" y="802743"/>
                  </a:lnTo>
                  <a:lnTo>
                    <a:pt x="1036516" y="800961"/>
                  </a:lnTo>
                  <a:lnTo>
                    <a:pt x="987158" y="799312"/>
                  </a:lnTo>
                  <a:lnTo>
                    <a:pt x="937800" y="797786"/>
                  </a:lnTo>
                  <a:lnTo>
                    <a:pt x="888442" y="796373"/>
                  </a:lnTo>
                  <a:lnTo>
                    <a:pt x="839084" y="795066"/>
                  </a:lnTo>
                  <a:lnTo>
                    <a:pt x="789726" y="793856"/>
                  </a:lnTo>
                  <a:lnTo>
                    <a:pt x="740368" y="792737"/>
                  </a:lnTo>
                  <a:lnTo>
                    <a:pt x="691011" y="791702"/>
                  </a:lnTo>
                  <a:lnTo>
                    <a:pt x="641653" y="790745"/>
                  </a:lnTo>
                  <a:lnTo>
                    <a:pt x="592295" y="789861"/>
                  </a:lnTo>
                  <a:lnTo>
                    <a:pt x="542937" y="789045"/>
                  </a:lnTo>
                  <a:lnTo>
                    <a:pt x="493579" y="788292"/>
                  </a:lnTo>
                  <a:lnTo>
                    <a:pt x="444221" y="787599"/>
                  </a:lnTo>
                  <a:lnTo>
                    <a:pt x="394863" y="786961"/>
                  </a:lnTo>
                  <a:lnTo>
                    <a:pt x="345505" y="786375"/>
                  </a:lnTo>
                  <a:lnTo>
                    <a:pt x="296147" y="785838"/>
                  </a:lnTo>
                  <a:lnTo>
                    <a:pt x="246789" y="785346"/>
                  </a:lnTo>
                  <a:lnTo>
                    <a:pt x="197431" y="784897"/>
                  </a:lnTo>
                  <a:lnTo>
                    <a:pt x="148073" y="784488"/>
                  </a:lnTo>
                  <a:lnTo>
                    <a:pt x="98715" y="784117"/>
                  </a:lnTo>
                  <a:lnTo>
                    <a:pt x="49357" y="783781"/>
                  </a:lnTo>
                  <a:lnTo>
                    <a:pt x="0" y="78347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1623483" y="2006226"/>
              <a:ext cx="3899276" cy="661606"/>
            </a:xfrm>
            <a:custGeom>
              <a:avLst/>
              <a:gdLst/>
              <a:ahLst/>
              <a:cxnLst/>
              <a:rect l="0" t="0" r="0" b="0"/>
              <a:pathLst>
                <a:path w="3899276" h="661606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1623483" y="2789705"/>
              <a:ext cx="3899276" cy="591385"/>
            </a:xfrm>
            <a:custGeom>
              <a:avLst/>
              <a:gdLst/>
              <a:ahLst/>
              <a:cxnLst/>
              <a:rect l="0" t="0" r="0" b="0"/>
              <a:pathLst>
                <a:path w="3899276" h="591385">
                  <a:moveTo>
                    <a:pt x="3899276" y="591385"/>
                  </a:moveTo>
                  <a:lnTo>
                    <a:pt x="3849918" y="577763"/>
                  </a:lnTo>
                  <a:lnTo>
                    <a:pt x="3800560" y="564010"/>
                  </a:lnTo>
                  <a:lnTo>
                    <a:pt x="3751202" y="550134"/>
                  </a:lnTo>
                  <a:lnTo>
                    <a:pt x="3701844" y="536141"/>
                  </a:lnTo>
                  <a:lnTo>
                    <a:pt x="3652486" y="522040"/>
                  </a:lnTo>
                  <a:lnTo>
                    <a:pt x="3603128" y="507840"/>
                  </a:lnTo>
                  <a:lnTo>
                    <a:pt x="3553770" y="493549"/>
                  </a:lnTo>
                  <a:lnTo>
                    <a:pt x="3504412" y="479178"/>
                  </a:lnTo>
                  <a:lnTo>
                    <a:pt x="3455055" y="464738"/>
                  </a:lnTo>
                  <a:lnTo>
                    <a:pt x="3405697" y="450240"/>
                  </a:lnTo>
                  <a:lnTo>
                    <a:pt x="3356339" y="435697"/>
                  </a:lnTo>
                  <a:lnTo>
                    <a:pt x="3306981" y="421121"/>
                  </a:lnTo>
                  <a:lnTo>
                    <a:pt x="3257623" y="406529"/>
                  </a:lnTo>
                  <a:lnTo>
                    <a:pt x="3208265" y="391934"/>
                  </a:lnTo>
                  <a:lnTo>
                    <a:pt x="3158907" y="377354"/>
                  </a:lnTo>
                  <a:lnTo>
                    <a:pt x="3109549" y="362806"/>
                  </a:lnTo>
                  <a:lnTo>
                    <a:pt x="3060191" y="348309"/>
                  </a:lnTo>
                  <a:lnTo>
                    <a:pt x="3010833" y="333883"/>
                  </a:lnTo>
                  <a:lnTo>
                    <a:pt x="2961475" y="319550"/>
                  </a:lnTo>
                  <a:lnTo>
                    <a:pt x="2912117" y="305331"/>
                  </a:lnTo>
                  <a:lnTo>
                    <a:pt x="2862759" y="291252"/>
                  </a:lnTo>
                  <a:lnTo>
                    <a:pt x="2813401" y="277337"/>
                  </a:lnTo>
                  <a:lnTo>
                    <a:pt x="2764044" y="263613"/>
                  </a:lnTo>
                  <a:lnTo>
                    <a:pt x="2714686" y="250106"/>
                  </a:lnTo>
                  <a:lnTo>
                    <a:pt x="2665328" y="236845"/>
                  </a:lnTo>
                  <a:lnTo>
                    <a:pt x="2615970" y="223859"/>
                  </a:lnTo>
                  <a:lnTo>
                    <a:pt x="2566612" y="211176"/>
                  </a:lnTo>
                  <a:lnTo>
                    <a:pt x="2517254" y="198825"/>
                  </a:lnTo>
                  <a:lnTo>
                    <a:pt x="2467896" y="186834"/>
                  </a:lnTo>
                  <a:lnTo>
                    <a:pt x="2418538" y="175230"/>
                  </a:lnTo>
                  <a:lnTo>
                    <a:pt x="2369180" y="164037"/>
                  </a:lnTo>
                  <a:lnTo>
                    <a:pt x="2319822" y="153278"/>
                  </a:lnTo>
                  <a:lnTo>
                    <a:pt x="2270464" y="142971"/>
                  </a:lnTo>
                  <a:lnTo>
                    <a:pt x="2221106" y="133132"/>
                  </a:lnTo>
                  <a:lnTo>
                    <a:pt x="2171748" y="123773"/>
                  </a:lnTo>
                  <a:lnTo>
                    <a:pt x="2122390" y="114899"/>
                  </a:lnTo>
                  <a:lnTo>
                    <a:pt x="2073033" y="106514"/>
                  </a:lnTo>
                  <a:lnTo>
                    <a:pt x="2023675" y="98615"/>
                  </a:lnTo>
                  <a:lnTo>
                    <a:pt x="1974317" y="91195"/>
                  </a:lnTo>
                  <a:lnTo>
                    <a:pt x="1924959" y="84244"/>
                  </a:lnTo>
                  <a:lnTo>
                    <a:pt x="1875601" y="77747"/>
                  </a:lnTo>
                  <a:lnTo>
                    <a:pt x="1826243" y="71688"/>
                  </a:lnTo>
                  <a:lnTo>
                    <a:pt x="1776885" y="66048"/>
                  </a:lnTo>
                  <a:lnTo>
                    <a:pt x="1727527" y="60806"/>
                  </a:lnTo>
                  <a:lnTo>
                    <a:pt x="1678169" y="55939"/>
                  </a:lnTo>
                  <a:lnTo>
                    <a:pt x="1628811" y="51427"/>
                  </a:lnTo>
                  <a:lnTo>
                    <a:pt x="1579453" y="47246"/>
                  </a:lnTo>
                  <a:lnTo>
                    <a:pt x="1530095" y="43374"/>
                  </a:lnTo>
                  <a:lnTo>
                    <a:pt x="1480737" y="39791"/>
                  </a:lnTo>
                  <a:lnTo>
                    <a:pt x="1431379" y="36475"/>
                  </a:lnTo>
                  <a:lnTo>
                    <a:pt x="1382022" y="33407"/>
                  </a:lnTo>
                  <a:lnTo>
                    <a:pt x="1332664" y="30569"/>
                  </a:lnTo>
                  <a:lnTo>
                    <a:pt x="1283306" y="27944"/>
                  </a:lnTo>
                  <a:lnTo>
                    <a:pt x="1233948" y="25515"/>
                  </a:lnTo>
                  <a:lnTo>
                    <a:pt x="1184590" y="23267"/>
                  </a:lnTo>
                  <a:lnTo>
                    <a:pt x="1135232" y="21188"/>
                  </a:lnTo>
                  <a:lnTo>
                    <a:pt x="1085874" y="19263"/>
                  </a:lnTo>
                  <a:lnTo>
                    <a:pt x="1036516" y="17482"/>
                  </a:lnTo>
                  <a:lnTo>
                    <a:pt x="987158" y="15833"/>
                  </a:lnTo>
                  <a:lnTo>
                    <a:pt x="937800" y="14307"/>
                  </a:lnTo>
                  <a:lnTo>
                    <a:pt x="888442" y="12894"/>
                  </a:lnTo>
                  <a:lnTo>
                    <a:pt x="839084" y="11586"/>
                  </a:lnTo>
                  <a:lnTo>
                    <a:pt x="789726" y="10376"/>
                  </a:lnTo>
                  <a:lnTo>
                    <a:pt x="740368" y="9257"/>
                  </a:lnTo>
                  <a:lnTo>
                    <a:pt x="691011" y="8222"/>
                  </a:lnTo>
                  <a:lnTo>
                    <a:pt x="641653" y="7265"/>
                  </a:lnTo>
                  <a:lnTo>
                    <a:pt x="592295" y="6381"/>
                  </a:lnTo>
                  <a:lnTo>
                    <a:pt x="542937" y="5565"/>
                  </a:lnTo>
                  <a:lnTo>
                    <a:pt x="493579" y="4813"/>
                  </a:lnTo>
                  <a:lnTo>
                    <a:pt x="444221" y="4120"/>
                  </a:lnTo>
                  <a:lnTo>
                    <a:pt x="394863" y="3482"/>
                  </a:lnTo>
                  <a:lnTo>
                    <a:pt x="345505" y="2896"/>
                  </a:lnTo>
                  <a:lnTo>
                    <a:pt x="296147" y="2358"/>
                  </a:lnTo>
                  <a:lnTo>
                    <a:pt x="246789" y="1866"/>
                  </a:lnTo>
                  <a:lnTo>
                    <a:pt x="197431" y="1417"/>
                  </a:lnTo>
                  <a:lnTo>
                    <a:pt x="148073" y="1008"/>
                  </a:lnTo>
                  <a:lnTo>
                    <a:pt x="98715" y="637"/>
                  </a:lnTo>
                  <a:lnTo>
                    <a:pt x="49357" y="3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1623483" y="2352114"/>
              <a:ext cx="3899276" cy="694357"/>
            </a:xfrm>
            <a:custGeom>
              <a:avLst/>
              <a:gdLst/>
              <a:ahLst/>
              <a:cxnLst/>
              <a:rect l="0" t="0" r="0" b="0"/>
              <a:pathLst>
                <a:path w="3899276" h="694357">
                  <a:moveTo>
                    <a:pt x="0" y="0"/>
                  </a:moveTo>
                  <a:lnTo>
                    <a:pt x="49357" y="8041"/>
                  </a:lnTo>
                  <a:lnTo>
                    <a:pt x="98715" y="16120"/>
                  </a:lnTo>
                  <a:lnTo>
                    <a:pt x="148073" y="24238"/>
                  </a:lnTo>
                  <a:lnTo>
                    <a:pt x="197431" y="32392"/>
                  </a:lnTo>
                  <a:lnTo>
                    <a:pt x="246789" y="40584"/>
                  </a:lnTo>
                  <a:lnTo>
                    <a:pt x="296147" y="48812"/>
                  </a:lnTo>
                  <a:lnTo>
                    <a:pt x="345505" y="57075"/>
                  </a:lnTo>
                  <a:lnTo>
                    <a:pt x="394863" y="65373"/>
                  </a:lnTo>
                  <a:lnTo>
                    <a:pt x="444221" y="73705"/>
                  </a:lnTo>
                  <a:lnTo>
                    <a:pt x="493579" y="82071"/>
                  </a:lnTo>
                  <a:lnTo>
                    <a:pt x="542937" y="90470"/>
                  </a:lnTo>
                  <a:lnTo>
                    <a:pt x="592295" y="98901"/>
                  </a:lnTo>
                  <a:lnTo>
                    <a:pt x="641653" y="107363"/>
                  </a:lnTo>
                  <a:lnTo>
                    <a:pt x="691011" y="115857"/>
                  </a:lnTo>
                  <a:lnTo>
                    <a:pt x="740368" y="124381"/>
                  </a:lnTo>
                  <a:lnTo>
                    <a:pt x="789726" y="132934"/>
                  </a:lnTo>
                  <a:lnTo>
                    <a:pt x="839084" y="141516"/>
                  </a:lnTo>
                  <a:lnTo>
                    <a:pt x="888442" y="150126"/>
                  </a:lnTo>
                  <a:lnTo>
                    <a:pt x="937800" y="158763"/>
                  </a:lnTo>
                  <a:lnTo>
                    <a:pt x="987158" y="167427"/>
                  </a:lnTo>
                  <a:lnTo>
                    <a:pt x="1036516" y="176116"/>
                  </a:lnTo>
                  <a:lnTo>
                    <a:pt x="1085874" y="184830"/>
                  </a:lnTo>
                  <a:lnTo>
                    <a:pt x="1135232" y="193569"/>
                  </a:lnTo>
                  <a:lnTo>
                    <a:pt x="1184590" y="202330"/>
                  </a:lnTo>
                  <a:lnTo>
                    <a:pt x="1233948" y="211114"/>
                  </a:lnTo>
                  <a:lnTo>
                    <a:pt x="1283306" y="219920"/>
                  </a:lnTo>
                  <a:lnTo>
                    <a:pt x="1332664" y="228747"/>
                  </a:lnTo>
                  <a:lnTo>
                    <a:pt x="1382022" y="237594"/>
                  </a:lnTo>
                  <a:lnTo>
                    <a:pt x="1431379" y="246460"/>
                  </a:lnTo>
                  <a:lnTo>
                    <a:pt x="1480737" y="255344"/>
                  </a:lnTo>
                  <a:lnTo>
                    <a:pt x="1530095" y="264246"/>
                  </a:lnTo>
                  <a:lnTo>
                    <a:pt x="1579453" y="273165"/>
                  </a:lnTo>
                  <a:lnTo>
                    <a:pt x="1628811" y="282099"/>
                  </a:lnTo>
                  <a:lnTo>
                    <a:pt x="1678169" y="291048"/>
                  </a:lnTo>
                  <a:lnTo>
                    <a:pt x="1727527" y="300011"/>
                  </a:lnTo>
                  <a:lnTo>
                    <a:pt x="1776885" y="308987"/>
                  </a:lnTo>
                  <a:lnTo>
                    <a:pt x="1826243" y="317975"/>
                  </a:lnTo>
                  <a:lnTo>
                    <a:pt x="1875601" y="326975"/>
                  </a:lnTo>
                  <a:lnTo>
                    <a:pt x="1924959" y="335985"/>
                  </a:lnTo>
                  <a:lnTo>
                    <a:pt x="1974317" y="345005"/>
                  </a:lnTo>
                  <a:lnTo>
                    <a:pt x="2023675" y="354033"/>
                  </a:lnTo>
                  <a:lnTo>
                    <a:pt x="2073033" y="363068"/>
                  </a:lnTo>
                  <a:lnTo>
                    <a:pt x="2122390" y="372111"/>
                  </a:lnTo>
                  <a:lnTo>
                    <a:pt x="2171748" y="381159"/>
                  </a:lnTo>
                  <a:lnTo>
                    <a:pt x="2221106" y="390212"/>
                  </a:lnTo>
                  <a:lnTo>
                    <a:pt x="2270464" y="399269"/>
                  </a:lnTo>
                  <a:lnTo>
                    <a:pt x="2319822" y="408330"/>
                  </a:lnTo>
                  <a:lnTo>
                    <a:pt x="2369180" y="417392"/>
                  </a:lnTo>
                  <a:lnTo>
                    <a:pt x="2418538" y="426455"/>
                  </a:lnTo>
                  <a:lnTo>
                    <a:pt x="2467896" y="435519"/>
                  </a:lnTo>
                  <a:lnTo>
                    <a:pt x="2517254" y="444582"/>
                  </a:lnTo>
                  <a:lnTo>
                    <a:pt x="2566612" y="453643"/>
                  </a:lnTo>
                  <a:lnTo>
                    <a:pt x="2615970" y="462702"/>
                  </a:lnTo>
                  <a:lnTo>
                    <a:pt x="2665328" y="471757"/>
                  </a:lnTo>
                  <a:lnTo>
                    <a:pt x="2714686" y="480808"/>
                  </a:lnTo>
                  <a:lnTo>
                    <a:pt x="2764044" y="489854"/>
                  </a:lnTo>
                  <a:lnTo>
                    <a:pt x="2813401" y="498893"/>
                  </a:lnTo>
                  <a:lnTo>
                    <a:pt x="2862759" y="507925"/>
                  </a:lnTo>
                  <a:lnTo>
                    <a:pt x="2912117" y="516949"/>
                  </a:lnTo>
                  <a:lnTo>
                    <a:pt x="2961475" y="525964"/>
                  </a:lnTo>
                  <a:lnTo>
                    <a:pt x="3010833" y="534969"/>
                  </a:lnTo>
                  <a:lnTo>
                    <a:pt x="3060191" y="543964"/>
                  </a:lnTo>
                  <a:lnTo>
                    <a:pt x="3109549" y="552946"/>
                  </a:lnTo>
                  <a:lnTo>
                    <a:pt x="3158907" y="561916"/>
                  </a:lnTo>
                  <a:lnTo>
                    <a:pt x="3208265" y="570872"/>
                  </a:lnTo>
                  <a:lnTo>
                    <a:pt x="3257623" y="579814"/>
                  </a:lnTo>
                  <a:lnTo>
                    <a:pt x="3306981" y="588741"/>
                  </a:lnTo>
                  <a:lnTo>
                    <a:pt x="3356339" y="597652"/>
                  </a:lnTo>
                  <a:lnTo>
                    <a:pt x="3405697" y="606545"/>
                  </a:lnTo>
                  <a:lnTo>
                    <a:pt x="3455055" y="615421"/>
                  </a:lnTo>
                  <a:lnTo>
                    <a:pt x="3504412" y="624277"/>
                  </a:lnTo>
                  <a:lnTo>
                    <a:pt x="3553770" y="633115"/>
                  </a:lnTo>
                  <a:lnTo>
                    <a:pt x="3603128" y="641931"/>
                  </a:lnTo>
                  <a:lnTo>
                    <a:pt x="3652486" y="650727"/>
                  </a:lnTo>
                  <a:lnTo>
                    <a:pt x="3701844" y="659500"/>
                  </a:lnTo>
                  <a:lnTo>
                    <a:pt x="3751202" y="668251"/>
                  </a:lnTo>
                  <a:lnTo>
                    <a:pt x="3800560" y="676977"/>
                  </a:lnTo>
                  <a:lnTo>
                    <a:pt x="3849918" y="685680"/>
                  </a:lnTo>
                  <a:lnTo>
                    <a:pt x="3899276" y="69435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g408"/>
            <p:cNvSpPr/>
            <p:nvPr/>
          </p:nvSpPr>
          <p:spPr>
            <a:xfrm>
              <a:off x="2391056" y="1818445"/>
              <a:ext cx="2963719" cy="1892990"/>
            </a:xfrm>
            <a:custGeom>
              <a:avLst/>
              <a:gdLst/>
              <a:ahLst/>
              <a:cxnLst/>
              <a:rect l="0" t="0" r="0" b="0"/>
              <a:pathLst>
                <a:path w="2963719" h="1892990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  <a:lnTo>
                    <a:pt x="2963719" y="1892990"/>
                  </a:lnTo>
                  <a:lnTo>
                    <a:pt x="2926203" y="1879604"/>
                  </a:lnTo>
                  <a:lnTo>
                    <a:pt x="2888688" y="1865794"/>
                  </a:lnTo>
                  <a:lnTo>
                    <a:pt x="2851172" y="1851555"/>
                  </a:lnTo>
                  <a:lnTo>
                    <a:pt x="2813657" y="1836884"/>
                  </a:lnTo>
                  <a:lnTo>
                    <a:pt x="2776141" y="1821778"/>
                  </a:lnTo>
                  <a:lnTo>
                    <a:pt x="2738626" y="1806236"/>
                  </a:lnTo>
                  <a:lnTo>
                    <a:pt x="2701111" y="1790258"/>
                  </a:lnTo>
                  <a:lnTo>
                    <a:pt x="2663595" y="1773844"/>
                  </a:lnTo>
                  <a:lnTo>
                    <a:pt x="2626080" y="1756996"/>
                  </a:lnTo>
                  <a:lnTo>
                    <a:pt x="2588564" y="1739718"/>
                  </a:lnTo>
                  <a:lnTo>
                    <a:pt x="2551049" y="1722014"/>
                  </a:lnTo>
                  <a:lnTo>
                    <a:pt x="2513533" y="1703891"/>
                  </a:lnTo>
                  <a:lnTo>
                    <a:pt x="2476018" y="1685355"/>
                  </a:lnTo>
                  <a:lnTo>
                    <a:pt x="2438503" y="1666418"/>
                  </a:lnTo>
                  <a:lnTo>
                    <a:pt x="2400987" y="1647089"/>
                  </a:lnTo>
                  <a:lnTo>
                    <a:pt x="2363472" y="1627382"/>
                  </a:lnTo>
                  <a:lnTo>
                    <a:pt x="2325956" y="1607311"/>
                  </a:lnTo>
                  <a:lnTo>
                    <a:pt x="2288441" y="1586893"/>
                  </a:lnTo>
                  <a:lnTo>
                    <a:pt x="2250925" y="1566146"/>
                  </a:lnTo>
                  <a:lnTo>
                    <a:pt x="2213410" y="1545093"/>
                  </a:lnTo>
                  <a:lnTo>
                    <a:pt x="2175895" y="1523754"/>
                  </a:lnTo>
                  <a:lnTo>
                    <a:pt x="2138379" y="1502155"/>
                  </a:lnTo>
                  <a:lnTo>
                    <a:pt x="2100864" y="1480322"/>
                  </a:lnTo>
                  <a:lnTo>
                    <a:pt x="2063348" y="1458284"/>
                  </a:lnTo>
                  <a:lnTo>
                    <a:pt x="2025833" y="1436071"/>
                  </a:lnTo>
                  <a:lnTo>
                    <a:pt x="1988317" y="1413716"/>
                  </a:lnTo>
                  <a:lnTo>
                    <a:pt x="1950802" y="1391252"/>
                  </a:lnTo>
                  <a:lnTo>
                    <a:pt x="1913287" y="1368714"/>
                  </a:lnTo>
                  <a:lnTo>
                    <a:pt x="1875771" y="1346137"/>
                  </a:lnTo>
                  <a:lnTo>
                    <a:pt x="1838256" y="1323560"/>
                  </a:lnTo>
                  <a:lnTo>
                    <a:pt x="1800740" y="1301018"/>
                  </a:lnTo>
                  <a:lnTo>
                    <a:pt x="1763225" y="1278548"/>
                  </a:lnTo>
                  <a:lnTo>
                    <a:pt x="1725709" y="1256189"/>
                  </a:lnTo>
                  <a:lnTo>
                    <a:pt x="1688194" y="1233974"/>
                  </a:lnTo>
                  <a:lnTo>
                    <a:pt x="1650678" y="1211938"/>
                  </a:lnTo>
                  <a:lnTo>
                    <a:pt x="1613163" y="1190114"/>
                  </a:lnTo>
                  <a:lnTo>
                    <a:pt x="1575648" y="1168531"/>
                  </a:lnTo>
                  <a:lnTo>
                    <a:pt x="1538132" y="1147215"/>
                  </a:lnTo>
                  <a:lnTo>
                    <a:pt x="1500617" y="1126191"/>
                  </a:lnTo>
                  <a:lnTo>
                    <a:pt x="1463101" y="1105479"/>
                  </a:lnTo>
                  <a:lnTo>
                    <a:pt x="1425586" y="1085094"/>
                  </a:lnTo>
                  <a:lnTo>
                    <a:pt x="1388070" y="1065049"/>
                  </a:lnTo>
                  <a:lnTo>
                    <a:pt x="1350555" y="1045354"/>
                  </a:lnTo>
                  <a:lnTo>
                    <a:pt x="1313040" y="1026013"/>
                  </a:lnTo>
                  <a:lnTo>
                    <a:pt x="1275524" y="1007028"/>
                  </a:lnTo>
                  <a:lnTo>
                    <a:pt x="1238009" y="988399"/>
                  </a:lnTo>
                  <a:lnTo>
                    <a:pt x="1200493" y="970121"/>
                  </a:lnTo>
                  <a:lnTo>
                    <a:pt x="1162978" y="952188"/>
                  </a:lnTo>
                  <a:lnTo>
                    <a:pt x="1125462" y="934593"/>
                  </a:lnTo>
                  <a:lnTo>
                    <a:pt x="1087947" y="917326"/>
                  </a:lnTo>
                  <a:lnTo>
                    <a:pt x="1050432" y="900377"/>
                  </a:lnTo>
                  <a:lnTo>
                    <a:pt x="1012916" y="883735"/>
                  </a:lnTo>
                  <a:lnTo>
                    <a:pt x="975401" y="867388"/>
                  </a:lnTo>
                  <a:lnTo>
                    <a:pt x="937885" y="851324"/>
                  </a:lnTo>
                  <a:lnTo>
                    <a:pt x="900370" y="835532"/>
                  </a:lnTo>
                  <a:lnTo>
                    <a:pt x="862854" y="820000"/>
                  </a:lnTo>
                  <a:lnTo>
                    <a:pt x="825339" y="804718"/>
                  </a:lnTo>
                  <a:lnTo>
                    <a:pt x="787824" y="789673"/>
                  </a:lnTo>
                  <a:lnTo>
                    <a:pt x="750308" y="774857"/>
                  </a:lnTo>
                  <a:lnTo>
                    <a:pt x="712793" y="760260"/>
                  </a:lnTo>
                  <a:lnTo>
                    <a:pt x="675277" y="745871"/>
                  </a:lnTo>
                  <a:lnTo>
                    <a:pt x="637762" y="731684"/>
                  </a:lnTo>
                  <a:lnTo>
                    <a:pt x="600246" y="717690"/>
                  </a:lnTo>
                  <a:lnTo>
                    <a:pt x="562731" y="703882"/>
                  </a:lnTo>
                  <a:lnTo>
                    <a:pt x="525216" y="690253"/>
                  </a:lnTo>
                  <a:lnTo>
                    <a:pt x="487700" y="676797"/>
                  </a:lnTo>
                  <a:lnTo>
                    <a:pt x="450185" y="663507"/>
                  </a:lnTo>
                  <a:lnTo>
                    <a:pt x="412669" y="650380"/>
                  </a:lnTo>
                  <a:lnTo>
                    <a:pt x="375154" y="637410"/>
                  </a:lnTo>
                  <a:lnTo>
                    <a:pt x="337638" y="624592"/>
                  </a:lnTo>
                  <a:lnTo>
                    <a:pt x="300123" y="611923"/>
                  </a:lnTo>
                  <a:lnTo>
                    <a:pt x="262608" y="599399"/>
                  </a:lnTo>
                  <a:lnTo>
                    <a:pt x="225092" y="587016"/>
                  </a:lnTo>
                  <a:lnTo>
                    <a:pt x="187577" y="574772"/>
                  </a:lnTo>
                  <a:lnTo>
                    <a:pt x="150061" y="562664"/>
                  </a:lnTo>
                  <a:lnTo>
                    <a:pt x="112546" y="550689"/>
                  </a:lnTo>
                  <a:lnTo>
                    <a:pt x="75030" y="538845"/>
                  </a:lnTo>
                  <a:lnTo>
                    <a:pt x="37515" y="527130"/>
                  </a:lnTo>
                  <a:lnTo>
                    <a:pt x="0" y="515541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2391056" y="1818445"/>
              <a:ext cx="2963719" cy="1338965"/>
            </a:xfrm>
            <a:custGeom>
              <a:avLst/>
              <a:gdLst/>
              <a:ahLst/>
              <a:cxnLst/>
              <a:rect l="0" t="0" r="0" b="0"/>
              <a:pathLst>
                <a:path w="2963719" h="1338965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2391056" y="2333987"/>
              <a:ext cx="2963719" cy="1377448"/>
            </a:xfrm>
            <a:custGeom>
              <a:avLst/>
              <a:gdLst/>
              <a:ahLst/>
              <a:cxnLst/>
              <a:rect l="0" t="0" r="0" b="0"/>
              <a:pathLst>
                <a:path w="2963719" h="1377448">
                  <a:moveTo>
                    <a:pt x="2963719" y="1377448"/>
                  </a:moveTo>
                  <a:lnTo>
                    <a:pt x="2926203" y="1364062"/>
                  </a:lnTo>
                  <a:lnTo>
                    <a:pt x="2888688" y="1350252"/>
                  </a:lnTo>
                  <a:lnTo>
                    <a:pt x="2851172" y="1336013"/>
                  </a:lnTo>
                  <a:lnTo>
                    <a:pt x="2813657" y="1321342"/>
                  </a:lnTo>
                  <a:lnTo>
                    <a:pt x="2776141" y="1306236"/>
                  </a:lnTo>
                  <a:lnTo>
                    <a:pt x="2738626" y="1290694"/>
                  </a:lnTo>
                  <a:lnTo>
                    <a:pt x="2701111" y="1274716"/>
                  </a:lnTo>
                  <a:lnTo>
                    <a:pt x="2663595" y="1258302"/>
                  </a:lnTo>
                  <a:lnTo>
                    <a:pt x="2626080" y="1241454"/>
                  </a:lnTo>
                  <a:lnTo>
                    <a:pt x="2588564" y="1224176"/>
                  </a:lnTo>
                  <a:lnTo>
                    <a:pt x="2551049" y="1206472"/>
                  </a:lnTo>
                  <a:lnTo>
                    <a:pt x="2513533" y="1188349"/>
                  </a:lnTo>
                  <a:lnTo>
                    <a:pt x="2476018" y="1169814"/>
                  </a:lnTo>
                  <a:lnTo>
                    <a:pt x="2438503" y="1150876"/>
                  </a:lnTo>
                  <a:lnTo>
                    <a:pt x="2400987" y="1131547"/>
                  </a:lnTo>
                  <a:lnTo>
                    <a:pt x="2363472" y="1111840"/>
                  </a:lnTo>
                  <a:lnTo>
                    <a:pt x="2325956" y="1091769"/>
                  </a:lnTo>
                  <a:lnTo>
                    <a:pt x="2288441" y="1071351"/>
                  </a:lnTo>
                  <a:lnTo>
                    <a:pt x="2250925" y="1050604"/>
                  </a:lnTo>
                  <a:lnTo>
                    <a:pt x="2213410" y="1029551"/>
                  </a:lnTo>
                  <a:lnTo>
                    <a:pt x="2175895" y="1008212"/>
                  </a:lnTo>
                  <a:lnTo>
                    <a:pt x="2138379" y="986613"/>
                  </a:lnTo>
                  <a:lnTo>
                    <a:pt x="2100864" y="964780"/>
                  </a:lnTo>
                  <a:lnTo>
                    <a:pt x="2063348" y="942742"/>
                  </a:lnTo>
                  <a:lnTo>
                    <a:pt x="2025833" y="920529"/>
                  </a:lnTo>
                  <a:lnTo>
                    <a:pt x="1988317" y="898174"/>
                  </a:lnTo>
                  <a:lnTo>
                    <a:pt x="1950802" y="875710"/>
                  </a:lnTo>
                  <a:lnTo>
                    <a:pt x="1913287" y="853172"/>
                  </a:lnTo>
                  <a:lnTo>
                    <a:pt x="1875771" y="830595"/>
                  </a:lnTo>
                  <a:lnTo>
                    <a:pt x="1838256" y="808018"/>
                  </a:lnTo>
                  <a:lnTo>
                    <a:pt x="1800740" y="785476"/>
                  </a:lnTo>
                  <a:lnTo>
                    <a:pt x="1763225" y="763006"/>
                  </a:lnTo>
                  <a:lnTo>
                    <a:pt x="1725709" y="740647"/>
                  </a:lnTo>
                  <a:lnTo>
                    <a:pt x="1688194" y="718432"/>
                  </a:lnTo>
                  <a:lnTo>
                    <a:pt x="1650678" y="696396"/>
                  </a:lnTo>
                  <a:lnTo>
                    <a:pt x="1613163" y="674572"/>
                  </a:lnTo>
                  <a:lnTo>
                    <a:pt x="1575648" y="652989"/>
                  </a:lnTo>
                  <a:lnTo>
                    <a:pt x="1538132" y="631673"/>
                  </a:lnTo>
                  <a:lnTo>
                    <a:pt x="1500617" y="610649"/>
                  </a:lnTo>
                  <a:lnTo>
                    <a:pt x="1463101" y="589937"/>
                  </a:lnTo>
                  <a:lnTo>
                    <a:pt x="1425586" y="569552"/>
                  </a:lnTo>
                  <a:lnTo>
                    <a:pt x="1388070" y="549507"/>
                  </a:lnTo>
                  <a:lnTo>
                    <a:pt x="1350555" y="529812"/>
                  </a:lnTo>
                  <a:lnTo>
                    <a:pt x="1313040" y="510471"/>
                  </a:lnTo>
                  <a:lnTo>
                    <a:pt x="1275524" y="491486"/>
                  </a:lnTo>
                  <a:lnTo>
                    <a:pt x="1238009" y="472857"/>
                  </a:lnTo>
                  <a:lnTo>
                    <a:pt x="1200493" y="454579"/>
                  </a:lnTo>
                  <a:lnTo>
                    <a:pt x="1162978" y="436646"/>
                  </a:lnTo>
                  <a:lnTo>
                    <a:pt x="1125462" y="419051"/>
                  </a:lnTo>
                  <a:lnTo>
                    <a:pt x="1087947" y="401784"/>
                  </a:lnTo>
                  <a:lnTo>
                    <a:pt x="1050432" y="384835"/>
                  </a:lnTo>
                  <a:lnTo>
                    <a:pt x="1012916" y="368193"/>
                  </a:lnTo>
                  <a:lnTo>
                    <a:pt x="975401" y="351846"/>
                  </a:lnTo>
                  <a:lnTo>
                    <a:pt x="937885" y="335782"/>
                  </a:lnTo>
                  <a:lnTo>
                    <a:pt x="900370" y="319990"/>
                  </a:lnTo>
                  <a:lnTo>
                    <a:pt x="862854" y="304458"/>
                  </a:lnTo>
                  <a:lnTo>
                    <a:pt x="825339" y="289176"/>
                  </a:lnTo>
                  <a:lnTo>
                    <a:pt x="787824" y="274131"/>
                  </a:lnTo>
                  <a:lnTo>
                    <a:pt x="750308" y="259315"/>
                  </a:lnTo>
                  <a:lnTo>
                    <a:pt x="712793" y="244718"/>
                  </a:lnTo>
                  <a:lnTo>
                    <a:pt x="675277" y="230329"/>
                  </a:lnTo>
                  <a:lnTo>
                    <a:pt x="637762" y="216142"/>
                  </a:lnTo>
                  <a:lnTo>
                    <a:pt x="600246" y="202148"/>
                  </a:lnTo>
                  <a:lnTo>
                    <a:pt x="562731" y="188340"/>
                  </a:lnTo>
                  <a:lnTo>
                    <a:pt x="525216" y="174711"/>
                  </a:lnTo>
                  <a:lnTo>
                    <a:pt x="487700" y="161255"/>
                  </a:lnTo>
                  <a:lnTo>
                    <a:pt x="450185" y="147965"/>
                  </a:lnTo>
                  <a:lnTo>
                    <a:pt x="412669" y="134838"/>
                  </a:lnTo>
                  <a:lnTo>
                    <a:pt x="375154" y="121868"/>
                  </a:lnTo>
                  <a:lnTo>
                    <a:pt x="337638" y="109050"/>
                  </a:lnTo>
                  <a:lnTo>
                    <a:pt x="300123" y="96381"/>
                  </a:lnTo>
                  <a:lnTo>
                    <a:pt x="262608" y="83857"/>
                  </a:lnTo>
                  <a:lnTo>
                    <a:pt x="225092" y="71474"/>
                  </a:lnTo>
                  <a:lnTo>
                    <a:pt x="187577" y="59231"/>
                  </a:lnTo>
                  <a:lnTo>
                    <a:pt x="150061" y="47122"/>
                  </a:lnTo>
                  <a:lnTo>
                    <a:pt x="112546" y="35147"/>
                  </a:lnTo>
                  <a:lnTo>
                    <a:pt x="75030" y="23303"/>
                  </a:lnTo>
                  <a:lnTo>
                    <a:pt x="37515" y="115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2391056" y="2029551"/>
              <a:ext cx="2963719" cy="1451974"/>
            </a:xfrm>
            <a:custGeom>
              <a:avLst/>
              <a:gdLst/>
              <a:ahLst/>
              <a:cxnLst/>
              <a:rect l="0" t="0" r="0" b="0"/>
              <a:pathLst>
                <a:path w="2963719" h="1451974">
                  <a:moveTo>
                    <a:pt x="0" y="0"/>
                  </a:moveTo>
                  <a:lnTo>
                    <a:pt x="37515" y="13682"/>
                  </a:lnTo>
                  <a:lnTo>
                    <a:pt x="75030" y="27632"/>
                  </a:lnTo>
                  <a:lnTo>
                    <a:pt x="112546" y="41848"/>
                  </a:lnTo>
                  <a:lnTo>
                    <a:pt x="150061" y="56331"/>
                  </a:lnTo>
                  <a:lnTo>
                    <a:pt x="187577" y="71080"/>
                  </a:lnTo>
                  <a:lnTo>
                    <a:pt x="225092" y="86094"/>
                  </a:lnTo>
                  <a:lnTo>
                    <a:pt x="262608" y="101372"/>
                  </a:lnTo>
                  <a:lnTo>
                    <a:pt x="300123" y="116913"/>
                  </a:lnTo>
                  <a:lnTo>
                    <a:pt x="337638" y="132713"/>
                  </a:lnTo>
                  <a:lnTo>
                    <a:pt x="375154" y="148772"/>
                  </a:lnTo>
                  <a:lnTo>
                    <a:pt x="412669" y="165086"/>
                  </a:lnTo>
                  <a:lnTo>
                    <a:pt x="450185" y="181652"/>
                  </a:lnTo>
                  <a:lnTo>
                    <a:pt x="487700" y="198468"/>
                  </a:lnTo>
                  <a:lnTo>
                    <a:pt x="525216" y="215529"/>
                  </a:lnTo>
                  <a:lnTo>
                    <a:pt x="562731" y="232830"/>
                  </a:lnTo>
                  <a:lnTo>
                    <a:pt x="600246" y="250368"/>
                  </a:lnTo>
                  <a:lnTo>
                    <a:pt x="637762" y="268138"/>
                  </a:lnTo>
                  <a:lnTo>
                    <a:pt x="675277" y="286134"/>
                  </a:lnTo>
                  <a:lnTo>
                    <a:pt x="712793" y="304351"/>
                  </a:lnTo>
                  <a:lnTo>
                    <a:pt x="750308" y="322782"/>
                  </a:lnTo>
                  <a:lnTo>
                    <a:pt x="787824" y="341421"/>
                  </a:lnTo>
                  <a:lnTo>
                    <a:pt x="825339" y="360262"/>
                  </a:lnTo>
                  <a:lnTo>
                    <a:pt x="862854" y="379296"/>
                  </a:lnTo>
                  <a:lnTo>
                    <a:pt x="900370" y="398517"/>
                  </a:lnTo>
                  <a:lnTo>
                    <a:pt x="937885" y="417916"/>
                  </a:lnTo>
                  <a:lnTo>
                    <a:pt x="975401" y="437485"/>
                  </a:lnTo>
                  <a:lnTo>
                    <a:pt x="1012916" y="457215"/>
                  </a:lnTo>
                  <a:lnTo>
                    <a:pt x="1050432" y="477098"/>
                  </a:lnTo>
                  <a:lnTo>
                    <a:pt x="1087947" y="497125"/>
                  </a:lnTo>
                  <a:lnTo>
                    <a:pt x="1125462" y="517285"/>
                  </a:lnTo>
                  <a:lnTo>
                    <a:pt x="1162978" y="537569"/>
                  </a:lnTo>
                  <a:lnTo>
                    <a:pt x="1200493" y="557967"/>
                  </a:lnTo>
                  <a:lnTo>
                    <a:pt x="1238009" y="578469"/>
                  </a:lnTo>
                  <a:lnTo>
                    <a:pt x="1275524" y="599064"/>
                  </a:lnTo>
                  <a:lnTo>
                    <a:pt x="1313040" y="619740"/>
                  </a:lnTo>
                  <a:lnTo>
                    <a:pt x="1350555" y="640489"/>
                  </a:lnTo>
                  <a:lnTo>
                    <a:pt x="1388070" y="661297"/>
                  </a:lnTo>
                  <a:lnTo>
                    <a:pt x="1425586" y="682155"/>
                  </a:lnTo>
                  <a:lnTo>
                    <a:pt x="1463101" y="703051"/>
                  </a:lnTo>
                  <a:lnTo>
                    <a:pt x="1500617" y="723973"/>
                  </a:lnTo>
                  <a:lnTo>
                    <a:pt x="1538132" y="744910"/>
                  </a:lnTo>
                  <a:lnTo>
                    <a:pt x="1575648" y="765850"/>
                  </a:lnTo>
                  <a:lnTo>
                    <a:pt x="1613163" y="786783"/>
                  </a:lnTo>
                  <a:lnTo>
                    <a:pt x="1650678" y="807696"/>
                  </a:lnTo>
                  <a:lnTo>
                    <a:pt x="1688194" y="828578"/>
                  </a:lnTo>
                  <a:lnTo>
                    <a:pt x="1725709" y="849418"/>
                  </a:lnTo>
                  <a:lnTo>
                    <a:pt x="1763225" y="870205"/>
                  </a:lnTo>
                  <a:lnTo>
                    <a:pt x="1800740" y="890927"/>
                  </a:lnTo>
                  <a:lnTo>
                    <a:pt x="1838256" y="911574"/>
                  </a:lnTo>
                  <a:lnTo>
                    <a:pt x="1875771" y="932134"/>
                  </a:lnTo>
                  <a:lnTo>
                    <a:pt x="1913287" y="952597"/>
                  </a:lnTo>
                  <a:lnTo>
                    <a:pt x="1950802" y="972952"/>
                  </a:lnTo>
                  <a:lnTo>
                    <a:pt x="1988317" y="993190"/>
                  </a:lnTo>
                  <a:lnTo>
                    <a:pt x="2025833" y="1013300"/>
                  </a:lnTo>
                  <a:lnTo>
                    <a:pt x="2063348" y="1033272"/>
                  </a:lnTo>
                  <a:lnTo>
                    <a:pt x="2100864" y="1053098"/>
                  </a:lnTo>
                  <a:lnTo>
                    <a:pt x="2138379" y="1072767"/>
                  </a:lnTo>
                  <a:lnTo>
                    <a:pt x="2175895" y="1092272"/>
                  </a:lnTo>
                  <a:lnTo>
                    <a:pt x="2213410" y="1111603"/>
                  </a:lnTo>
                  <a:lnTo>
                    <a:pt x="2250925" y="1130753"/>
                  </a:lnTo>
                  <a:lnTo>
                    <a:pt x="2288441" y="1149713"/>
                  </a:lnTo>
                  <a:lnTo>
                    <a:pt x="2325956" y="1168477"/>
                  </a:lnTo>
                  <a:lnTo>
                    <a:pt x="2363472" y="1187037"/>
                  </a:lnTo>
                  <a:lnTo>
                    <a:pt x="2400987" y="1205386"/>
                  </a:lnTo>
                  <a:lnTo>
                    <a:pt x="2438503" y="1223518"/>
                  </a:lnTo>
                  <a:lnTo>
                    <a:pt x="2476018" y="1241428"/>
                  </a:lnTo>
                  <a:lnTo>
                    <a:pt x="2513533" y="1259109"/>
                  </a:lnTo>
                  <a:lnTo>
                    <a:pt x="2551049" y="1276557"/>
                  </a:lnTo>
                  <a:lnTo>
                    <a:pt x="2588564" y="1293766"/>
                  </a:lnTo>
                  <a:lnTo>
                    <a:pt x="2626080" y="1310733"/>
                  </a:lnTo>
                  <a:lnTo>
                    <a:pt x="2663595" y="1327453"/>
                  </a:lnTo>
                  <a:lnTo>
                    <a:pt x="2701111" y="1343923"/>
                  </a:lnTo>
                  <a:lnTo>
                    <a:pt x="2738626" y="1360139"/>
                  </a:lnTo>
                  <a:lnTo>
                    <a:pt x="2776141" y="1376098"/>
                  </a:lnTo>
                  <a:lnTo>
                    <a:pt x="2813657" y="1391799"/>
                  </a:lnTo>
                  <a:lnTo>
                    <a:pt x="2851172" y="1407238"/>
                  </a:lnTo>
                  <a:lnTo>
                    <a:pt x="2888688" y="1422415"/>
                  </a:lnTo>
                  <a:lnTo>
                    <a:pt x="2926203" y="1437327"/>
                  </a:lnTo>
                  <a:lnTo>
                    <a:pt x="2963719" y="1451974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361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2752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49398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56045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9833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0748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6638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2578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3760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2911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2063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71214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20865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4221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43664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3856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3089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0275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49459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415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655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0892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7016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2814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642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44775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1733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092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9954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612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48527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2227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42262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005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43856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49432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41085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24337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21612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43191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4277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41081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0175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g59"/>
            <p:cNvSpPr/>
            <p:nvPr/>
          </p:nvSpPr>
          <p:spPr>
            <a:xfrm>
              <a:off x="44743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g60"/>
            <p:cNvSpPr/>
            <p:nvPr/>
          </p:nvSpPr>
          <p:spPr>
            <a:xfrm>
              <a:off x="431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g61"/>
            <p:cNvSpPr/>
            <p:nvPr/>
          </p:nvSpPr>
          <p:spPr>
            <a:xfrm>
              <a:off x="26551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g62"/>
            <p:cNvSpPr/>
            <p:nvPr/>
          </p:nvSpPr>
          <p:spPr>
            <a:xfrm>
              <a:off x="42784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g63"/>
            <p:cNvSpPr/>
            <p:nvPr/>
          </p:nvSpPr>
          <p:spPr>
            <a:xfrm>
              <a:off x="20899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g64"/>
            <p:cNvSpPr/>
            <p:nvPr/>
          </p:nvSpPr>
          <p:spPr>
            <a:xfrm>
              <a:off x="27027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g65"/>
            <p:cNvSpPr/>
            <p:nvPr/>
          </p:nvSpPr>
          <p:spPr>
            <a:xfrm>
              <a:off x="42063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g66"/>
            <p:cNvSpPr/>
            <p:nvPr/>
          </p:nvSpPr>
          <p:spPr>
            <a:xfrm>
              <a:off x="29856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32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3660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33513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44938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34829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52576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34744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28109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47592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28131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49884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54734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38603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48542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31040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34918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2378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31040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6984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49208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5921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47588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35144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4804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30552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5918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8989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8982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3716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768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667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6674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4891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542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8460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34926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4935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3793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9530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23855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3939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50086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3815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9533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9195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g119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g120"/>
            <p:cNvSpPr/>
            <p:nvPr/>
          </p:nvSpPr>
          <p:spPr>
            <a:xfrm>
              <a:off x="42751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g121"/>
            <p:cNvSpPr/>
            <p:nvPr/>
          </p:nvSpPr>
          <p:spPr>
            <a:xfrm>
              <a:off x="29458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g122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g123"/>
            <p:cNvSpPr/>
            <p:nvPr/>
          </p:nvSpPr>
          <p:spPr>
            <a:xfrm>
              <a:off x="25007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g124"/>
            <p:cNvSpPr/>
            <p:nvPr/>
          </p:nvSpPr>
          <p:spPr>
            <a:xfrm>
              <a:off x="42654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g125"/>
            <p:cNvSpPr/>
            <p:nvPr/>
          </p:nvSpPr>
          <p:spPr>
            <a:xfrm>
              <a:off x="43492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g126"/>
            <p:cNvSpPr/>
            <p:nvPr/>
          </p:nvSpPr>
          <p:spPr>
            <a:xfrm>
              <a:off x="33347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g127"/>
            <p:cNvSpPr/>
            <p:nvPr/>
          </p:nvSpPr>
          <p:spPr>
            <a:xfrm>
              <a:off x="3293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g128"/>
            <p:cNvSpPr/>
            <p:nvPr/>
          </p:nvSpPr>
          <p:spPr>
            <a:xfrm>
              <a:off x="49341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g129"/>
            <p:cNvSpPr/>
            <p:nvPr/>
          </p:nvSpPr>
          <p:spPr>
            <a:xfrm>
              <a:off x="2944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g130"/>
            <p:cNvSpPr/>
            <p:nvPr/>
          </p:nvSpPr>
          <p:spPr>
            <a:xfrm>
              <a:off x="4361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g131"/>
            <p:cNvSpPr/>
            <p:nvPr/>
          </p:nvSpPr>
          <p:spPr>
            <a:xfrm>
              <a:off x="22002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44638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50026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g134"/>
            <p:cNvSpPr/>
            <p:nvPr/>
          </p:nvSpPr>
          <p:spPr>
            <a:xfrm>
              <a:off x="27826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2111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g136"/>
            <p:cNvSpPr/>
            <p:nvPr/>
          </p:nvSpPr>
          <p:spPr>
            <a:xfrm>
              <a:off x="43618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g137"/>
            <p:cNvSpPr/>
            <p:nvPr/>
          </p:nvSpPr>
          <p:spPr>
            <a:xfrm>
              <a:off x="4460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g138"/>
            <p:cNvSpPr/>
            <p:nvPr/>
          </p:nvSpPr>
          <p:spPr>
            <a:xfrm>
              <a:off x="3352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g139"/>
            <p:cNvSpPr/>
            <p:nvPr/>
          </p:nvSpPr>
          <p:spPr>
            <a:xfrm>
              <a:off x="29443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g140"/>
            <p:cNvSpPr/>
            <p:nvPr/>
          </p:nvSpPr>
          <p:spPr>
            <a:xfrm>
              <a:off x="2500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g141"/>
            <p:cNvSpPr/>
            <p:nvPr/>
          </p:nvSpPr>
          <p:spPr>
            <a:xfrm>
              <a:off x="4431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g142"/>
            <p:cNvSpPr/>
            <p:nvPr/>
          </p:nvSpPr>
          <p:spPr>
            <a:xfrm>
              <a:off x="33266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g143"/>
            <p:cNvSpPr/>
            <p:nvPr/>
          </p:nvSpPr>
          <p:spPr>
            <a:xfrm>
              <a:off x="4380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g144"/>
            <p:cNvSpPr/>
            <p:nvPr/>
          </p:nvSpPr>
          <p:spPr>
            <a:xfrm>
              <a:off x="27811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g145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g146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g147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g148"/>
            <p:cNvSpPr/>
            <p:nvPr/>
          </p:nvSpPr>
          <p:spPr>
            <a:xfrm>
              <a:off x="42686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g149"/>
            <p:cNvSpPr/>
            <p:nvPr/>
          </p:nvSpPr>
          <p:spPr>
            <a:xfrm>
              <a:off x="45190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g150"/>
            <p:cNvSpPr/>
            <p:nvPr/>
          </p:nvSpPr>
          <p:spPr>
            <a:xfrm>
              <a:off x="29886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g151"/>
            <p:cNvSpPr/>
            <p:nvPr/>
          </p:nvSpPr>
          <p:spPr>
            <a:xfrm>
              <a:off x="29659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g152"/>
            <p:cNvSpPr/>
            <p:nvPr/>
          </p:nvSpPr>
          <p:spPr>
            <a:xfrm>
              <a:off x="44342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g153"/>
            <p:cNvSpPr/>
            <p:nvPr/>
          </p:nvSpPr>
          <p:spPr>
            <a:xfrm>
              <a:off x="4439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g154"/>
            <p:cNvSpPr/>
            <p:nvPr/>
          </p:nvSpPr>
          <p:spPr>
            <a:xfrm>
              <a:off x="21975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g155"/>
            <p:cNvSpPr/>
            <p:nvPr/>
          </p:nvSpPr>
          <p:spPr>
            <a:xfrm>
              <a:off x="31443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g156"/>
            <p:cNvSpPr/>
            <p:nvPr/>
          </p:nvSpPr>
          <p:spPr>
            <a:xfrm>
              <a:off x="49368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g157"/>
            <p:cNvSpPr/>
            <p:nvPr/>
          </p:nvSpPr>
          <p:spPr>
            <a:xfrm>
              <a:off x="27361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g158"/>
            <p:cNvSpPr/>
            <p:nvPr/>
          </p:nvSpPr>
          <p:spPr>
            <a:xfrm>
              <a:off x="4179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g159"/>
            <p:cNvSpPr/>
            <p:nvPr/>
          </p:nvSpPr>
          <p:spPr>
            <a:xfrm>
              <a:off x="43488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g160"/>
            <p:cNvSpPr/>
            <p:nvPr/>
          </p:nvSpPr>
          <p:spPr>
            <a:xfrm>
              <a:off x="21082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g161"/>
            <p:cNvSpPr/>
            <p:nvPr/>
          </p:nvSpPr>
          <p:spPr>
            <a:xfrm>
              <a:off x="29983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5005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27346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5219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2588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494439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8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9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t170"/>
            <p:cNvSpPr/>
            <p:nvPr/>
          </p:nvSpPr>
          <p:spPr>
            <a:xfrm>
              <a:off x="49377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t171"/>
            <p:cNvSpPr/>
            <p:nvPr/>
          </p:nvSpPr>
          <p:spPr>
            <a:xfrm>
              <a:off x="44474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t172"/>
            <p:cNvSpPr/>
            <p:nvPr/>
          </p:nvSpPr>
          <p:spPr>
            <a:xfrm>
              <a:off x="3456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t173"/>
            <p:cNvSpPr/>
            <p:nvPr/>
          </p:nvSpPr>
          <p:spPr>
            <a:xfrm>
              <a:off x="43487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t174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t175"/>
            <p:cNvSpPr/>
            <p:nvPr/>
          </p:nvSpPr>
          <p:spPr>
            <a:xfrm>
              <a:off x="32495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t176"/>
            <p:cNvSpPr/>
            <p:nvPr/>
          </p:nvSpPr>
          <p:spPr>
            <a:xfrm>
              <a:off x="41278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t177"/>
            <p:cNvSpPr/>
            <p:nvPr/>
          </p:nvSpPr>
          <p:spPr>
            <a:xfrm>
              <a:off x="34748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t178"/>
            <p:cNvSpPr/>
            <p:nvPr/>
          </p:nvSpPr>
          <p:spPr>
            <a:xfrm>
              <a:off x="25526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t179"/>
            <p:cNvSpPr/>
            <p:nvPr/>
          </p:nvSpPr>
          <p:spPr>
            <a:xfrm>
              <a:off x="47551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t180"/>
            <p:cNvSpPr/>
            <p:nvPr/>
          </p:nvSpPr>
          <p:spPr>
            <a:xfrm>
              <a:off x="4257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t181"/>
            <p:cNvSpPr/>
            <p:nvPr/>
          </p:nvSpPr>
          <p:spPr>
            <a:xfrm>
              <a:off x="42293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t182"/>
            <p:cNvSpPr/>
            <p:nvPr/>
          </p:nvSpPr>
          <p:spPr>
            <a:xfrm>
              <a:off x="32473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t183"/>
            <p:cNvSpPr/>
            <p:nvPr/>
          </p:nvSpPr>
          <p:spPr>
            <a:xfrm>
              <a:off x="25550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t184"/>
            <p:cNvSpPr/>
            <p:nvPr/>
          </p:nvSpPr>
          <p:spPr>
            <a:xfrm>
              <a:off x="33543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t185"/>
            <p:cNvSpPr/>
            <p:nvPr/>
          </p:nvSpPr>
          <p:spPr>
            <a:xfrm>
              <a:off x="25998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t186"/>
            <p:cNvSpPr/>
            <p:nvPr/>
          </p:nvSpPr>
          <p:spPr>
            <a:xfrm>
              <a:off x="33528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t187"/>
            <p:cNvSpPr/>
            <p:nvPr/>
          </p:nvSpPr>
          <p:spPr>
            <a:xfrm>
              <a:off x="20854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t188"/>
            <p:cNvSpPr/>
            <p:nvPr/>
          </p:nvSpPr>
          <p:spPr>
            <a:xfrm>
              <a:off x="32751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t189"/>
            <p:cNvSpPr/>
            <p:nvPr/>
          </p:nvSpPr>
          <p:spPr>
            <a:xfrm>
              <a:off x="44555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t190"/>
            <p:cNvSpPr/>
            <p:nvPr/>
          </p:nvSpPr>
          <p:spPr>
            <a:xfrm>
              <a:off x="21016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t191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t192"/>
            <p:cNvSpPr/>
            <p:nvPr/>
          </p:nvSpPr>
          <p:spPr>
            <a:xfrm>
              <a:off x="4229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t193"/>
            <p:cNvSpPr/>
            <p:nvPr/>
          </p:nvSpPr>
          <p:spPr>
            <a:xfrm>
              <a:off x="32571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t194"/>
            <p:cNvSpPr/>
            <p:nvPr/>
          </p:nvSpPr>
          <p:spPr>
            <a:xfrm>
              <a:off x="4196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t195"/>
            <p:cNvSpPr/>
            <p:nvPr/>
          </p:nvSpPr>
          <p:spPr>
            <a:xfrm>
              <a:off x="21344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t196"/>
            <p:cNvSpPr/>
            <p:nvPr/>
          </p:nvSpPr>
          <p:spPr>
            <a:xfrm>
              <a:off x="450129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t197"/>
            <p:cNvSpPr/>
            <p:nvPr/>
          </p:nvSpPr>
          <p:spPr>
            <a:xfrm>
              <a:off x="21363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t198"/>
            <p:cNvSpPr/>
            <p:nvPr/>
          </p:nvSpPr>
          <p:spPr>
            <a:xfrm>
              <a:off x="34323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t199"/>
            <p:cNvSpPr/>
            <p:nvPr/>
          </p:nvSpPr>
          <p:spPr>
            <a:xfrm>
              <a:off x="26023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t200"/>
            <p:cNvSpPr/>
            <p:nvPr/>
          </p:nvSpPr>
          <p:spPr>
            <a:xfrm>
              <a:off x="43537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t201"/>
            <p:cNvSpPr/>
            <p:nvPr/>
          </p:nvSpPr>
          <p:spPr>
            <a:xfrm>
              <a:off x="4282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t202"/>
            <p:cNvSpPr/>
            <p:nvPr/>
          </p:nvSpPr>
          <p:spPr>
            <a:xfrm>
              <a:off x="4282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t203"/>
            <p:cNvSpPr/>
            <p:nvPr/>
          </p:nvSpPr>
          <p:spPr>
            <a:xfrm>
              <a:off x="20919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t204"/>
            <p:cNvSpPr/>
            <p:nvPr/>
          </p:nvSpPr>
          <p:spPr>
            <a:xfrm>
              <a:off x="23583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t205"/>
            <p:cNvSpPr/>
            <p:nvPr/>
          </p:nvSpPr>
          <p:spPr>
            <a:xfrm>
              <a:off x="41266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t206"/>
            <p:cNvSpPr/>
            <p:nvPr/>
          </p:nvSpPr>
          <p:spPr>
            <a:xfrm>
              <a:off x="32391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t207"/>
            <p:cNvSpPr/>
            <p:nvPr/>
          </p:nvSpPr>
          <p:spPr>
            <a:xfrm>
              <a:off x="44168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t208"/>
            <p:cNvSpPr/>
            <p:nvPr/>
          </p:nvSpPr>
          <p:spPr>
            <a:xfrm>
              <a:off x="4500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t209"/>
            <p:cNvSpPr/>
            <p:nvPr/>
          </p:nvSpPr>
          <p:spPr>
            <a:xfrm>
              <a:off x="34330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t210"/>
            <p:cNvSpPr/>
            <p:nvPr/>
          </p:nvSpPr>
          <p:spPr>
            <a:xfrm>
              <a:off x="4028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t211"/>
            <p:cNvSpPr/>
            <p:nvPr/>
          </p:nvSpPr>
          <p:spPr>
            <a:xfrm>
              <a:off x="44165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t212"/>
            <p:cNvSpPr/>
            <p:nvPr/>
          </p:nvSpPr>
          <p:spPr>
            <a:xfrm>
              <a:off x="23598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t213"/>
            <p:cNvSpPr/>
            <p:nvPr/>
          </p:nvSpPr>
          <p:spPr>
            <a:xfrm>
              <a:off x="36224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t214"/>
            <p:cNvSpPr/>
            <p:nvPr/>
          </p:nvSpPr>
          <p:spPr>
            <a:xfrm>
              <a:off x="32706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t215"/>
            <p:cNvSpPr/>
            <p:nvPr/>
          </p:nvSpPr>
          <p:spPr>
            <a:xfrm>
              <a:off x="40491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t216"/>
            <p:cNvSpPr/>
            <p:nvPr/>
          </p:nvSpPr>
          <p:spPr>
            <a:xfrm>
              <a:off x="3827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t217"/>
            <p:cNvSpPr/>
            <p:nvPr/>
          </p:nvSpPr>
          <p:spPr>
            <a:xfrm>
              <a:off x="37959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t218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t219"/>
            <p:cNvSpPr/>
            <p:nvPr/>
          </p:nvSpPr>
          <p:spPr>
            <a:xfrm>
              <a:off x="3260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t220"/>
            <p:cNvSpPr/>
            <p:nvPr/>
          </p:nvSpPr>
          <p:spPr>
            <a:xfrm>
              <a:off x="31164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t221"/>
            <p:cNvSpPr/>
            <p:nvPr/>
          </p:nvSpPr>
          <p:spPr>
            <a:xfrm>
              <a:off x="31507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t222"/>
            <p:cNvSpPr/>
            <p:nvPr/>
          </p:nvSpPr>
          <p:spPr>
            <a:xfrm>
              <a:off x="1919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t223"/>
            <p:cNvSpPr/>
            <p:nvPr/>
          </p:nvSpPr>
          <p:spPr>
            <a:xfrm>
              <a:off x="1616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t224"/>
            <p:cNvSpPr/>
            <p:nvPr/>
          </p:nvSpPr>
          <p:spPr>
            <a:xfrm>
              <a:off x="399859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pt225"/>
            <p:cNvSpPr/>
            <p:nvPr/>
          </p:nvSpPr>
          <p:spPr>
            <a:xfrm>
              <a:off x="37958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" name="pt22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" name="pt227"/>
            <p:cNvSpPr/>
            <p:nvPr/>
          </p:nvSpPr>
          <p:spPr>
            <a:xfrm>
              <a:off x="32068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t228"/>
            <p:cNvSpPr/>
            <p:nvPr/>
          </p:nvSpPr>
          <p:spPr>
            <a:xfrm>
              <a:off x="16114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t229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31499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t231"/>
            <p:cNvSpPr/>
            <p:nvPr/>
          </p:nvSpPr>
          <p:spPr>
            <a:xfrm>
              <a:off x="382711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t232"/>
            <p:cNvSpPr/>
            <p:nvPr/>
          </p:nvSpPr>
          <p:spPr>
            <a:xfrm>
              <a:off x="43874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t233"/>
            <p:cNvSpPr/>
            <p:nvPr/>
          </p:nvSpPr>
          <p:spPr>
            <a:xfrm>
              <a:off x="30914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31007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40586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43868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38839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37211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22185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15819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3720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33017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40733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39676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21706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3886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40546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30958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38835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45913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45907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31017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36225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t255"/>
            <p:cNvSpPr/>
            <p:nvPr/>
          </p:nvSpPr>
          <p:spPr>
            <a:xfrm>
              <a:off x="41234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31119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t257"/>
            <p:cNvSpPr/>
            <p:nvPr/>
          </p:nvSpPr>
          <p:spPr>
            <a:xfrm>
              <a:off x="41143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pt258"/>
            <p:cNvSpPr/>
            <p:nvPr/>
          </p:nvSpPr>
          <p:spPr>
            <a:xfrm>
              <a:off x="1587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" name="pt259"/>
            <p:cNvSpPr/>
            <p:nvPr/>
          </p:nvSpPr>
          <p:spPr>
            <a:xfrm>
              <a:off x="22199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" name="pt260"/>
            <p:cNvSpPr/>
            <p:nvPr/>
          </p:nvSpPr>
          <p:spPr>
            <a:xfrm>
              <a:off x="19222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" name="pt261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" name="pt262"/>
            <p:cNvSpPr/>
            <p:nvPr/>
          </p:nvSpPr>
          <p:spPr>
            <a:xfrm>
              <a:off x="4720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" name="pt263"/>
            <p:cNvSpPr/>
            <p:nvPr/>
          </p:nvSpPr>
          <p:spPr>
            <a:xfrm>
              <a:off x="30421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" name="pt264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" name="pt265"/>
            <p:cNvSpPr/>
            <p:nvPr/>
          </p:nvSpPr>
          <p:spPr>
            <a:xfrm>
              <a:off x="41665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" name="pt266"/>
            <p:cNvSpPr/>
            <p:nvPr/>
          </p:nvSpPr>
          <p:spPr>
            <a:xfrm>
              <a:off x="19221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" name="pt267"/>
            <p:cNvSpPr/>
            <p:nvPr/>
          </p:nvSpPr>
          <p:spPr>
            <a:xfrm>
              <a:off x="41300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" name="pt268"/>
            <p:cNvSpPr/>
            <p:nvPr/>
          </p:nvSpPr>
          <p:spPr>
            <a:xfrm>
              <a:off x="43259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" name="pt269"/>
            <p:cNvSpPr/>
            <p:nvPr/>
          </p:nvSpPr>
          <p:spPr>
            <a:xfrm>
              <a:off x="25335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" name="pt270"/>
            <p:cNvSpPr/>
            <p:nvPr/>
          </p:nvSpPr>
          <p:spPr>
            <a:xfrm>
              <a:off x="40617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" name="pt271"/>
            <p:cNvSpPr/>
            <p:nvPr/>
          </p:nvSpPr>
          <p:spPr>
            <a:xfrm>
              <a:off x="42304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" name="pt272"/>
            <p:cNvSpPr/>
            <p:nvPr/>
          </p:nvSpPr>
          <p:spPr>
            <a:xfrm>
              <a:off x="24842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" name="pt273"/>
            <p:cNvSpPr/>
            <p:nvPr/>
          </p:nvSpPr>
          <p:spPr>
            <a:xfrm>
              <a:off x="43262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" name="pt274"/>
            <p:cNvSpPr/>
            <p:nvPr/>
          </p:nvSpPr>
          <p:spPr>
            <a:xfrm>
              <a:off x="4167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" name="pt275"/>
            <p:cNvSpPr/>
            <p:nvPr/>
          </p:nvSpPr>
          <p:spPr>
            <a:xfrm>
              <a:off x="42262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" name="pt276"/>
            <p:cNvSpPr/>
            <p:nvPr/>
          </p:nvSpPr>
          <p:spPr>
            <a:xfrm>
              <a:off x="43933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" name="pt277"/>
            <p:cNvSpPr/>
            <p:nvPr/>
          </p:nvSpPr>
          <p:spPr>
            <a:xfrm>
              <a:off x="31829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" name="pt278"/>
            <p:cNvSpPr/>
            <p:nvPr/>
          </p:nvSpPr>
          <p:spPr>
            <a:xfrm>
              <a:off x="18372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" name="pt279"/>
            <p:cNvSpPr/>
            <p:nvPr/>
          </p:nvSpPr>
          <p:spPr>
            <a:xfrm>
              <a:off x="4307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" name="pt280"/>
            <p:cNvSpPr/>
            <p:nvPr/>
          </p:nvSpPr>
          <p:spPr>
            <a:xfrm>
              <a:off x="31638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" name="pt281"/>
            <p:cNvSpPr/>
            <p:nvPr/>
          </p:nvSpPr>
          <p:spPr>
            <a:xfrm>
              <a:off x="43048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" name="pt282"/>
            <p:cNvSpPr/>
            <p:nvPr/>
          </p:nvSpPr>
          <p:spPr>
            <a:xfrm>
              <a:off x="33375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" name="pt283"/>
            <p:cNvSpPr/>
            <p:nvPr/>
          </p:nvSpPr>
          <p:spPr>
            <a:xfrm>
              <a:off x="18372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" name="pt284"/>
            <p:cNvSpPr/>
            <p:nvPr/>
          </p:nvSpPr>
          <p:spPr>
            <a:xfrm>
              <a:off x="42302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" name="pt285"/>
            <p:cNvSpPr/>
            <p:nvPr/>
          </p:nvSpPr>
          <p:spPr>
            <a:xfrm>
              <a:off x="18360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" name="pt286"/>
            <p:cNvSpPr/>
            <p:nvPr/>
          </p:nvSpPr>
          <p:spPr>
            <a:xfrm>
              <a:off x="43896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" name="pt287"/>
            <p:cNvSpPr/>
            <p:nvPr/>
          </p:nvSpPr>
          <p:spPr>
            <a:xfrm>
              <a:off x="30307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" name="pt288"/>
            <p:cNvSpPr/>
            <p:nvPr/>
          </p:nvSpPr>
          <p:spPr>
            <a:xfrm>
              <a:off x="29933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" name="pt289"/>
            <p:cNvSpPr/>
            <p:nvPr/>
          </p:nvSpPr>
          <p:spPr>
            <a:xfrm>
              <a:off x="41337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" name="pt29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" name="pt291"/>
            <p:cNvSpPr/>
            <p:nvPr/>
          </p:nvSpPr>
          <p:spPr>
            <a:xfrm>
              <a:off x="24844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" name="pt292"/>
            <p:cNvSpPr/>
            <p:nvPr/>
          </p:nvSpPr>
          <p:spPr>
            <a:xfrm>
              <a:off x="19217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" name="pt293"/>
            <p:cNvSpPr/>
            <p:nvPr/>
          </p:nvSpPr>
          <p:spPr>
            <a:xfrm>
              <a:off x="4062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" name="pt294"/>
            <p:cNvSpPr/>
            <p:nvPr/>
          </p:nvSpPr>
          <p:spPr>
            <a:xfrm>
              <a:off x="3040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" name="pt295"/>
            <p:cNvSpPr/>
            <p:nvPr/>
          </p:nvSpPr>
          <p:spPr>
            <a:xfrm>
              <a:off x="486446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" name="pt296"/>
            <p:cNvSpPr/>
            <p:nvPr/>
          </p:nvSpPr>
          <p:spPr>
            <a:xfrm>
              <a:off x="42255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" name="pt297"/>
            <p:cNvSpPr/>
            <p:nvPr/>
          </p:nvSpPr>
          <p:spPr>
            <a:xfrm>
              <a:off x="413595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" name="pt298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" name="pt299"/>
            <p:cNvSpPr/>
            <p:nvPr/>
          </p:nvSpPr>
          <p:spPr>
            <a:xfrm>
              <a:off x="31921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" name="pt300"/>
            <p:cNvSpPr/>
            <p:nvPr/>
          </p:nvSpPr>
          <p:spPr>
            <a:xfrm>
              <a:off x="3963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1" name="pt301"/>
            <p:cNvSpPr/>
            <p:nvPr/>
          </p:nvSpPr>
          <p:spPr>
            <a:xfrm>
              <a:off x="30566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" name="pt302"/>
            <p:cNvSpPr/>
            <p:nvPr/>
          </p:nvSpPr>
          <p:spPr>
            <a:xfrm>
              <a:off x="33189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" name="pt303"/>
            <p:cNvSpPr/>
            <p:nvPr/>
          </p:nvSpPr>
          <p:spPr>
            <a:xfrm>
              <a:off x="183710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" name="pt304"/>
            <p:cNvSpPr/>
            <p:nvPr/>
          </p:nvSpPr>
          <p:spPr>
            <a:xfrm>
              <a:off x="2240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" name="pt305"/>
            <p:cNvSpPr/>
            <p:nvPr/>
          </p:nvSpPr>
          <p:spPr>
            <a:xfrm>
              <a:off x="25339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" name="pt306"/>
            <p:cNvSpPr/>
            <p:nvPr/>
          </p:nvSpPr>
          <p:spPr>
            <a:xfrm>
              <a:off x="33404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" name="pt307"/>
            <p:cNvSpPr/>
            <p:nvPr/>
          </p:nvSpPr>
          <p:spPr>
            <a:xfrm>
              <a:off x="41368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" name="pt308"/>
            <p:cNvSpPr/>
            <p:nvPr/>
          </p:nvSpPr>
          <p:spPr>
            <a:xfrm>
              <a:off x="48581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" name="pg309"/>
            <p:cNvSpPr/>
            <p:nvPr/>
          </p:nvSpPr>
          <p:spPr>
            <a:xfrm>
              <a:off x="4614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" name="pg310"/>
            <p:cNvSpPr/>
            <p:nvPr/>
          </p:nvSpPr>
          <p:spPr>
            <a:xfrm>
              <a:off x="44243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" name="pg311"/>
            <p:cNvSpPr/>
            <p:nvPr/>
          </p:nvSpPr>
          <p:spPr>
            <a:xfrm>
              <a:off x="4612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" name="pg312"/>
            <p:cNvSpPr/>
            <p:nvPr/>
          </p:nvSpPr>
          <p:spPr>
            <a:xfrm>
              <a:off x="512962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" name="pg313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" name="pg314"/>
            <p:cNvSpPr/>
            <p:nvPr/>
          </p:nvSpPr>
          <p:spPr>
            <a:xfrm>
              <a:off x="44211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" name="pg315"/>
            <p:cNvSpPr/>
            <p:nvPr/>
          </p:nvSpPr>
          <p:spPr>
            <a:xfrm>
              <a:off x="26419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" name="pg316"/>
            <p:cNvSpPr/>
            <p:nvPr/>
          </p:nvSpPr>
          <p:spPr>
            <a:xfrm>
              <a:off x="28950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" name="pg317"/>
            <p:cNvSpPr/>
            <p:nvPr/>
          </p:nvSpPr>
          <p:spPr>
            <a:xfrm>
              <a:off x="44854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" name="pg318"/>
            <p:cNvSpPr/>
            <p:nvPr/>
          </p:nvSpPr>
          <p:spPr>
            <a:xfrm>
              <a:off x="31111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" name="pg319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" name="pg320"/>
            <p:cNvSpPr/>
            <p:nvPr/>
          </p:nvSpPr>
          <p:spPr>
            <a:xfrm>
              <a:off x="46761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" name="pg321"/>
            <p:cNvSpPr/>
            <p:nvPr/>
          </p:nvSpPr>
          <p:spPr>
            <a:xfrm>
              <a:off x="51805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" name="pg322"/>
            <p:cNvSpPr/>
            <p:nvPr/>
          </p:nvSpPr>
          <p:spPr>
            <a:xfrm>
              <a:off x="32599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" name="pg323"/>
            <p:cNvSpPr/>
            <p:nvPr/>
          </p:nvSpPr>
          <p:spPr>
            <a:xfrm>
              <a:off x="26894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" name="pg324"/>
            <p:cNvSpPr/>
            <p:nvPr/>
          </p:nvSpPr>
          <p:spPr>
            <a:xfrm>
              <a:off x="31282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" name="pg325"/>
            <p:cNvSpPr/>
            <p:nvPr/>
          </p:nvSpPr>
          <p:spPr>
            <a:xfrm>
              <a:off x="45841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" name="pg326"/>
            <p:cNvSpPr/>
            <p:nvPr/>
          </p:nvSpPr>
          <p:spPr>
            <a:xfrm>
              <a:off x="32656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" name="pg327"/>
            <p:cNvSpPr/>
            <p:nvPr/>
          </p:nvSpPr>
          <p:spPr>
            <a:xfrm>
              <a:off x="51828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" name="pg328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" name="pg329"/>
            <p:cNvSpPr/>
            <p:nvPr/>
          </p:nvSpPr>
          <p:spPr>
            <a:xfrm>
              <a:off x="29204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" name="pg330"/>
            <p:cNvSpPr/>
            <p:nvPr/>
          </p:nvSpPr>
          <p:spPr>
            <a:xfrm>
              <a:off x="45814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" name="pg331"/>
            <p:cNvSpPr/>
            <p:nvPr/>
          </p:nvSpPr>
          <p:spPr>
            <a:xfrm>
              <a:off x="3102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" name="pg332"/>
            <p:cNvSpPr/>
            <p:nvPr/>
          </p:nvSpPr>
          <p:spPr>
            <a:xfrm>
              <a:off x="472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" name="pg333"/>
            <p:cNvSpPr/>
            <p:nvPr/>
          </p:nvSpPr>
          <p:spPr>
            <a:xfrm>
              <a:off x="28909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" name="pg334"/>
            <p:cNvSpPr/>
            <p:nvPr/>
          </p:nvSpPr>
          <p:spPr>
            <a:xfrm>
              <a:off x="29528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" name="pg335"/>
            <p:cNvSpPr/>
            <p:nvPr/>
          </p:nvSpPr>
          <p:spPr>
            <a:xfrm>
              <a:off x="26354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" name="pg336"/>
            <p:cNvSpPr/>
            <p:nvPr/>
          </p:nvSpPr>
          <p:spPr>
            <a:xfrm>
              <a:off x="3068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" name="pg337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" name="pg338"/>
            <p:cNvSpPr/>
            <p:nvPr/>
          </p:nvSpPr>
          <p:spPr>
            <a:xfrm>
              <a:off x="45148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" name="pg339"/>
            <p:cNvSpPr/>
            <p:nvPr/>
          </p:nvSpPr>
          <p:spPr>
            <a:xfrm>
              <a:off x="45835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" name="pg340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" name="pg341"/>
            <p:cNvSpPr/>
            <p:nvPr/>
          </p:nvSpPr>
          <p:spPr>
            <a:xfrm>
              <a:off x="29678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" name="pg342"/>
            <p:cNvSpPr/>
            <p:nvPr/>
          </p:nvSpPr>
          <p:spPr>
            <a:xfrm>
              <a:off x="45151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" name="pg343"/>
            <p:cNvSpPr/>
            <p:nvPr/>
          </p:nvSpPr>
          <p:spPr>
            <a:xfrm>
              <a:off x="26434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4" name="pg344"/>
            <p:cNvSpPr/>
            <p:nvPr/>
          </p:nvSpPr>
          <p:spPr>
            <a:xfrm>
              <a:off x="31216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5" name="pg345"/>
            <p:cNvSpPr/>
            <p:nvPr/>
          </p:nvSpPr>
          <p:spPr>
            <a:xfrm>
              <a:off x="26865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6" name="pg346"/>
            <p:cNvSpPr/>
            <p:nvPr/>
          </p:nvSpPr>
          <p:spPr>
            <a:xfrm>
              <a:off x="46781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7" name="pg347"/>
            <p:cNvSpPr/>
            <p:nvPr/>
          </p:nvSpPr>
          <p:spPr>
            <a:xfrm>
              <a:off x="46451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8" name="pg348"/>
            <p:cNvSpPr/>
            <p:nvPr/>
          </p:nvSpPr>
          <p:spPr>
            <a:xfrm>
              <a:off x="2915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9" name="pg349"/>
            <p:cNvSpPr/>
            <p:nvPr/>
          </p:nvSpPr>
          <p:spPr>
            <a:xfrm>
              <a:off x="3286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0" name="pg350"/>
            <p:cNvSpPr/>
            <p:nvPr/>
          </p:nvSpPr>
          <p:spPr>
            <a:xfrm>
              <a:off x="46677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1" name="pg351"/>
            <p:cNvSpPr/>
            <p:nvPr/>
          </p:nvSpPr>
          <p:spPr>
            <a:xfrm>
              <a:off x="4665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2" name="pg352"/>
            <p:cNvSpPr/>
            <p:nvPr/>
          </p:nvSpPr>
          <p:spPr>
            <a:xfrm>
              <a:off x="30681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3" name="pg353"/>
            <p:cNvSpPr/>
            <p:nvPr/>
          </p:nvSpPr>
          <p:spPr>
            <a:xfrm>
              <a:off x="44875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4" name="pg354"/>
            <p:cNvSpPr/>
            <p:nvPr/>
          </p:nvSpPr>
          <p:spPr>
            <a:xfrm>
              <a:off x="26404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5" name="pg355"/>
            <p:cNvSpPr/>
            <p:nvPr/>
          </p:nvSpPr>
          <p:spPr>
            <a:xfrm>
              <a:off x="46472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6" name="pg356"/>
            <p:cNvSpPr/>
            <p:nvPr/>
          </p:nvSpPr>
          <p:spPr>
            <a:xfrm>
              <a:off x="48850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7" name="pg357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8" name="pg358"/>
            <p:cNvSpPr/>
            <p:nvPr/>
          </p:nvSpPr>
          <p:spPr>
            <a:xfrm>
              <a:off x="2781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9" name="pg359"/>
            <p:cNvSpPr/>
            <p:nvPr/>
          </p:nvSpPr>
          <p:spPr>
            <a:xfrm>
              <a:off x="22410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0" name="pg360"/>
            <p:cNvSpPr/>
            <p:nvPr/>
          </p:nvSpPr>
          <p:spPr>
            <a:xfrm>
              <a:off x="41513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1" name="pg361"/>
            <p:cNvSpPr/>
            <p:nvPr/>
          </p:nvSpPr>
          <p:spPr>
            <a:xfrm>
              <a:off x="22323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2" name="pg362"/>
            <p:cNvSpPr/>
            <p:nvPr/>
          </p:nvSpPr>
          <p:spPr>
            <a:xfrm>
              <a:off x="24613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3" name="pg363"/>
            <p:cNvSpPr/>
            <p:nvPr/>
          </p:nvSpPr>
          <p:spPr>
            <a:xfrm>
              <a:off x="41477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4" name="pg364"/>
            <p:cNvSpPr/>
            <p:nvPr/>
          </p:nvSpPr>
          <p:spPr>
            <a:xfrm>
              <a:off x="43127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5" name="pg365"/>
            <p:cNvSpPr/>
            <p:nvPr/>
          </p:nvSpPr>
          <p:spPr>
            <a:xfrm>
              <a:off x="41245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6" name="pg366"/>
            <p:cNvSpPr/>
            <p:nvPr/>
          </p:nvSpPr>
          <p:spPr>
            <a:xfrm>
              <a:off x="40296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7" name="pg367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8" name="pg368"/>
            <p:cNvSpPr/>
            <p:nvPr/>
          </p:nvSpPr>
          <p:spPr>
            <a:xfrm>
              <a:off x="42429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9" name="pg369"/>
            <p:cNvSpPr/>
            <p:nvPr/>
          </p:nvSpPr>
          <p:spPr>
            <a:xfrm>
              <a:off x="29051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0" name="pg370"/>
            <p:cNvSpPr/>
            <p:nvPr/>
          </p:nvSpPr>
          <p:spPr>
            <a:xfrm>
              <a:off x="48831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1" name="pg371"/>
            <p:cNvSpPr/>
            <p:nvPr/>
          </p:nvSpPr>
          <p:spPr>
            <a:xfrm>
              <a:off x="28872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2" name="pg372"/>
            <p:cNvSpPr/>
            <p:nvPr/>
          </p:nvSpPr>
          <p:spPr>
            <a:xfrm>
              <a:off x="27032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3" name="pg373"/>
            <p:cNvSpPr/>
            <p:nvPr/>
          </p:nvSpPr>
          <p:spPr>
            <a:xfrm>
              <a:off x="24399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4" name="pg374"/>
            <p:cNvSpPr/>
            <p:nvPr/>
          </p:nvSpPr>
          <p:spPr>
            <a:xfrm>
              <a:off x="28058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5" name="pg375"/>
            <p:cNvSpPr/>
            <p:nvPr/>
          </p:nvSpPr>
          <p:spPr>
            <a:xfrm>
              <a:off x="434484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6" name="pg376"/>
            <p:cNvSpPr/>
            <p:nvPr/>
          </p:nvSpPr>
          <p:spPr>
            <a:xfrm>
              <a:off x="27538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7" name="pg377"/>
            <p:cNvSpPr/>
            <p:nvPr/>
          </p:nvSpPr>
          <p:spPr>
            <a:xfrm>
              <a:off x="24929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8" name="pg378"/>
            <p:cNvSpPr/>
            <p:nvPr/>
          </p:nvSpPr>
          <p:spPr>
            <a:xfrm>
              <a:off x="23052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9" name="pg379"/>
            <p:cNvSpPr/>
            <p:nvPr/>
          </p:nvSpPr>
          <p:spPr>
            <a:xfrm>
              <a:off x="24496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0" name="pg380"/>
            <p:cNvSpPr/>
            <p:nvPr/>
          </p:nvSpPr>
          <p:spPr>
            <a:xfrm>
              <a:off x="222633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1" name="pg381"/>
            <p:cNvSpPr/>
            <p:nvPr/>
          </p:nvSpPr>
          <p:spPr>
            <a:xfrm>
              <a:off x="43420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2" name="pg382"/>
            <p:cNvSpPr/>
            <p:nvPr/>
          </p:nvSpPr>
          <p:spPr>
            <a:xfrm>
              <a:off x="2502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3" name="pg383"/>
            <p:cNvSpPr/>
            <p:nvPr/>
          </p:nvSpPr>
          <p:spPr>
            <a:xfrm>
              <a:off x="28014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4" name="pg384"/>
            <p:cNvSpPr/>
            <p:nvPr/>
          </p:nvSpPr>
          <p:spPr>
            <a:xfrm>
              <a:off x="41243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5" name="pg385"/>
            <p:cNvSpPr/>
            <p:nvPr/>
          </p:nvSpPr>
          <p:spPr>
            <a:xfrm>
              <a:off x="42929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6" name="pg386"/>
            <p:cNvSpPr/>
            <p:nvPr/>
          </p:nvSpPr>
          <p:spPr>
            <a:xfrm>
              <a:off x="42000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7" name="pg387"/>
            <p:cNvSpPr/>
            <p:nvPr/>
          </p:nvSpPr>
          <p:spPr>
            <a:xfrm>
              <a:off x="41999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8" name="pg388"/>
            <p:cNvSpPr/>
            <p:nvPr/>
          </p:nvSpPr>
          <p:spPr>
            <a:xfrm>
              <a:off x="42305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9" name="pg389"/>
            <p:cNvSpPr/>
            <p:nvPr/>
          </p:nvSpPr>
          <p:spPr>
            <a:xfrm>
              <a:off x="28868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0" name="pg390"/>
            <p:cNvSpPr/>
            <p:nvPr/>
          </p:nvSpPr>
          <p:spPr>
            <a:xfrm>
              <a:off x="275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1" name="pg391"/>
            <p:cNvSpPr/>
            <p:nvPr/>
          </p:nvSpPr>
          <p:spPr>
            <a:xfrm>
              <a:off x="26884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2" name="pg392"/>
            <p:cNvSpPr/>
            <p:nvPr/>
          </p:nvSpPr>
          <p:spPr>
            <a:xfrm>
              <a:off x="42289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3" name="pg393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4" name="pg394"/>
            <p:cNvSpPr/>
            <p:nvPr/>
          </p:nvSpPr>
          <p:spPr>
            <a:xfrm>
              <a:off x="42434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5" name="pg395"/>
            <p:cNvSpPr/>
            <p:nvPr/>
          </p:nvSpPr>
          <p:spPr>
            <a:xfrm>
              <a:off x="40280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6" name="pg396"/>
            <p:cNvSpPr/>
            <p:nvPr/>
          </p:nvSpPr>
          <p:spPr>
            <a:xfrm>
              <a:off x="4791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7" name="pg397"/>
            <p:cNvSpPr/>
            <p:nvPr/>
          </p:nvSpPr>
          <p:spPr>
            <a:xfrm>
              <a:off x="43156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8" name="pg398"/>
            <p:cNvSpPr/>
            <p:nvPr/>
          </p:nvSpPr>
          <p:spPr>
            <a:xfrm>
              <a:off x="2543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9" name="pg399"/>
            <p:cNvSpPr/>
            <p:nvPr/>
          </p:nvSpPr>
          <p:spPr>
            <a:xfrm>
              <a:off x="24516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0" name="pg400"/>
            <p:cNvSpPr/>
            <p:nvPr/>
          </p:nvSpPr>
          <p:spPr>
            <a:xfrm>
              <a:off x="42911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1" name="pg401"/>
            <p:cNvSpPr/>
            <p:nvPr/>
          </p:nvSpPr>
          <p:spPr>
            <a:xfrm>
              <a:off x="4401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2" name="pg402"/>
            <p:cNvSpPr/>
            <p:nvPr/>
          </p:nvSpPr>
          <p:spPr>
            <a:xfrm>
              <a:off x="22970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3" name="pg403"/>
            <p:cNvSpPr/>
            <p:nvPr/>
          </p:nvSpPr>
          <p:spPr>
            <a:xfrm>
              <a:off x="22263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4" name="pg404"/>
            <p:cNvSpPr/>
            <p:nvPr/>
          </p:nvSpPr>
          <p:spPr>
            <a:xfrm>
              <a:off x="1623483" y="1904995"/>
              <a:ext cx="3899276" cy="1649020"/>
            </a:xfrm>
            <a:custGeom>
              <a:avLst/>
              <a:gdLst/>
              <a:ahLst/>
              <a:cxnLst/>
              <a:rect l="0" t="0" r="0" b="0"/>
              <a:pathLst>
                <a:path w="3899276" h="1649020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  <a:lnTo>
                    <a:pt x="3899276" y="1649020"/>
                  </a:lnTo>
                  <a:lnTo>
                    <a:pt x="3849918" y="1634497"/>
                  </a:lnTo>
                  <a:lnTo>
                    <a:pt x="3800560" y="1619688"/>
                  </a:lnTo>
                  <a:lnTo>
                    <a:pt x="3751202" y="1604594"/>
                  </a:lnTo>
                  <a:lnTo>
                    <a:pt x="3701844" y="1589222"/>
                  </a:lnTo>
                  <a:lnTo>
                    <a:pt x="3652486" y="1573576"/>
                  </a:lnTo>
                  <a:lnTo>
                    <a:pt x="3603128" y="1557663"/>
                  </a:lnTo>
                  <a:lnTo>
                    <a:pt x="3553770" y="1541489"/>
                  </a:lnTo>
                  <a:lnTo>
                    <a:pt x="3504412" y="1525063"/>
                  </a:lnTo>
                  <a:lnTo>
                    <a:pt x="3455055" y="1508394"/>
                  </a:lnTo>
                  <a:lnTo>
                    <a:pt x="3405697" y="1491492"/>
                  </a:lnTo>
                  <a:lnTo>
                    <a:pt x="3356339" y="1474368"/>
                  </a:lnTo>
                  <a:lnTo>
                    <a:pt x="3306981" y="1457034"/>
                  </a:lnTo>
                  <a:lnTo>
                    <a:pt x="3257623" y="1439506"/>
                  </a:lnTo>
                  <a:lnTo>
                    <a:pt x="3208265" y="1421796"/>
                  </a:lnTo>
                  <a:lnTo>
                    <a:pt x="3158907" y="1403923"/>
                  </a:lnTo>
                  <a:lnTo>
                    <a:pt x="3109549" y="1385903"/>
                  </a:lnTo>
                  <a:lnTo>
                    <a:pt x="3060191" y="1367756"/>
                  </a:lnTo>
                  <a:lnTo>
                    <a:pt x="3010833" y="1349503"/>
                  </a:lnTo>
                  <a:lnTo>
                    <a:pt x="2961475" y="1331167"/>
                  </a:lnTo>
                  <a:lnTo>
                    <a:pt x="2912117" y="1312771"/>
                  </a:lnTo>
                  <a:lnTo>
                    <a:pt x="2862759" y="1294341"/>
                  </a:lnTo>
                  <a:lnTo>
                    <a:pt x="2813401" y="1275904"/>
                  </a:lnTo>
                  <a:lnTo>
                    <a:pt x="2764044" y="1257490"/>
                  </a:lnTo>
                  <a:lnTo>
                    <a:pt x="2714686" y="1239129"/>
                  </a:lnTo>
                  <a:lnTo>
                    <a:pt x="2665328" y="1220853"/>
                  </a:lnTo>
                  <a:lnTo>
                    <a:pt x="2615970" y="1202695"/>
                  </a:lnTo>
                  <a:lnTo>
                    <a:pt x="2566612" y="1184689"/>
                  </a:lnTo>
                  <a:lnTo>
                    <a:pt x="2517254" y="1166872"/>
                  </a:lnTo>
                  <a:lnTo>
                    <a:pt x="2467896" y="1149278"/>
                  </a:lnTo>
                  <a:lnTo>
                    <a:pt x="2418538" y="1131943"/>
                  </a:lnTo>
                  <a:lnTo>
                    <a:pt x="2369180" y="1114903"/>
                  </a:lnTo>
                  <a:lnTo>
                    <a:pt x="2319822" y="1098190"/>
                  </a:lnTo>
                  <a:lnTo>
                    <a:pt x="2270464" y="1081838"/>
                  </a:lnTo>
                  <a:lnTo>
                    <a:pt x="2221106" y="1065876"/>
                  </a:lnTo>
                  <a:lnTo>
                    <a:pt x="2171748" y="1050330"/>
                  </a:lnTo>
                  <a:lnTo>
                    <a:pt x="2122390" y="1035222"/>
                  </a:lnTo>
                  <a:lnTo>
                    <a:pt x="2073033" y="1020571"/>
                  </a:lnTo>
                  <a:lnTo>
                    <a:pt x="2023675" y="1006389"/>
                  </a:lnTo>
                  <a:lnTo>
                    <a:pt x="1974317" y="992685"/>
                  </a:lnTo>
                  <a:lnTo>
                    <a:pt x="1924959" y="979461"/>
                  </a:lnTo>
                  <a:lnTo>
                    <a:pt x="1875601" y="966715"/>
                  </a:lnTo>
                  <a:lnTo>
                    <a:pt x="1826243" y="954441"/>
                  </a:lnTo>
                  <a:lnTo>
                    <a:pt x="1776885" y="942628"/>
                  </a:lnTo>
                  <a:lnTo>
                    <a:pt x="1727527" y="931261"/>
                  </a:lnTo>
                  <a:lnTo>
                    <a:pt x="1678169" y="920324"/>
                  </a:lnTo>
                  <a:lnTo>
                    <a:pt x="1628811" y="909798"/>
                  </a:lnTo>
                  <a:lnTo>
                    <a:pt x="1579453" y="899661"/>
                  </a:lnTo>
                  <a:lnTo>
                    <a:pt x="1530095" y="889892"/>
                  </a:lnTo>
                  <a:lnTo>
                    <a:pt x="1480737" y="880469"/>
                  </a:lnTo>
                  <a:lnTo>
                    <a:pt x="1431379" y="871370"/>
                  </a:lnTo>
                  <a:lnTo>
                    <a:pt x="1382022" y="862574"/>
                  </a:lnTo>
                  <a:lnTo>
                    <a:pt x="1332664" y="854059"/>
                  </a:lnTo>
                  <a:lnTo>
                    <a:pt x="1283306" y="845807"/>
                  </a:lnTo>
                  <a:lnTo>
                    <a:pt x="1233948" y="837797"/>
                  </a:lnTo>
                  <a:lnTo>
                    <a:pt x="1184590" y="830013"/>
                  </a:lnTo>
                  <a:lnTo>
                    <a:pt x="1135232" y="822438"/>
                  </a:lnTo>
                  <a:lnTo>
                    <a:pt x="1085874" y="815057"/>
                  </a:lnTo>
                  <a:lnTo>
                    <a:pt x="1036516" y="807854"/>
                  </a:lnTo>
                  <a:lnTo>
                    <a:pt x="987158" y="800817"/>
                  </a:lnTo>
                  <a:lnTo>
                    <a:pt x="937800" y="793934"/>
                  </a:lnTo>
                  <a:lnTo>
                    <a:pt x="888442" y="787194"/>
                  </a:lnTo>
                  <a:lnTo>
                    <a:pt x="839084" y="780586"/>
                  </a:lnTo>
                  <a:lnTo>
                    <a:pt x="789726" y="774101"/>
                  </a:lnTo>
                  <a:lnTo>
                    <a:pt x="740368" y="767730"/>
                  </a:lnTo>
                  <a:lnTo>
                    <a:pt x="691011" y="761466"/>
                  </a:lnTo>
                  <a:lnTo>
                    <a:pt x="641653" y="755301"/>
                  </a:lnTo>
                  <a:lnTo>
                    <a:pt x="592295" y="749228"/>
                  </a:lnTo>
                  <a:lnTo>
                    <a:pt x="542937" y="743242"/>
                  </a:lnTo>
                  <a:lnTo>
                    <a:pt x="493579" y="737336"/>
                  </a:lnTo>
                  <a:lnTo>
                    <a:pt x="444221" y="731507"/>
                  </a:lnTo>
                  <a:lnTo>
                    <a:pt x="394863" y="725749"/>
                  </a:lnTo>
                  <a:lnTo>
                    <a:pt x="345505" y="720057"/>
                  </a:lnTo>
                  <a:lnTo>
                    <a:pt x="296147" y="714429"/>
                  </a:lnTo>
                  <a:lnTo>
                    <a:pt x="246789" y="708860"/>
                  </a:lnTo>
                  <a:lnTo>
                    <a:pt x="197431" y="703347"/>
                  </a:lnTo>
                  <a:lnTo>
                    <a:pt x="148073" y="697887"/>
                  </a:lnTo>
                  <a:lnTo>
                    <a:pt x="98715" y="692477"/>
                  </a:lnTo>
                  <a:lnTo>
                    <a:pt x="49357" y="687114"/>
                  </a:lnTo>
                  <a:lnTo>
                    <a:pt x="0" y="681797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5" name="pl405"/>
            <p:cNvSpPr/>
            <p:nvPr/>
          </p:nvSpPr>
          <p:spPr>
            <a:xfrm>
              <a:off x="1623483" y="1904995"/>
              <a:ext cx="3899276" cy="956331"/>
            </a:xfrm>
            <a:custGeom>
              <a:avLst/>
              <a:gdLst/>
              <a:ahLst/>
              <a:cxnLst/>
              <a:rect l="0" t="0" r="0" b="0"/>
              <a:pathLst>
                <a:path w="3899276" h="956331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6" name="pl406"/>
            <p:cNvSpPr/>
            <p:nvPr/>
          </p:nvSpPr>
          <p:spPr>
            <a:xfrm>
              <a:off x="1623483" y="2586793"/>
              <a:ext cx="3899276" cy="967223"/>
            </a:xfrm>
            <a:custGeom>
              <a:avLst/>
              <a:gdLst/>
              <a:ahLst/>
              <a:cxnLst/>
              <a:rect l="0" t="0" r="0" b="0"/>
              <a:pathLst>
                <a:path w="3899276" h="967223">
                  <a:moveTo>
                    <a:pt x="3899276" y="967223"/>
                  </a:moveTo>
                  <a:lnTo>
                    <a:pt x="3849918" y="952700"/>
                  </a:lnTo>
                  <a:lnTo>
                    <a:pt x="3800560" y="937890"/>
                  </a:lnTo>
                  <a:lnTo>
                    <a:pt x="3751202" y="922797"/>
                  </a:lnTo>
                  <a:lnTo>
                    <a:pt x="3701844" y="907425"/>
                  </a:lnTo>
                  <a:lnTo>
                    <a:pt x="3652486" y="891779"/>
                  </a:lnTo>
                  <a:lnTo>
                    <a:pt x="3603128" y="875866"/>
                  </a:lnTo>
                  <a:lnTo>
                    <a:pt x="3553770" y="859692"/>
                  </a:lnTo>
                  <a:lnTo>
                    <a:pt x="3504412" y="843266"/>
                  </a:lnTo>
                  <a:lnTo>
                    <a:pt x="3455055" y="826597"/>
                  </a:lnTo>
                  <a:lnTo>
                    <a:pt x="3405697" y="809694"/>
                  </a:lnTo>
                  <a:lnTo>
                    <a:pt x="3356339" y="792570"/>
                  </a:lnTo>
                  <a:lnTo>
                    <a:pt x="3306981" y="775237"/>
                  </a:lnTo>
                  <a:lnTo>
                    <a:pt x="3257623" y="757708"/>
                  </a:lnTo>
                  <a:lnTo>
                    <a:pt x="3208265" y="739999"/>
                  </a:lnTo>
                  <a:lnTo>
                    <a:pt x="3158907" y="722125"/>
                  </a:lnTo>
                  <a:lnTo>
                    <a:pt x="3109549" y="704106"/>
                  </a:lnTo>
                  <a:lnTo>
                    <a:pt x="3060191" y="685959"/>
                  </a:lnTo>
                  <a:lnTo>
                    <a:pt x="3010833" y="667706"/>
                  </a:lnTo>
                  <a:lnTo>
                    <a:pt x="2961475" y="649370"/>
                  </a:lnTo>
                  <a:lnTo>
                    <a:pt x="2912117" y="630974"/>
                  </a:lnTo>
                  <a:lnTo>
                    <a:pt x="2862759" y="612544"/>
                  </a:lnTo>
                  <a:lnTo>
                    <a:pt x="2813401" y="594107"/>
                  </a:lnTo>
                  <a:lnTo>
                    <a:pt x="2764044" y="575693"/>
                  </a:lnTo>
                  <a:lnTo>
                    <a:pt x="2714686" y="557332"/>
                  </a:lnTo>
                  <a:lnTo>
                    <a:pt x="2665328" y="539055"/>
                  </a:lnTo>
                  <a:lnTo>
                    <a:pt x="2615970" y="520897"/>
                  </a:lnTo>
                  <a:lnTo>
                    <a:pt x="2566612" y="502892"/>
                  </a:lnTo>
                  <a:lnTo>
                    <a:pt x="2517254" y="485074"/>
                  </a:lnTo>
                  <a:lnTo>
                    <a:pt x="2467896" y="467480"/>
                  </a:lnTo>
                  <a:lnTo>
                    <a:pt x="2418538" y="450146"/>
                  </a:lnTo>
                  <a:lnTo>
                    <a:pt x="2369180" y="433105"/>
                  </a:lnTo>
                  <a:lnTo>
                    <a:pt x="2319822" y="416393"/>
                  </a:lnTo>
                  <a:lnTo>
                    <a:pt x="2270464" y="400041"/>
                  </a:lnTo>
                  <a:lnTo>
                    <a:pt x="2221106" y="384079"/>
                  </a:lnTo>
                  <a:lnTo>
                    <a:pt x="2171748" y="368533"/>
                  </a:lnTo>
                  <a:lnTo>
                    <a:pt x="2122390" y="353425"/>
                  </a:lnTo>
                  <a:lnTo>
                    <a:pt x="2073033" y="338774"/>
                  </a:lnTo>
                  <a:lnTo>
                    <a:pt x="2023675" y="324592"/>
                  </a:lnTo>
                  <a:lnTo>
                    <a:pt x="1974317" y="310887"/>
                  </a:lnTo>
                  <a:lnTo>
                    <a:pt x="1924959" y="297663"/>
                  </a:lnTo>
                  <a:lnTo>
                    <a:pt x="1875601" y="284918"/>
                  </a:lnTo>
                  <a:lnTo>
                    <a:pt x="1826243" y="272644"/>
                  </a:lnTo>
                  <a:lnTo>
                    <a:pt x="1776885" y="260830"/>
                  </a:lnTo>
                  <a:lnTo>
                    <a:pt x="1727527" y="249464"/>
                  </a:lnTo>
                  <a:lnTo>
                    <a:pt x="1678169" y="238527"/>
                  </a:lnTo>
                  <a:lnTo>
                    <a:pt x="1628811" y="228000"/>
                  </a:lnTo>
                  <a:lnTo>
                    <a:pt x="1579453" y="217863"/>
                  </a:lnTo>
                  <a:lnTo>
                    <a:pt x="1530095" y="208094"/>
                  </a:lnTo>
                  <a:lnTo>
                    <a:pt x="1480737" y="198671"/>
                  </a:lnTo>
                  <a:lnTo>
                    <a:pt x="1431379" y="189573"/>
                  </a:lnTo>
                  <a:lnTo>
                    <a:pt x="1382022" y="180776"/>
                  </a:lnTo>
                  <a:lnTo>
                    <a:pt x="1332664" y="172262"/>
                  </a:lnTo>
                  <a:lnTo>
                    <a:pt x="1283306" y="164009"/>
                  </a:lnTo>
                  <a:lnTo>
                    <a:pt x="1233948" y="156000"/>
                  </a:lnTo>
                  <a:lnTo>
                    <a:pt x="1184590" y="148216"/>
                  </a:lnTo>
                  <a:lnTo>
                    <a:pt x="1135232" y="140641"/>
                  </a:lnTo>
                  <a:lnTo>
                    <a:pt x="1085874" y="133259"/>
                  </a:lnTo>
                  <a:lnTo>
                    <a:pt x="1036516" y="126057"/>
                  </a:lnTo>
                  <a:lnTo>
                    <a:pt x="987158" y="119020"/>
                  </a:lnTo>
                  <a:lnTo>
                    <a:pt x="937800" y="112137"/>
                  </a:lnTo>
                  <a:lnTo>
                    <a:pt x="888442" y="105397"/>
                  </a:lnTo>
                  <a:lnTo>
                    <a:pt x="839084" y="98789"/>
                  </a:lnTo>
                  <a:lnTo>
                    <a:pt x="789726" y="92304"/>
                  </a:lnTo>
                  <a:lnTo>
                    <a:pt x="740368" y="85933"/>
                  </a:lnTo>
                  <a:lnTo>
                    <a:pt x="691011" y="79668"/>
                  </a:lnTo>
                  <a:lnTo>
                    <a:pt x="641653" y="73503"/>
                  </a:lnTo>
                  <a:lnTo>
                    <a:pt x="592295" y="67430"/>
                  </a:lnTo>
                  <a:lnTo>
                    <a:pt x="542937" y="61444"/>
                  </a:lnTo>
                  <a:lnTo>
                    <a:pt x="493579" y="55539"/>
                  </a:lnTo>
                  <a:lnTo>
                    <a:pt x="444221" y="49710"/>
                  </a:lnTo>
                  <a:lnTo>
                    <a:pt x="394863" y="43951"/>
                  </a:lnTo>
                  <a:lnTo>
                    <a:pt x="345505" y="38260"/>
                  </a:lnTo>
                  <a:lnTo>
                    <a:pt x="296147" y="32632"/>
                  </a:lnTo>
                  <a:lnTo>
                    <a:pt x="246789" y="27062"/>
                  </a:lnTo>
                  <a:lnTo>
                    <a:pt x="197431" y="21549"/>
                  </a:lnTo>
                  <a:lnTo>
                    <a:pt x="148073" y="16089"/>
                  </a:lnTo>
                  <a:lnTo>
                    <a:pt x="98715" y="10679"/>
                  </a:lnTo>
                  <a:lnTo>
                    <a:pt x="49357" y="53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07" name="pl407"/>
            <p:cNvSpPr/>
            <p:nvPr/>
          </p:nvSpPr>
          <p:spPr>
            <a:xfrm>
              <a:off x="1623483" y="2192681"/>
              <a:ext cx="3899276" cy="1054981"/>
            </a:xfrm>
            <a:custGeom>
              <a:avLst/>
              <a:gdLst/>
              <a:ahLst/>
              <a:cxnLst/>
              <a:rect l="0" t="0" r="0" b="0"/>
              <a:pathLst>
                <a:path w="3899276" h="1054981">
                  <a:moveTo>
                    <a:pt x="0" y="0"/>
                  </a:moveTo>
                  <a:lnTo>
                    <a:pt x="49357" y="11238"/>
                  </a:lnTo>
                  <a:lnTo>
                    <a:pt x="98715" y="22593"/>
                  </a:lnTo>
                  <a:lnTo>
                    <a:pt x="148073" y="34063"/>
                  </a:lnTo>
                  <a:lnTo>
                    <a:pt x="197431" y="45646"/>
                  </a:lnTo>
                  <a:lnTo>
                    <a:pt x="246789" y="57343"/>
                  </a:lnTo>
                  <a:lnTo>
                    <a:pt x="296147" y="69151"/>
                  </a:lnTo>
                  <a:lnTo>
                    <a:pt x="345505" y="81068"/>
                  </a:lnTo>
                  <a:lnTo>
                    <a:pt x="394863" y="93094"/>
                  </a:lnTo>
                  <a:lnTo>
                    <a:pt x="444221" y="105227"/>
                  </a:lnTo>
                  <a:lnTo>
                    <a:pt x="493579" y="117465"/>
                  </a:lnTo>
                  <a:lnTo>
                    <a:pt x="542937" y="129806"/>
                  </a:lnTo>
                  <a:lnTo>
                    <a:pt x="592295" y="142248"/>
                  </a:lnTo>
                  <a:lnTo>
                    <a:pt x="641653" y="154789"/>
                  </a:lnTo>
                  <a:lnTo>
                    <a:pt x="691011" y="167428"/>
                  </a:lnTo>
                  <a:lnTo>
                    <a:pt x="740368" y="180163"/>
                  </a:lnTo>
                  <a:lnTo>
                    <a:pt x="789726" y="192990"/>
                  </a:lnTo>
                  <a:lnTo>
                    <a:pt x="839084" y="205908"/>
                  </a:lnTo>
                  <a:lnTo>
                    <a:pt x="888442" y="218914"/>
                  </a:lnTo>
                  <a:lnTo>
                    <a:pt x="937800" y="232007"/>
                  </a:lnTo>
                  <a:lnTo>
                    <a:pt x="987158" y="245183"/>
                  </a:lnTo>
                  <a:lnTo>
                    <a:pt x="1036516" y="258439"/>
                  </a:lnTo>
                  <a:lnTo>
                    <a:pt x="1085874" y="271774"/>
                  </a:lnTo>
                  <a:lnTo>
                    <a:pt x="1135232" y="285185"/>
                  </a:lnTo>
                  <a:lnTo>
                    <a:pt x="1184590" y="298668"/>
                  </a:lnTo>
                  <a:lnTo>
                    <a:pt x="1233948" y="312221"/>
                  </a:lnTo>
                  <a:lnTo>
                    <a:pt x="1283306" y="325841"/>
                  </a:lnTo>
                  <a:lnTo>
                    <a:pt x="1332664" y="339525"/>
                  </a:lnTo>
                  <a:lnTo>
                    <a:pt x="1382022" y="353269"/>
                  </a:lnTo>
                  <a:lnTo>
                    <a:pt x="1431379" y="367071"/>
                  </a:lnTo>
                  <a:lnTo>
                    <a:pt x="1480737" y="380928"/>
                  </a:lnTo>
                  <a:lnTo>
                    <a:pt x="1530095" y="394837"/>
                  </a:lnTo>
                  <a:lnTo>
                    <a:pt x="1579453" y="408793"/>
                  </a:lnTo>
                  <a:lnTo>
                    <a:pt x="1628811" y="422794"/>
                  </a:lnTo>
                  <a:lnTo>
                    <a:pt x="1678169" y="436837"/>
                  </a:lnTo>
                  <a:lnTo>
                    <a:pt x="1727527" y="450917"/>
                  </a:lnTo>
                  <a:lnTo>
                    <a:pt x="1776885" y="465032"/>
                  </a:lnTo>
                  <a:lnTo>
                    <a:pt x="1826243" y="479178"/>
                  </a:lnTo>
                  <a:lnTo>
                    <a:pt x="1875601" y="493351"/>
                  </a:lnTo>
                  <a:lnTo>
                    <a:pt x="1924959" y="507549"/>
                  </a:lnTo>
                  <a:lnTo>
                    <a:pt x="1974317" y="521767"/>
                  </a:lnTo>
                  <a:lnTo>
                    <a:pt x="2023675" y="536002"/>
                  </a:lnTo>
                  <a:lnTo>
                    <a:pt x="2073033" y="550250"/>
                  </a:lnTo>
                  <a:lnTo>
                    <a:pt x="2122390" y="564508"/>
                  </a:lnTo>
                  <a:lnTo>
                    <a:pt x="2171748" y="578772"/>
                  </a:lnTo>
                  <a:lnTo>
                    <a:pt x="2221106" y="593038"/>
                  </a:lnTo>
                  <a:lnTo>
                    <a:pt x="2270464" y="607303"/>
                  </a:lnTo>
                  <a:lnTo>
                    <a:pt x="2319822" y="621563"/>
                  </a:lnTo>
                  <a:lnTo>
                    <a:pt x="2369180" y="635815"/>
                  </a:lnTo>
                  <a:lnTo>
                    <a:pt x="2418538" y="650054"/>
                  </a:lnTo>
                  <a:lnTo>
                    <a:pt x="2467896" y="664278"/>
                  </a:lnTo>
                  <a:lnTo>
                    <a:pt x="2517254" y="678483"/>
                  </a:lnTo>
                  <a:lnTo>
                    <a:pt x="2566612" y="692665"/>
                  </a:lnTo>
                  <a:lnTo>
                    <a:pt x="2615970" y="706820"/>
                  </a:lnTo>
                  <a:lnTo>
                    <a:pt x="2665328" y="720945"/>
                  </a:lnTo>
                  <a:lnTo>
                    <a:pt x="2714686" y="735037"/>
                  </a:lnTo>
                  <a:lnTo>
                    <a:pt x="2764044" y="749092"/>
                  </a:lnTo>
                  <a:lnTo>
                    <a:pt x="2813401" y="763107"/>
                  </a:lnTo>
                  <a:lnTo>
                    <a:pt x="2862759" y="777079"/>
                  </a:lnTo>
                  <a:lnTo>
                    <a:pt x="2912117" y="791003"/>
                  </a:lnTo>
                  <a:lnTo>
                    <a:pt x="2961475" y="804877"/>
                  </a:lnTo>
                  <a:lnTo>
                    <a:pt x="3010833" y="818697"/>
                  </a:lnTo>
                  <a:lnTo>
                    <a:pt x="3060191" y="832461"/>
                  </a:lnTo>
                  <a:lnTo>
                    <a:pt x="3109549" y="846165"/>
                  </a:lnTo>
                  <a:lnTo>
                    <a:pt x="3158907" y="859806"/>
                  </a:lnTo>
                  <a:lnTo>
                    <a:pt x="3208265" y="873381"/>
                  </a:lnTo>
                  <a:lnTo>
                    <a:pt x="3257623" y="886887"/>
                  </a:lnTo>
                  <a:lnTo>
                    <a:pt x="3306981" y="900321"/>
                  </a:lnTo>
                  <a:lnTo>
                    <a:pt x="3356339" y="913681"/>
                  </a:lnTo>
                  <a:lnTo>
                    <a:pt x="3405697" y="926963"/>
                  </a:lnTo>
                  <a:lnTo>
                    <a:pt x="3455055" y="940166"/>
                  </a:lnTo>
                  <a:lnTo>
                    <a:pt x="3504412" y="953285"/>
                  </a:lnTo>
                  <a:lnTo>
                    <a:pt x="3553770" y="966320"/>
                  </a:lnTo>
                  <a:lnTo>
                    <a:pt x="3603128" y="979267"/>
                  </a:lnTo>
                  <a:lnTo>
                    <a:pt x="3652486" y="992124"/>
                  </a:lnTo>
                  <a:lnTo>
                    <a:pt x="3701844" y="1004888"/>
                  </a:lnTo>
                  <a:lnTo>
                    <a:pt x="3751202" y="1017559"/>
                  </a:lnTo>
                  <a:lnTo>
                    <a:pt x="3800560" y="1030132"/>
                  </a:lnTo>
                  <a:lnTo>
                    <a:pt x="3849918" y="1042607"/>
                  </a:lnTo>
                  <a:lnTo>
                    <a:pt x="3899276" y="105498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8" name="pg408"/>
            <p:cNvSpPr/>
            <p:nvPr/>
          </p:nvSpPr>
          <p:spPr>
            <a:xfrm>
              <a:off x="2147309" y="1873309"/>
              <a:ext cx="3096384" cy="1762770"/>
            </a:xfrm>
            <a:custGeom>
              <a:avLst/>
              <a:gdLst/>
              <a:ahLst/>
              <a:cxnLst/>
              <a:rect l="0" t="0" r="0" b="0"/>
              <a:pathLst>
                <a:path w="3096384" h="1762770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  <a:lnTo>
                    <a:pt x="3096384" y="1762770"/>
                  </a:lnTo>
                  <a:lnTo>
                    <a:pt x="3057189" y="1748916"/>
                  </a:lnTo>
                  <a:lnTo>
                    <a:pt x="3017995" y="1734719"/>
                  </a:lnTo>
                  <a:lnTo>
                    <a:pt x="2978800" y="1720178"/>
                  </a:lnTo>
                  <a:lnTo>
                    <a:pt x="2939605" y="1705294"/>
                  </a:lnTo>
                  <a:lnTo>
                    <a:pt x="2900410" y="1690071"/>
                  </a:lnTo>
                  <a:lnTo>
                    <a:pt x="2861216" y="1674510"/>
                  </a:lnTo>
                  <a:lnTo>
                    <a:pt x="2822021" y="1658616"/>
                  </a:lnTo>
                  <a:lnTo>
                    <a:pt x="2782826" y="1642393"/>
                  </a:lnTo>
                  <a:lnTo>
                    <a:pt x="2743631" y="1625847"/>
                  </a:lnTo>
                  <a:lnTo>
                    <a:pt x="2704437" y="1608986"/>
                  </a:lnTo>
                  <a:lnTo>
                    <a:pt x="2665242" y="1591816"/>
                  </a:lnTo>
                  <a:lnTo>
                    <a:pt x="2626047" y="1574348"/>
                  </a:lnTo>
                  <a:lnTo>
                    <a:pt x="2586852" y="1556591"/>
                  </a:lnTo>
                  <a:lnTo>
                    <a:pt x="2547658" y="1538557"/>
                  </a:lnTo>
                  <a:lnTo>
                    <a:pt x="2508463" y="1520259"/>
                  </a:lnTo>
                  <a:lnTo>
                    <a:pt x="2469268" y="1501712"/>
                  </a:lnTo>
                  <a:lnTo>
                    <a:pt x="2430073" y="1482930"/>
                  </a:lnTo>
                  <a:lnTo>
                    <a:pt x="2390879" y="1463931"/>
                  </a:lnTo>
                  <a:lnTo>
                    <a:pt x="2351684" y="1444733"/>
                  </a:lnTo>
                  <a:lnTo>
                    <a:pt x="2312489" y="1425355"/>
                  </a:lnTo>
                  <a:lnTo>
                    <a:pt x="2273294" y="1405819"/>
                  </a:lnTo>
                  <a:lnTo>
                    <a:pt x="2234100" y="1386147"/>
                  </a:lnTo>
                  <a:lnTo>
                    <a:pt x="2194905" y="1366363"/>
                  </a:lnTo>
                  <a:lnTo>
                    <a:pt x="2155710" y="1346490"/>
                  </a:lnTo>
                  <a:lnTo>
                    <a:pt x="2116515" y="1326556"/>
                  </a:lnTo>
                  <a:lnTo>
                    <a:pt x="2077321" y="1306586"/>
                  </a:lnTo>
                  <a:lnTo>
                    <a:pt x="2038126" y="1286610"/>
                  </a:lnTo>
                  <a:lnTo>
                    <a:pt x="1998931" y="1266654"/>
                  </a:lnTo>
                  <a:lnTo>
                    <a:pt x="1959737" y="1246747"/>
                  </a:lnTo>
                  <a:lnTo>
                    <a:pt x="1920542" y="1226919"/>
                  </a:lnTo>
                  <a:lnTo>
                    <a:pt x="1881347" y="1207198"/>
                  </a:lnTo>
                  <a:lnTo>
                    <a:pt x="1842152" y="1187612"/>
                  </a:lnTo>
                  <a:lnTo>
                    <a:pt x="1802958" y="1168188"/>
                  </a:lnTo>
                  <a:lnTo>
                    <a:pt x="1763763" y="1148954"/>
                  </a:lnTo>
                  <a:lnTo>
                    <a:pt x="1724568" y="1129932"/>
                  </a:lnTo>
                  <a:lnTo>
                    <a:pt x="1685373" y="1111147"/>
                  </a:lnTo>
                  <a:lnTo>
                    <a:pt x="1646179" y="1092618"/>
                  </a:lnTo>
                  <a:lnTo>
                    <a:pt x="1606984" y="1074365"/>
                  </a:lnTo>
                  <a:lnTo>
                    <a:pt x="1567789" y="1056401"/>
                  </a:lnTo>
                  <a:lnTo>
                    <a:pt x="1528594" y="1038740"/>
                  </a:lnTo>
                  <a:lnTo>
                    <a:pt x="1489400" y="1021392"/>
                  </a:lnTo>
                  <a:lnTo>
                    <a:pt x="1450205" y="1004363"/>
                  </a:lnTo>
                  <a:lnTo>
                    <a:pt x="1411010" y="987657"/>
                  </a:lnTo>
                  <a:lnTo>
                    <a:pt x="1371815" y="971275"/>
                  </a:lnTo>
                  <a:lnTo>
                    <a:pt x="1332621" y="955216"/>
                  </a:lnTo>
                  <a:lnTo>
                    <a:pt x="1293426" y="939477"/>
                  </a:lnTo>
                  <a:lnTo>
                    <a:pt x="1254231" y="924052"/>
                  </a:lnTo>
                  <a:lnTo>
                    <a:pt x="1215036" y="908933"/>
                  </a:lnTo>
                  <a:lnTo>
                    <a:pt x="1175842" y="894112"/>
                  </a:lnTo>
                  <a:lnTo>
                    <a:pt x="1136647" y="879581"/>
                  </a:lnTo>
                  <a:lnTo>
                    <a:pt x="1097452" y="865328"/>
                  </a:lnTo>
                  <a:lnTo>
                    <a:pt x="1058257" y="851343"/>
                  </a:lnTo>
                  <a:lnTo>
                    <a:pt x="1019063" y="837614"/>
                  </a:lnTo>
                  <a:lnTo>
                    <a:pt x="979868" y="824131"/>
                  </a:lnTo>
                  <a:lnTo>
                    <a:pt x="940673" y="810883"/>
                  </a:lnTo>
                  <a:lnTo>
                    <a:pt x="901479" y="797858"/>
                  </a:lnTo>
                  <a:lnTo>
                    <a:pt x="862284" y="785047"/>
                  </a:lnTo>
                  <a:lnTo>
                    <a:pt x="823089" y="772438"/>
                  </a:lnTo>
                  <a:lnTo>
                    <a:pt x="783894" y="760023"/>
                  </a:lnTo>
                  <a:lnTo>
                    <a:pt x="744700" y="747792"/>
                  </a:lnTo>
                  <a:lnTo>
                    <a:pt x="705505" y="735737"/>
                  </a:lnTo>
                  <a:lnTo>
                    <a:pt x="666310" y="723848"/>
                  </a:lnTo>
                  <a:lnTo>
                    <a:pt x="627115" y="712120"/>
                  </a:lnTo>
                  <a:lnTo>
                    <a:pt x="587921" y="700543"/>
                  </a:lnTo>
                  <a:lnTo>
                    <a:pt x="548726" y="689113"/>
                  </a:lnTo>
                  <a:lnTo>
                    <a:pt x="509531" y="677821"/>
                  </a:lnTo>
                  <a:lnTo>
                    <a:pt x="470336" y="666664"/>
                  </a:lnTo>
                  <a:lnTo>
                    <a:pt x="431142" y="655635"/>
                  </a:lnTo>
                  <a:lnTo>
                    <a:pt x="391947" y="644730"/>
                  </a:lnTo>
                  <a:lnTo>
                    <a:pt x="352752" y="633943"/>
                  </a:lnTo>
                  <a:lnTo>
                    <a:pt x="313557" y="623271"/>
                  </a:lnTo>
                  <a:lnTo>
                    <a:pt x="274363" y="612710"/>
                  </a:lnTo>
                  <a:lnTo>
                    <a:pt x="235168" y="602257"/>
                  </a:lnTo>
                  <a:lnTo>
                    <a:pt x="195973" y="591907"/>
                  </a:lnTo>
                  <a:lnTo>
                    <a:pt x="156778" y="581658"/>
                  </a:lnTo>
                  <a:lnTo>
                    <a:pt x="117584" y="571508"/>
                  </a:lnTo>
                  <a:lnTo>
                    <a:pt x="78389" y="561454"/>
                  </a:lnTo>
                  <a:lnTo>
                    <a:pt x="39194" y="551493"/>
                  </a:lnTo>
                  <a:lnTo>
                    <a:pt x="0" y="541623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09" name="pl409"/>
            <p:cNvSpPr/>
            <p:nvPr/>
          </p:nvSpPr>
          <p:spPr>
            <a:xfrm>
              <a:off x="2147309" y="1873309"/>
              <a:ext cx="3096384" cy="1185405"/>
            </a:xfrm>
            <a:custGeom>
              <a:avLst/>
              <a:gdLst/>
              <a:ahLst/>
              <a:cxnLst/>
              <a:rect l="0" t="0" r="0" b="0"/>
              <a:pathLst>
                <a:path w="3096384" h="1185405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0" name="pl410"/>
            <p:cNvSpPr/>
            <p:nvPr/>
          </p:nvSpPr>
          <p:spPr>
            <a:xfrm>
              <a:off x="2147309" y="2414932"/>
              <a:ext cx="3096384" cy="1221147"/>
            </a:xfrm>
            <a:custGeom>
              <a:avLst/>
              <a:gdLst/>
              <a:ahLst/>
              <a:cxnLst/>
              <a:rect l="0" t="0" r="0" b="0"/>
              <a:pathLst>
                <a:path w="3096384" h="1221147">
                  <a:moveTo>
                    <a:pt x="3096384" y="1221147"/>
                  </a:moveTo>
                  <a:lnTo>
                    <a:pt x="3057189" y="1207293"/>
                  </a:lnTo>
                  <a:lnTo>
                    <a:pt x="3017995" y="1193095"/>
                  </a:lnTo>
                  <a:lnTo>
                    <a:pt x="2978800" y="1178554"/>
                  </a:lnTo>
                  <a:lnTo>
                    <a:pt x="2939605" y="1163671"/>
                  </a:lnTo>
                  <a:lnTo>
                    <a:pt x="2900410" y="1148448"/>
                  </a:lnTo>
                  <a:lnTo>
                    <a:pt x="2861216" y="1132887"/>
                  </a:lnTo>
                  <a:lnTo>
                    <a:pt x="2822021" y="1116993"/>
                  </a:lnTo>
                  <a:lnTo>
                    <a:pt x="2782826" y="1100770"/>
                  </a:lnTo>
                  <a:lnTo>
                    <a:pt x="2743631" y="1084224"/>
                  </a:lnTo>
                  <a:lnTo>
                    <a:pt x="2704437" y="1067362"/>
                  </a:lnTo>
                  <a:lnTo>
                    <a:pt x="2665242" y="1050193"/>
                  </a:lnTo>
                  <a:lnTo>
                    <a:pt x="2626047" y="1032725"/>
                  </a:lnTo>
                  <a:lnTo>
                    <a:pt x="2586852" y="1014968"/>
                  </a:lnTo>
                  <a:lnTo>
                    <a:pt x="2547658" y="996934"/>
                  </a:lnTo>
                  <a:lnTo>
                    <a:pt x="2508463" y="978636"/>
                  </a:lnTo>
                  <a:lnTo>
                    <a:pt x="2469268" y="960089"/>
                  </a:lnTo>
                  <a:lnTo>
                    <a:pt x="2430073" y="941307"/>
                  </a:lnTo>
                  <a:lnTo>
                    <a:pt x="2390879" y="922308"/>
                  </a:lnTo>
                  <a:lnTo>
                    <a:pt x="2351684" y="903110"/>
                  </a:lnTo>
                  <a:lnTo>
                    <a:pt x="2312489" y="883732"/>
                  </a:lnTo>
                  <a:lnTo>
                    <a:pt x="2273294" y="864196"/>
                  </a:lnTo>
                  <a:lnTo>
                    <a:pt x="2234100" y="844524"/>
                  </a:lnTo>
                  <a:lnTo>
                    <a:pt x="2194905" y="824739"/>
                  </a:lnTo>
                  <a:lnTo>
                    <a:pt x="2155710" y="804867"/>
                  </a:lnTo>
                  <a:lnTo>
                    <a:pt x="2116515" y="784933"/>
                  </a:lnTo>
                  <a:lnTo>
                    <a:pt x="2077321" y="764963"/>
                  </a:lnTo>
                  <a:lnTo>
                    <a:pt x="2038126" y="744986"/>
                  </a:lnTo>
                  <a:lnTo>
                    <a:pt x="1998931" y="725030"/>
                  </a:lnTo>
                  <a:lnTo>
                    <a:pt x="1959737" y="705124"/>
                  </a:lnTo>
                  <a:lnTo>
                    <a:pt x="1920542" y="685296"/>
                  </a:lnTo>
                  <a:lnTo>
                    <a:pt x="1881347" y="665575"/>
                  </a:lnTo>
                  <a:lnTo>
                    <a:pt x="1842152" y="645989"/>
                  </a:lnTo>
                  <a:lnTo>
                    <a:pt x="1802958" y="626565"/>
                  </a:lnTo>
                  <a:lnTo>
                    <a:pt x="1763763" y="607330"/>
                  </a:lnTo>
                  <a:lnTo>
                    <a:pt x="1724568" y="588309"/>
                  </a:lnTo>
                  <a:lnTo>
                    <a:pt x="1685373" y="569524"/>
                  </a:lnTo>
                  <a:lnTo>
                    <a:pt x="1646179" y="550995"/>
                  </a:lnTo>
                  <a:lnTo>
                    <a:pt x="1606984" y="532741"/>
                  </a:lnTo>
                  <a:lnTo>
                    <a:pt x="1567789" y="514778"/>
                  </a:lnTo>
                  <a:lnTo>
                    <a:pt x="1528594" y="497117"/>
                  </a:lnTo>
                  <a:lnTo>
                    <a:pt x="1489400" y="479769"/>
                  </a:lnTo>
                  <a:lnTo>
                    <a:pt x="1450205" y="462740"/>
                  </a:lnTo>
                  <a:lnTo>
                    <a:pt x="1411010" y="446034"/>
                  </a:lnTo>
                  <a:lnTo>
                    <a:pt x="1371815" y="429652"/>
                  </a:lnTo>
                  <a:lnTo>
                    <a:pt x="1332621" y="413593"/>
                  </a:lnTo>
                  <a:lnTo>
                    <a:pt x="1293426" y="397854"/>
                  </a:lnTo>
                  <a:lnTo>
                    <a:pt x="1254231" y="382428"/>
                  </a:lnTo>
                  <a:lnTo>
                    <a:pt x="1215036" y="367310"/>
                  </a:lnTo>
                  <a:lnTo>
                    <a:pt x="1175842" y="352489"/>
                  </a:lnTo>
                  <a:lnTo>
                    <a:pt x="1136647" y="337958"/>
                  </a:lnTo>
                  <a:lnTo>
                    <a:pt x="1097452" y="323704"/>
                  </a:lnTo>
                  <a:lnTo>
                    <a:pt x="1058257" y="309719"/>
                  </a:lnTo>
                  <a:lnTo>
                    <a:pt x="1019063" y="295991"/>
                  </a:lnTo>
                  <a:lnTo>
                    <a:pt x="979868" y="282508"/>
                  </a:lnTo>
                  <a:lnTo>
                    <a:pt x="940673" y="269259"/>
                  </a:lnTo>
                  <a:lnTo>
                    <a:pt x="901479" y="256235"/>
                  </a:lnTo>
                  <a:lnTo>
                    <a:pt x="862284" y="243423"/>
                  </a:lnTo>
                  <a:lnTo>
                    <a:pt x="823089" y="230815"/>
                  </a:lnTo>
                  <a:lnTo>
                    <a:pt x="783894" y="218400"/>
                  </a:lnTo>
                  <a:lnTo>
                    <a:pt x="744700" y="206169"/>
                  </a:lnTo>
                  <a:lnTo>
                    <a:pt x="705505" y="194113"/>
                  </a:lnTo>
                  <a:lnTo>
                    <a:pt x="666310" y="182225"/>
                  </a:lnTo>
                  <a:lnTo>
                    <a:pt x="627115" y="170496"/>
                  </a:lnTo>
                  <a:lnTo>
                    <a:pt x="587921" y="158920"/>
                  </a:lnTo>
                  <a:lnTo>
                    <a:pt x="548726" y="147489"/>
                  </a:lnTo>
                  <a:lnTo>
                    <a:pt x="509531" y="136198"/>
                  </a:lnTo>
                  <a:lnTo>
                    <a:pt x="470336" y="125041"/>
                  </a:lnTo>
                  <a:lnTo>
                    <a:pt x="431142" y="114012"/>
                  </a:lnTo>
                  <a:lnTo>
                    <a:pt x="391947" y="103106"/>
                  </a:lnTo>
                  <a:lnTo>
                    <a:pt x="352752" y="92320"/>
                  </a:lnTo>
                  <a:lnTo>
                    <a:pt x="313557" y="81648"/>
                  </a:lnTo>
                  <a:lnTo>
                    <a:pt x="274363" y="71087"/>
                  </a:lnTo>
                  <a:lnTo>
                    <a:pt x="235168" y="60633"/>
                  </a:lnTo>
                  <a:lnTo>
                    <a:pt x="195973" y="50284"/>
                  </a:lnTo>
                  <a:lnTo>
                    <a:pt x="156778" y="40035"/>
                  </a:lnTo>
                  <a:lnTo>
                    <a:pt x="117584" y="29885"/>
                  </a:lnTo>
                  <a:lnTo>
                    <a:pt x="78389" y="19830"/>
                  </a:lnTo>
                  <a:lnTo>
                    <a:pt x="39194" y="98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411" name="pl411"/>
            <p:cNvSpPr/>
            <p:nvPr/>
          </p:nvSpPr>
          <p:spPr>
            <a:xfrm>
              <a:off x="2147309" y="2101404"/>
              <a:ext cx="3096384" cy="1286266"/>
            </a:xfrm>
            <a:custGeom>
              <a:avLst/>
              <a:gdLst/>
              <a:ahLst/>
              <a:cxnLst/>
              <a:rect l="0" t="0" r="0" b="0"/>
              <a:pathLst>
                <a:path w="3096384" h="1286266">
                  <a:moveTo>
                    <a:pt x="0" y="0"/>
                  </a:moveTo>
                  <a:lnTo>
                    <a:pt x="39194" y="12885"/>
                  </a:lnTo>
                  <a:lnTo>
                    <a:pt x="78389" y="25965"/>
                  </a:lnTo>
                  <a:lnTo>
                    <a:pt x="117584" y="39239"/>
                  </a:lnTo>
                  <a:lnTo>
                    <a:pt x="156778" y="52705"/>
                  </a:lnTo>
                  <a:lnTo>
                    <a:pt x="195973" y="66363"/>
                  </a:lnTo>
                  <a:lnTo>
                    <a:pt x="235168" y="80209"/>
                  </a:lnTo>
                  <a:lnTo>
                    <a:pt x="274363" y="94244"/>
                  </a:lnTo>
                  <a:lnTo>
                    <a:pt x="313557" y="108465"/>
                  </a:lnTo>
                  <a:lnTo>
                    <a:pt x="352752" y="122869"/>
                  </a:lnTo>
                  <a:lnTo>
                    <a:pt x="391947" y="137455"/>
                  </a:lnTo>
                  <a:lnTo>
                    <a:pt x="431142" y="152219"/>
                  </a:lnTo>
                  <a:lnTo>
                    <a:pt x="470336" y="167160"/>
                  </a:lnTo>
                  <a:lnTo>
                    <a:pt x="509531" y="182274"/>
                  </a:lnTo>
                  <a:lnTo>
                    <a:pt x="548726" y="197557"/>
                  </a:lnTo>
                  <a:lnTo>
                    <a:pt x="587921" y="213007"/>
                  </a:lnTo>
                  <a:lnTo>
                    <a:pt x="627115" y="228620"/>
                  </a:lnTo>
                  <a:lnTo>
                    <a:pt x="666310" y="244392"/>
                  </a:lnTo>
                  <a:lnTo>
                    <a:pt x="705505" y="260319"/>
                  </a:lnTo>
                  <a:lnTo>
                    <a:pt x="744700" y="276397"/>
                  </a:lnTo>
                  <a:lnTo>
                    <a:pt x="783894" y="292621"/>
                  </a:lnTo>
                  <a:lnTo>
                    <a:pt x="823089" y="308987"/>
                  </a:lnTo>
                  <a:lnTo>
                    <a:pt x="862284" y="325490"/>
                  </a:lnTo>
                  <a:lnTo>
                    <a:pt x="901479" y="342125"/>
                  </a:lnTo>
                  <a:lnTo>
                    <a:pt x="940673" y="358886"/>
                  </a:lnTo>
                  <a:lnTo>
                    <a:pt x="979868" y="375768"/>
                  </a:lnTo>
                  <a:lnTo>
                    <a:pt x="1019063" y="392767"/>
                  </a:lnTo>
                  <a:lnTo>
                    <a:pt x="1058257" y="409875"/>
                  </a:lnTo>
                  <a:lnTo>
                    <a:pt x="1097452" y="427087"/>
                  </a:lnTo>
                  <a:lnTo>
                    <a:pt x="1136647" y="444397"/>
                  </a:lnTo>
                  <a:lnTo>
                    <a:pt x="1175842" y="461799"/>
                  </a:lnTo>
                  <a:lnTo>
                    <a:pt x="1215036" y="479286"/>
                  </a:lnTo>
                  <a:lnTo>
                    <a:pt x="1254231" y="496852"/>
                  </a:lnTo>
                  <a:lnTo>
                    <a:pt x="1293426" y="514491"/>
                  </a:lnTo>
                  <a:lnTo>
                    <a:pt x="1332621" y="532195"/>
                  </a:lnTo>
                  <a:lnTo>
                    <a:pt x="1371815" y="549958"/>
                  </a:lnTo>
                  <a:lnTo>
                    <a:pt x="1411010" y="567772"/>
                  </a:lnTo>
                  <a:lnTo>
                    <a:pt x="1450205" y="585631"/>
                  </a:lnTo>
                  <a:lnTo>
                    <a:pt x="1489400" y="603528"/>
                  </a:lnTo>
                  <a:lnTo>
                    <a:pt x="1528594" y="621456"/>
                  </a:lnTo>
                  <a:lnTo>
                    <a:pt x="1567789" y="639407"/>
                  </a:lnTo>
                  <a:lnTo>
                    <a:pt x="1606984" y="657374"/>
                  </a:lnTo>
                  <a:lnTo>
                    <a:pt x="1646179" y="675350"/>
                  </a:lnTo>
                  <a:lnTo>
                    <a:pt x="1685373" y="693328"/>
                  </a:lnTo>
                  <a:lnTo>
                    <a:pt x="1724568" y="711300"/>
                  </a:lnTo>
                  <a:lnTo>
                    <a:pt x="1763763" y="729260"/>
                  </a:lnTo>
                  <a:lnTo>
                    <a:pt x="1802958" y="747199"/>
                  </a:lnTo>
                  <a:lnTo>
                    <a:pt x="1842152" y="765111"/>
                  </a:lnTo>
                  <a:lnTo>
                    <a:pt x="1881347" y="782988"/>
                  </a:lnTo>
                  <a:lnTo>
                    <a:pt x="1920542" y="800824"/>
                  </a:lnTo>
                  <a:lnTo>
                    <a:pt x="1959737" y="818612"/>
                  </a:lnTo>
                  <a:lnTo>
                    <a:pt x="1998931" y="836344"/>
                  </a:lnTo>
                  <a:lnTo>
                    <a:pt x="2038126" y="854013"/>
                  </a:lnTo>
                  <a:lnTo>
                    <a:pt x="2077321" y="871614"/>
                  </a:lnTo>
                  <a:lnTo>
                    <a:pt x="2116515" y="889138"/>
                  </a:lnTo>
                  <a:lnTo>
                    <a:pt x="2155710" y="906580"/>
                  </a:lnTo>
                  <a:lnTo>
                    <a:pt x="2194905" y="923933"/>
                  </a:lnTo>
                  <a:lnTo>
                    <a:pt x="2234100" y="941191"/>
                  </a:lnTo>
                  <a:lnTo>
                    <a:pt x="2273294" y="958348"/>
                  </a:lnTo>
                  <a:lnTo>
                    <a:pt x="2312489" y="975398"/>
                  </a:lnTo>
                  <a:lnTo>
                    <a:pt x="2351684" y="992335"/>
                  </a:lnTo>
                  <a:lnTo>
                    <a:pt x="2390879" y="1009152"/>
                  </a:lnTo>
                  <a:lnTo>
                    <a:pt x="2430073" y="1025846"/>
                  </a:lnTo>
                  <a:lnTo>
                    <a:pt x="2469268" y="1042410"/>
                  </a:lnTo>
                  <a:lnTo>
                    <a:pt x="2508463" y="1058840"/>
                  </a:lnTo>
                  <a:lnTo>
                    <a:pt x="2547658" y="1075130"/>
                  </a:lnTo>
                  <a:lnTo>
                    <a:pt x="2586852" y="1091276"/>
                  </a:lnTo>
                  <a:lnTo>
                    <a:pt x="2626047" y="1107273"/>
                  </a:lnTo>
                  <a:lnTo>
                    <a:pt x="2665242" y="1123117"/>
                  </a:lnTo>
                  <a:lnTo>
                    <a:pt x="2704437" y="1138804"/>
                  </a:lnTo>
                  <a:lnTo>
                    <a:pt x="2743631" y="1154330"/>
                  </a:lnTo>
                  <a:lnTo>
                    <a:pt x="2782826" y="1169690"/>
                  </a:lnTo>
                  <a:lnTo>
                    <a:pt x="2822021" y="1184883"/>
                  </a:lnTo>
                  <a:lnTo>
                    <a:pt x="2861216" y="1199904"/>
                  </a:lnTo>
                  <a:lnTo>
                    <a:pt x="2900410" y="1214750"/>
                  </a:lnTo>
                  <a:lnTo>
                    <a:pt x="2939605" y="1229418"/>
                  </a:lnTo>
                  <a:lnTo>
                    <a:pt x="2978800" y="1243906"/>
                  </a:lnTo>
                  <a:lnTo>
                    <a:pt x="3017995" y="1258212"/>
                  </a:lnTo>
                  <a:lnTo>
                    <a:pt x="3057189" y="1272333"/>
                  </a:lnTo>
                  <a:lnTo>
                    <a:pt x="3096384" y="128626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2" name="tx412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40652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49803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589540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649960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5" name="rc42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6" name="pl42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7" name="pt42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8" name="rc42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29" name="pl42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tx43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F0FA-9D1A-CF74-1F27-080E5909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20C73D-A1E9-9A3D-41C1-5009EA5063C4}"/>
              </a:ext>
            </a:extLst>
          </p:cNvPr>
          <p:cNvGrpSpPr/>
          <p:nvPr/>
        </p:nvGrpSpPr>
        <p:grpSpPr>
          <a:xfrm>
            <a:off x="1020564" y="1093717"/>
            <a:ext cx="4766580" cy="3488977"/>
            <a:chOff x="983988" y="983989"/>
            <a:chExt cx="4766580" cy="3488977"/>
          </a:xfrm>
        </p:grpSpPr>
        <p:sp>
          <p:nvSpPr>
            <p:cNvPr id="5" name="pl5">
              <a:extLst>
                <a:ext uri="{FF2B5EF4-FFF2-40B4-BE49-F238E27FC236}">
                  <a16:creationId xmlns:a16="http://schemas.microsoft.com/office/drawing/2014/main" id="{6CB25A66-CD04-71DA-8F57-CAAC6320A9B7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>
              <a:extLst>
                <a:ext uri="{FF2B5EF4-FFF2-40B4-BE49-F238E27FC236}">
                  <a16:creationId xmlns:a16="http://schemas.microsoft.com/office/drawing/2014/main" id="{6E733A96-40A4-AF4D-CF32-B8DBFDED4D22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0" name="pl7">
              <a:extLst>
                <a:ext uri="{FF2B5EF4-FFF2-40B4-BE49-F238E27FC236}">
                  <a16:creationId xmlns:a16="http://schemas.microsoft.com/office/drawing/2014/main" id="{DECC5BCF-63B5-35C6-9182-83713B79F0DD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1" name="pl8">
              <a:extLst>
                <a:ext uri="{FF2B5EF4-FFF2-40B4-BE49-F238E27FC236}">
                  <a16:creationId xmlns:a16="http://schemas.microsoft.com/office/drawing/2014/main" id="{381FCDC9-8541-114F-95A9-F38CB6F2A3F1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2" name="pl9">
              <a:extLst>
                <a:ext uri="{FF2B5EF4-FFF2-40B4-BE49-F238E27FC236}">
                  <a16:creationId xmlns:a16="http://schemas.microsoft.com/office/drawing/2014/main" id="{511D6F5D-E42C-4F4A-F785-870F30AB5FF5}"/>
                </a:ext>
              </a:extLst>
            </p:cNvPr>
            <p:cNvSpPr/>
            <p:nvPr/>
          </p:nvSpPr>
          <p:spPr>
            <a:xfrm>
              <a:off x="200823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3" name="pl10">
              <a:extLst>
                <a:ext uri="{FF2B5EF4-FFF2-40B4-BE49-F238E27FC236}">
                  <a16:creationId xmlns:a16="http://schemas.microsoft.com/office/drawing/2014/main" id="{58AB6D78-0066-2008-61CA-2AA4629CE231}"/>
                </a:ext>
              </a:extLst>
            </p:cNvPr>
            <p:cNvSpPr/>
            <p:nvPr/>
          </p:nvSpPr>
          <p:spPr>
            <a:xfrm>
              <a:off x="28087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4" name="pl11">
              <a:extLst>
                <a:ext uri="{FF2B5EF4-FFF2-40B4-BE49-F238E27FC236}">
                  <a16:creationId xmlns:a16="http://schemas.microsoft.com/office/drawing/2014/main" id="{1853E356-07C3-1185-73BD-F0E26EDC8915}"/>
                </a:ext>
              </a:extLst>
            </p:cNvPr>
            <p:cNvSpPr/>
            <p:nvPr/>
          </p:nvSpPr>
          <p:spPr>
            <a:xfrm>
              <a:off x="360931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5" name="pl12">
              <a:extLst>
                <a:ext uri="{FF2B5EF4-FFF2-40B4-BE49-F238E27FC236}">
                  <a16:creationId xmlns:a16="http://schemas.microsoft.com/office/drawing/2014/main" id="{EB9970B9-8B88-1D2A-D213-ED347888B78F}"/>
                </a:ext>
              </a:extLst>
            </p:cNvPr>
            <p:cNvSpPr/>
            <p:nvPr/>
          </p:nvSpPr>
          <p:spPr>
            <a:xfrm>
              <a:off x="44098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6" name="pl13">
              <a:extLst>
                <a:ext uri="{FF2B5EF4-FFF2-40B4-BE49-F238E27FC236}">
                  <a16:creationId xmlns:a16="http://schemas.microsoft.com/office/drawing/2014/main" id="{52D4D60E-55A3-093C-8F4A-A092AC0CE71A}"/>
                </a:ext>
              </a:extLst>
            </p:cNvPr>
            <p:cNvSpPr/>
            <p:nvPr/>
          </p:nvSpPr>
          <p:spPr>
            <a:xfrm>
              <a:off x="52103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7" name="pl14">
              <a:extLst>
                <a:ext uri="{FF2B5EF4-FFF2-40B4-BE49-F238E27FC236}">
                  <a16:creationId xmlns:a16="http://schemas.microsoft.com/office/drawing/2014/main" id="{834D7978-FB71-8E53-A970-5B8143CAB5DC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8" name="pl15">
              <a:extLst>
                <a:ext uri="{FF2B5EF4-FFF2-40B4-BE49-F238E27FC236}">
                  <a16:creationId xmlns:a16="http://schemas.microsoft.com/office/drawing/2014/main" id="{D7A998CD-3F5A-04E1-3725-40DC06F2B623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9" name="pl16">
              <a:extLst>
                <a:ext uri="{FF2B5EF4-FFF2-40B4-BE49-F238E27FC236}">
                  <a16:creationId xmlns:a16="http://schemas.microsoft.com/office/drawing/2014/main" id="{55D2D8D9-8A66-7082-9376-7F6A27194735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0" name="pl17">
              <a:extLst>
                <a:ext uri="{FF2B5EF4-FFF2-40B4-BE49-F238E27FC236}">
                  <a16:creationId xmlns:a16="http://schemas.microsoft.com/office/drawing/2014/main" id="{E4BBBF54-F53F-D3F2-A0A2-C32318DF0570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1" name="pl18">
              <a:extLst>
                <a:ext uri="{FF2B5EF4-FFF2-40B4-BE49-F238E27FC236}">
                  <a16:creationId xmlns:a16="http://schemas.microsoft.com/office/drawing/2014/main" id="{EBC6EBF5-F57B-6109-78E5-14DC00D51151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2" name="pl19">
              <a:extLst>
                <a:ext uri="{FF2B5EF4-FFF2-40B4-BE49-F238E27FC236}">
                  <a16:creationId xmlns:a16="http://schemas.microsoft.com/office/drawing/2014/main" id="{5E6BC96A-7808-0E9C-01CA-CB002585E0B8}"/>
                </a:ext>
              </a:extLst>
            </p:cNvPr>
            <p:cNvSpPr/>
            <p:nvPr/>
          </p:nvSpPr>
          <p:spPr>
            <a:xfrm>
              <a:off x="1607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3" name="pl20">
              <a:extLst>
                <a:ext uri="{FF2B5EF4-FFF2-40B4-BE49-F238E27FC236}">
                  <a16:creationId xmlns:a16="http://schemas.microsoft.com/office/drawing/2014/main" id="{B27E442C-D800-499B-9A5B-BE022D63E29B}"/>
                </a:ext>
              </a:extLst>
            </p:cNvPr>
            <p:cNvSpPr/>
            <p:nvPr/>
          </p:nvSpPr>
          <p:spPr>
            <a:xfrm>
              <a:off x="240850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4" name="pl21">
              <a:extLst>
                <a:ext uri="{FF2B5EF4-FFF2-40B4-BE49-F238E27FC236}">
                  <a16:creationId xmlns:a16="http://schemas.microsoft.com/office/drawing/2014/main" id="{701D2801-7EB3-9B18-0669-E10165FCDC36}"/>
                </a:ext>
              </a:extLst>
            </p:cNvPr>
            <p:cNvSpPr/>
            <p:nvPr/>
          </p:nvSpPr>
          <p:spPr>
            <a:xfrm>
              <a:off x="32090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5" name="pl22">
              <a:extLst>
                <a:ext uri="{FF2B5EF4-FFF2-40B4-BE49-F238E27FC236}">
                  <a16:creationId xmlns:a16="http://schemas.microsoft.com/office/drawing/2014/main" id="{EFB450F2-0DA1-43BF-C288-BABF25220C45}"/>
                </a:ext>
              </a:extLst>
            </p:cNvPr>
            <p:cNvSpPr/>
            <p:nvPr/>
          </p:nvSpPr>
          <p:spPr>
            <a:xfrm>
              <a:off x="400958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6" name="pl23">
              <a:extLst>
                <a:ext uri="{FF2B5EF4-FFF2-40B4-BE49-F238E27FC236}">
                  <a16:creationId xmlns:a16="http://schemas.microsoft.com/office/drawing/2014/main" id="{95AA7373-1DC2-B057-1B4F-37D78433F3D8}"/>
                </a:ext>
              </a:extLst>
            </p:cNvPr>
            <p:cNvSpPr/>
            <p:nvPr/>
          </p:nvSpPr>
          <p:spPr>
            <a:xfrm>
              <a:off x="48101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7" name="pl24">
              <a:extLst>
                <a:ext uri="{FF2B5EF4-FFF2-40B4-BE49-F238E27FC236}">
                  <a16:creationId xmlns:a16="http://schemas.microsoft.com/office/drawing/2014/main" id="{E982144C-5E6F-4B14-49BB-214AAEBA7FD4}"/>
                </a:ext>
              </a:extLst>
            </p:cNvPr>
            <p:cNvSpPr/>
            <p:nvPr/>
          </p:nvSpPr>
          <p:spPr>
            <a:xfrm>
              <a:off x="56106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8" name="pg25">
              <a:extLst>
                <a:ext uri="{FF2B5EF4-FFF2-40B4-BE49-F238E27FC236}">
                  <a16:creationId xmlns:a16="http://schemas.microsoft.com/office/drawing/2014/main" id="{6B279695-6D04-F09A-0995-4D5DF334F663}"/>
                </a:ext>
              </a:extLst>
            </p:cNvPr>
            <p:cNvSpPr/>
            <p:nvPr/>
          </p:nvSpPr>
          <p:spPr>
            <a:xfrm>
              <a:off x="17716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9" name="pg26">
              <a:extLst>
                <a:ext uri="{FF2B5EF4-FFF2-40B4-BE49-F238E27FC236}">
                  <a16:creationId xmlns:a16="http://schemas.microsoft.com/office/drawing/2014/main" id="{9C381E2A-7760-26EC-98E5-E2E0D20B4D1B}"/>
                </a:ext>
              </a:extLst>
            </p:cNvPr>
            <p:cNvSpPr/>
            <p:nvPr/>
          </p:nvSpPr>
          <p:spPr>
            <a:xfrm>
              <a:off x="2248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0" name="pg27">
              <a:extLst>
                <a:ext uri="{FF2B5EF4-FFF2-40B4-BE49-F238E27FC236}">
                  <a16:creationId xmlns:a16="http://schemas.microsoft.com/office/drawing/2014/main" id="{9A816CA2-317B-1B39-A0E2-C5E47F430A99}"/>
                </a:ext>
              </a:extLst>
            </p:cNvPr>
            <p:cNvSpPr/>
            <p:nvPr/>
          </p:nvSpPr>
          <p:spPr>
            <a:xfrm>
              <a:off x="39552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1" name="pg28">
              <a:extLst>
                <a:ext uri="{FF2B5EF4-FFF2-40B4-BE49-F238E27FC236}">
                  <a16:creationId xmlns:a16="http://schemas.microsoft.com/office/drawing/2014/main" id="{A66C2D59-1DAD-7BA8-F2A6-B2260D1C2C35}"/>
                </a:ext>
              </a:extLst>
            </p:cNvPr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2" name="pg29">
              <a:extLst>
                <a:ext uri="{FF2B5EF4-FFF2-40B4-BE49-F238E27FC236}">
                  <a16:creationId xmlns:a16="http://schemas.microsoft.com/office/drawing/2014/main" id="{131E0C3C-0F57-E6DF-E0E3-31E2A3942A8E}"/>
                </a:ext>
              </a:extLst>
            </p:cNvPr>
            <p:cNvSpPr/>
            <p:nvPr/>
          </p:nvSpPr>
          <p:spPr>
            <a:xfrm>
              <a:off x="3839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3" name="pg30">
              <a:extLst>
                <a:ext uri="{FF2B5EF4-FFF2-40B4-BE49-F238E27FC236}">
                  <a16:creationId xmlns:a16="http://schemas.microsoft.com/office/drawing/2014/main" id="{810E7AEA-A4E0-E830-AC92-BE0D12C992FD}"/>
                </a:ext>
              </a:extLst>
            </p:cNvPr>
            <p:cNvSpPr/>
            <p:nvPr/>
          </p:nvSpPr>
          <p:spPr>
            <a:xfrm>
              <a:off x="19938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4" name="pg31">
              <a:extLst>
                <a:ext uri="{FF2B5EF4-FFF2-40B4-BE49-F238E27FC236}">
                  <a16:creationId xmlns:a16="http://schemas.microsoft.com/office/drawing/2014/main" id="{0871F93D-6FCA-586D-515F-3D8394A26022}"/>
                </a:ext>
              </a:extLst>
            </p:cNvPr>
            <p:cNvSpPr/>
            <p:nvPr/>
          </p:nvSpPr>
          <p:spPr>
            <a:xfrm>
              <a:off x="21846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5" name="pg32">
              <a:extLst>
                <a:ext uri="{FF2B5EF4-FFF2-40B4-BE49-F238E27FC236}">
                  <a16:creationId xmlns:a16="http://schemas.microsoft.com/office/drawing/2014/main" id="{9C113FFD-4E8E-E957-8F50-F54BE05E2200}"/>
                </a:ext>
              </a:extLst>
            </p:cNvPr>
            <p:cNvSpPr/>
            <p:nvPr/>
          </p:nvSpPr>
          <p:spPr>
            <a:xfrm>
              <a:off x="38990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6" name="pg33">
              <a:extLst>
                <a:ext uri="{FF2B5EF4-FFF2-40B4-BE49-F238E27FC236}">
                  <a16:creationId xmlns:a16="http://schemas.microsoft.com/office/drawing/2014/main" id="{9F32FBD8-61B8-B81B-6587-4D1A35BB4D78}"/>
                </a:ext>
              </a:extLst>
            </p:cNvPr>
            <p:cNvSpPr/>
            <p:nvPr/>
          </p:nvSpPr>
          <p:spPr>
            <a:xfrm>
              <a:off x="19666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7" name="pg34">
              <a:extLst>
                <a:ext uri="{FF2B5EF4-FFF2-40B4-BE49-F238E27FC236}">
                  <a16:creationId xmlns:a16="http://schemas.microsoft.com/office/drawing/2014/main" id="{F361EDC8-854B-D2CC-3050-BCDDC5768803}"/>
                </a:ext>
              </a:extLst>
            </p:cNvPr>
            <p:cNvSpPr/>
            <p:nvPr/>
          </p:nvSpPr>
          <p:spPr>
            <a:xfrm>
              <a:off x="38969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8" name="pg35">
              <a:extLst>
                <a:ext uri="{FF2B5EF4-FFF2-40B4-BE49-F238E27FC236}">
                  <a16:creationId xmlns:a16="http://schemas.microsoft.com/office/drawing/2014/main" id="{4EA485BA-355E-950B-D574-2BEAAE398830}"/>
                </a:ext>
              </a:extLst>
            </p:cNvPr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9" name="pg36">
              <a:extLst>
                <a:ext uri="{FF2B5EF4-FFF2-40B4-BE49-F238E27FC236}">
                  <a16:creationId xmlns:a16="http://schemas.microsoft.com/office/drawing/2014/main" id="{648B877A-FA19-815D-AA73-C365FD51D36B}"/>
                </a:ext>
              </a:extLst>
            </p:cNvPr>
            <p:cNvSpPr/>
            <p:nvPr/>
          </p:nvSpPr>
          <p:spPr>
            <a:xfrm>
              <a:off x="17784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5" name="pg37">
              <a:extLst>
                <a:ext uri="{FF2B5EF4-FFF2-40B4-BE49-F238E27FC236}">
                  <a16:creationId xmlns:a16="http://schemas.microsoft.com/office/drawing/2014/main" id="{22DA487D-8AC9-1EA6-275C-95ACE63B0206}"/>
                </a:ext>
              </a:extLst>
            </p:cNvPr>
            <p:cNvSpPr/>
            <p:nvPr/>
          </p:nvSpPr>
          <p:spPr>
            <a:xfrm>
              <a:off x="21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6" name="pg38">
              <a:extLst>
                <a:ext uri="{FF2B5EF4-FFF2-40B4-BE49-F238E27FC236}">
                  <a16:creationId xmlns:a16="http://schemas.microsoft.com/office/drawing/2014/main" id="{DCD515EB-EE3D-BAE0-0E52-9573E40BB264}"/>
                </a:ext>
              </a:extLst>
            </p:cNvPr>
            <p:cNvSpPr/>
            <p:nvPr/>
          </p:nvSpPr>
          <p:spPr>
            <a:xfrm>
              <a:off x="38997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7" name="pg39">
              <a:extLst>
                <a:ext uri="{FF2B5EF4-FFF2-40B4-BE49-F238E27FC236}">
                  <a16:creationId xmlns:a16="http://schemas.microsoft.com/office/drawing/2014/main" id="{A7AA1975-07E5-A966-C670-B08A7C14DC12}"/>
                </a:ext>
              </a:extLst>
            </p:cNvPr>
            <p:cNvSpPr/>
            <p:nvPr/>
          </p:nvSpPr>
          <p:spPr>
            <a:xfrm>
              <a:off x="39611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6" name="pg40">
              <a:extLst>
                <a:ext uri="{FF2B5EF4-FFF2-40B4-BE49-F238E27FC236}">
                  <a16:creationId xmlns:a16="http://schemas.microsoft.com/office/drawing/2014/main" id="{3879E8DE-338D-0C2B-7860-9D4DB10C3511}"/>
                </a:ext>
              </a:extLst>
            </p:cNvPr>
            <p:cNvSpPr/>
            <p:nvPr/>
          </p:nvSpPr>
          <p:spPr>
            <a:xfrm>
              <a:off x="17870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7" name="pg41">
              <a:extLst>
                <a:ext uri="{FF2B5EF4-FFF2-40B4-BE49-F238E27FC236}">
                  <a16:creationId xmlns:a16="http://schemas.microsoft.com/office/drawing/2014/main" id="{55D7416F-0FE6-5824-41F1-BBFD38B27A18}"/>
                </a:ext>
              </a:extLst>
            </p:cNvPr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8" name="pg42">
              <a:extLst>
                <a:ext uri="{FF2B5EF4-FFF2-40B4-BE49-F238E27FC236}">
                  <a16:creationId xmlns:a16="http://schemas.microsoft.com/office/drawing/2014/main" id="{BCD10B04-5FED-7601-468A-C3392129FB83}"/>
                </a:ext>
              </a:extLst>
            </p:cNvPr>
            <p:cNvSpPr/>
            <p:nvPr/>
          </p:nvSpPr>
          <p:spPr>
            <a:xfrm>
              <a:off x="45634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9" name="pg43">
              <a:extLst>
                <a:ext uri="{FF2B5EF4-FFF2-40B4-BE49-F238E27FC236}">
                  <a16:creationId xmlns:a16="http://schemas.microsoft.com/office/drawing/2014/main" id="{240574B2-9026-3C46-BAD9-FC86F5C3DD18}"/>
                </a:ext>
              </a:extLst>
            </p:cNvPr>
            <p:cNvSpPr/>
            <p:nvPr/>
          </p:nvSpPr>
          <p:spPr>
            <a:xfrm>
              <a:off x="21804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0" name="pg44">
              <a:extLst>
                <a:ext uri="{FF2B5EF4-FFF2-40B4-BE49-F238E27FC236}">
                  <a16:creationId xmlns:a16="http://schemas.microsoft.com/office/drawing/2014/main" id="{2657A957-2782-9ECD-F207-BD3C75BAD0B0}"/>
                </a:ext>
              </a:extLst>
            </p:cNvPr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1" name="pg45">
              <a:extLst>
                <a:ext uri="{FF2B5EF4-FFF2-40B4-BE49-F238E27FC236}">
                  <a16:creationId xmlns:a16="http://schemas.microsoft.com/office/drawing/2014/main" id="{84269175-508D-4586-92F7-AC68B392C99C}"/>
                </a:ext>
              </a:extLst>
            </p:cNvPr>
            <p:cNvSpPr/>
            <p:nvPr/>
          </p:nvSpPr>
          <p:spPr>
            <a:xfrm>
              <a:off x="3669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2" name="pg46">
              <a:extLst>
                <a:ext uri="{FF2B5EF4-FFF2-40B4-BE49-F238E27FC236}">
                  <a16:creationId xmlns:a16="http://schemas.microsoft.com/office/drawing/2014/main" id="{0C2718B9-9561-2403-5E12-91E17B6DDB8B}"/>
                </a:ext>
              </a:extLst>
            </p:cNvPr>
            <p:cNvSpPr/>
            <p:nvPr/>
          </p:nvSpPr>
          <p:spPr>
            <a:xfrm>
              <a:off x="209845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3" name="pg47">
              <a:extLst>
                <a:ext uri="{FF2B5EF4-FFF2-40B4-BE49-F238E27FC236}">
                  <a16:creationId xmlns:a16="http://schemas.microsoft.com/office/drawing/2014/main" id="{540E4990-CB3C-2976-ECDB-CDD3BC24C0D8}"/>
                </a:ext>
              </a:extLst>
            </p:cNvPr>
            <p:cNvSpPr/>
            <p:nvPr/>
          </p:nvSpPr>
          <p:spPr>
            <a:xfrm>
              <a:off x="40155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4" name="pg48">
              <a:extLst>
                <a:ext uri="{FF2B5EF4-FFF2-40B4-BE49-F238E27FC236}">
                  <a16:creationId xmlns:a16="http://schemas.microsoft.com/office/drawing/2014/main" id="{953B5636-9536-1787-3E53-E8C334C7BD51}"/>
                </a:ext>
              </a:extLst>
            </p:cNvPr>
            <p:cNvSpPr/>
            <p:nvPr/>
          </p:nvSpPr>
          <p:spPr>
            <a:xfrm>
              <a:off x="4666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5" name="pg49">
              <a:extLst>
                <a:ext uri="{FF2B5EF4-FFF2-40B4-BE49-F238E27FC236}">
                  <a16:creationId xmlns:a16="http://schemas.microsoft.com/office/drawing/2014/main" id="{22FF28C8-FE47-BF89-2172-DD90F4BB236E}"/>
                </a:ext>
              </a:extLst>
            </p:cNvPr>
            <p:cNvSpPr/>
            <p:nvPr/>
          </p:nvSpPr>
          <p:spPr>
            <a:xfrm>
              <a:off x="2099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6" name="pg50">
              <a:extLst>
                <a:ext uri="{FF2B5EF4-FFF2-40B4-BE49-F238E27FC236}">
                  <a16:creationId xmlns:a16="http://schemas.microsoft.com/office/drawing/2014/main" id="{340ACCF5-A155-DAD9-20EF-CA23CB41F8C1}"/>
                </a:ext>
              </a:extLst>
            </p:cNvPr>
            <p:cNvSpPr/>
            <p:nvPr/>
          </p:nvSpPr>
          <p:spPr>
            <a:xfrm>
              <a:off x="17735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7" name="pg51">
              <a:extLst>
                <a:ext uri="{FF2B5EF4-FFF2-40B4-BE49-F238E27FC236}">
                  <a16:creationId xmlns:a16="http://schemas.microsoft.com/office/drawing/2014/main" id="{D502CD18-9AF0-74A0-DDDB-152AFCF289F5}"/>
                </a:ext>
              </a:extLst>
            </p:cNvPr>
            <p:cNvSpPr/>
            <p:nvPr/>
          </p:nvSpPr>
          <p:spPr>
            <a:xfrm>
              <a:off x="36673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8" name="pg52">
              <a:extLst>
                <a:ext uri="{FF2B5EF4-FFF2-40B4-BE49-F238E27FC236}">
                  <a16:creationId xmlns:a16="http://schemas.microsoft.com/office/drawing/2014/main" id="{B543553B-B212-F700-B463-3D27B8997CA8}"/>
                </a:ext>
              </a:extLst>
            </p:cNvPr>
            <p:cNvSpPr/>
            <p:nvPr/>
          </p:nvSpPr>
          <p:spPr>
            <a:xfrm>
              <a:off x="35492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9" name="pg53">
              <a:extLst>
                <a:ext uri="{FF2B5EF4-FFF2-40B4-BE49-F238E27FC236}">
                  <a16:creationId xmlns:a16="http://schemas.microsoft.com/office/drawing/2014/main" id="{A3F626E3-3600-5509-8A0A-DDDA635AF1CD}"/>
                </a:ext>
              </a:extLst>
            </p:cNvPr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0" name="pg54">
              <a:extLst>
                <a:ext uri="{FF2B5EF4-FFF2-40B4-BE49-F238E27FC236}">
                  <a16:creationId xmlns:a16="http://schemas.microsoft.com/office/drawing/2014/main" id="{9769B155-662B-CB29-8CEE-9DD577DCBA6D}"/>
                </a:ext>
              </a:extLst>
            </p:cNvPr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1" name="pg55">
              <a:extLst>
                <a:ext uri="{FF2B5EF4-FFF2-40B4-BE49-F238E27FC236}">
                  <a16:creationId xmlns:a16="http://schemas.microsoft.com/office/drawing/2014/main" id="{53525EEF-5ACC-5CE1-B4AA-00E86B69A3B4}"/>
                </a:ext>
              </a:extLst>
            </p:cNvPr>
            <p:cNvSpPr/>
            <p:nvPr/>
          </p:nvSpPr>
          <p:spPr>
            <a:xfrm>
              <a:off x="2093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2" name="pg56">
              <a:extLst>
                <a:ext uri="{FF2B5EF4-FFF2-40B4-BE49-F238E27FC236}">
                  <a16:creationId xmlns:a16="http://schemas.microsoft.com/office/drawing/2014/main" id="{CEF267F7-2652-6864-6B47-C5516D8B2CA3}"/>
                </a:ext>
              </a:extLst>
            </p:cNvPr>
            <p:cNvSpPr/>
            <p:nvPr/>
          </p:nvSpPr>
          <p:spPr>
            <a:xfrm>
              <a:off x="3548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3" name="pg57">
              <a:extLst>
                <a:ext uri="{FF2B5EF4-FFF2-40B4-BE49-F238E27FC236}">
                  <a16:creationId xmlns:a16="http://schemas.microsoft.com/office/drawing/2014/main" id="{48C26739-C80E-1A66-70D7-D0CE5A38A523}"/>
                </a:ext>
              </a:extLst>
            </p:cNvPr>
            <p:cNvSpPr/>
            <p:nvPr/>
          </p:nvSpPr>
          <p:spPr>
            <a:xfrm>
              <a:off x="46689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4" name="pg58">
              <a:extLst>
                <a:ext uri="{FF2B5EF4-FFF2-40B4-BE49-F238E27FC236}">
                  <a16:creationId xmlns:a16="http://schemas.microsoft.com/office/drawing/2014/main" id="{44BF6FBD-1AAC-2440-A011-E57B2F466399}"/>
                </a:ext>
              </a:extLst>
            </p:cNvPr>
            <p:cNvSpPr/>
            <p:nvPr/>
          </p:nvSpPr>
          <p:spPr>
            <a:xfrm>
              <a:off x="19666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5" name="pg59">
              <a:extLst>
                <a:ext uri="{FF2B5EF4-FFF2-40B4-BE49-F238E27FC236}">
                  <a16:creationId xmlns:a16="http://schemas.microsoft.com/office/drawing/2014/main" id="{8B980618-1319-DDA9-74C5-9F454FED2237}"/>
                </a:ext>
              </a:extLst>
            </p:cNvPr>
            <p:cNvSpPr/>
            <p:nvPr/>
          </p:nvSpPr>
          <p:spPr>
            <a:xfrm>
              <a:off x="3822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6" name="pg60">
              <a:extLst>
                <a:ext uri="{FF2B5EF4-FFF2-40B4-BE49-F238E27FC236}">
                  <a16:creationId xmlns:a16="http://schemas.microsoft.com/office/drawing/2014/main" id="{8EE0AA83-4588-367E-C4C1-5F1DD74AF376}"/>
                </a:ext>
              </a:extLst>
            </p:cNvPr>
            <p:cNvSpPr/>
            <p:nvPr/>
          </p:nvSpPr>
          <p:spPr>
            <a:xfrm>
              <a:off x="40128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7" name="pg61">
              <a:extLst>
                <a:ext uri="{FF2B5EF4-FFF2-40B4-BE49-F238E27FC236}">
                  <a16:creationId xmlns:a16="http://schemas.microsoft.com/office/drawing/2014/main" id="{9E9C1974-9C22-EE1D-DD0A-F60D8A7BD966}"/>
                </a:ext>
              </a:extLst>
            </p:cNvPr>
            <p:cNvSpPr/>
            <p:nvPr/>
          </p:nvSpPr>
          <p:spPr>
            <a:xfrm>
              <a:off x="22687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8" name="pg62">
              <a:extLst>
                <a:ext uri="{FF2B5EF4-FFF2-40B4-BE49-F238E27FC236}">
                  <a16:creationId xmlns:a16="http://schemas.microsoft.com/office/drawing/2014/main" id="{67863FB3-89B0-2393-23C7-1F646C7A2E8F}"/>
                </a:ext>
              </a:extLst>
            </p:cNvPr>
            <p:cNvSpPr/>
            <p:nvPr/>
          </p:nvSpPr>
          <p:spPr>
            <a:xfrm>
              <a:off x="37831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9" name="pg63">
              <a:extLst>
                <a:ext uri="{FF2B5EF4-FFF2-40B4-BE49-F238E27FC236}">
                  <a16:creationId xmlns:a16="http://schemas.microsoft.com/office/drawing/2014/main" id="{46D8FD99-6F98-1E06-A5F8-B8E83EA9266F}"/>
                </a:ext>
              </a:extLst>
            </p:cNvPr>
            <p:cNvSpPr/>
            <p:nvPr/>
          </p:nvSpPr>
          <p:spPr>
            <a:xfrm>
              <a:off x="3818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0" name="pg64">
              <a:extLst>
                <a:ext uri="{FF2B5EF4-FFF2-40B4-BE49-F238E27FC236}">
                  <a16:creationId xmlns:a16="http://schemas.microsoft.com/office/drawing/2014/main" id="{50596EE2-DD05-C71C-50C4-B5397B083676}"/>
                </a:ext>
              </a:extLst>
            </p:cNvPr>
            <p:cNvSpPr/>
            <p:nvPr/>
          </p:nvSpPr>
          <p:spPr>
            <a:xfrm>
              <a:off x="199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1" name="pg65">
              <a:extLst>
                <a:ext uri="{FF2B5EF4-FFF2-40B4-BE49-F238E27FC236}">
                  <a16:creationId xmlns:a16="http://schemas.microsoft.com/office/drawing/2014/main" id="{F77FC694-6933-2AC7-BF62-F7CE55C17A29}"/>
                </a:ext>
              </a:extLst>
            </p:cNvPr>
            <p:cNvSpPr/>
            <p:nvPr/>
          </p:nvSpPr>
          <p:spPr>
            <a:xfrm>
              <a:off x="17787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2" name="pg66">
              <a:extLst>
                <a:ext uri="{FF2B5EF4-FFF2-40B4-BE49-F238E27FC236}">
                  <a16:creationId xmlns:a16="http://schemas.microsoft.com/office/drawing/2014/main" id="{7E529483-A80D-71E9-34D9-AC6BF5EBB7B7}"/>
                </a:ext>
              </a:extLst>
            </p:cNvPr>
            <p:cNvSpPr/>
            <p:nvPr/>
          </p:nvSpPr>
          <p:spPr>
            <a:xfrm>
              <a:off x="38963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3" name="pg67">
              <a:extLst>
                <a:ext uri="{FF2B5EF4-FFF2-40B4-BE49-F238E27FC236}">
                  <a16:creationId xmlns:a16="http://schemas.microsoft.com/office/drawing/2014/main" id="{CE4F190D-5DF0-6A5E-7475-D21A3A0F342B}"/>
                </a:ext>
              </a:extLst>
            </p:cNvPr>
            <p:cNvSpPr/>
            <p:nvPr/>
          </p:nvSpPr>
          <p:spPr>
            <a:xfrm>
              <a:off x="17870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4" name="pg68">
              <a:extLst>
                <a:ext uri="{FF2B5EF4-FFF2-40B4-BE49-F238E27FC236}">
                  <a16:creationId xmlns:a16="http://schemas.microsoft.com/office/drawing/2014/main" id="{C4F73DB5-A1CF-9907-C17F-37CABE58746B}"/>
                </a:ext>
              </a:extLst>
            </p:cNvPr>
            <p:cNvSpPr/>
            <p:nvPr/>
          </p:nvSpPr>
          <p:spPr>
            <a:xfrm>
              <a:off x="18770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5" name="pg69">
              <a:extLst>
                <a:ext uri="{FF2B5EF4-FFF2-40B4-BE49-F238E27FC236}">
                  <a16:creationId xmlns:a16="http://schemas.microsoft.com/office/drawing/2014/main" id="{022194C4-C9AD-A111-CFFA-46CB8CA2D919}"/>
                </a:ext>
              </a:extLst>
            </p:cNvPr>
            <p:cNvSpPr/>
            <p:nvPr/>
          </p:nvSpPr>
          <p:spPr>
            <a:xfrm>
              <a:off x="37006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8" name="pg70">
              <a:extLst>
                <a:ext uri="{FF2B5EF4-FFF2-40B4-BE49-F238E27FC236}">
                  <a16:creationId xmlns:a16="http://schemas.microsoft.com/office/drawing/2014/main" id="{94C27BA2-CC20-AFD9-EEDF-D5A09A94B798}"/>
                </a:ext>
              </a:extLst>
            </p:cNvPr>
            <p:cNvSpPr/>
            <p:nvPr/>
          </p:nvSpPr>
          <p:spPr>
            <a:xfrm>
              <a:off x="3782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9" name="pg71">
              <a:extLst>
                <a:ext uri="{FF2B5EF4-FFF2-40B4-BE49-F238E27FC236}">
                  <a16:creationId xmlns:a16="http://schemas.microsoft.com/office/drawing/2014/main" id="{38116D8C-C8D8-8673-AA8D-CE2B6DE7463F}"/>
                </a:ext>
              </a:extLst>
            </p:cNvPr>
            <p:cNvSpPr/>
            <p:nvPr/>
          </p:nvSpPr>
          <p:spPr>
            <a:xfrm>
              <a:off x="2296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0" name="pg72">
              <a:extLst>
                <a:ext uri="{FF2B5EF4-FFF2-40B4-BE49-F238E27FC236}">
                  <a16:creationId xmlns:a16="http://schemas.microsoft.com/office/drawing/2014/main" id="{C3213E4F-5767-78E4-2BF5-6E70B84416F4}"/>
                </a:ext>
              </a:extLst>
            </p:cNvPr>
            <p:cNvSpPr/>
            <p:nvPr/>
          </p:nvSpPr>
          <p:spPr>
            <a:xfrm>
              <a:off x="20983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9" name="pt73">
              <a:extLst>
                <a:ext uri="{FF2B5EF4-FFF2-40B4-BE49-F238E27FC236}">
                  <a16:creationId xmlns:a16="http://schemas.microsoft.com/office/drawing/2014/main" id="{1074C7EF-BFD7-A5B7-B7AD-6D4692F905CB}"/>
                </a:ext>
              </a:extLst>
            </p:cNvPr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0" name="pt74">
              <a:extLst>
                <a:ext uri="{FF2B5EF4-FFF2-40B4-BE49-F238E27FC236}">
                  <a16:creationId xmlns:a16="http://schemas.microsoft.com/office/drawing/2014/main" id="{A1925ACE-7587-7270-E24C-5AA8244334F7}"/>
                </a:ext>
              </a:extLst>
            </p:cNvPr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1" name="pt75">
              <a:extLst>
                <a:ext uri="{FF2B5EF4-FFF2-40B4-BE49-F238E27FC236}">
                  <a16:creationId xmlns:a16="http://schemas.microsoft.com/office/drawing/2014/main" id="{DA70851C-8BE8-95F2-3A97-C204AB932F58}"/>
                </a:ext>
              </a:extLst>
            </p:cNvPr>
            <p:cNvSpPr/>
            <p:nvPr/>
          </p:nvSpPr>
          <p:spPr>
            <a:xfrm>
              <a:off x="4668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2" name="pt76">
              <a:extLst>
                <a:ext uri="{FF2B5EF4-FFF2-40B4-BE49-F238E27FC236}">
                  <a16:creationId xmlns:a16="http://schemas.microsoft.com/office/drawing/2014/main" id="{15132830-317C-D316-E979-C308E337633E}"/>
                </a:ext>
              </a:extLst>
            </p:cNvPr>
            <p:cNvSpPr/>
            <p:nvPr/>
          </p:nvSpPr>
          <p:spPr>
            <a:xfrm>
              <a:off x="2215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3" name="pt77">
              <a:extLst>
                <a:ext uri="{FF2B5EF4-FFF2-40B4-BE49-F238E27FC236}">
                  <a16:creationId xmlns:a16="http://schemas.microsoft.com/office/drawing/2014/main" id="{7DEFB33E-D8FA-5DBF-952B-C7084E327794}"/>
                </a:ext>
              </a:extLst>
            </p:cNvPr>
            <p:cNvSpPr/>
            <p:nvPr/>
          </p:nvSpPr>
          <p:spPr>
            <a:xfrm>
              <a:off x="42705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4" name="pt78">
              <a:extLst>
                <a:ext uri="{FF2B5EF4-FFF2-40B4-BE49-F238E27FC236}">
                  <a16:creationId xmlns:a16="http://schemas.microsoft.com/office/drawing/2014/main" id="{041BF190-9CE2-24C7-8AEC-03B40E257883}"/>
                </a:ext>
              </a:extLst>
            </p:cNvPr>
            <p:cNvSpPr/>
            <p:nvPr/>
          </p:nvSpPr>
          <p:spPr>
            <a:xfrm>
              <a:off x="409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5" name="pt79">
              <a:extLst>
                <a:ext uri="{FF2B5EF4-FFF2-40B4-BE49-F238E27FC236}">
                  <a16:creationId xmlns:a16="http://schemas.microsoft.com/office/drawing/2014/main" id="{71D4CA7D-D49A-1768-C615-ECA246890D4E}"/>
                </a:ext>
              </a:extLst>
            </p:cNvPr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6" name="pt80">
              <a:extLst>
                <a:ext uri="{FF2B5EF4-FFF2-40B4-BE49-F238E27FC236}">
                  <a16:creationId xmlns:a16="http://schemas.microsoft.com/office/drawing/2014/main" id="{954E88C6-4169-9155-80A4-6BB695E3441F}"/>
                </a:ext>
              </a:extLst>
            </p:cNvPr>
            <p:cNvSpPr/>
            <p:nvPr/>
          </p:nvSpPr>
          <p:spPr>
            <a:xfrm>
              <a:off x="25986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7" name="pt81">
              <a:extLst>
                <a:ext uri="{FF2B5EF4-FFF2-40B4-BE49-F238E27FC236}">
                  <a16:creationId xmlns:a16="http://schemas.microsoft.com/office/drawing/2014/main" id="{8753B5EF-778B-1C4D-E724-B9DCFA9EDED2}"/>
                </a:ext>
              </a:extLst>
            </p:cNvPr>
            <p:cNvSpPr/>
            <p:nvPr/>
          </p:nvSpPr>
          <p:spPr>
            <a:xfrm>
              <a:off x="22643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8" name="pt82">
              <a:extLst>
                <a:ext uri="{FF2B5EF4-FFF2-40B4-BE49-F238E27FC236}">
                  <a16:creationId xmlns:a16="http://schemas.microsoft.com/office/drawing/2014/main" id="{B1CC077A-23F3-50D1-1AFD-08E3B97AD6B5}"/>
                </a:ext>
              </a:extLst>
            </p:cNvPr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9" name="pt83">
              <a:extLst>
                <a:ext uri="{FF2B5EF4-FFF2-40B4-BE49-F238E27FC236}">
                  <a16:creationId xmlns:a16="http://schemas.microsoft.com/office/drawing/2014/main" id="{51834819-E21B-5C1E-D1C6-E5D1D7DDD265}"/>
                </a:ext>
              </a:extLst>
            </p:cNvPr>
            <p:cNvSpPr/>
            <p:nvPr/>
          </p:nvSpPr>
          <p:spPr>
            <a:xfrm>
              <a:off x="42630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0" name="pt84">
              <a:extLst>
                <a:ext uri="{FF2B5EF4-FFF2-40B4-BE49-F238E27FC236}">
                  <a16:creationId xmlns:a16="http://schemas.microsoft.com/office/drawing/2014/main" id="{BC816C90-22B8-B8D3-BB74-9E0EC533ADA3}"/>
                </a:ext>
              </a:extLst>
            </p:cNvPr>
            <p:cNvSpPr/>
            <p:nvPr/>
          </p:nvSpPr>
          <p:spPr>
            <a:xfrm>
              <a:off x="53111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1" name="pt85">
              <a:extLst>
                <a:ext uri="{FF2B5EF4-FFF2-40B4-BE49-F238E27FC236}">
                  <a16:creationId xmlns:a16="http://schemas.microsoft.com/office/drawing/2014/main" id="{799D9CDE-A57E-647C-11FC-6C6D4891AAE3}"/>
                </a:ext>
              </a:extLst>
            </p:cNvPr>
            <p:cNvSpPr/>
            <p:nvPr/>
          </p:nvSpPr>
          <p:spPr>
            <a:xfrm>
              <a:off x="43677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2" name="pt86">
              <a:extLst>
                <a:ext uri="{FF2B5EF4-FFF2-40B4-BE49-F238E27FC236}">
                  <a16:creationId xmlns:a16="http://schemas.microsoft.com/office/drawing/2014/main" id="{6F8F06F1-04A6-95EE-A658-A4040472A13D}"/>
                </a:ext>
              </a:extLst>
            </p:cNvPr>
            <p:cNvSpPr/>
            <p:nvPr/>
          </p:nvSpPr>
          <p:spPr>
            <a:xfrm>
              <a:off x="54737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3" name="pt87">
              <a:extLst>
                <a:ext uri="{FF2B5EF4-FFF2-40B4-BE49-F238E27FC236}">
                  <a16:creationId xmlns:a16="http://schemas.microsoft.com/office/drawing/2014/main" id="{2FC92E27-09A6-1096-E069-BE5C7D7D5172}"/>
                </a:ext>
              </a:extLst>
            </p:cNvPr>
            <p:cNvSpPr/>
            <p:nvPr/>
          </p:nvSpPr>
          <p:spPr>
            <a:xfrm>
              <a:off x="1837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4" name="pt88">
              <a:extLst>
                <a:ext uri="{FF2B5EF4-FFF2-40B4-BE49-F238E27FC236}">
                  <a16:creationId xmlns:a16="http://schemas.microsoft.com/office/drawing/2014/main" id="{95EFD058-53DA-042B-BF93-F56ABDA213A5}"/>
                </a:ext>
              </a:extLst>
            </p:cNvPr>
            <p:cNvSpPr/>
            <p:nvPr/>
          </p:nvSpPr>
          <p:spPr>
            <a:xfrm>
              <a:off x="222784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5" name="pt89">
              <a:extLst>
                <a:ext uri="{FF2B5EF4-FFF2-40B4-BE49-F238E27FC236}">
                  <a16:creationId xmlns:a16="http://schemas.microsoft.com/office/drawing/2014/main" id="{120C2144-5CE6-76A5-0EC9-634C21702916}"/>
                </a:ext>
              </a:extLst>
            </p:cNvPr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6" name="pt90">
              <a:extLst>
                <a:ext uri="{FF2B5EF4-FFF2-40B4-BE49-F238E27FC236}">
                  <a16:creationId xmlns:a16="http://schemas.microsoft.com/office/drawing/2014/main" id="{48BE0603-5EFF-4000-A89A-1DCCAEE0CD22}"/>
                </a:ext>
              </a:extLst>
            </p:cNvPr>
            <p:cNvSpPr/>
            <p:nvPr/>
          </p:nvSpPr>
          <p:spPr>
            <a:xfrm>
              <a:off x="2065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7" name="pt91">
              <a:extLst>
                <a:ext uri="{FF2B5EF4-FFF2-40B4-BE49-F238E27FC236}">
                  <a16:creationId xmlns:a16="http://schemas.microsoft.com/office/drawing/2014/main" id="{33E5D063-3194-16A1-6CDD-2415DF126858}"/>
                </a:ext>
              </a:extLst>
            </p:cNvPr>
            <p:cNvSpPr/>
            <p:nvPr/>
          </p:nvSpPr>
          <p:spPr>
            <a:xfrm>
              <a:off x="22251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8" name="pt92">
              <a:extLst>
                <a:ext uri="{FF2B5EF4-FFF2-40B4-BE49-F238E27FC236}">
                  <a16:creationId xmlns:a16="http://schemas.microsoft.com/office/drawing/2014/main" id="{755FDB1B-561C-93BA-AAC5-36DAF313947A}"/>
                </a:ext>
              </a:extLst>
            </p:cNvPr>
            <p:cNvSpPr/>
            <p:nvPr/>
          </p:nvSpPr>
          <p:spPr>
            <a:xfrm>
              <a:off x="44285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9" name="pt93">
              <a:extLst>
                <a:ext uri="{FF2B5EF4-FFF2-40B4-BE49-F238E27FC236}">
                  <a16:creationId xmlns:a16="http://schemas.microsoft.com/office/drawing/2014/main" id="{482787C5-0D6C-6B91-4E6A-612963D21B58}"/>
                </a:ext>
              </a:extLst>
            </p:cNvPr>
            <p:cNvSpPr/>
            <p:nvPr/>
          </p:nvSpPr>
          <p:spPr>
            <a:xfrm>
              <a:off x="4444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0" name="pt94">
              <a:extLst>
                <a:ext uri="{FF2B5EF4-FFF2-40B4-BE49-F238E27FC236}">
                  <a16:creationId xmlns:a16="http://schemas.microsoft.com/office/drawing/2014/main" id="{CF251CDD-AE57-61C8-7B11-10BF338790A4}"/>
                </a:ext>
              </a:extLst>
            </p:cNvPr>
            <p:cNvSpPr/>
            <p:nvPr/>
          </p:nvSpPr>
          <p:spPr>
            <a:xfrm>
              <a:off x="18349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1" name="pt95">
              <a:extLst>
                <a:ext uri="{FF2B5EF4-FFF2-40B4-BE49-F238E27FC236}">
                  <a16:creationId xmlns:a16="http://schemas.microsoft.com/office/drawing/2014/main" id="{7045A47D-CD5E-C229-6FDB-C4A8BADF4527}"/>
                </a:ext>
              </a:extLst>
            </p:cNvPr>
            <p:cNvSpPr/>
            <p:nvPr/>
          </p:nvSpPr>
          <p:spPr>
            <a:xfrm>
              <a:off x="2436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2" name="pt96">
              <a:extLst>
                <a:ext uri="{FF2B5EF4-FFF2-40B4-BE49-F238E27FC236}">
                  <a16:creationId xmlns:a16="http://schemas.microsoft.com/office/drawing/2014/main" id="{E4BDA35F-EB5E-AE6A-408E-91EB5423A18A}"/>
                </a:ext>
              </a:extLst>
            </p:cNvPr>
            <p:cNvSpPr/>
            <p:nvPr/>
          </p:nvSpPr>
          <p:spPr>
            <a:xfrm>
              <a:off x="4367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3" name="pt97">
              <a:extLst>
                <a:ext uri="{FF2B5EF4-FFF2-40B4-BE49-F238E27FC236}">
                  <a16:creationId xmlns:a16="http://schemas.microsoft.com/office/drawing/2014/main" id="{76196401-E55F-E462-C50F-6F00D637CAEA}"/>
                </a:ext>
              </a:extLst>
            </p:cNvPr>
            <p:cNvSpPr/>
            <p:nvPr/>
          </p:nvSpPr>
          <p:spPr>
            <a:xfrm>
              <a:off x="22643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4" name="pt98">
              <a:extLst>
                <a:ext uri="{FF2B5EF4-FFF2-40B4-BE49-F238E27FC236}">
                  <a16:creationId xmlns:a16="http://schemas.microsoft.com/office/drawing/2014/main" id="{4305422B-C9D5-A0D0-AB34-EA73DC66DE1E}"/>
                </a:ext>
              </a:extLst>
            </p:cNvPr>
            <p:cNvSpPr/>
            <p:nvPr/>
          </p:nvSpPr>
          <p:spPr>
            <a:xfrm>
              <a:off x="18804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5" name="pt99">
              <a:extLst>
                <a:ext uri="{FF2B5EF4-FFF2-40B4-BE49-F238E27FC236}">
                  <a16:creationId xmlns:a16="http://schemas.microsoft.com/office/drawing/2014/main" id="{307E6841-69FD-2EF9-F041-0A6FC4E7AC8E}"/>
                </a:ext>
              </a:extLst>
            </p:cNvPr>
            <p:cNvSpPr/>
            <p:nvPr/>
          </p:nvSpPr>
          <p:spPr>
            <a:xfrm>
              <a:off x="45444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6" name="pt100">
              <a:extLst>
                <a:ext uri="{FF2B5EF4-FFF2-40B4-BE49-F238E27FC236}">
                  <a16:creationId xmlns:a16="http://schemas.microsoft.com/office/drawing/2014/main" id="{4063B18C-6EDB-A554-DF72-3079EC012421}"/>
                </a:ext>
              </a:extLst>
            </p:cNvPr>
            <p:cNvSpPr/>
            <p:nvPr/>
          </p:nvSpPr>
          <p:spPr>
            <a:xfrm>
              <a:off x="46083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7" name="pt101">
              <a:extLst>
                <a:ext uri="{FF2B5EF4-FFF2-40B4-BE49-F238E27FC236}">
                  <a16:creationId xmlns:a16="http://schemas.microsoft.com/office/drawing/2014/main" id="{0A28B823-7788-B20A-33F4-4AB96A4366F1}"/>
                </a:ext>
              </a:extLst>
            </p:cNvPr>
            <p:cNvSpPr/>
            <p:nvPr/>
          </p:nvSpPr>
          <p:spPr>
            <a:xfrm>
              <a:off x="18829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8" name="pt102">
              <a:extLst>
                <a:ext uri="{FF2B5EF4-FFF2-40B4-BE49-F238E27FC236}">
                  <a16:creationId xmlns:a16="http://schemas.microsoft.com/office/drawing/2014/main" id="{3CAEFDB7-AA7A-053D-000A-4B978BDC109A}"/>
                </a:ext>
              </a:extLst>
            </p:cNvPr>
            <p:cNvSpPr/>
            <p:nvPr/>
          </p:nvSpPr>
          <p:spPr>
            <a:xfrm>
              <a:off x="2602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4" name="pt103">
              <a:extLst>
                <a:ext uri="{FF2B5EF4-FFF2-40B4-BE49-F238E27FC236}">
                  <a16:creationId xmlns:a16="http://schemas.microsoft.com/office/drawing/2014/main" id="{F67CC7B2-032C-B2AA-2761-60FBED403191}"/>
                </a:ext>
              </a:extLst>
            </p:cNvPr>
            <p:cNvSpPr/>
            <p:nvPr/>
          </p:nvSpPr>
          <p:spPr>
            <a:xfrm>
              <a:off x="44383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5" name="pt104">
              <a:extLst>
                <a:ext uri="{FF2B5EF4-FFF2-40B4-BE49-F238E27FC236}">
                  <a16:creationId xmlns:a16="http://schemas.microsoft.com/office/drawing/2014/main" id="{08AC30F0-1C70-52AF-4224-9CD42D512A97}"/>
                </a:ext>
              </a:extLst>
            </p:cNvPr>
            <p:cNvSpPr/>
            <p:nvPr/>
          </p:nvSpPr>
          <p:spPr>
            <a:xfrm>
              <a:off x="2645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6" name="pt105">
              <a:extLst>
                <a:ext uri="{FF2B5EF4-FFF2-40B4-BE49-F238E27FC236}">
                  <a16:creationId xmlns:a16="http://schemas.microsoft.com/office/drawing/2014/main" id="{12F06CA0-9AD5-8E6C-7DDF-9D0310564FE1}"/>
                </a:ext>
              </a:extLst>
            </p:cNvPr>
            <p:cNvSpPr/>
            <p:nvPr/>
          </p:nvSpPr>
          <p:spPr>
            <a:xfrm>
              <a:off x="26024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7" name="pt106">
              <a:extLst>
                <a:ext uri="{FF2B5EF4-FFF2-40B4-BE49-F238E27FC236}">
                  <a16:creationId xmlns:a16="http://schemas.microsoft.com/office/drawing/2014/main" id="{7E68540A-C2C8-2ADC-2B77-7ABE2B416BA6}"/>
                </a:ext>
              </a:extLst>
            </p:cNvPr>
            <p:cNvSpPr/>
            <p:nvPr/>
          </p:nvSpPr>
          <p:spPr>
            <a:xfrm>
              <a:off x="22676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8" name="pt107">
              <a:extLst>
                <a:ext uri="{FF2B5EF4-FFF2-40B4-BE49-F238E27FC236}">
                  <a16:creationId xmlns:a16="http://schemas.microsoft.com/office/drawing/2014/main" id="{3F53B06F-1F37-BC45-5F41-C06EB3A5EB7B}"/>
                </a:ext>
              </a:extLst>
            </p:cNvPr>
            <p:cNvSpPr/>
            <p:nvPr/>
          </p:nvSpPr>
          <p:spPr>
            <a:xfrm>
              <a:off x="4277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9" name="pt108">
              <a:extLst>
                <a:ext uri="{FF2B5EF4-FFF2-40B4-BE49-F238E27FC236}">
                  <a16:creationId xmlns:a16="http://schemas.microsoft.com/office/drawing/2014/main" id="{E99E7E11-1193-49E9-EEA5-D0A675D8E4B1}"/>
                </a:ext>
              </a:extLst>
            </p:cNvPr>
            <p:cNvSpPr/>
            <p:nvPr/>
          </p:nvSpPr>
          <p:spPr>
            <a:xfrm>
              <a:off x="42631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0" name="pt109">
              <a:extLst>
                <a:ext uri="{FF2B5EF4-FFF2-40B4-BE49-F238E27FC236}">
                  <a16:creationId xmlns:a16="http://schemas.microsoft.com/office/drawing/2014/main" id="{E051EDF1-C8A7-2BED-7662-9693693A915D}"/>
                </a:ext>
              </a:extLst>
            </p:cNvPr>
            <p:cNvSpPr/>
            <p:nvPr/>
          </p:nvSpPr>
          <p:spPr>
            <a:xfrm>
              <a:off x="22210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1" name="pt110">
              <a:extLst>
                <a:ext uri="{FF2B5EF4-FFF2-40B4-BE49-F238E27FC236}">
                  <a16:creationId xmlns:a16="http://schemas.microsoft.com/office/drawing/2014/main" id="{6CBB752A-6DA7-DD53-A1C0-58A2867C87CF}"/>
                </a:ext>
              </a:extLst>
            </p:cNvPr>
            <p:cNvSpPr/>
            <p:nvPr/>
          </p:nvSpPr>
          <p:spPr>
            <a:xfrm>
              <a:off x="4506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2" name="pt111">
              <a:extLst>
                <a:ext uri="{FF2B5EF4-FFF2-40B4-BE49-F238E27FC236}">
                  <a16:creationId xmlns:a16="http://schemas.microsoft.com/office/drawing/2014/main" id="{868A0C6D-804A-B1A1-34B3-BD9AB1FAB14D}"/>
                </a:ext>
              </a:extLst>
            </p:cNvPr>
            <p:cNvSpPr/>
            <p:nvPr/>
          </p:nvSpPr>
          <p:spPr>
            <a:xfrm>
              <a:off x="18382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3" name="pt112">
              <a:extLst>
                <a:ext uri="{FF2B5EF4-FFF2-40B4-BE49-F238E27FC236}">
                  <a16:creationId xmlns:a16="http://schemas.microsoft.com/office/drawing/2014/main" id="{43ABC175-74A0-3E2A-5F37-CD8C45F7CDB0}"/>
                </a:ext>
              </a:extLst>
            </p:cNvPr>
            <p:cNvSpPr/>
            <p:nvPr/>
          </p:nvSpPr>
          <p:spPr>
            <a:xfrm>
              <a:off x="18367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4" name="pt113">
              <a:extLst>
                <a:ext uri="{FF2B5EF4-FFF2-40B4-BE49-F238E27FC236}">
                  <a16:creationId xmlns:a16="http://schemas.microsoft.com/office/drawing/2014/main" id="{02721B6C-E82F-EF15-298F-4692B40C69DB}"/>
                </a:ext>
              </a:extLst>
            </p:cNvPr>
            <p:cNvSpPr/>
            <p:nvPr/>
          </p:nvSpPr>
          <p:spPr>
            <a:xfrm>
              <a:off x="46836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5" name="pt114">
              <a:extLst>
                <a:ext uri="{FF2B5EF4-FFF2-40B4-BE49-F238E27FC236}">
                  <a16:creationId xmlns:a16="http://schemas.microsoft.com/office/drawing/2014/main" id="{B69E75ED-6E7E-BAF8-DF79-ADD5787DC40D}"/>
                </a:ext>
              </a:extLst>
            </p:cNvPr>
            <p:cNvSpPr/>
            <p:nvPr/>
          </p:nvSpPr>
          <p:spPr>
            <a:xfrm>
              <a:off x="40921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6" name="pt115">
              <a:extLst>
                <a:ext uri="{FF2B5EF4-FFF2-40B4-BE49-F238E27FC236}">
                  <a16:creationId xmlns:a16="http://schemas.microsoft.com/office/drawing/2014/main" id="{537C1AEF-A2AA-43D7-AE33-902717D08A55}"/>
                </a:ext>
              </a:extLst>
            </p:cNvPr>
            <p:cNvSpPr/>
            <p:nvPr/>
          </p:nvSpPr>
          <p:spPr>
            <a:xfrm>
              <a:off x="20649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7" name="pt116">
              <a:extLst>
                <a:ext uri="{FF2B5EF4-FFF2-40B4-BE49-F238E27FC236}">
                  <a16:creationId xmlns:a16="http://schemas.microsoft.com/office/drawing/2014/main" id="{A3191812-C3D9-FDA9-C930-BD199A096C29}"/>
                </a:ext>
              </a:extLst>
            </p:cNvPr>
            <p:cNvSpPr/>
            <p:nvPr/>
          </p:nvSpPr>
          <p:spPr>
            <a:xfrm>
              <a:off x="22532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8" name="pt117">
              <a:extLst>
                <a:ext uri="{FF2B5EF4-FFF2-40B4-BE49-F238E27FC236}">
                  <a16:creationId xmlns:a16="http://schemas.microsoft.com/office/drawing/2014/main" id="{D43BFE7D-1A35-8A85-057C-39D13FC8B098}"/>
                </a:ext>
              </a:extLst>
            </p:cNvPr>
            <p:cNvSpPr/>
            <p:nvPr/>
          </p:nvSpPr>
          <p:spPr>
            <a:xfrm>
              <a:off x="4543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9" name="pt118">
              <a:extLst>
                <a:ext uri="{FF2B5EF4-FFF2-40B4-BE49-F238E27FC236}">
                  <a16:creationId xmlns:a16="http://schemas.microsoft.com/office/drawing/2014/main" id="{4EE5BACD-BD34-2552-3F73-0BE4119FCF94}"/>
                </a:ext>
              </a:extLst>
            </p:cNvPr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0" name="pt119">
              <a:extLst>
                <a:ext uri="{FF2B5EF4-FFF2-40B4-BE49-F238E27FC236}">
                  <a16:creationId xmlns:a16="http://schemas.microsoft.com/office/drawing/2014/main" id="{F806C034-5CA3-240A-BE49-D98962ECED95}"/>
                </a:ext>
              </a:extLst>
            </p:cNvPr>
            <p:cNvSpPr/>
            <p:nvPr/>
          </p:nvSpPr>
          <p:spPr>
            <a:xfrm>
              <a:off x="22276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1" name="pt120">
              <a:extLst>
                <a:ext uri="{FF2B5EF4-FFF2-40B4-BE49-F238E27FC236}">
                  <a16:creationId xmlns:a16="http://schemas.microsoft.com/office/drawing/2014/main" id="{CCDEF5FE-7BC8-607F-64DA-E59B946B6052}"/>
                </a:ext>
              </a:extLst>
            </p:cNvPr>
            <p:cNvSpPr/>
            <p:nvPr/>
          </p:nvSpPr>
          <p:spPr>
            <a:xfrm>
              <a:off x="4608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2" name="pg121">
              <a:extLst>
                <a:ext uri="{FF2B5EF4-FFF2-40B4-BE49-F238E27FC236}">
                  <a16:creationId xmlns:a16="http://schemas.microsoft.com/office/drawing/2014/main" id="{1644E40F-8A4F-CD0F-520D-052B184EE61D}"/>
                </a:ext>
              </a:extLst>
            </p:cNvPr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3" name="pg122">
              <a:extLst>
                <a:ext uri="{FF2B5EF4-FFF2-40B4-BE49-F238E27FC236}">
                  <a16:creationId xmlns:a16="http://schemas.microsoft.com/office/drawing/2014/main" id="{51ED2666-3FE2-5BCC-F7AC-3B2263B462B1}"/>
                </a:ext>
              </a:extLst>
            </p:cNvPr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4" name="pg123">
              <a:extLst>
                <a:ext uri="{FF2B5EF4-FFF2-40B4-BE49-F238E27FC236}">
                  <a16:creationId xmlns:a16="http://schemas.microsoft.com/office/drawing/2014/main" id="{66D2BBB4-6BDE-51C1-1EDE-766496DE2A73}"/>
                </a:ext>
              </a:extLst>
            </p:cNvPr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5" name="pg124">
              <a:extLst>
                <a:ext uri="{FF2B5EF4-FFF2-40B4-BE49-F238E27FC236}">
                  <a16:creationId xmlns:a16="http://schemas.microsoft.com/office/drawing/2014/main" id="{EBDB0237-B66A-D0B5-3AE2-5CB9A4C4C375}"/>
                </a:ext>
              </a:extLst>
            </p:cNvPr>
            <p:cNvSpPr/>
            <p:nvPr/>
          </p:nvSpPr>
          <p:spPr>
            <a:xfrm>
              <a:off x="3637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6" name="pg125">
              <a:extLst>
                <a:ext uri="{FF2B5EF4-FFF2-40B4-BE49-F238E27FC236}">
                  <a16:creationId xmlns:a16="http://schemas.microsoft.com/office/drawing/2014/main" id="{7D4DD756-CE5B-70AF-6622-4B62FC626AE4}"/>
                </a:ext>
              </a:extLst>
            </p:cNvPr>
            <p:cNvSpPr/>
            <p:nvPr/>
          </p:nvSpPr>
          <p:spPr>
            <a:xfrm>
              <a:off x="18561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7" name="pg126">
              <a:extLst>
                <a:ext uri="{FF2B5EF4-FFF2-40B4-BE49-F238E27FC236}">
                  <a16:creationId xmlns:a16="http://schemas.microsoft.com/office/drawing/2014/main" id="{9F84EA3F-2AFE-DE08-0560-8FCE0EFF0853}"/>
                </a:ext>
              </a:extLst>
            </p:cNvPr>
            <p:cNvSpPr/>
            <p:nvPr/>
          </p:nvSpPr>
          <p:spPr>
            <a:xfrm>
              <a:off x="36946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8" name="pg127">
              <a:extLst>
                <a:ext uri="{FF2B5EF4-FFF2-40B4-BE49-F238E27FC236}">
                  <a16:creationId xmlns:a16="http://schemas.microsoft.com/office/drawing/2014/main" id="{2E777BD6-9F14-FD9C-A583-8FAA6C707C75}"/>
                </a:ext>
              </a:extLst>
            </p:cNvPr>
            <p:cNvSpPr/>
            <p:nvPr/>
          </p:nvSpPr>
          <p:spPr>
            <a:xfrm>
              <a:off x="22371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9" name="pg128">
              <a:extLst>
                <a:ext uri="{FF2B5EF4-FFF2-40B4-BE49-F238E27FC236}">
                  <a16:creationId xmlns:a16="http://schemas.microsoft.com/office/drawing/2014/main" id="{C521245A-6D81-C9EA-4A87-10F01C6351CF}"/>
                </a:ext>
              </a:extLst>
            </p:cNvPr>
            <p:cNvSpPr/>
            <p:nvPr/>
          </p:nvSpPr>
          <p:spPr>
            <a:xfrm>
              <a:off x="17477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0" name="pg129">
              <a:extLst>
                <a:ext uri="{FF2B5EF4-FFF2-40B4-BE49-F238E27FC236}">
                  <a16:creationId xmlns:a16="http://schemas.microsoft.com/office/drawing/2014/main" id="{5C27837B-3D07-7924-A8DC-260B02FE898E}"/>
                </a:ext>
              </a:extLst>
            </p:cNvPr>
            <p:cNvSpPr/>
            <p:nvPr/>
          </p:nvSpPr>
          <p:spPr>
            <a:xfrm>
              <a:off x="22172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1" name="pg130">
              <a:extLst>
                <a:ext uri="{FF2B5EF4-FFF2-40B4-BE49-F238E27FC236}">
                  <a16:creationId xmlns:a16="http://schemas.microsoft.com/office/drawing/2014/main" id="{0162EB78-4B1E-63E1-FCC7-FB9F7933D621}"/>
                </a:ext>
              </a:extLst>
            </p:cNvPr>
            <p:cNvSpPr/>
            <p:nvPr/>
          </p:nvSpPr>
          <p:spPr>
            <a:xfrm>
              <a:off x="39311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2" name="pg131">
              <a:extLst>
                <a:ext uri="{FF2B5EF4-FFF2-40B4-BE49-F238E27FC236}">
                  <a16:creationId xmlns:a16="http://schemas.microsoft.com/office/drawing/2014/main" id="{7310504A-5C1E-F499-54C7-365EF23C3D3E}"/>
                </a:ext>
              </a:extLst>
            </p:cNvPr>
            <p:cNvSpPr/>
            <p:nvPr/>
          </p:nvSpPr>
          <p:spPr>
            <a:xfrm>
              <a:off x="2019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3" name="pg132">
              <a:extLst>
                <a:ext uri="{FF2B5EF4-FFF2-40B4-BE49-F238E27FC236}">
                  <a16:creationId xmlns:a16="http://schemas.microsoft.com/office/drawing/2014/main" id="{4D38B306-8528-5801-714E-08382DA52CC4}"/>
                </a:ext>
              </a:extLst>
            </p:cNvPr>
            <p:cNvSpPr/>
            <p:nvPr/>
          </p:nvSpPr>
          <p:spPr>
            <a:xfrm>
              <a:off x="39922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4" name="pg133">
              <a:extLst>
                <a:ext uri="{FF2B5EF4-FFF2-40B4-BE49-F238E27FC236}">
                  <a16:creationId xmlns:a16="http://schemas.microsoft.com/office/drawing/2014/main" id="{576C9EE2-3BB1-9713-CCD5-593CC9740CB2}"/>
                </a:ext>
              </a:extLst>
            </p:cNvPr>
            <p:cNvSpPr/>
            <p:nvPr/>
          </p:nvSpPr>
          <p:spPr>
            <a:xfrm>
              <a:off x="3789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5" name="pg134">
              <a:extLst>
                <a:ext uri="{FF2B5EF4-FFF2-40B4-BE49-F238E27FC236}">
                  <a16:creationId xmlns:a16="http://schemas.microsoft.com/office/drawing/2014/main" id="{B800EE17-C274-947F-CF0E-2552F479BBF9}"/>
                </a:ext>
              </a:extLst>
            </p:cNvPr>
            <p:cNvSpPr/>
            <p:nvPr/>
          </p:nvSpPr>
          <p:spPr>
            <a:xfrm>
              <a:off x="45967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6" name="pg135">
              <a:extLst>
                <a:ext uri="{FF2B5EF4-FFF2-40B4-BE49-F238E27FC236}">
                  <a16:creationId xmlns:a16="http://schemas.microsoft.com/office/drawing/2014/main" id="{936FB910-1271-026F-5A6F-DE256DD99DC5}"/>
                </a:ext>
              </a:extLst>
            </p:cNvPr>
            <p:cNvSpPr/>
            <p:nvPr/>
          </p:nvSpPr>
          <p:spPr>
            <a:xfrm>
              <a:off x="20158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7" name="pg136">
              <a:extLst>
                <a:ext uri="{FF2B5EF4-FFF2-40B4-BE49-F238E27FC236}">
                  <a16:creationId xmlns:a16="http://schemas.microsoft.com/office/drawing/2014/main" id="{4C765C67-BC9F-A9D0-60B2-A9C54AD2C76F}"/>
                </a:ext>
              </a:extLst>
            </p:cNvPr>
            <p:cNvSpPr/>
            <p:nvPr/>
          </p:nvSpPr>
          <p:spPr>
            <a:xfrm>
              <a:off x="4675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8" name="pg137">
              <a:extLst>
                <a:ext uri="{FF2B5EF4-FFF2-40B4-BE49-F238E27FC236}">
                  <a16:creationId xmlns:a16="http://schemas.microsoft.com/office/drawing/2014/main" id="{A33F8798-52D3-8935-7B81-EE51E9834D90}"/>
                </a:ext>
              </a:extLst>
            </p:cNvPr>
            <p:cNvSpPr/>
            <p:nvPr/>
          </p:nvSpPr>
          <p:spPr>
            <a:xfrm>
              <a:off x="3639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9" name="pg138">
              <a:extLst>
                <a:ext uri="{FF2B5EF4-FFF2-40B4-BE49-F238E27FC236}">
                  <a16:creationId xmlns:a16="http://schemas.microsoft.com/office/drawing/2014/main" id="{8D5602B3-BCEC-9821-2170-AA579A629D44}"/>
                </a:ext>
              </a:extLst>
            </p:cNvPr>
            <p:cNvSpPr/>
            <p:nvPr/>
          </p:nvSpPr>
          <p:spPr>
            <a:xfrm>
              <a:off x="17271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0" name="pg139">
              <a:extLst>
                <a:ext uri="{FF2B5EF4-FFF2-40B4-BE49-F238E27FC236}">
                  <a16:creationId xmlns:a16="http://schemas.microsoft.com/office/drawing/2014/main" id="{A858B8F1-ED1E-9655-222D-D0066F0A1385}"/>
                </a:ext>
              </a:extLst>
            </p:cNvPr>
            <p:cNvSpPr/>
            <p:nvPr/>
          </p:nvSpPr>
          <p:spPr>
            <a:xfrm>
              <a:off x="39282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1" name="pg140">
              <a:extLst>
                <a:ext uri="{FF2B5EF4-FFF2-40B4-BE49-F238E27FC236}">
                  <a16:creationId xmlns:a16="http://schemas.microsoft.com/office/drawing/2014/main" id="{53B0130E-94F3-CFF5-2FBA-82C0E5AAE1AC}"/>
                </a:ext>
              </a:extLst>
            </p:cNvPr>
            <p:cNvSpPr/>
            <p:nvPr/>
          </p:nvSpPr>
          <p:spPr>
            <a:xfrm>
              <a:off x="37818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2" name="pg141">
              <a:extLst>
                <a:ext uri="{FF2B5EF4-FFF2-40B4-BE49-F238E27FC236}">
                  <a16:creationId xmlns:a16="http://schemas.microsoft.com/office/drawing/2014/main" id="{6F600AAE-180E-3469-75FD-5F85F82A7A3A}"/>
                </a:ext>
              </a:extLst>
            </p:cNvPr>
            <p:cNvSpPr/>
            <p:nvPr/>
          </p:nvSpPr>
          <p:spPr>
            <a:xfrm>
              <a:off x="20200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3" name="pg142">
              <a:extLst>
                <a:ext uri="{FF2B5EF4-FFF2-40B4-BE49-F238E27FC236}">
                  <a16:creationId xmlns:a16="http://schemas.microsoft.com/office/drawing/2014/main" id="{431EADB5-6741-7DA2-081D-B3A923326891}"/>
                </a:ext>
              </a:extLst>
            </p:cNvPr>
            <p:cNvSpPr/>
            <p:nvPr/>
          </p:nvSpPr>
          <p:spPr>
            <a:xfrm>
              <a:off x="2255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4" name="pg143">
              <a:extLst>
                <a:ext uri="{FF2B5EF4-FFF2-40B4-BE49-F238E27FC236}">
                  <a16:creationId xmlns:a16="http://schemas.microsoft.com/office/drawing/2014/main" id="{31A8DD0C-63F7-0CB9-F153-276668EE2FF5}"/>
                </a:ext>
              </a:extLst>
            </p:cNvPr>
            <p:cNvSpPr/>
            <p:nvPr/>
          </p:nvSpPr>
          <p:spPr>
            <a:xfrm>
              <a:off x="22332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5" name="pg144">
              <a:extLst>
                <a:ext uri="{FF2B5EF4-FFF2-40B4-BE49-F238E27FC236}">
                  <a16:creationId xmlns:a16="http://schemas.microsoft.com/office/drawing/2014/main" id="{DEE4CCEC-B77E-1C50-F9BC-7268BA1CA4E4}"/>
                </a:ext>
              </a:extLst>
            </p:cNvPr>
            <p:cNvSpPr/>
            <p:nvPr/>
          </p:nvSpPr>
          <p:spPr>
            <a:xfrm>
              <a:off x="3837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6" name="pg145">
              <a:extLst>
                <a:ext uri="{FF2B5EF4-FFF2-40B4-BE49-F238E27FC236}">
                  <a16:creationId xmlns:a16="http://schemas.microsoft.com/office/drawing/2014/main" id="{E54A7967-64AC-9A31-D7BD-55B291093634}"/>
                </a:ext>
              </a:extLst>
            </p:cNvPr>
            <p:cNvSpPr/>
            <p:nvPr/>
          </p:nvSpPr>
          <p:spPr>
            <a:xfrm>
              <a:off x="19900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7" name="pg146">
              <a:extLst>
                <a:ext uri="{FF2B5EF4-FFF2-40B4-BE49-F238E27FC236}">
                  <a16:creationId xmlns:a16="http://schemas.microsoft.com/office/drawing/2014/main" id="{15A17BA9-A15D-6BD5-533B-9479C79F7EB9}"/>
                </a:ext>
              </a:extLst>
            </p:cNvPr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8" name="pg147">
              <a:extLst>
                <a:ext uri="{FF2B5EF4-FFF2-40B4-BE49-F238E27FC236}">
                  <a16:creationId xmlns:a16="http://schemas.microsoft.com/office/drawing/2014/main" id="{1F415806-0465-5222-5D6C-5CF9F74FE6A0}"/>
                </a:ext>
              </a:extLst>
            </p:cNvPr>
            <p:cNvSpPr/>
            <p:nvPr/>
          </p:nvSpPr>
          <p:spPr>
            <a:xfrm>
              <a:off x="18550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9" name="pg148">
              <a:extLst>
                <a:ext uri="{FF2B5EF4-FFF2-40B4-BE49-F238E27FC236}">
                  <a16:creationId xmlns:a16="http://schemas.microsoft.com/office/drawing/2014/main" id="{865807D7-A9AB-BDCB-3C81-871ABA5BD3FE}"/>
                </a:ext>
              </a:extLst>
            </p:cNvPr>
            <p:cNvSpPr/>
            <p:nvPr/>
          </p:nvSpPr>
          <p:spPr>
            <a:xfrm>
              <a:off x="38731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0" name="pg149">
              <a:extLst>
                <a:ext uri="{FF2B5EF4-FFF2-40B4-BE49-F238E27FC236}">
                  <a16:creationId xmlns:a16="http://schemas.microsoft.com/office/drawing/2014/main" id="{88974830-87DD-3F0E-3C8F-3CAE25400DB2}"/>
                </a:ext>
              </a:extLst>
            </p:cNvPr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1" name="pg150">
              <a:extLst>
                <a:ext uri="{FF2B5EF4-FFF2-40B4-BE49-F238E27FC236}">
                  <a16:creationId xmlns:a16="http://schemas.microsoft.com/office/drawing/2014/main" id="{1098896F-7254-4742-2227-197A6A1085D4}"/>
                </a:ext>
              </a:extLst>
            </p:cNvPr>
            <p:cNvSpPr/>
            <p:nvPr/>
          </p:nvSpPr>
          <p:spPr>
            <a:xfrm>
              <a:off x="19893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2" name="pg151">
              <a:extLst>
                <a:ext uri="{FF2B5EF4-FFF2-40B4-BE49-F238E27FC236}">
                  <a16:creationId xmlns:a16="http://schemas.microsoft.com/office/drawing/2014/main" id="{604E7E49-9CDB-877A-9439-02FD5E23D57D}"/>
                </a:ext>
              </a:extLst>
            </p:cNvPr>
            <p:cNvSpPr/>
            <p:nvPr/>
          </p:nvSpPr>
          <p:spPr>
            <a:xfrm>
              <a:off x="19617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3" name="pg152">
              <a:extLst>
                <a:ext uri="{FF2B5EF4-FFF2-40B4-BE49-F238E27FC236}">
                  <a16:creationId xmlns:a16="http://schemas.microsoft.com/office/drawing/2014/main" id="{B138496F-9A3F-2F1E-F602-A883B59E15E4}"/>
                </a:ext>
              </a:extLst>
            </p:cNvPr>
            <p:cNvSpPr/>
            <p:nvPr/>
          </p:nvSpPr>
          <p:spPr>
            <a:xfrm>
              <a:off x="4598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4" name="pg153">
              <a:extLst>
                <a:ext uri="{FF2B5EF4-FFF2-40B4-BE49-F238E27FC236}">
                  <a16:creationId xmlns:a16="http://schemas.microsoft.com/office/drawing/2014/main" id="{DD8B60E9-2A7C-0863-B3DF-AF03511876C8}"/>
                </a:ext>
              </a:extLst>
            </p:cNvPr>
            <p:cNvSpPr/>
            <p:nvPr/>
          </p:nvSpPr>
          <p:spPr>
            <a:xfrm>
              <a:off x="3791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5" name="pg154">
              <a:extLst>
                <a:ext uri="{FF2B5EF4-FFF2-40B4-BE49-F238E27FC236}">
                  <a16:creationId xmlns:a16="http://schemas.microsoft.com/office/drawing/2014/main" id="{FBC210EC-685B-D58A-F00D-24C1A566BFBF}"/>
                </a:ext>
              </a:extLst>
            </p:cNvPr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6" name="pg155">
              <a:extLst>
                <a:ext uri="{FF2B5EF4-FFF2-40B4-BE49-F238E27FC236}">
                  <a16:creationId xmlns:a16="http://schemas.microsoft.com/office/drawing/2014/main" id="{EB9C68AB-5779-A80D-1887-E71E3B3A8848}"/>
                </a:ext>
              </a:extLst>
            </p:cNvPr>
            <p:cNvSpPr/>
            <p:nvPr/>
          </p:nvSpPr>
          <p:spPr>
            <a:xfrm>
              <a:off x="203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7" name="pg156">
              <a:extLst>
                <a:ext uri="{FF2B5EF4-FFF2-40B4-BE49-F238E27FC236}">
                  <a16:creationId xmlns:a16="http://schemas.microsoft.com/office/drawing/2014/main" id="{433D1E9E-F295-2DC9-76EB-0E2D0F1E6E8A}"/>
                </a:ext>
              </a:extLst>
            </p:cNvPr>
            <p:cNvSpPr/>
            <p:nvPr/>
          </p:nvSpPr>
          <p:spPr>
            <a:xfrm>
              <a:off x="20239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8" name="pg157">
              <a:extLst>
                <a:ext uri="{FF2B5EF4-FFF2-40B4-BE49-F238E27FC236}">
                  <a16:creationId xmlns:a16="http://schemas.microsoft.com/office/drawing/2014/main" id="{F73766A6-ABBB-0CB8-9ECA-07DEFDEC60C7}"/>
                </a:ext>
              </a:extLst>
            </p:cNvPr>
            <p:cNvSpPr/>
            <p:nvPr/>
          </p:nvSpPr>
          <p:spPr>
            <a:xfrm>
              <a:off x="38765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9" name="pg158">
              <a:extLst>
                <a:ext uri="{FF2B5EF4-FFF2-40B4-BE49-F238E27FC236}">
                  <a16:creationId xmlns:a16="http://schemas.microsoft.com/office/drawing/2014/main" id="{4A134CFA-892C-EFCF-96CB-C6F6085AA0B8}"/>
                </a:ext>
              </a:extLst>
            </p:cNvPr>
            <p:cNvSpPr/>
            <p:nvPr/>
          </p:nvSpPr>
          <p:spPr>
            <a:xfrm>
              <a:off x="39008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0" name="pg159">
              <a:extLst>
                <a:ext uri="{FF2B5EF4-FFF2-40B4-BE49-F238E27FC236}">
                  <a16:creationId xmlns:a16="http://schemas.microsoft.com/office/drawing/2014/main" id="{34E6CE2A-C004-1F54-FA86-A378B7733778}"/>
                </a:ext>
              </a:extLst>
            </p:cNvPr>
            <p:cNvSpPr/>
            <p:nvPr/>
          </p:nvSpPr>
          <p:spPr>
            <a:xfrm>
              <a:off x="1747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1" name="pg160">
              <a:extLst>
                <a:ext uri="{FF2B5EF4-FFF2-40B4-BE49-F238E27FC236}">
                  <a16:creationId xmlns:a16="http://schemas.microsoft.com/office/drawing/2014/main" id="{FE435351-036F-B78F-C846-F91A51CBFE28}"/>
                </a:ext>
              </a:extLst>
            </p:cNvPr>
            <p:cNvSpPr/>
            <p:nvPr/>
          </p:nvSpPr>
          <p:spPr>
            <a:xfrm>
              <a:off x="39898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2" name="pg161">
              <a:extLst>
                <a:ext uri="{FF2B5EF4-FFF2-40B4-BE49-F238E27FC236}">
                  <a16:creationId xmlns:a16="http://schemas.microsoft.com/office/drawing/2014/main" id="{5182684E-EC77-85D0-30E3-06A50CCA7C19}"/>
                </a:ext>
              </a:extLst>
            </p:cNvPr>
            <p:cNvSpPr/>
            <p:nvPr/>
          </p:nvSpPr>
          <p:spPr>
            <a:xfrm>
              <a:off x="21232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3" name="pg162">
              <a:extLst>
                <a:ext uri="{FF2B5EF4-FFF2-40B4-BE49-F238E27FC236}">
                  <a16:creationId xmlns:a16="http://schemas.microsoft.com/office/drawing/2014/main" id="{C14F509B-BFBA-6EF7-47DA-B5AB714BF3D4}"/>
                </a:ext>
              </a:extLst>
            </p:cNvPr>
            <p:cNvSpPr/>
            <p:nvPr/>
          </p:nvSpPr>
          <p:spPr>
            <a:xfrm>
              <a:off x="1961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4" name="pg163">
              <a:extLst>
                <a:ext uri="{FF2B5EF4-FFF2-40B4-BE49-F238E27FC236}">
                  <a16:creationId xmlns:a16="http://schemas.microsoft.com/office/drawing/2014/main" id="{E2A70ADB-DB50-6BB7-CACE-667E19B7B436}"/>
                </a:ext>
              </a:extLst>
            </p:cNvPr>
            <p:cNvSpPr/>
            <p:nvPr/>
          </p:nvSpPr>
          <p:spPr>
            <a:xfrm>
              <a:off x="35436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5" name="pg164">
              <a:extLst>
                <a:ext uri="{FF2B5EF4-FFF2-40B4-BE49-F238E27FC236}">
                  <a16:creationId xmlns:a16="http://schemas.microsoft.com/office/drawing/2014/main" id="{35762678-D2A6-A39B-836A-1FAC15A5E035}"/>
                </a:ext>
              </a:extLst>
            </p:cNvPr>
            <p:cNvSpPr/>
            <p:nvPr/>
          </p:nvSpPr>
          <p:spPr>
            <a:xfrm>
              <a:off x="3781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6" name="pg165">
              <a:extLst>
                <a:ext uri="{FF2B5EF4-FFF2-40B4-BE49-F238E27FC236}">
                  <a16:creationId xmlns:a16="http://schemas.microsoft.com/office/drawing/2014/main" id="{3FDAD4A5-9070-4E5B-CD53-921C9C84E7C6}"/>
                </a:ext>
              </a:extLst>
            </p:cNvPr>
            <p:cNvSpPr/>
            <p:nvPr/>
          </p:nvSpPr>
          <p:spPr>
            <a:xfrm>
              <a:off x="1730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7" name="pg166">
              <a:extLst>
                <a:ext uri="{FF2B5EF4-FFF2-40B4-BE49-F238E27FC236}">
                  <a16:creationId xmlns:a16="http://schemas.microsoft.com/office/drawing/2014/main" id="{5C56EE35-E2E7-1540-FCEB-8320C3E32B65}"/>
                </a:ext>
              </a:extLst>
            </p:cNvPr>
            <p:cNvSpPr/>
            <p:nvPr/>
          </p:nvSpPr>
          <p:spPr>
            <a:xfrm>
              <a:off x="2035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8" name="pg167">
              <a:extLst>
                <a:ext uri="{FF2B5EF4-FFF2-40B4-BE49-F238E27FC236}">
                  <a16:creationId xmlns:a16="http://schemas.microsoft.com/office/drawing/2014/main" id="{79803E8D-80D1-BB81-36B1-161FFE3415E8}"/>
                </a:ext>
              </a:extLst>
            </p:cNvPr>
            <p:cNvSpPr/>
            <p:nvPr/>
          </p:nvSpPr>
          <p:spPr>
            <a:xfrm>
              <a:off x="46768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9" name="pt168">
              <a:extLst>
                <a:ext uri="{FF2B5EF4-FFF2-40B4-BE49-F238E27FC236}">
                  <a16:creationId xmlns:a16="http://schemas.microsoft.com/office/drawing/2014/main" id="{EEFC8C0E-E842-13E0-1FDB-3DD8B48000EB}"/>
                </a:ext>
              </a:extLst>
            </p:cNvPr>
            <p:cNvSpPr/>
            <p:nvPr/>
          </p:nvSpPr>
          <p:spPr>
            <a:xfrm>
              <a:off x="21473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0" name="pt169">
              <a:extLst>
                <a:ext uri="{FF2B5EF4-FFF2-40B4-BE49-F238E27FC236}">
                  <a16:creationId xmlns:a16="http://schemas.microsoft.com/office/drawing/2014/main" id="{B06BD5A8-9FE5-B320-8AC8-CB4DD47372C0}"/>
                </a:ext>
              </a:extLst>
            </p:cNvPr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1" name="pt170">
              <a:extLst>
                <a:ext uri="{FF2B5EF4-FFF2-40B4-BE49-F238E27FC236}">
                  <a16:creationId xmlns:a16="http://schemas.microsoft.com/office/drawing/2014/main" id="{AA5C549B-17CC-D870-6AAE-B24D8CB54205}"/>
                </a:ext>
              </a:extLst>
            </p:cNvPr>
            <p:cNvSpPr/>
            <p:nvPr/>
          </p:nvSpPr>
          <p:spPr>
            <a:xfrm>
              <a:off x="475808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2" name="pt171">
              <a:extLst>
                <a:ext uri="{FF2B5EF4-FFF2-40B4-BE49-F238E27FC236}">
                  <a16:creationId xmlns:a16="http://schemas.microsoft.com/office/drawing/2014/main" id="{AC33C9FC-C632-612B-5CD1-EADB17CA3393}"/>
                </a:ext>
              </a:extLst>
            </p:cNvPr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3" name="pt172">
              <a:extLst>
                <a:ext uri="{FF2B5EF4-FFF2-40B4-BE49-F238E27FC236}">
                  <a16:creationId xmlns:a16="http://schemas.microsoft.com/office/drawing/2014/main" id="{50CFC08E-CD01-0CA2-8CCF-BB6553117EA2}"/>
                </a:ext>
              </a:extLst>
            </p:cNvPr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4" name="pt173">
              <a:extLst>
                <a:ext uri="{FF2B5EF4-FFF2-40B4-BE49-F238E27FC236}">
                  <a16:creationId xmlns:a16="http://schemas.microsoft.com/office/drawing/2014/main" id="{5857D156-34C0-E6CF-F59C-DD472758B91B}"/>
                </a:ext>
              </a:extLst>
            </p:cNvPr>
            <p:cNvSpPr/>
            <p:nvPr/>
          </p:nvSpPr>
          <p:spPr>
            <a:xfrm>
              <a:off x="4752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5" name="pt174">
              <a:extLst>
                <a:ext uri="{FF2B5EF4-FFF2-40B4-BE49-F238E27FC236}">
                  <a16:creationId xmlns:a16="http://schemas.microsoft.com/office/drawing/2014/main" id="{A306B153-B2BA-3FFF-F3B2-25CC92F9E3D9}"/>
                </a:ext>
              </a:extLst>
            </p:cNvPr>
            <p:cNvSpPr/>
            <p:nvPr/>
          </p:nvSpPr>
          <p:spPr>
            <a:xfrm>
              <a:off x="40474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6" name="pt175">
              <a:extLst>
                <a:ext uri="{FF2B5EF4-FFF2-40B4-BE49-F238E27FC236}">
                  <a16:creationId xmlns:a16="http://schemas.microsoft.com/office/drawing/2014/main" id="{FF3705E9-D537-B72C-3B74-4B8EAE42F9E6}"/>
                </a:ext>
              </a:extLst>
            </p:cNvPr>
            <p:cNvSpPr/>
            <p:nvPr/>
          </p:nvSpPr>
          <p:spPr>
            <a:xfrm>
              <a:off x="23090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7" name="pt176">
              <a:extLst>
                <a:ext uri="{FF2B5EF4-FFF2-40B4-BE49-F238E27FC236}">
                  <a16:creationId xmlns:a16="http://schemas.microsoft.com/office/drawing/2014/main" id="{0CBF4CA9-229B-31BF-5461-E7892A055E39}"/>
                </a:ext>
              </a:extLst>
            </p:cNvPr>
            <p:cNvSpPr/>
            <p:nvPr/>
          </p:nvSpPr>
          <p:spPr>
            <a:xfrm>
              <a:off x="3907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8" name="pt177">
              <a:extLst>
                <a:ext uri="{FF2B5EF4-FFF2-40B4-BE49-F238E27FC236}">
                  <a16:creationId xmlns:a16="http://schemas.microsoft.com/office/drawing/2014/main" id="{1B31129A-A3AD-23C3-7C05-0CA3078555AE}"/>
                </a:ext>
              </a:extLst>
            </p:cNvPr>
            <p:cNvSpPr/>
            <p:nvPr/>
          </p:nvSpPr>
          <p:spPr>
            <a:xfrm>
              <a:off x="21509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9" name="pt178">
              <a:extLst>
                <a:ext uri="{FF2B5EF4-FFF2-40B4-BE49-F238E27FC236}">
                  <a16:creationId xmlns:a16="http://schemas.microsoft.com/office/drawing/2014/main" id="{6F11C092-A98A-7CD2-33C2-75F7E604DFBA}"/>
                </a:ext>
              </a:extLst>
            </p:cNvPr>
            <p:cNvSpPr/>
            <p:nvPr/>
          </p:nvSpPr>
          <p:spPr>
            <a:xfrm>
              <a:off x="39570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0" name="pt179">
              <a:extLst>
                <a:ext uri="{FF2B5EF4-FFF2-40B4-BE49-F238E27FC236}">
                  <a16:creationId xmlns:a16="http://schemas.microsoft.com/office/drawing/2014/main" id="{035479B5-A38C-B201-F6E9-0F1694726BCA}"/>
                </a:ext>
              </a:extLst>
            </p:cNvPr>
            <p:cNvSpPr/>
            <p:nvPr/>
          </p:nvSpPr>
          <p:spPr>
            <a:xfrm>
              <a:off x="37621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1" name="pt180">
              <a:extLst>
                <a:ext uri="{FF2B5EF4-FFF2-40B4-BE49-F238E27FC236}">
                  <a16:creationId xmlns:a16="http://schemas.microsoft.com/office/drawing/2014/main" id="{1F3A1E52-9FD1-38F1-B722-B44E9CA1FC89}"/>
                </a:ext>
              </a:extLst>
            </p:cNvPr>
            <p:cNvSpPr/>
            <p:nvPr/>
          </p:nvSpPr>
          <p:spPr>
            <a:xfrm>
              <a:off x="23178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2" name="pt181">
              <a:extLst>
                <a:ext uri="{FF2B5EF4-FFF2-40B4-BE49-F238E27FC236}">
                  <a16:creationId xmlns:a16="http://schemas.microsoft.com/office/drawing/2014/main" id="{ED95F055-B312-2FC6-2798-413907F42CE5}"/>
                </a:ext>
              </a:extLst>
            </p:cNvPr>
            <p:cNvSpPr/>
            <p:nvPr/>
          </p:nvSpPr>
          <p:spPr>
            <a:xfrm>
              <a:off x="1974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3" name="pt182">
              <a:extLst>
                <a:ext uri="{FF2B5EF4-FFF2-40B4-BE49-F238E27FC236}">
                  <a16:creationId xmlns:a16="http://schemas.microsoft.com/office/drawing/2014/main" id="{332FDF5E-DC95-5B44-8F0B-0B6861A62208}"/>
                </a:ext>
              </a:extLst>
            </p:cNvPr>
            <p:cNvSpPr/>
            <p:nvPr/>
          </p:nvSpPr>
          <p:spPr>
            <a:xfrm>
              <a:off x="40535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4" name="pt183">
              <a:extLst>
                <a:ext uri="{FF2B5EF4-FFF2-40B4-BE49-F238E27FC236}">
                  <a16:creationId xmlns:a16="http://schemas.microsoft.com/office/drawing/2014/main" id="{C6DD871C-180D-4CA4-E580-DAFA129EB4EF}"/>
                </a:ext>
              </a:extLst>
            </p:cNvPr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5" name="pt184">
              <a:extLst>
                <a:ext uri="{FF2B5EF4-FFF2-40B4-BE49-F238E27FC236}">
                  <a16:creationId xmlns:a16="http://schemas.microsoft.com/office/drawing/2014/main" id="{450E5433-01D6-022F-BACC-3217BA436619}"/>
                </a:ext>
              </a:extLst>
            </p:cNvPr>
            <p:cNvSpPr/>
            <p:nvPr/>
          </p:nvSpPr>
          <p:spPr>
            <a:xfrm>
              <a:off x="37519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6" name="pt185">
              <a:extLst>
                <a:ext uri="{FF2B5EF4-FFF2-40B4-BE49-F238E27FC236}">
                  <a16:creationId xmlns:a16="http://schemas.microsoft.com/office/drawing/2014/main" id="{8AF5878F-5296-CCA0-468F-0B354AF7C86E}"/>
                </a:ext>
              </a:extLst>
            </p:cNvPr>
            <p:cNvSpPr/>
            <p:nvPr/>
          </p:nvSpPr>
          <p:spPr>
            <a:xfrm>
              <a:off x="39010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7" name="pt186">
              <a:extLst>
                <a:ext uri="{FF2B5EF4-FFF2-40B4-BE49-F238E27FC236}">
                  <a16:creationId xmlns:a16="http://schemas.microsoft.com/office/drawing/2014/main" id="{6C424C34-FCAA-0B40-0590-CCC37CE66FF7}"/>
                </a:ext>
              </a:extLst>
            </p:cNvPr>
            <p:cNvSpPr/>
            <p:nvPr/>
          </p:nvSpPr>
          <p:spPr>
            <a:xfrm>
              <a:off x="21418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8" name="pt187">
              <a:extLst>
                <a:ext uri="{FF2B5EF4-FFF2-40B4-BE49-F238E27FC236}">
                  <a16:creationId xmlns:a16="http://schemas.microsoft.com/office/drawing/2014/main" id="{EEFB9D07-5120-01AD-0CD7-BBD9BAC43D96}"/>
                </a:ext>
              </a:extLst>
            </p:cNvPr>
            <p:cNvSpPr/>
            <p:nvPr/>
          </p:nvSpPr>
          <p:spPr>
            <a:xfrm>
              <a:off x="2148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9" name="pt188">
              <a:extLst>
                <a:ext uri="{FF2B5EF4-FFF2-40B4-BE49-F238E27FC236}">
                  <a16:creationId xmlns:a16="http://schemas.microsoft.com/office/drawing/2014/main" id="{66D5334A-7AFC-51B6-1EC5-F8F5A0DECAB0}"/>
                </a:ext>
              </a:extLst>
            </p:cNvPr>
            <p:cNvSpPr/>
            <p:nvPr/>
          </p:nvSpPr>
          <p:spPr>
            <a:xfrm>
              <a:off x="4622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0" name="pt189">
              <a:extLst>
                <a:ext uri="{FF2B5EF4-FFF2-40B4-BE49-F238E27FC236}">
                  <a16:creationId xmlns:a16="http://schemas.microsoft.com/office/drawing/2014/main" id="{BAFB35D4-C167-8F29-DC2D-DD9C3D171F60}"/>
                </a:ext>
              </a:extLst>
            </p:cNvPr>
            <p:cNvSpPr/>
            <p:nvPr/>
          </p:nvSpPr>
          <p:spPr>
            <a:xfrm>
              <a:off x="20027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1" name="pt190">
              <a:extLst>
                <a:ext uri="{FF2B5EF4-FFF2-40B4-BE49-F238E27FC236}">
                  <a16:creationId xmlns:a16="http://schemas.microsoft.com/office/drawing/2014/main" id="{CB30BA59-E94C-2801-DFF2-E776C4544A02}"/>
                </a:ext>
              </a:extLst>
            </p:cNvPr>
            <p:cNvSpPr/>
            <p:nvPr/>
          </p:nvSpPr>
          <p:spPr>
            <a:xfrm>
              <a:off x="1779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2" name="pt191">
              <a:extLst>
                <a:ext uri="{FF2B5EF4-FFF2-40B4-BE49-F238E27FC236}">
                  <a16:creationId xmlns:a16="http://schemas.microsoft.com/office/drawing/2014/main" id="{BE6D314F-7EB2-D6EB-EA14-58FEA66C82C9}"/>
                </a:ext>
              </a:extLst>
            </p:cNvPr>
            <p:cNvSpPr/>
            <p:nvPr/>
          </p:nvSpPr>
          <p:spPr>
            <a:xfrm>
              <a:off x="22295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3" name="pt192">
              <a:extLst>
                <a:ext uri="{FF2B5EF4-FFF2-40B4-BE49-F238E27FC236}">
                  <a16:creationId xmlns:a16="http://schemas.microsoft.com/office/drawing/2014/main" id="{400C2C0B-26B6-8647-B740-1664D18FB9BD}"/>
                </a:ext>
              </a:extLst>
            </p:cNvPr>
            <p:cNvSpPr/>
            <p:nvPr/>
          </p:nvSpPr>
          <p:spPr>
            <a:xfrm>
              <a:off x="21572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4" name="pt193">
              <a:extLst>
                <a:ext uri="{FF2B5EF4-FFF2-40B4-BE49-F238E27FC236}">
                  <a16:creationId xmlns:a16="http://schemas.microsoft.com/office/drawing/2014/main" id="{2E1EE200-D20D-491B-D474-EA15C5DD9738}"/>
                </a:ext>
              </a:extLst>
            </p:cNvPr>
            <p:cNvSpPr/>
            <p:nvPr/>
          </p:nvSpPr>
          <p:spPr>
            <a:xfrm>
              <a:off x="3901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5" name="pt194">
              <a:extLst>
                <a:ext uri="{FF2B5EF4-FFF2-40B4-BE49-F238E27FC236}">
                  <a16:creationId xmlns:a16="http://schemas.microsoft.com/office/drawing/2014/main" id="{B748AE2D-F1ED-DA25-2353-27874EDBA47A}"/>
                </a:ext>
              </a:extLst>
            </p:cNvPr>
            <p:cNvSpPr/>
            <p:nvPr/>
          </p:nvSpPr>
          <p:spPr>
            <a:xfrm>
              <a:off x="22287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6" name="pt195">
              <a:extLst>
                <a:ext uri="{FF2B5EF4-FFF2-40B4-BE49-F238E27FC236}">
                  <a16:creationId xmlns:a16="http://schemas.microsoft.com/office/drawing/2014/main" id="{71EBAC6E-2215-C8C1-4D48-76E099BCA0FC}"/>
                </a:ext>
              </a:extLst>
            </p:cNvPr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7" name="pt196">
              <a:extLst>
                <a:ext uri="{FF2B5EF4-FFF2-40B4-BE49-F238E27FC236}">
                  <a16:creationId xmlns:a16="http://schemas.microsoft.com/office/drawing/2014/main" id="{84CC2E61-9D32-DD87-B50C-810BFB4846A1}"/>
                </a:ext>
              </a:extLst>
            </p:cNvPr>
            <p:cNvSpPr/>
            <p:nvPr/>
          </p:nvSpPr>
          <p:spPr>
            <a:xfrm>
              <a:off x="41044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8" name="pt197">
              <a:extLst>
                <a:ext uri="{FF2B5EF4-FFF2-40B4-BE49-F238E27FC236}">
                  <a16:creationId xmlns:a16="http://schemas.microsoft.com/office/drawing/2014/main" id="{D37B0FE5-45CF-B2E5-B876-FDA3EB1003F8}"/>
                </a:ext>
              </a:extLst>
            </p:cNvPr>
            <p:cNvSpPr/>
            <p:nvPr/>
          </p:nvSpPr>
          <p:spPr>
            <a:xfrm>
              <a:off x="18871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9" name="pt198">
              <a:extLst>
                <a:ext uri="{FF2B5EF4-FFF2-40B4-BE49-F238E27FC236}">
                  <a16:creationId xmlns:a16="http://schemas.microsoft.com/office/drawing/2014/main" id="{A990DFB4-7406-7751-082D-2D7C3998FE75}"/>
                </a:ext>
              </a:extLst>
            </p:cNvPr>
            <p:cNvSpPr/>
            <p:nvPr/>
          </p:nvSpPr>
          <p:spPr>
            <a:xfrm>
              <a:off x="3957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0" name="pt199">
              <a:extLst>
                <a:ext uri="{FF2B5EF4-FFF2-40B4-BE49-F238E27FC236}">
                  <a16:creationId xmlns:a16="http://schemas.microsoft.com/office/drawing/2014/main" id="{7D411471-F7D0-DD3A-9E70-575461E48663}"/>
                </a:ext>
              </a:extLst>
            </p:cNvPr>
            <p:cNvSpPr/>
            <p:nvPr/>
          </p:nvSpPr>
          <p:spPr>
            <a:xfrm>
              <a:off x="3843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1" name="pt200">
              <a:extLst>
                <a:ext uri="{FF2B5EF4-FFF2-40B4-BE49-F238E27FC236}">
                  <a16:creationId xmlns:a16="http://schemas.microsoft.com/office/drawing/2014/main" id="{B87B2305-774C-7533-D5E3-A4C5E52CB575}"/>
                </a:ext>
              </a:extLst>
            </p:cNvPr>
            <p:cNvSpPr/>
            <p:nvPr/>
          </p:nvSpPr>
          <p:spPr>
            <a:xfrm>
              <a:off x="1797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2" name="pt201">
              <a:extLst>
                <a:ext uri="{FF2B5EF4-FFF2-40B4-BE49-F238E27FC236}">
                  <a16:creationId xmlns:a16="http://schemas.microsoft.com/office/drawing/2014/main" id="{4108F41A-7002-2D7F-3BEE-3FA8784F8DE6}"/>
                </a:ext>
              </a:extLst>
            </p:cNvPr>
            <p:cNvSpPr/>
            <p:nvPr/>
          </p:nvSpPr>
          <p:spPr>
            <a:xfrm>
              <a:off x="17838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3" name="pt202">
              <a:extLst>
                <a:ext uri="{FF2B5EF4-FFF2-40B4-BE49-F238E27FC236}">
                  <a16:creationId xmlns:a16="http://schemas.microsoft.com/office/drawing/2014/main" id="{7726E30D-5A89-6B79-0A7E-EF63ED50BA7D}"/>
                </a:ext>
              </a:extLst>
            </p:cNvPr>
            <p:cNvSpPr/>
            <p:nvPr/>
          </p:nvSpPr>
          <p:spPr>
            <a:xfrm>
              <a:off x="39900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4" name="pt203">
              <a:extLst>
                <a:ext uri="{FF2B5EF4-FFF2-40B4-BE49-F238E27FC236}">
                  <a16:creationId xmlns:a16="http://schemas.microsoft.com/office/drawing/2014/main" id="{D23C376F-F2F2-3DDB-2801-37EACBE8D392}"/>
                </a:ext>
              </a:extLst>
            </p:cNvPr>
            <p:cNvSpPr/>
            <p:nvPr/>
          </p:nvSpPr>
          <p:spPr>
            <a:xfrm>
              <a:off x="19751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5" name="pt204">
              <a:extLst>
                <a:ext uri="{FF2B5EF4-FFF2-40B4-BE49-F238E27FC236}">
                  <a16:creationId xmlns:a16="http://schemas.microsoft.com/office/drawing/2014/main" id="{6A7EF8BA-CFDE-7C0B-AA0A-CC1E7D1DDB19}"/>
                </a:ext>
              </a:extLst>
            </p:cNvPr>
            <p:cNvSpPr/>
            <p:nvPr/>
          </p:nvSpPr>
          <p:spPr>
            <a:xfrm>
              <a:off x="21464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6" name="pt205">
              <a:extLst>
                <a:ext uri="{FF2B5EF4-FFF2-40B4-BE49-F238E27FC236}">
                  <a16:creationId xmlns:a16="http://schemas.microsoft.com/office/drawing/2014/main" id="{7BAC00D4-BF52-7EAE-9D59-B299969ACB1A}"/>
                </a:ext>
              </a:extLst>
            </p:cNvPr>
            <p:cNvSpPr/>
            <p:nvPr/>
          </p:nvSpPr>
          <p:spPr>
            <a:xfrm>
              <a:off x="23025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7" name="pt206">
              <a:extLst>
                <a:ext uri="{FF2B5EF4-FFF2-40B4-BE49-F238E27FC236}">
                  <a16:creationId xmlns:a16="http://schemas.microsoft.com/office/drawing/2014/main" id="{4BF5F5DD-2790-2F04-A21C-194B3A85E6EA}"/>
                </a:ext>
              </a:extLst>
            </p:cNvPr>
            <p:cNvSpPr/>
            <p:nvPr/>
          </p:nvSpPr>
          <p:spPr>
            <a:xfrm>
              <a:off x="39098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8" name="pt207">
              <a:extLst>
                <a:ext uri="{FF2B5EF4-FFF2-40B4-BE49-F238E27FC236}">
                  <a16:creationId xmlns:a16="http://schemas.microsoft.com/office/drawing/2014/main" id="{D7342CF0-D691-D2B6-4842-3BA226001D40}"/>
                </a:ext>
              </a:extLst>
            </p:cNvPr>
            <p:cNvSpPr/>
            <p:nvPr/>
          </p:nvSpPr>
          <p:spPr>
            <a:xfrm>
              <a:off x="4104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9" name="pt208">
              <a:extLst>
                <a:ext uri="{FF2B5EF4-FFF2-40B4-BE49-F238E27FC236}">
                  <a16:creationId xmlns:a16="http://schemas.microsoft.com/office/drawing/2014/main" id="{F64E77FA-D582-DD3C-F33B-7A8D370B8C45}"/>
                </a:ext>
              </a:extLst>
            </p:cNvPr>
            <p:cNvSpPr/>
            <p:nvPr/>
          </p:nvSpPr>
          <p:spPr>
            <a:xfrm>
              <a:off x="17905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0" name="pt209">
              <a:extLst>
                <a:ext uri="{FF2B5EF4-FFF2-40B4-BE49-F238E27FC236}">
                  <a16:creationId xmlns:a16="http://schemas.microsoft.com/office/drawing/2014/main" id="{55EB445E-69D3-45E8-6EE0-991AD2E86354}"/>
                </a:ext>
              </a:extLst>
            </p:cNvPr>
            <p:cNvSpPr/>
            <p:nvPr/>
          </p:nvSpPr>
          <p:spPr>
            <a:xfrm>
              <a:off x="20035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1" name="pt210">
              <a:extLst>
                <a:ext uri="{FF2B5EF4-FFF2-40B4-BE49-F238E27FC236}">
                  <a16:creationId xmlns:a16="http://schemas.microsoft.com/office/drawing/2014/main" id="{5FB66DE9-5814-B5BE-EFF7-23D91DAAD0E8}"/>
                </a:ext>
              </a:extLst>
            </p:cNvPr>
            <p:cNvSpPr/>
            <p:nvPr/>
          </p:nvSpPr>
          <p:spPr>
            <a:xfrm>
              <a:off x="36066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2" name="pt211">
              <a:extLst>
                <a:ext uri="{FF2B5EF4-FFF2-40B4-BE49-F238E27FC236}">
                  <a16:creationId xmlns:a16="http://schemas.microsoft.com/office/drawing/2014/main" id="{AA713F21-51BA-B98D-DB14-23FC6213EDDE}"/>
                </a:ext>
              </a:extLst>
            </p:cNvPr>
            <p:cNvSpPr/>
            <p:nvPr/>
          </p:nvSpPr>
          <p:spPr>
            <a:xfrm>
              <a:off x="37612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3" name="pt212">
              <a:extLst>
                <a:ext uri="{FF2B5EF4-FFF2-40B4-BE49-F238E27FC236}">
                  <a16:creationId xmlns:a16="http://schemas.microsoft.com/office/drawing/2014/main" id="{33CC54EE-62DC-8F6C-5B7B-8F527CE680F1}"/>
                </a:ext>
              </a:extLst>
            </p:cNvPr>
            <p:cNvSpPr/>
            <p:nvPr/>
          </p:nvSpPr>
          <p:spPr>
            <a:xfrm>
              <a:off x="39898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4" name="pt213">
              <a:extLst>
                <a:ext uri="{FF2B5EF4-FFF2-40B4-BE49-F238E27FC236}">
                  <a16:creationId xmlns:a16="http://schemas.microsoft.com/office/drawing/2014/main" id="{117C5FC0-C4ED-7A75-E3C7-BC2199C39A37}"/>
                </a:ext>
              </a:extLst>
            </p:cNvPr>
            <p:cNvSpPr/>
            <p:nvPr/>
          </p:nvSpPr>
          <p:spPr>
            <a:xfrm>
              <a:off x="17972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5" name="pt214">
              <a:extLst>
                <a:ext uri="{FF2B5EF4-FFF2-40B4-BE49-F238E27FC236}">
                  <a16:creationId xmlns:a16="http://schemas.microsoft.com/office/drawing/2014/main" id="{5C752B4C-7FEA-934D-EF13-925F1C002CA5}"/>
                </a:ext>
              </a:extLst>
            </p:cNvPr>
            <p:cNvSpPr/>
            <p:nvPr/>
          </p:nvSpPr>
          <p:spPr>
            <a:xfrm>
              <a:off x="23023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6" name="pt215">
              <a:extLst>
                <a:ext uri="{FF2B5EF4-FFF2-40B4-BE49-F238E27FC236}">
                  <a16:creationId xmlns:a16="http://schemas.microsoft.com/office/drawing/2014/main" id="{AEDD3271-8166-054C-87ED-02E4F88C1F5B}"/>
                </a:ext>
              </a:extLst>
            </p:cNvPr>
            <p:cNvSpPr/>
            <p:nvPr/>
          </p:nvSpPr>
          <p:spPr>
            <a:xfrm>
              <a:off x="1887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7" name="pt216">
              <a:extLst>
                <a:ext uri="{FF2B5EF4-FFF2-40B4-BE49-F238E27FC236}">
                  <a16:creationId xmlns:a16="http://schemas.microsoft.com/office/drawing/2014/main" id="{618D4104-DC63-3454-B0D5-90010651CA38}"/>
                </a:ext>
              </a:extLst>
            </p:cNvPr>
            <p:cNvSpPr/>
            <p:nvPr/>
          </p:nvSpPr>
          <p:spPr>
            <a:xfrm>
              <a:off x="28711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8" name="pt217">
              <a:extLst>
                <a:ext uri="{FF2B5EF4-FFF2-40B4-BE49-F238E27FC236}">
                  <a16:creationId xmlns:a16="http://schemas.microsoft.com/office/drawing/2014/main" id="{B51C41EB-A033-4854-8228-ED73737B2D5D}"/>
                </a:ext>
              </a:extLst>
            </p:cNvPr>
            <p:cNvSpPr/>
            <p:nvPr/>
          </p:nvSpPr>
          <p:spPr>
            <a:xfrm>
              <a:off x="30712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9" name="pt218">
              <a:extLst>
                <a:ext uri="{FF2B5EF4-FFF2-40B4-BE49-F238E27FC236}">
                  <a16:creationId xmlns:a16="http://schemas.microsoft.com/office/drawing/2014/main" id="{AA46A479-5857-1EF5-DB36-3359416AE566}"/>
                </a:ext>
              </a:extLst>
            </p:cNvPr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0" name="pt219">
              <a:extLst>
                <a:ext uri="{FF2B5EF4-FFF2-40B4-BE49-F238E27FC236}">
                  <a16:creationId xmlns:a16="http://schemas.microsoft.com/office/drawing/2014/main" id="{92773BD9-11AF-9532-4FD8-27A1EA455A3E}"/>
                </a:ext>
              </a:extLst>
            </p:cNvPr>
            <p:cNvSpPr/>
            <p:nvPr/>
          </p:nvSpPr>
          <p:spPr>
            <a:xfrm>
              <a:off x="20164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1" name="pt220">
              <a:extLst>
                <a:ext uri="{FF2B5EF4-FFF2-40B4-BE49-F238E27FC236}">
                  <a16:creationId xmlns:a16="http://schemas.microsoft.com/office/drawing/2014/main" id="{1990217D-E4AA-9516-4A06-37523BBCC274}"/>
                </a:ext>
              </a:extLst>
            </p:cNvPr>
            <p:cNvSpPr/>
            <p:nvPr/>
          </p:nvSpPr>
          <p:spPr>
            <a:xfrm>
              <a:off x="3116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2" name="pt221">
              <a:extLst>
                <a:ext uri="{FF2B5EF4-FFF2-40B4-BE49-F238E27FC236}">
                  <a16:creationId xmlns:a16="http://schemas.microsoft.com/office/drawing/2014/main" id="{CBD8A475-36C4-A8E0-C95C-ED76AE197F42}"/>
                </a:ext>
              </a:extLst>
            </p:cNvPr>
            <p:cNvSpPr/>
            <p:nvPr/>
          </p:nvSpPr>
          <p:spPr>
            <a:xfrm>
              <a:off x="15800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3" name="pt222">
              <a:extLst>
                <a:ext uri="{FF2B5EF4-FFF2-40B4-BE49-F238E27FC236}">
                  <a16:creationId xmlns:a16="http://schemas.microsoft.com/office/drawing/2014/main" id="{FFFD531D-6E0E-2F3C-1F9A-9EE4693F932F}"/>
                </a:ext>
              </a:extLst>
            </p:cNvPr>
            <p:cNvSpPr/>
            <p:nvPr/>
          </p:nvSpPr>
          <p:spPr>
            <a:xfrm>
              <a:off x="2012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4" name="pt223">
              <a:extLst>
                <a:ext uri="{FF2B5EF4-FFF2-40B4-BE49-F238E27FC236}">
                  <a16:creationId xmlns:a16="http://schemas.microsoft.com/office/drawing/2014/main" id="{07E2ED59-0F4F-0E25-0C71-9645365E6499}"/>
                </a:ext>
              </a:extLst>
            </p:cNvPr>
            <p:cNvSpPr/>
            <p:nvPr/>
          </p:nvSpPr>
          <p:spPr>
            <a:xfrm>
              <a:off x="16983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5" name="pt224">
              <a:extLst>
                <a:ext uri="{FF2B5EF4-FFF2-40B4-BE49-F238E27FC236}">
                  <a16:creationId xmlns:a16="http://schemas.microsoft.com/office/drawing/2014/main" id="{16D8732B-817C-5F9E-7077-8B45BF782A8A}"/>
                </a:ext>
              </a:extLst>
            </p:cNvPr>
            <p:cNvSpPr/>
            <p:nvPr/>
          </p:nvSpPr>
          <p:spPr>
            <a:xfrm>
              <a:off x="1580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6" name="pt225">
              <a:extLst>
                <a:ext uri="{FF2B5EF4-FFF2-40B4-BE49-F238E27FC236}">
                  <a16:creationId xmlns:a16="http://schemas.microsoft.com/office/drawing/2014/main" id="{5C17320D-B0BD-113D-1A5A-7973D290A7B1}"/>
                </a:ext>
              </a:extLst>
            </p:cNvPr>
            <p:cNvSpPr/>
            <p:nvPr/>
          </p:nvSpPr>
          <p:spPr>
            <a:xfrm>
              <a:off x="30004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7" name="pt226">
              <a:extLst>
                <a:ext uri="{FF2B5EF4-FFF2-40B4-BE49-F238E27FC236}">
                  <a16:creationId xmlns:a16="http://schemas.microsoft.com/office/drawing/2014/main" id="{13CB81F8-D463-5A74-EB10-5FE8B6BC72A7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8" name="pt227">
              <a:extLst>
                <a:ext uri="{FF2B5EF4-FFF2-40B4-BE49-F238E27FC236}">
                  <a16:creationId xmlns:a16="http://schemas.microsoft.com/office/drawing/2014/main" id="{3AAA38EB-C5BE-DE13-59A7-4B7FB9473176}"/>
                </a:ext>
              </a:extLst>
            </p:cNvPr>
            <p:cNvSpPr/>
            <p:nvPr/>
          </p:nvSpPr>
          <p:spPr>
            <a:xfrm>
              <a:off x="31382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9" name="pt228">
              <a:extLst>
                <a:ext uri="{FF2B5EF4-FFF2-40B4-BE49-F238E27FC236}">
                  <a16:creationId xmlns:a16="http://schemas.microsoft.com/office/drawing/2014/main" id="{73D791F2-C86A-A6B4-58F4-49C882FE516F}"/>
                </a:ext>
              </a:extLst>
            </p:cNvPr>
            <p:cNvSpPr/>
            <p:nvPr/>
          </p:nvSpPr>
          <p:spPr>
            <a:xfrm>
              <a:off x="16295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0" name="pt229">
              <a:extLst>
                <a:ext uri="{FF2B5EF4-FFF2-40B4-BE49-F238E27FC236}">
                  <a16:creationId xmlns:a16="http://schemas.microsoft.com/office/drawing/2014/main" id="{C83A73CE-B9E1-1A09-AFCF-532791169CCA}"/>
                </a:ext>
              </a:extLst>
            </p:cNvPr>
            <p:cNvSpPr/>
            <p:nvPr/>
          </p:nvSpPr>
          <p:spPr>
            <a:xfrm>
              <a:off x="19430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1" name="pt230">
              <a:extLst>
                <a:ext uri="{FF2B5EF4-FFF2-40B4-BE49-F238E27FC236}">
                  <a16:creationId xmlns:a16="http://schemas.microsoft.com/office/drawing/2014/main" id="{5E70569B-E194-9622-678B-9B175C024C79}"/>
                </a:ext>
              </a:extLst>
            </p:cNvPr>
            <p:cNvSpPr/>
            <p:nvPr/>
          </p:nvSpPr>
          <p:spPr>
            <a:xfrm>
              <a:off x="1911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2" name="pt231">
              <a:extLst>
                <a:ext uri="{FF2B5EF4-FFF2-40B4-BE49-F238E27FC236}">
                  <a16:creationId xmlns:a16="http://schemas.microsoft.com/office/drawing/2014/main" id="{31793277-0F77-F776-2012-F7FBD9EF849F}"/>
                </a:ext>
              </a:extLst>
            </p:cNvPr>
            <p:cNvSpPr/>
            <p:nvPr/>
          </p:nvSpPr>
          <p:spPr>
            <a:xfrm>
              <a:off x="32038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3" name="pt232">
              <a:extLst>
                <a:ext uri="{FF2B5EF4-FFF2-40B4-BE49-F238E27FC236}">
                  <a16:creationId xmlns:a16="http://schemas.microsoft.com/office/drawing/2014/main" id="{C1880544-32CD-B45C-EADB-6551D8EF656F}"/>
                </a:ext>
              </a:extLst>
            </p:cNvPr>
            <p:cNvSpPr/>
            <p:nvPr/>
          </p:nvSpPr>
          <p:spPr>
            <a:xfrm>
              <a:off x="19429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4" name="pt233">
              <a:extLst>
                <a:ext uri="{FF2B5EF4-FFF2-40B4-BE49-F238E27FC236}">
                  <a16:creationId xmlns:a16="http://schemas.microsoft.com/office/drawing/2014/main" id="{9149F487-DDB3-0520-74C9-12D184B0D5E6}"/>
                </a:ext>
              </a:extLst>
            </p:cNvPr>
            <p:cNvSpPr/>
            <p:nvPr/>
          </p:nvSpPr>
          <p:spPr>
            <a:xfrm>
              <a:off x="19135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5" name="pt234">
              <a:extLst>
                <a:ext uri="{FF2B5EF4-FFF2-40B4-BE49-F238E27FC236}">
                  <a16:creationId xmlns:a16="http://schemas.microsoft.com/office/drawing/2014/main" id="{89FFD4BD-8BD2-E85D-928A-ADC6E3E7AA54}"/>
                </a:ext>
              </a:extLst>
            </p:cNvPr>
            <p:cNvSpPr/>
            <p:nvPr/>
          </p:nvSpPr>
          <p:spPr>
            <a:xfrm>
              <a:off x="19167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6" name="pt235">
              <a:extLst>
                <a:ext uri="{FF2B5EF4-FFF2-40B4-BE49-F238E27FC236}">
                  <a16:creationId xmlns:a16="http://schemas.microsoft.com/office/drawing/2014/main" id="{7D1A1636-7EB1-FAB2-2EE4-78774FC0BAA2}"/>
                </a:ext>
              </a:extLst>
            </p:cNvPr>
            <p:cNvSpPr/>
            <p:nvPr/>
          </p:nvSpPr>
          <p:spPr>
            <a:xfrm>
              <a:off x="30004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7" name="pt236">
              <a:extLst>
                <a:ext uri="{FF2B5EF4-FFF2-40B4-BE49-F238E27FC236}">
                  <a16:creationId xmlns:a16="http://schemas.microsoft.com/office/drawing/2014/main" id="{0C3378AF-7D21-5F63-5C4E-44D7D30248CB}"/>
                </a:ext>
              </a:extLst>
            </p:cNvPr>
            <p:cNvSpPr/>
            <p:nvPr/>
          </p:nvSpPr>
          <p:spPr>
            <a:xfrm>
              <a:off x="30715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8" name="pt237">
              <a:extLst>
                <a:ext uri="{FF2B5EF4-FFF2-40B4-BE49-F238E27FC236}">
                  <a16:creationId xmlns:a16="http://schemas.microsoft.com/office/drawing/2014/main" id="{1B843D89-9DFD-0155-0B28-48880E6F8DB7}"/>
                </a:ext>
              </a:extLst>
            </p:cNvPr>
            <p:cNvSpPr/>
            <p:nvPr/>
          </p:nvSpPr>
          <p:spPr>
            <a:xfrm>
              <a:off x="31160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9" name="pt238">
              <a:extLst>
                <a:ext uri="{FF2B5EF4-FFF2-40B4-BE49-F238E27FC236}">
                  <a16:creationId xmlns:a16="http://schemas.microsoft.com/office/drawing/2014/main" id="{2889080A-83F3-3E0F-64F9-6EEA89D8B8CB}"/>
                </a:ext>
              </a:extLst>
            </p:cNvPr>
            <p:cNvSpPr/>
            <p:nvPr/>
          </p:nvSpPr>
          <p:spPr>
            <a:xfrm>
              <a:off x="2995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0" name="pt239">
              <a:extLst>
                <a:ext uri="{FF2B5EF4-FFF2-40B4-BE49-F238E27FC236}">
                  <a16:creationId xmlns:a16="http://schemas.microsoft.com/office/drawing/2014/main" id="{02F9D712-EC53-505F-4BE6-F9E820665FAA}"/>
                </a:ext>
              </a:extLst>
            </p:cNvPr>
            <p:cNvSpPr/>
            <p:nvPr/>
          </p:nvSpPr>
          <p:spPr>
            <a:xfrm>
              <a:off x="20380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1" name="pt240">
              <a:extLst>
                <a:ext uri="{FF2B5EF4-FFF2-40B4-BE49-F238E27FC236}">
                  <a16:creationId xmlns:a16="http://schemas.microsoft.com/office/drawing/2014/main" id="{4735F67F-2B6C-7854-B2ED-EC77BDBDDD12}"/>
                </a:ext>
              </a:extLst>
            </p:cNvPr>
            <p:cNvSpPr/>
            <p:nvPr/>
          </p:nvSpPr>
          <p:spPr>
            <a:xfrm>
              <a:off x="15794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2" name="pt241">
              <a:extLst>
                <a:ext uri="{FF2B5EF4-FFF2-40B4-BE49-F238E27FC236}">
                  <a16:creationId xmlns:a16="http://schemas.microsoft.com/office/drawing/2014/main" id="{60C1121A-F263-6DFB-9E35-C16843A4A649}"/>
                </a:ext>
              </a:extLst>
            </p:cNvPr>
            <p:cNvSpPr/>
            <p:nvPr/>
          </p:nvSpPr>
          <p:spPr>
            <a:xfrm>
              <a:off x="32380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3" name="pt242">
              <a:extLst>
                <a:ext uri="{FF2B5EF4-FFF2-40B4-BE49-F238E27FC236}">
                  <a16:creationId xmlns:a16="http://schemas.microsoft.com/office/drawing/2014/main" id="{01D781B5-AFFA-EFDA-04B4-FB72BABA4B45}"/>
                </a:ext>
              </a:extLst>
            </p:cNvPr>
            <p:cNvSpPr/>
            <p:nvPr/>
          </p:nvSpPr>
          <p:spPr>
            <a:xfrm>
              <a:off x="3246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4" name="pt243">
              <a:extLst>
                <a:ext uri="{FF2B5EF4-FFF2-40B4-BE49-F238E27FC236}">
                  <a16:creationId xmlns:a16="http://schemas.microsoft.com/office/drawing/2014/main" id="{6F8C2574-C8FA-AA37-9A0E-AF067BFAFE45}"/>
                </a:ext>
              </a:extLst>
            </p:cNvPr>
            <p:cNvSpPr/>
            <p:nvPr/>
          </p:nvSpPr>
          <p:spPr>
            <a:xfrm>
              <a:off x="31214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5" name="pt244">
              <a:extLst>
                <a:ext uri="{FF2B5EF4-FFF2-40B4-BE49-F238E27FC236}">
                  <a16:creationId xmlns:a16="http://schemas.microsoft.com/office/drawing/2014/main" id="{19C65452-589C-E9CC-B7EC-7C16768246DF}"/>
                </a:ext>
              </a:extLst>
            </p:cNvPr>
            <p:cNvSpPr/>
            <p:nvPr/>
          </p:nvSpPr>
          <p:spPr>
            <a:xfrm>
              <a:off x="19179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6" name="pt245">
              <a:extLst>
                <a:ext uri="{FF2B5EF4-FFF2-40B4-BE49-F238E27FC236}">
                  <a16:creationId xmlns:a16="http://schemas.microsoft.com/office/drawing/2014/main" id="{9FEB89C1-E056-A517-D17F-5B0D31D22875}"/>
                </a:ext>
              </a:extLst>
            </p:cNvPr>
            <p:cNvSpPr/>
            <p:nvPr/>
          </p:nvSpPr>
          <p:spPr>
            <a:xfrm>
              <a:off x="1716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7" name="pt246">
              <a:extLst>
                <a:ext uri="{FF2B5EF4-FFF2-40B4-BE49-F238E27FC236}">
                  <a16:creationId xmlns:a16="http://schemas.microsoft.com/office/drawing/2014/main" id="{0E941ECE-B2CB-AD76-5DAA-143F06D0A96F}"/>
                </a:ext>
              </a:extLst>
            </p:cNvPr>
            <p:cNvSpPr/>
            <p:nvPr/>
          </p:nvSpPr>
          <p:spPr>
            <a:xfrm>
              <a:off x="19077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8" name="pt247">
              <a:extLst>
                <a:ext uri="{FF2B5EF4-FFF2-40B4-BE49-F238E27FC236}">
                  <a16:creationId xmlns:a16="http://schemas.microsoft.com/office/drawing/2014/main" id="{63268719-C859-ACC2-E374-3C14671C5CB3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9" name="pt248">
              <a:extLst>
                <a:ext uri="{FF2B5EF4-FFF2-40B4-BE49-F238E27FC236}">
                  <a16:creationId xmlns:a16="http://schemas.microsoft.com/office/drawing/2014/main" id="{C015BDE5-33B0-C39A-B005-F38BB2280B5D}"/>
                </a:ext>
              </a:extLst>
            </p:cNvPr>
            <p:cNvSpPr/>
            <p:nvPr/>
          </p:nvSpPr>
          <p:spPr>
            <a:xfrm>
              <a:off x="37861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0" name="pt249">
              <a:extLst>
                <a:ext uri="{FF2B5EF4-FFF2-40B4-BE49-F238E27FC236}">
                  <a16:creationId xmlns:a16="http://schemas.microsoft.com/office/drawing/2014/main" id="{E8C5C7E2-CCBE-9FE4-AA41-AE105CB5659C}"/>
                </a:ext>
              </a:extLst>
            </p:cNvPr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1" name="pt250">
              <a:extLst>
                <a:ext uri="{FF2B5EF4-FFF2-40B4-BE49-F238E27FC236}">
                  <a16:creationId xmlns:a16="http://schemas.microsoft.com/office/drawing/2014/main" id="{B8479558-7361-DC99-F900-9EC07E88B0AF}"/>
                </a:ext>
              </a:extLst>
            </p:cNvPr>
            <p:cNvSpPr/>
            <p:nvPr/>
          </p:nvSpPr>
          <p:spPr>
            <a:xfrm>
              <a:off x="158026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2" name="pt251">
              <a:extLst>
                <a:ext uri="{FF2B5EF4-FFF2-40B4-BE49-F238E27FC236}">
                  <a16:creationId xmlns:a16="http://schemas.microsoft.com/office/drawing/2014/main" id="{8FD67F22-7A18-A8ED-EB21-EAE1E60B90E8}"/>
                </a:ext>
              </a:extLst>
            </p:cNvPr>
            <p:cNvSpPr/>
            <p:nvPr/>
          </p:nvSpPr>
          <p:spPr>
            <a:xfrm>
              <a:off x="320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3" name="pt252">
              <a:extLst>
                <a:ext uri="{FF2B5EF4-FFF2-40B4-BE49-F238E27FC236}">
                  <a16:creationId xmlns:a16="http://schemas.microsoft.com/office/drawing/2014/main" id="{F74FAD75-B49F-33D8-A817-B4F5F43941CB}"/>
                </a:ext>
              </a:extLst>
            </p:cNvPr>
            <p:cNvSpPr/>
            <p:nvPr/>
          </p:nvSpPr>
          <p:spPr>
            <a:xfrm>
              <a:off x="19948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4" name="pt253">
              <a:extLst>
                <a:ext uri="{FF2B5EF4-FFF2-40B4-BE49-F238E27FC236}">
                  <a16:creationId xmlns:a16="http://schemas.microsoft.com/office/drawing/2014/main" id="{F7DB4ACA-E511-4B79-B4A9-624A439A79BE}"/>
                </a:ext>
              </a:extLst>
            </p:cNvPr>
            <p:cNvSpPr/>
            <p:nvPr/>
          </p:nvSpPr>
          <p:spPr>
            <a:xfrm>
              <a:off x="37878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5" name="pt254">
              <a:extLst>
                <a:ext uri="{FF2B5EF4-FFF2-40B4-BE49-F238E27FC236}">
                  <a16:creationId xmlns:a16="http://schemas.microsoft.com/office/drawing/2014/main" id="{4B2DDD67-0BC2-6D12-4E8C-D930668E00FF}"/>
                </a:ext>
              </a:extLst>
            </p:cNvPr>
            <p:cNvSpPr/>
            <p:nvPr/>
          </p:nvSpPr>
          <p:spPr>
            <a:xfrm>
              <a:off x="32990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6" name="pt255">
              <a:extLst>
                <a:ext uri="{FF2B5EF4-FFF2-40B4-BE49-F238E27FC236}">
                  <a16:creationId xmlns:a16="http://schemas.microsoft.com/office/drawing/2014/main" id="{644B8A88-1792-C8EA-B7F8-148223FBA65D}"/>
                </a:ext>
              </a:extLst>
            </p:cNvPr>
            <p:cNvSpPr/>
            <p:nvPr/>
          </p:nvSpPr>
          <p:spPr>
            <a:xfrm>
              <a:off x="28710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7" name="pt256">
              <a:extLst>
                <a:ext uri="{FF2B5EF4-FFF2-40B4-BE49-F238E27FC236}">
                  <a16:creationId xmlns:a16="http://schemas.microsoft.com/office/drawing/2014/main" id="{363157E1-04DE-77A3-BB2B-795C469CA6BA}"/>
                </a:ext>
              </a:extLst>
            </p:cNvPr>
            <p:cNvSpPr/>
            <p:nvPr/>
          </p:nvSpPr>
          <p:spPr>
            <a:xfrm>
              <a:off x="1629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8" name="pt257">
              <a:extLst>
                <a:ext uri="{FF2B5EF4-FFF2-40B4-BE49-F238E27FC236}">
                  <a16:creationId xmlns:a16="http://schemas.microsoft.com/office/drawing/2014/main" id="{D662649C-C719-10D9-B386-B4F8AD7A5950}"/>
                </a:ext>
              </a:extLst>
            </p:cNvPr>
            <p:cNvSpPr/>
            <p:nvPr/>
          </p:nvSpPr>
          <p:spPr>
            <a:xfrm>
              <a:off x="31732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9" name="pt258">
              <a:extLst>
                <a:ext uri="{FF2B5EF4-FFF2-40B4-BE49-F238E27FC236}">
                  <a16:creationId xmlns:a16="http://schemas.microsoft.com/office/drawing/2014/main" id="{890E8CF6-9594-0B78-19AE-818CC8274BB5}"/>
                </a:ext>
              </a:extLst>
            </p:cNvPr>
            <p:cNvSpPr/>
            <p:nvPr/>
          </p:nvSpPr>
          <p:spPr>
            <a:xfrm>
              <a:off x="29948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0" name="pt259">
              <a:extLst>
                <a:ext uri="{FF2B5EF4-FFF2-40B4-BE49-F238E27FC236}">
                  <a16:creationId xmlns:a16="http://schemas.microsoft.com/office/drawing/2014/main" id="{E01EEDC6-FF29-F820-4586-71FED50AAEFE}"/>
                </a:ext>
              </a:extLst>
            </p:cNvPr>
            <p:cNvSpPr/>
            <p:nvPr/>
          </p:nvSpPr>
          <p:spPr>
            <a:xfrm>
              <a:off x="19163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1" name="pt260">
              <a:extLst>
                <a:ext uri="{FF2B5EF4-FFF2-40B4-BE49-F238E27FC236}">
                  <a16:creationId xmlns:a16="http://schemas.microsoft.com/office/drawing/2014/main" id="{7A0CEBEC-E6F3-1CD0-8960-902C7B546CF4}"/>
                </a:ext>
              </a:extLst>
            </p:cNvPr>
            <p:cNvSpPr/>
            <p:nvPr/>
          </p:nvSpPr>
          <p:spPr>
            <a:xfrm>
              <a:off x="39043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2" name="pt261">
              <a:extLst>
                <a:ext uri="{FF2B5EF4-FFF2-40B4-BE49-F238E27FC236}">
                  <a16:creationId xmlns:a16="http://schemas.microsoft.com/office/drawing/2014/main" id="{29B6EBFD-EDF2-630F-A6E3-F7C0FEFB5B05}"/>
                </a:ext>
              </a:extLst>
            </p:cNvPr>
            <p:cNvSpPr/>
            <p:nvPr/>
          </p:nvSpPr>
          <p:spPr>
            <a:xfrm>
              <a:off x="32937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3" name="pt262">
              <a:extLst>
                <a:ext uri="{FF2B5EF4-FFF2-40B4-BE49-F238E27FC236}">
                  <a16:creationId xmlns:a16="http://schemas.microsoft.com/office/drawing/2014/main" id="{CA79AEA0-88A2-1F16-ABF0-941C1E1B7A97}"/>
                </a:ext>
              </a:extLst>
            </p:cNvPr>
            <p:cNvSpPr/>
            <p:nvPr/>
          </p:nvSpPr>
          <p:spPr>
            <a:xfrm>
              <a:off x="39037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4" name="pt263">
              <a:extLst>
                <a:ext uri="{FF2B5EF4-FFF2-40B4-BE49-F238E27FC236}">
                  <a16:creationId xmlns:a16="http://schemas.microsoft.com/office/drawing/2014/main" id="{2BD5567F-77E6-5E7D-A92B-9267FBAEBF4F}"/>
                </a:ext>
              </a:extLst>
            </p:cNvPr>
            <p:cNvSpPr/>
            <p:nvPr/>
          </p:nvSpPr>
          <p:spPr>
            <a:xfrm>
              <a:off x="17166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5" name="pt264">
              <a:extLst>
                <a:ext uri="{FF2B5EF4-FFF2-40B4-BE49-F238E27FC236}">
                  <a16:creationId xmlns:a16="http://schemas.microsoft.com/office/drawing/2014/main" id="{8719A65D-1C03-FF44-1202-41DAAB7CAD82}"/>
                </a:ext>
              </a:extLst>
            </p:cNvPr>
            <p:cNvSpPr/>
            <p:nvPr/>
          </p:nvSpPr>
          <p:spPr>
            <a:xfrm>
              <a:off x="1854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6" name="pt265">
              <a:extLst>
                <a:ext uri="{FF2B5EF4-FFF2-40B4-BE49-F238E27FC236}">
                  <a16:creationId xmlns:a16="http://schemas.microsoft.com/office/drawing/2014/main" id="{C90A9B1F-E99A-A46A-4996-30AFDEC847D7}"/>
                </a:ext>
              </a:extLst>
            </p:cNvPr>
            <p:cNvSpPr/>
            <p:nvPr/>
          </p:nvSpPr>
          <p:spPr>
            <a:xfrm>
              <a:off x="1934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7" name="pt266">
              <a:extLst>
                <a:ext uri="{FF2B5EF4-FFF2-40B4-BE49-F238E27FC236}">
                  <a16:creationId xmlns:a16="http://schemas.microsoft.com/office/drawing/2014/main" id="{4DDAF84F-B44B-713B-3DF7-166320FCE208}"/>
                </a:ext>
              </a:extLst>
            </p:cNvPr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8" name="pt267">
              <a:extLst>
                <a:ext uri="{FF2B5EF4-FFF2-40B4-BE49-F238E27FC236}">
                  <a16:creationId xmlns:a16="http://schemas.microsoft.com/office/drawing/2014/main" id="{7B245DC5-024C-B5ED-B0CA-F855DFC3D9B1}"/>
                </a:ext>
              </a:extLst>
            </p:cNvPr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9" name="pt268">
              <a:extLst>
                <a:ext uri="{FF2B5EF4-FFF2-40B4-BE49-F238E27FC236}">
                  <a16:creationId xmlns:a16="http://schemas.microsoft.com/office/drawing/2014/main" id="{A6442BEB-3368-5B9C-2BF9-67A48A487917}"/>
                </a:ext>
              </a:extLst>
            </p:cNvPr>
            <p:cNvSpPr/>
            <p:nvPr/>
          </p:nvSpPr>
          <p:spPr>
            <a:xfrm>
              <a:off x="369939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0" name="pt269">
              <a:extLst>
                <a:ext uri="{FF2B5EF4-FFF2-40B4-BE49-F238E27FC236}">
                  <a16:creationId xmlns:a16="http://schemas.microsoft.com/office/drawing/2014/main" id="{ADF0ED1F-7E6B-745B-D7C4-FBCDC87EECFB}"/>
                </a:ext>
              </a:extLst>
            </p:cNvPr>
            <p:cNvSpPr/>
            <p:nvPr/>
          </p:nvSpPr>
          <p:spPr>
            <a:xfrm>
              <a:off x="36994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1" name="pt270">
              <a:extLst>
                <a:ext uri="{FF2B5EF4-FFF2-40B4-BE49-F238E27FC236}">
                  <a16:creationId xmlns:a16="http://schemas.microsoft.com/office/drawing/2014/main" id="{9A8A80B5-3448-74C3-C58D-1B2282D8F91E}"/>
                </a:ext>
              </a:extLst>
            </p:cNvPr>
            <p:cNvSpPr/>
            <p:nvPr/>
          </p:nvSpPr>
          <p:spPr>
            <a:xfrm>
              <a:off x="18812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2" name="pt271">
              <a:extLst>
                <a:ext uri="{FF2B5EF4-FFF2-40B4-BE49-F238E27FC236}">
                  <a16:creationId xmlns:a16="http://schemas.microsoft.com/office/drawing/2014/main" id="{E9BB6638-44BC-80DB-401E-4F6F8455877E}"/>
                </a:ext>
              </a:extLst>
            </p:cNvPr>
            <p:cNvSpPr/>
            <p:nvPr/>
          </p:nvSpPr>
          <p:spPr>
            <a:xfrm>
              <a:off x="2033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3" name="pt272">
              <a:extLst>
                <a:ext uri="{FF2B5EF4-FFF2-40B4-BE49-F238E27FC236}">
                  <a16:creationId xmlns:a16="http://schemas.microsoft.com/office/drawing/2014/main" id="{9EDD761C-A0DF-2527-E972-88830D878F1B}"/>
                </a:ext>
              </a:extLst>
            </p:cNvPr>
            <p:cNvSpPr/>
            <p:nvPr/>
          </p:nvSpPr>
          <p:spPr>
            <a:xfrm>
              <a:off x="3417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4" name="pt273">
              <a:extLst>
                <a:ext uri="{FF2B5EF4-FFF2-40B4-BE49-F238E27FC236}">
                  <a16:creationId xmlns:a16="http://schemas.microsoft.com/office/drawing/2014/main" id="{7815A615-60FF-6956-F71F-432B1BE40B04}"/>
                </a:ext>
              </a:extLst>
            </p:cNvPr>
            <p:cNvSpPr/>
            <p:nvPr/>
          </p:nvSpPr>
          <p:spPr>
            <a:xfrm>
              <a:off x="36057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5" name="pt274">
              <a:extLst>
                <a:ext uri="{FF2B5EF4-FFF2-40B4-BE49-F238E27FC236}">
                  <a16:creationId xmlns:a16="http://schemas.microsoft.com/office/drawing/2014/main" id="{BEED8D63-3F59-F4C3-F13F-909562254C08}"/>
                </a:ext>
              </a:extLst>
            </p:cNvPr>
            <p:cNvSpPr/>
            <p:nvPr/>
          </p:nvSpPr>
          <p:spPr>
            <a:xfrm>
              <a:off x="16378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6" name="pt275">
              <a:extLst>
                <a:ext uri="{FF2B5EF4-FFF2-40B4-BE49-F238E27FC236}">
                  <a16:creationId xmlns:a16="http://schemas.microsoft.com/office/drawing/2014/main" id="{D9CB9D4C-8B03-B951-8B07-B19033675794}"/>
                </a:ext>
              </a:extLst>
            </p:cNvPr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7" name="pt276">
              <a:extLst>
                <a:ext uri="{FF2B5EF4-FFF2-40B4-BE49-F238E27FC236}">
                  <a16:creationId xmlns:a16="http://schemas.microsoft.com/office/drawing/2014/main" id="{FF52CA77-F941-C0CA-50C4-AD84EDD80CED}"/>
                </a:ext>
              </a:extLst>
            </p:cNvPr>
            <p:cNvSpPr/>
            <p:nvPr/>
          </p:nvSpPr>
          <p:spPr>
            <a:xfrm>
              <a:off x="21379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8" name="pt277">
              <a:extLst>
                <a:ext uri="{FF2B5EF4-FFF2-40B4-BE49-F238E27FC236}">
                  <a16:creationId xmlns:a16="http://schemas.microsoft.com/office/drawing/2014/main" id="{8C15D04E-B205-D101-70FA-CD263F6A2B3A}"/>
                </a:ext>
              </a:extLst>
            </p:cNvPr>
            <p:cNvSpPr/>
            <p:nvPr/>
          </p:nvSpPr>
          <p:spPr>
            <a:xfrm>
              <a:off x="3565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9" name="pt278">
              <a:extLst>
                <a:ext uri="{FF2B5EF4-FFF2-40B4-BE49-F238E27FC236}">
                  <a16:creationId xmlns:a16="http://schemas.microsoft.com/office/drawing/2014/main" id="{D66CFD86-E000-DDD1-959E-F46B8597E3AD}"/>
                </a:ext>
              </a:extLst>
            </p:cNvPr>
            <p:cNvSpPr/>
            <p:nvPr/>
          </p:nvSpPr>
          <p:spPr>
            <a:xfrm>
              <a:off x="35547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0" name="pt279">
              <a:extLst>
                <a:ext uri="{FF2B5EF4-FFF2-40B4-BE49-F238E27FC236}">
                  <a16:creationId xmlns:a16="http://schemas.microsoft.com/office/drawing/2014/main" id="{75848CC4-8797-DBA5-EEF6-FD4C101A14B4}"/>
                </a:ext>
              </a:extLst>
            </p:cNvPr>
            <p:cNvSpPr/>
            <p:nvPr/>
          </p:nvSpPr>
          <p:spPr>
            <a:xfrm>
              <a:off x="3565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1" name="pt280">
              <a:extLst>
                <a:ext uri="{FF2B5EF4-FFF2-40B4-BE49-F238E27FC236}">
                  <a16:creationId xmlns:a16="http://schemas.microsoft.com/office/drawing/2014/main" id="{390E7599-EC09-05C4-0BAF-14C1A88C3AEF}"/>
                </a:ext>
              </a:extLst>
            </p:cNvPr>
            <p:cNvSpPr/>
            <p:nvPr/>
          </p:nvSpPr>
          <p:spPr>
            <a:xfrm>
              <a:off x="3652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2" name="pt281">
              <a:extLst>
                <a:ext uri="{FF2B5EF4-FFF2-40B4-BE49-F238E27FC236}">
                  <a16:creationId xmlns:a16="http://schemas.microsoft.com/office/drawing/2014/main" id="{81310AA5-4552-BAD8-F445-87E948D57D9F}"/>
                </a:ext>
              </a:extLst>
            </p:cNvPr>
            <p:cNvSpPr/>
            <p:nvPr/>
          </p:nvSpPr>
          <p:spPr>
            <a:xfrm>
              <a:off x="202545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3" name="pt282">
              <a:extLst>
                <a:ext uri="{FF2B5EF4-FFF2-40B4-BE49-F238E27FC236}">
                  <a16:creationId xmlns:a16="http://schemas.microsoft.com/office/drawing/2014/main" id="{D988C6F0-9E36-A2C4-91FA-9A2ABB9D4A5D}"/>
                </a:ext>
              </a:extLst>
            </p:cNvPr>
            <p:cNvSpPr/>
            <p:nvPr/>
          </p:nvSpPr>
          <p:spPr>
            <a:xfrm>
              <a:off x="37684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4" name="pt283">
              <a:extLst>
                <a:ext uri="{FF2B5EF4-FFF2-40B4-BE49-F238E27FC236}">
                  <a16:creationId xmlns:a16="http://schemas.microsoft.com/office/drawing/2014/main" id="{7C50C860-E357-A05B-DC70-FB074B43E639}"/>
                </a:ext>
              </a:extLst>
            </p:cNvPr>
            <p:cNvSpPr/>
            <p:nvPr/>
          </p:nvSpPr>
          <p:spPr>
            <a:xfrm>
              <a:off x="3670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5" name="pt284">
              <a:extLst>
                <a:ext uri="{FF2B5EF4-FFF2-40B4-BE49-F238E27FC236}">
                  <a16:creationId xmlns:a16="http://schemas.microsoft.com/office/drawing/2014/main" id="{2BE6C121-4444-5706-1C06-5D748F61BAA6}"/>
                </a:ext>
              </a:extLst>
            </p:cNvPr>
            <p:cNvSpPr/>
            <p:nvPr/>
          </p:nvSpPr>
          <p:spPr>
            <a:xfrm>
              <a:off x="19156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6" name="pt285">
              <a:extLst>
                <a:ext uri="{FF2B5EF4-FFF2-40B4-BE49-F238E27FC236}">
                  <a16:creationId xmlns:a16="http://schemas.microsoft.com/office/drawing/2014/main" id="{C9558DE7-FA1A-0356-28BE-CD00E0701D24}"/>
                </a:ext>
              </a:extLst>
            </p:cNvPr>
            <p:cNvSpPr/>
            <p:nvPr/>
          </p:nvSpPr>
          <p:spPr>
            <a:xfrm>
              <a:off x="435232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7" name="pt286">
              <a:extLst>
                <a:ext uri="{FF2B5EF4-FFF2-40B4-BE49-F238E27FC236}">
                  <a16:creationId xmlns:a16="http://schemas.microsoft.com/office/drawing/2014/main" id="{11C2B64D-F0C8-B893-523B-C98EC6F11B3A}"/>
                </a:ext>
              </a:extLst>
            </p:cNvPr>
            <p:cNvSpPr/>
            <p:nvPr/>
          </p:nvSpPr>
          <p:spPr>
            <a:xfrm>
              <a:off x="3468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8" name="pt287">
              <a:extLst>
                <a:ext uri="{FF2B5EF4-FFF2-40B4-BE49-F238E27FC236}">
                  <a16:creationId xmlns:a16="http://schemas.microsoft.com/office/drawing/2014/main" id="{5E23CE8D-794A-FF67-F211-C5384253CB25}"/>
                </a:ext>
              </a:extLst>
            </p:cNvPr>
            <p:cNvSpPr/>
            <p:nvPr/>
          </p:nvSpPr>
          <p:spPr>
            <a:xfrm>
              <a:off x="1655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9" name="pt288">
              <a:extLst>
                <a:ext uri="{FF2B5EF4-FFF2-40B4-BE49-F238E27FC236}">
                  <a16:creationId xmlns:a16="http://schemas.microsoft.com/office/drawing/2014/main" id="{E6DDBAF9-62DE-8B9F-3490-97CE1261B753}"/>
                </a:ext>
              </a:extLst>
            </p:cNvPr>
            <p:cNvSpPr/>
            <p:nvPr/>
          </p:nvSpPr>
          <p:spPr>
            <a:xfrm>
              <a:off x="3654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0" name="pt289">
              <a:extLst>
                <a:ext uri="{FF2B5EF4-FFF2-40B4-BE49-F238E27FC236}">
                  <a16:creationId xmlns:a16="http://schemas.microsoft.com/office/drawing/2014/main" id="{1E8EAAEF-9836-7014-0DE6-AEDE1857FACE}"/>
                </a:ext>
              </a:extLst>
            </p:cNvPr>
            <p:cNvSpPr/>
            <p:nvPr/>
          </p:nvSpPr>
          <p:spPr>
            <a:xfrm>
              <a:off x="36064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1" name="pt290">
              <a:extLst>
                <a:ext uri="{FF2B5EF4-FFF2-40B4-BE49-F238E27FC236}">
                  <a16:creationId xmlns:a16="http://schemas.microsoft.com/office/drawing/2014/main" id="{62C04230-AF32-8C8E-FF4E-D94614AEC3BD}"/>
                </a:ext>
              </a:extLst>
            </p:cNvPr>
            <p:cNvSpPr/>
            <p:nvPr/>
          </p:nvSpPr>
          <p:spPr>
            <a:xfrm>
              <a:off x="193375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2" name="pt291">
              <a:extLst>
                <a:ext uri="{FF2B5EF4-FFF2-40B4-BE49-F238E27FC236}">
                  <a16:creationId xmlns:a16="http://schemas.microsoft.com/office/drawing/2014/main" id="{672BBAAE-13C8-B0F2-29F3-4C15DA9B9692}"/>
                </a:ext>
              </a:extLst>
            </p:cNvPr>
            <p:cNvSpPr/>
            <p:nvPr/>
          </p:nvSpPr>
          <p:spPr>
            <a:xfrm>
              <a:off x="1637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3" name="pt292">
              <a:extLst>
                <a:ext uri="{FF2B5EF4-FFF2-40B4-BE49-F238E27FC236}">
                  <a16:creationId xmlns:a16="http://schemas.microsoft.com/office/drawing/2014/main" id="{153EB34C-6445-B053-A5C0-595C67B7DC4A}"/>
                </a:ext>
              </a:extLst>
            </p:cNvPr>
            <p:cNvSpPr/>
            <p:nvPr/>
          </p:nvSpPr>
          <p:spPr>
            <a:xfrm>
              <a:off x="16403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4" name="pt293">
              <a:extLst>
                <a:ext uri="{FF2B5EF4-FFF2-40B4-BE49-F238E27FC236}">
                  <a16:creationId xmlns:a16="http://schemas.microsoft.com/office/drawing/2014/main" id="{8E27E53B-2AD6-00AF-04CA-5116DA3ECA7C}"/>
                </a:ext>
              </a:extLst>
            </p:cNvPr>
            <p:cNvSpPr/>
            <p:nvPr/>
          </p:nvSpPr>
          <p:spPr>
            <a:xfrm>
              <a:off x="44395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5" name="pt294">
              <a:extLst>
                <a:ext uri="{FF2B5EF4-FFF2-40B4-BE49-F238E27FC236}">
                  <a16:creationId xmlns:a16="http://schemas.microsoft.com/office/drawing/2014/main" id="{D783CEF3-76B7-A8E3-0530-093AF3DBE8BE}"/>
                </a:ext>
              </a:extLst>
            </p:cNvPr>
            <p:cNvSpPr/>
            <p:nvPr/>
          </p:nvSpPr>
          <p:spPr>
            <a:xfrm>
              <a:off x="3469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6" name="pt295">
              <a:extLst>
                <a:ext uri="{FF2B5EF4-FFF2-40B4-BE49-F238E27FC236}">
                  <a16:creationId xmlns:a16="http://schemas.microsoft.com/office/drawing/2014/main" id="{825BACD1-3330-7D85-C7A7-F91BC109388C}"/>
                </a:ext>
              </a:extLst>
            </p:cNvPr>
            <p:cNvSpPr/>
            <p:nvPr/>
          </p:nvSpPr>
          <p:spPr>
            <a:xfrm>
              <a:off x="16553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7" name="pt296">
              <a:extLst>
                <a:ext uri="{FF2B5EF4-FFF2-40B4-BE49-F238E27FC236}">
                  <a16:creationId xmlns:a16="http://schemas.microsoft.com/office/drawing/2014/main" id="{F283A9F9-89E7-C417-C9C1-C4CD1B4AED54}"/>
                </a:ext>
              </a:extLst>
            </p:cNvPr>
            <p:cNvSpPr/>
            <p:nvPr/>
          </p:nvSpPr>
          <p:spPr>
            <a:xfrm>
              <a:off x="18808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8" name="pt297">
              <a:extLst>
                <a:ext uri="{FF2B5EF4-FFF2-40B4-BE49-F238E27FC236}">
                  <a16:creationId xmlns:a16="http://schemas.microsoft.com/office/drawing/2014/main" id="{D39DE18E-286A-96DC-4EF8-98F37E658E4F}"/>
                </a:ext>
              </a:extLst>
            </p:cNvPr>
            <p:cNvSpPr/>
            <p:nvPr/>
          </p:nvSpPr>
          <p:spPr>
            <a:xfrm>
              <a:off x="443525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9" name="pt298">
              <a:extLst>
                <a:ext uri="{FF2B5EF4-FFF2-40B4-BE49-F238E27FC236}">
                  <a16:creationId xmlns:a16="http://schemas.microsoft.com/office/drawing/2014/main" id="{D8EAC6E3-73AC-CAC4-607B-EB162EE544C6}"/>
                </a:ext>
              </a:extLst>
            </p:cNvPr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0" name="pt299">
              <a:extLst>
                <a:ext uri="{FF2B5EF4-FFF2-40B4-BE49-F238E27FC236}">
                  <a16:creationId xmlns:a16="http://schemas.microsoft.com/office/drawing/2014/main" id="{3F32E541-39E5-8A32-9707-7FBE61007015}"/>
                </a:ext>
              </a:extLst>
            </p:cNvPr>
            <p:cNvSpPr/>
            <p:nvPr/>
          </p:nvSpPr>
          <p:spPr>
            <a:xfrm>
              <a:off x="3555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1" name="pt300">
              <a:extLst>
                <a:ext uri="{FF2B5EF4-FFF2-40B4-BE49-F238E27FC236}">
                  <a16:creationId xmlns:a16="http://schemas.microsoft.com/office/drawing/2014/main" id="{D12C9271-A6C4-A3C5-21A6-49EF9B7CC805}"/>
                </a:ext>
              </a:extLst>
            </p:cNvPr>
            <p:cNvSpPr/>
            <p:nvPr/>
          </p:nvSpPr>
          <p:spPr>
            <a:xfrm>
              <a:off x="33248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2" name="pt301">
              <a:extLst>
                <a:ext uri="{FF2B5EF4-FFF2-40B4-BE49-F238E27FC236}">
                  <a16:creationId xmlns:a16="http://schemas.microsoft.com/office/drawing/2014/main" id="{FCF97389-68F9-45D4-32B7-8B00F565CCBD}"/>
                </a:ext>
              </a:extLst>
            </p:cNvPr>
            <p:cNvSpPr/>
            <p:nvPr/>
          </p:nvSpPr>
          <p:spPr>
            <a:xfrm>
              <a:off x="19348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3" name="pt302">
              <a:extLst>
                <a:ext uri="{FF2B5EF4-FFF2-40B4-BE49-F238E27FC236}">
                  <a16:creationId xmlns:a16="http://schemas.microsoft.com/office/drawing/2014/main" id="{C46A2A79-C671-45A1-F80F-ABF25E0A3516}"/>
                </a:ext>
              </a:extLst>
            </p:cNvPr>
            <p:cNvSpPr/>
            <p:nvPr/>
          </p:nvSpPr>
          <p:spPr>
            <a:xfrm>
              <a:off x="34197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4" name="pt303">
              <a:extLst>
                <a:ext uri="{FF2B5EF4-FFF2-40B4-BE49-F238E27FC236}">
                  <a16:creationId xmlns:a16="http://schemas.microsoft.com/office/drawing/2014/main" id="{945EAF4B-16A4-B16D-E840-58CBF6993C01}"/>
                </a:ext>
              </a:extLst>
            </p:cNvPr>
            <p:cNvSpPr/>
            <p:nvPr/>
          </p:nvSpPr>
          <p:spPr>
            <a:xfrm>
              <a:off x="16404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5" name="pt304">
              <a:extLst>
                <a:ext uri="{FF2B5EF4-FFF2-40B4-BE49-F238E27FC236}">
                  <a16:creationId xmlns:a16="http://schemas.microsoft.com/office/drawing/2014/main" id="{642FFDD9-8907-C5F9-7C39-294B03DBF96F}"/>
                </a:ext>
              </a:extLst>
            </p:cNvPr>
            <p:cNvSpPr/>
            <p:nvPr/>
          </p:nvSpPr>
          <p:spPr>
            <a:xfrm>
              <a:off x="18544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6" name="pt305">
              <a:extLst>
                <a:ext uri="{FF2B5EF4-FFF2-40B4-BE49-F238E27FC236}">
                  <a16:creationId xmlns:a16="http://schemas.microsoft.com/office/drawing/2014/main" id="{900ADBCC-72CA-AAC3-AD54-65A54DC07F49}"/>
                </a:ext>
              </a:extLst>
            </p:cNvPr>
            <p:cNvSpPr/>
            <p:nvPr/>
          </p:nvSpPr>
          <p:spPr>
            <a:xfrm>
              <a:off x="21517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7" name="pt306">
              <a:extLst>
                <a:ext uri="{FF2B5EF4-FFF2-40B4-BE49-F238E27FC236}">
                  <a16:creationId xmlns:a16="http://schemas.microsoft.com/office/drawing/2014/main" id="{9B444450-4E1B-77FE-B7F9-71261079631F}"/>
                </a:ext>
              </a:extLst>
            </p:cNvPr>
            <p:cNvSpPr/>
            <p:nvPr/>
          </p:nvSpPr>
          <p:spPr>
            <a:xfrm>
              <a:off x="36696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8" name="pt307">
              <a:extLst>
                <a:ext uri="{FF2B5EF4-FFF2-40B4-BE49-F238E27FC236}">
                  <a16:creationId xmlns:a16="http://schemas.microsoft.com/office/drawing/2014/main" id="{811893F2-1A7D-E97D-9F02-8DB313EDB949}"/>
                </a:ext>
              </a:extLst>
            </p:cNvPr>
            <p:cNvSpPr/>
            <p:nvPr/>
          </p:nvSpPr>
          <p:spPr>
            <a:xfrm>
              <a:off x="17537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9" name="pt308">
              <a:extLst>
                <a:ext uri="{FF2B5EF4-FFF2-40B4-BE49-F238E27FC236}">
                  <a16:creationId xmlns:a16="http://schemas.microsoft.com/office/drawing/2014/main" id="{F2BD8A0F-4DCA-2BF3-CDAC-8A6ECCA3AC00}"/>
                </a:ext>
              </a:extLst>
            </p:cNvPr>
            <p:cNvSpPr/>
            <p:nvPr/>
          </p:nvSpPr>
          <p:spPr>
            <a:xfrm>
              <a:off x="2130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0" name="pt309">
              <a:extLst>
                <a:ext uri="{FF2B5EF4-FFF2-40B4-BE49-F238E27FC236}">
                  <a16:creationId xmlns:a16="http://schemas.microsoft.com/office/drawing/2014/main" id="{3DF01E43-E551-6594-8C91-85E99CB33268}"/>
                </a:ext>
              </a:extLst>
            </p:cNvPr>
            <p:cNvSpPr/>
            <p:nvPr/>
          </p:nvSpPr>
          <p:spPr>
            <a:xfrm>
              <a:off x="19446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1" name="pt310">
              <a:extLst>
                <a:ext uri="{FF2B5EF4-FFF2-40B4-BE49-F238E27FC236}">
                  <a16:creationId xmlns:a16="http://schemas.microsoft.com/office/drawing/2014/main" id="{8D196E03-CC44-7936-0DD5-C97D1AAA4209}"/>
                </a:ext>
              </a:extLst>
            </p:cNvPr>
            <p:cNvSpPr/>
            <p:nvPr/>
          </p:nvSpPr>
          <p:spPr>
            <a:xfrm>
              <a:off x="20843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2" name="pt311">
              <a:extLst>
                <a:ext uri="{FF2B5EF4-FFF2-40B4-BE49-F238E27FC236}">
                  <a16:creationId xmlns:a16="http://schemas.microsoft.com/office/drawing/2014/main" id="{E04515C7-3C40-6B7E-8AEF-E6D96E8A0201}"/>
                </a:ext>
              </a:extLst>
            </p:cNvPr>
            <p:cNvSpPr/>
            <p:nvPr/>
          </p:nvSpPr>
          <p:spPr>
            <a:xfrm>
              <a:off x="37660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3" name="pg312">
              <a:extLst>
                <a:ext uri="{FF2B5EF4-FFF2-40B4-BE49-F238E27FC236}">
                  <a16:creationId xmlns:a16="http://schemas.microsoft.com/office/drawing/2014/main" id="{639D9DF4-71A7-554E-13C6-6B626A845930}"/>
                </a:ext>
              </a:extLst>
            </p:cNvPr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4" name="pg313">
              <a:extLst>
                <a:ext uri="{FF2B5EF4-FFF2-40B4-BE49-F238E27FC236}">
                  <a16:creationId xmlns:a16="http://schemas.microsoft.com/office/drawing/2014/main" id="{25346FE6-8ABF-026B-EC32-452A8DED88FF}"/>
                </a:ext>
              </a:extLst>
            </p:cNvPr>
            <p:cNvSpPr/>
            <p:nvPr/>
          </p:nvSpPr>
          <p:spPr>
            <a:xfrm>
              <a:off x="2221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5" name="pg314">
              <a:extLst>
                <a:ext uri="{FF2B5EF4-FFF2-40B4-BE49-F238E27FC236}">
                  <a16:creationId xmlns:a16="http://schemas.microsoft.com/office/drawing/2014/main" id="{D7567BE2-61B8-69BC-5290-3E478DB5374C}"/>
                </a:ext>
              </a:extLst>
            </p:cNvPr>
            <p:cNvSpPr/>
            <p:nvPr/>
          </p:nvSpPr>
          <p:spPr>
            <a:xfrm>
              <a:off x="43764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6" name="pg315">
              <a:extLst>
                <a:ext uri="{FF2B5EF4-FFF2-40B4-BE49-F238E27FC236}">
                  <a16:creationId xmlns:a16="http://schemas.microsoft.com/office/drawing/2014/main" id="{1FE48F55-02E6-C940-225F-B9B5950AFB43}"/>
                </a:ext>
              </a:extLst>
            </p:cNvPr>
            <p:cNvSpPr/>
            <p:nvPr/>
          </p:nvSpPr>
          <p:spPr>
            <a:xfrm>
              <a:off x="54047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7" name="pg316">
              <a:extLst>
                <a:ext uri="{FF2B5EF4-FFF2-40B4-BE49-F238E27FC236}">
                  <a16:creationId xmlns:a16="http://schemas.microsoft.com/office/drawing/2014/main" id="{8AB5CD4F-5994-7BB9-FB8D-6D1222D0A33B}"/>
                </a:ext>
              </a:extLst>
            </p:cNvPr>
            <p:cNvSpPr/>
            <p:nvPr/>
          </p:nvSpPr>
          <p:spPr>
            <a:xfrm>
              <a:off x="23264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8" name="pg317">
              <a:extLst>
                <a:ext uri="{FF2B5EF4-FFF2-40B4-BE49-F238E27FC236}">
                  <a16:creationId xmlns:a16="http://schemas.microsoft.com/office/drawing/2014/main" id="{F1C60E57-B016-697E-7DF0-CA86EF0334E9}"/>
                </a:ext>
              </a:extLst>
            </p:cNvPr>
            <p:cNvSpPr/>
            <p:nvPr/>
          </p:nvSpPr>
          <p:spPr>
            <a:xfrm>
              <a:off x="4647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9" name="pg318">
              <a:extLst>
                <a:ext uri="{FF2B5EF4-FFF2-40B4-BE49-F238E27FC236}">
                  <a16:creationId xmlns:a16="http://schemas.microsoft.com/office/drawing/2014/main" id="{4B1C5650-94AD-C235-F6FE-154D70A4D7C3}"/>
                </a:ext>
              </a:extLst>
            </p:cNvPr>
            <p:cNvSpPr/>
            <p:nvPr/>
          </p:nvSpPr>
          <p:spPr>
            <a:xfrm>
              <a:off x="24440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0" name="pg319">
              <a:extLst>
                <a:ext uri="{FF2B5EF4-FFF2-40B4-BE49-F238E27FC236}">
                  <a16:creationId xmlns:a16="http://schemas.microsoft.com/office/drawing/2014/main" id="{E5AD21AB-23F7-EE3A-7337-ED32A8AFB7BD}"/>
                </a:ext>
              </a:extLst>
            </p:cNvPr>
            <p:cNvSpPr/>
            <p:nvPr/>
          </p:nvSpPr>
          <p:spPr>
            <a:xfrm>
              <a:off x="25986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1" name="pg320">
              <a:extLst>
                <a:ext uri="{FF2B5EF4-FFF2-40B4-BE49-F238E27FC236}">
                  <a16:creationId xmlns:a16="http://schemas.microsoft.com/office/drawing/2014/main" id="{111C18FC-7BB9-B6DF-040A-DEB1F9AEFEA3}"/>
                </a:ext>
              </a:extLst>
            </p:cNvPr>
            <p:cNvSpPr/>
            <p:nvPr/>
          </p:nvSpPr>
          <p:spPr>
            <a:xfrm>
              <a:off x="25433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2" name="pg321">
              <a:extLst>
                <a:ext uri="{FF2B5EF4-FFF2-40B4-BE49-F238E27FC236}">
                  <a16:creationId xmlns:a16="http://schemas.microsoft.com/office/drawing/2014/main" id="{E09C5E50-63F9-C58B-0417-1C2DCCE536AE}"/>
                </a:ext>
              </a:extLst>
            </p:cNvPr>
            <p:cNvSpPr/>
            <p:nvPr/>
          </p:nvSpPr>
          <p:spPr>
            <a:xfrm>
              <a:off x="2601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3" name="pg322">
              <a:extLst>
                <a:ext uri="{FF2B5EF4-FFF2-40B4-BE49-F238E27FC236}">
                  <a16:creationId xmlns:a16="http://schemas.microsoft.com/office/drawing/2014/main" id="{70D7D8D7-D024-7CD2-9B68-C9CA00CB988C}"/>
                </a:ext>
              </a:extLst>
            </p:cNvPr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4" name="pg323">
              <a:extLst>
                <a:ext uri="{FF2B5EF4-FFF2-40B4-BE49-F238E27FC236}">
                  <a16:creationId xmlns:a16="http://schemas.microsoft.com/office/drawing/2014/main" id="{605D7A25-55E3-BC26-1A1E-9D5D0460E3C7}"/>
                </a:ext>
              </a:extLst>
            </p:cNvPr>
            <p:cNvSpPr/>
            <p:nvPr/>
          </p:nvSpPr>
          <p:spPr>
            <a:xfrm>
              <a:off x="46876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5" name="pg324">
              <a:extLst>
                <a:ext uri="{FF2B5EF4-FFF2-40B4-BE49-F238E27FC236}">
                  <a16:creationId xmlns:a16="http://schemas.microsoft.com/office/drawing/2014/main" id="{741448FA-3F01-5A04-FEE3-8E6B44D70A24}"/>
                </a:ext>
              </a:extLst>
            </p:cNvPr>
            <p:cNvSpPr/>
            <p:nvPr/>
          </p:nvSpPr>
          <p:spPr>
            <a:xfrm>
              <a:off x="2446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6" name="pg325">
              <a:extLst>
                <a:ext uri="{FF2B5EF4-FFF2-40B4-BE49-F238E27FC236}">
                  <a16:creationId xmlns:a16="http://schemas.microsoft.com/office/drawing/2014/main" id="{1439616B-3DA8-A688-045A-BE72FE16F680}"/>
                </a:ext>
              </a:extLst>
            </p:cNvPr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7" name="pg326">
              <a:extLst>
                <a:ext uri="{FF2B5EF4-FFF2-40B4-BE49-F238E27FC236}">
                  <a16:creationId xmlns:a16="http://schemas.microsoft.com/office/drawing/2014/main" id="{32F1FAF4-F90A-AF27-32D1-4DA1A3AC656C}"/>
                </a:ext>
              </a:extLst>
            </p:cNvPr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8" name="pg327">
              <a:extLst>
                <a:ext uri="{FF2B5EF4-FFF2-40B4-BE49-F238E27FC236}">
                  <a16:creationId xmlns:a16="http://schemas.microsoft.com/office/drawing/2014/main" id="{0165C740-061B-A198-5CFA-9FC54722781D}"/>
                </a:ext>
              </a:extLst>
            </p:cNvPr>
            <p:cNvSpPr/>
            <p:nvPr/>
          </p:nvSpPr>
          <p:spPr>
            <a:xfrm>
              <a:off x="222449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9" name="pg328">
              <a:extLst>
                <a:ext uri="{FF2B5EF4-FFF2-40B4-BE49-F238E27FC236}">
                  <a16:creationId xmlns:a16="http://schemas.microsoft.com/office/drawing/2014/main" id="{77E16CE1-834C-1A39-1882-BDA05A4334E8}"/>
                </a:ext>
              </a:extLst>
            </p:cNvPr>
            <p:cNvSpPr/>
            <p:nvPr/>
          </p:nvSpPr>
          <p:spPr>
            <a:xfrm>
              <a:off x="43274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0" name="pg329">
              <a:extLst>
                <a:ext uri="{FF2B5EF4-FFF2-40B4-BE49-F238E27FC236}">
                  <a16:creationId xmlns:a16="http://schemas.microsoft.com/office/drawing/2014/main" id="{94ADDF41-B948-C17F-07A9-35625A071E33}"/>
                </a:ext>
              </a:extLst>
            </p:cNvPr>
            <p:cNvSpPr/>
            <p:nvPr/>
          </p:nvSpPr>
          <p:spPr>
            <a:xfrm>
              <a:off x="43790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1" name="pg330">
              <a:extLst>
                <a:ext uri="{FF2B5EF4-FFF2-40B4-BE49-F238E27FC236}">
                  <a16:creationId xmlns:a16="http://schemas.microsoft.com/office/drawing/2014/main" id="{F0BB496B-3C09-AE28-5D87-802F77992408}"/>
                </a:ext>
              </a:extLst>
            </p:cNvPr>
            <p:cNvSpPr/>
            <p:nvPr/>
          </p:nvSpPr>
          <p:spPr>
            <a:xfrm>
              <a:off x="47384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2" name="pg331">
              <a:extLst>
                <a:ext uri="{FF2B5EF4-FFF2-40B4-BE49-F238E27FC236}">
                  <a16:creationId xmlns:a16="http://schemas.microsoft.com/office/drawing/2014/main" id="{1CF4568B-B8B6-4BF9-18F9-3ED520D40869}"/>
                </a:ext>
              </a:extLst>
            </p:cNvPr>
            <p:cNvSpPr/>
            <p:nvPr/>
          </p:nvSpPr>
          <p:spPr>
            <a:xfrm>
              <a:off x="46283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3" name="pg332">
              <a:extLst>
                <a:ext uri="{FF2B5EF4-FFF2-40B4-BE49-F238E27FC236}">
                  <a16:creationId xmlns:a16="http://schemas.microsoft.com/office/drawing/2014/main" id="{48B3F87F-4643-48D6-5E35-FBF59E3AE32C}"/>
                </a:ext>
              </a:extLst>
            </p:cNvPr>
            <p:cNvSpPr/>
            <p:nvPr/>
          </p:nvSpPr>
          <p:spPr>
            <a:xfrm>
              <a:off x="2539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4" name="pg333">
              <a:extLst>
                <a:ext uri="{FF2B5EF4-FFF2-40B4-BE49-F238E27FC236}">
                  <a16:creationId xmlns:a16="http://schemas.microsoft.com/office/drawing/2014/main" id="{9F95865E-74CF-94F7-D9BF-B16B1FF5B3C9}"/>
                </a:ext>
              </a:extLst>
            </p:cNvPr>
            <p:cNvSpPr/>
            <p:nvPr/>
          </p:nvSpPr>
          <p:spPr>
            <a:xfrm>
              <a:off x="45812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5" name="pg334">
              <a:extLst>
                <a:ext uri="{FF2B5EF4-FFF2-40B4-BE49-F238E27FC236}">
                  <a16:creationId xmlns:a16="http://schemas.microsoft.com/office/drawing/2014/main" id="{DD1971D1-C252-F131-4083-447DD1F4877E}"/>
                </a:ext>
              </a:extLst>
            </p:cNvPr>
            <p:cNvSpPr/>
            <p:nvPr/>
          </p:nvSpPr>
          <p:spPr>
            <a:xfrm>
              <a:off x="45467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6" name="pg335">
              <a:extLst>
                <a:ext uri="{FF2B5EF4-FFF2-40B4-BE49-F238E27FC236}">
                  <a16:creationId xmlns:a16="http://schemas.microsoft.com/office/drawing/2014/main" id="{C03FDA3D-3040-286F-D236-58008F1C3670}"/>
                </a:ext>
              </a:extLst>
            </p:cNvPr>
            <p:cNvSpPr/>
            <p:nvPr/>
          </p:nvSpPr>
          <p:spPr>
            <a:xfrm>
              <a:off x="24417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7" name="pg336">
              <a:extLst>
                <a:ext uri="{FF2B5EF4-FFF2-40B4-BE49-F238E27FC236}">
                  <a16:creationId xmlns:a16="http://schemas.microsoft.com/office/drawing/2014/main" id="{F6A39167-8F20-6BBA-C1C6-BB4030C2B898}"/>
                </a:ext>
              </a:extLst>
            </p:cNvPr>
            <p:cNvSpPr/>
            <p:nvPr/>
          </p:nvSpPr>
          <p:spPr>
            <a:xfrm>
              <a:off x="43272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8" name="pg337">
              <a:extLst>
                <a:ext uri="{FF2B5EF4-FFF2-40B4-BE49-F238E27FC236}">
                  <a16:creationId xmlns:a16="http://schemas.microsoft.com/office/drawing/2014/main" id="{2266FF76-7CC8-2F4E-E92C-6DB5479C4E76}"/>
                </a:ext>
              </a:extLst>
            </p:cNvPr>
            <p:cNvSpPr/>
            <p:nvPr/>
          </p:nvSpPr>
          <p:spPr>
            <a:xfrm>
              <a:off x="53695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9" name="pg338">
              <a:extLst>
                <a:ext uri="{FF2B5EF4-FFF2-40B4-BE49-F238E27FC236}">
                  <a16:creationId xmlns:a16="http://schemas.microsoft.com/office/drawing/2014/main" id="{A8CD2238-233D-FE1F-96E1-CA012EF50C36}"/>
                </a:ext>
              </a:extLst>
            </p:cNvPr>
            <p:cNvSpPr/>
            <p:nvPr/>
          </p:nvSpPr>
          <p:spPr>
            <a:xfrm>
              <a:off x="46980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0" name="pg339">
              <a:extLst>
                <a:ext uri="{FF2B5EF4-FFF2-40B4-BE49-F238E27FC236}">
                  <a16:creationId xmlns:a16="http://schemas.microsoft.com/office/drawing/2014/main" id="{C1073075-0899-05E5-234E-1EFA6B074C79}"/>
                </a:ext>
              </a:extLst>
            </p:cNvPr>
            <p:cNvSpPr/>
            <p:nvPr/>
          </p:nvSpPr>
          <p:spPr>
            <a:xfrm>
              <a:off x="53708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1" name="pg340">
              <a:extLst>
                <a:ext uri="{FF2B5EF4-FFF2-40B4-BE49-F238E27FC236}">
                  <a16:creationId xmlns:a16="http://schemas.microsoft.com/office/drawing/2014/main" id="{5E012CAB-F9AE-017E-63D4-1760E766DD10}"/>
                </a:ext>
              </a:extLst>
            </p:cNvPr>
            <p:cNvSpPr/>
            <p:nvPr/>
          </p:nvSpPr>
          <p:spPr>
            <a:xfrm>
              <a:off x="24582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2" name="pg341">
              <a:extLst>
                <a:ext uri="{FF2B5EF4-FFF2-40B4-BE49-F238E27FC236}">
                  <a16:creationId xmlns:a16="http://schemas.microsoft.com/office/drawing/2014/main" id="{16203953-FAD7-51AC-1A0A-21563DF5D9EF}"/>
                </a:ext>
              </a:extLst>
            </p:cNvPr>
            <p:cNvSpPr/>
            <p:nvPr/>
          </p:nvSpPr>
          <p:spPr>
            <a:xfrm>
              <a:off x="22276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3" name="pg342">
              <a:extLst>
                <a:ext uri="{FF2B5EF4-FFF2-40B4-BE49-F238E27FC236}">
                  <a16:creationId xmlns:a16="http://schemas.microsoft.com/office/drawing/2014/main" id="{BCE12F4E-C406-6F58-A526-723F92D4D8FA}"/>
                </a:ext>
              </a:extLst>
            </p:cNvPr>
            <p:cNvSpPr/>
            <p:nvPr/>
          </p:nvSpPr>
          <p:spPr>
            <a:xfrm>
              <a:off x="46901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4" name="pg343">
              <a:extLst>
                <a:ext uri="{FF2B5EF4-FFF2-40B4-BE49-F238E27FC236}">
                  <a16:creationId xmlns:a16="http://schemas.microsoft.com/office/drawing/2014/main" id="{BE85D4FD-C547-7992-75B6-20C7F3774652}"/>
                </a:ext>
              </a:extLst>
            </p:cNvPr>
            <p:cNvSpPr/>
            <p:nvPr/>
          </p:nvSpPr>
          <p:spPr>
            <a:xfrm>
              <a:off x="24509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5" name="pg344">
              <a:extLst>
                <a:ext uri="{FF2B5EF4-FFF2-40B4-BE49-F238E27FC236}">
                  <a16:creationId xmlns:a16="http://schemas.microsoft.com/office/drawing/2014/main" id="{BC41ED7B-EBD6-0C02-F2B2-6D20D05899AE}"/>
                </a:ext>
              </a:extLst>
            </p:cNvPr>
            <p:cNvSpPr/>
            <p:nvPr/>
          </p:nvSpPr>
          <p:spPr>
            <a:xfrm>
              <a:off x="46256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6" name="pg345">
              <a:extLst>
                <a:ext uri="{FF2B5EF4-FFF2-40B4-BE49-F238E27FC236}">
                  <a16:creationId xmlns:a16="http://schemas.microsoft.com/office/drawing/2014/main" id="{0AFE51DE-C866-9992-7A17-A615995B3A03}"/>
                </a:ext>
              </a:extLst>
            </p:cNvPr>
            <p:cNvSpPr/>
            <p:nvPr/>
          </p:nvSpPr>
          <p:spPr>
            <a:xfrm>
              <a:off x="22128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7" name="pg346">
              <a:extLst>
                <a:ext uri="{FF2B5EF4-FFF2-40B4-BE49-F238E27FC236}">
                  <a16:creationId xmlns:a16="http://schemas.microsoft.com/office/drawing/2014/main" id="{61EF21C2-A2D7-D12B-47F7-87E42D26F300}"/>
                </a:ext>
              </a:extLst>
            </p:cNvPr>
            <p:cNvSpPr/>
            <p:nvPr/>
          </p:nvSpPr>
          <p:spPr>
            <a:xfrm>
              <a:off x="4545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8" name="pg347">
              <a:extLst>
                <a:ext uri="{FF2B5EF4-FFF2-40B4-BE49-F238E27FC236}">
                  <a16:creationId xmlns:a16="http://schemas.microsoft.com/office/drawing/2014/main" id="{96B91A82-857F-1C49-003A-46396461B7D5}"/>
                </a:ext>
              </a:extLst>
            </p:cNvPr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9" name="pg348">
              <a:extLst>
                <a:ext uri="{FF2B5EF4-FFF2-40B4-BE49-F238E27FC236}">
                  <a16:creationId xmlns:a16="http://schemas.microsoft.com/office/drawing/2014/main" id="{E3E3996B-AFEE-C89C-F0FA-1C4B427968DA}"/>
                </a:ext>
              </a:extLst>
            </p:cNvPr>
            <p:cNvSpPr/>
            <p:nvPr/>
          </p:nvSpPr>
          <p:spPr>
            <a:xfrm>
              <a:off x="45009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0" name="pg349">
              <a:extLst>
                <a:ext uri="{FF2B5EF4-FFF2-40B4-BE49-F238E27FC236}">
                  <a16:creationId xmlns:a16="http://schemas.microsoft.com/office/drawing/2014/main" id="{A57AD067-C06D-5294-0939-AC253974197F}"/>
                </a:ext>
              </a:extLst>
            </p:cNvPr>
            <p:cNvSpPr/>
            <p:nvPr/>
          </p:nvSpPr>
          <p:spPr>
            <a:xfrm>
              <a:off x="23260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1" name="pg350">
              <a:extLst>
                <a:ext uri="{FF2B5EF4-FFF2-40B4-BE49-F238E27FC236}">
                  <a16:creationId xmlns:a16="http://schemas.microsoft.com/office/drawing/2014/main" id="{0185131B-B339-764A-2F6D-7B4C6E64555B}"/>
                </a:ext>
              </a:extLst>
            </p:cNvPr>
            <p:cNvSpPr/>
            <p:nvPr/>
          </p:nvSpPr>
          <p:spPr>
            <a:xfrm>
              <a:off x="26246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2" name="pg351">
              <a:extLst>
                <a:ext uri="{FF2B5EF4-FFF2-40B4-BE49-F238E27FC236}">
                  <a16:creationId xmlns:a16="http://schemas.microsoft.com/office/drawing/2014/main" id="{923B069E-9371-AF6B-4C58-371B3C1E10FF}"/>
                </a:ext>
              </a:extLst>
            </p:cNvPr>
            <p:cNvSpPr/>
            <p:nvPr/>
          </p:nvSpPr>
          <p:spPr>
            <a:xfrm>
              <a:off x="464690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3" name="pg352">
              <a:extLst>
                <a:ext uri="{FF2B5EF4-FFF2-40B4-BE49-F238E27FC236}">
                  <a16:creationId xmlns:a16="http://schemas.microsoft.com/office/drawing/2014/main" id="{30B516AA-C8DB-C402-B625-439EE9489F4D}"/>
                </a:ext>
              </a:extLst>
            </p:cNvPr>
            <p:cNvSpPr/>
            <p:nvPr/>
          </p:nvSpPr>
          <p:spPr>
            <a:xfrm>
              <a:off x="24125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4" name="pg353">
              <a:extLst>
                <a:ext uri="{FF2B5EF4-FFF2-40B4-BE49-F238E27FC236}">
                  <a16:creationId xmlns:a16="http://schemas.microsoft.com/office/drawing/2014/main" id="{63EA23B2-45F9-A99D-57B4-02CC545F7BEF}"/>
                </a:ext>
              </a:extLst>
            </p:cNvPr>
            <p:cNvSpPr/>
            <p:nvPr/>
          </p:nvSpPr>
          <p:spPr>
            <a:xfrm>
              <a:off x="45814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5" name="pg354">
              <a:extLst>
                <a:ext uri="{FF2B5EF4-FFF2-40B4-BE49-F238E27FC236}">
                  <a16:creationId xmlns:a16="http://schemas.microsoft.com/office/drawing/2014/main" id="{B169DD0B-4D83-DE3B-1880-DCD9E14BB791}"/>
                </a:ext>
              </a:extLst>
            </p:cNvPr>
            <p:cNvSpPr/>
            <p:nvPr/>
          </p:nvSpPr>
          <p:spPr>
            <a:xfrm>
              <a:off x="22232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6" name="pg355">
              <a:extLst>
                <a:ext uri="{FF2B5EF4-FFF2-40B4-BE49-F238E27FC236}">
                  <a16:creationId xmlns:a16="http://schemas.microsoft.com/office/drawing/2014/main" id="{BECA02CD-711C-7F41-C078-0DCA3C427B67}"/>
                </a:ext>
              </a:extLst>
            </p:cNvPr>
            <p:cNvSpPr/>
            <p:nvPr/>
          </p:nvSpPr>
          <p:spPr>
            <a:xfrm>
              <a:off x="24125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7" name="pg356">
              <a:extLst>
                <a:ext uri="{FF2B5EF4-FFF2-40B4-BE49-F238E27FC236}">
                  <a16:creationId xmlns:a16="http://schemas.microsoft.com/office/drawing/2014/main" id="{EC530B47-8E41-4109-555A-D118DF837FD6}"/>
                </a:ext>
              </a:extLst>
            </p:cNvPr>
            <p:cNvSpPr/>
            <p:nvPr/>
          </p:nvSpPr>
          <p:spPr>
            <a:xfrm>
              <a:off x="22132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8" name="pg357">
              <a:extLst>
                <a:ext uri="{FF2B5EF4-FFF2-40B4-BE49-F238E27FC236}">
                  <a16:creationId xmlns:a16="http://schemas.microsoft.com/office/drawing/2014/main" id="{470504DB-2A1F-3F9A-C1E3-531E0DCD9F8A}"/>
                </a:ext>
              </a:extLst>
            </p:cNvPr>
            <p:cNvSpPr/>
            <p:nvPr/>
          </p:nvSpPr>
          <p:spPr>
            <a:xfrm>
              <a:off x="47429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9" name="pg358">
              <a:extLst>
                <a:ext uri="{FF2B5EF4-FFF2-40B4-BE49-F238E27FC236}">
                  <a16:creationId xmlns:a16="http://schemas.microsoft.com/office/drawing/2014/main" id="{052E3170-1F04-C5B1-F853-3B634F20C07C}"/>
                </a:ext>
              </a:extLst>
            </p:cNvPr>
            <p:cNvSpPr/>
            <p:nvPr/>
          </p:nvSpPr>
          <p:spPr>
            <a:xfrm>
              <a:off x="2452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0" name="pg359">
              <a:extLst>
                <a:ext uri="{FF2B5EF4-FFF2-40B4-BE49-F238E27FC236}">
                  <a16:creationId xmlns:a16="http://schemas.microsoft.com/office/drawing/2014/main" id="{4D5A0C8E-CB62-0EE2-0631-41FD54AB1006}"/>
                </a:ext>
              </a:extLst>
            </p:cNvPr>
            <p:cNvSpPr/>
            <p:nvPr/>
          </p:nvSpPr>
          <p:spPr>
            <a:xfrm>
              <a:off x="17799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1" name="pg360">
              <a:extLst>
                <a:ext uri="{FF2B5EF4-FFF2-40B4-BE49-F238E27FC236}">
                  <a16:creationId xmlns:a16="http://schemas.microsoft.com/office/drawing/2014/main" id="{05AC8D58-B4A4-E42A-0C89-D1CE19421D84}"/>
                </a:ext>
              </a:extLst>
            </p:cNvPr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2" name="pg361">
              <a:extLst>
                <a:ext uri="{FF2B5EF4-FFF2-40B4-BE49-F238E27FC236}">
                  <a16:creationId xmlns:a16="http://schemas.microsoft.com/office/drawing/2014/main" id="{D48F5D4E-3D10-84C5-A7F9-F79282A2ED10}"/>
                </a:ext>
              </a:extLst>
            </p:cNvPr>
            <p:cNvSpPr/>
            <p:nvPr/>
          </p:nvSpPr>
          <p:spPr>
            <a:xfrm>
              <a:off x="1779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3" name="pg362">
              <a:extLst>
                <a:ext uri="{FF2B5EF4-FFF2-40B4-BE49-F238E27FC236}">
                  <a16:creationId xmlns:a16="http://schemas.microsoft.com/office/drawing/2014/main" id="{6E2CA163-656A-193B-47A0-A8B441B37E52}"/>
                </a:ext>
              </a:extLst>
            </p:cNvPr>
            <p:cNvSpPr/>
            <p:nvPr/>
          </p:nvSpPr>
          <p:spPr>
            <a:xfrm>
              <a:off x="36488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4" name="pg363">
              <a:extLst>
                <a:ext uri="{FF2B5EF4-FFF2-40B4-BE49-F238E27FC236}">
                  <a16:creationId xmlns:a16="http://schemas.microsoft.com/office/drawing/2014/main" id="{53E4DE13-5F7A-DE71-4174-1C01B01D3BF9}"/>
                </a:ext>
              </a:extLst>
            </p:cNvPr>
            <p:cNvSpPr/>
            <p:nvPr/>
          </p:nvSpPr>
          <p:spPr>
            <a:xfrm>
              <a:off x="3462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5" name="pg364">
              <a:extLst>
                <a:ext uri="{FF2B5EF4-FFF2-40B4-BE49-F238E27FC236}">
                  <a16:creationId xmlns:a16="http://schemas.microsoft.com/office/drawing/2014/main" id="{5167AD3A-1855-112C-CD16-A39031DC5FFD}"/>
                </a:ext>
              </a:extLst>
            </p:cNvPr>
            <p:cNvSpPr/>
            <p:nvPr/>
          </p:nvSpPr>
          <p:spPr>
            <a:xfrm>
              <a:off x="3321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6" name="pg365">
              <a:extLst>
                <a:ext uri="{FF2B5EF4-FFF2-40B4-BE49-F238E27FC236}">
                  <a16:creationId xmlns:a16="http://schemas.microsoft.com/office/drawing/2014/main" id="{D503E909-D085-71FD-E87B-1F500EE33FAC}"/>
                </a:ext>
              </a:extLst>
            </p:cNvPr>
            <p:cNvSpPr/>
            <p:nvPr/>
          </p:nvSpPr>
          <p:spPr>
            <a:xfrm>
              <a:off x="1922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7" name="pg366">
              <a:extLst>
                <a:ext uri="{FF2B5EF4-FFF2-40B4-BE49-F238E27FC236}">
                  <a16:creationId xmlns:a16="http://schemas.microsoft.com/office/drawing/2014/main" id="{5BB9BCF2-5ACB-8F1D-12ED-51FBCED000FD}"/>
                </a:ext>
              </a:extLst>
            </p:cNvPr>
            <p:cNvSpPr/>
            <p:nvPr/>
          </p:nvSpPr>
          <p:spPr>
            <a:xfrm>
              <a:off x="33691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8" name="pg367">
              <a:extLst>
                <a:ext uri="{FF2B5EF4-FFF2-40B4-BE49-F238E27FC236}">
                  <a16:creationId xmlns:a16="http://schemas.microsoft.com/office/drawing/2014/main" id="{CBB9E88C-2568-4993-9836-A73701F6A31C}"/>
                </a:ext>
              </a:extLst>
            </p:cNvPr>
            <p:cNvSpPr/>
            <p:nvPr/>
          </p:nvSpPr>
          <p:spPr>
            <a:xfrm>
              <a:off x="187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9" name="pg368">
              <a:extLst>
                <a:ext uri="{FF2B5EF4-FFF2-40B4-BE49-F238E27FC236}">
                  <a16:creationId xmlns:a16="http://schemas.microsoft.com/office/drawing/2014/main" id="{1F482EED-8DDF-4B88-9791-EFD0EB910F12}"/>
                </a:ext>
              </a:extLst>
            </p:cNvPr>
            <p:cNvSpPr/>
            <p:nvPr/>
          </p:nvSpPr>
          <p:spPr>
            <a:xfrm>
              <a:off x="16754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0" name="pg369">
              <a:extLst>
                <a:ext uri="{FF2B5EF4-FFF2-40B4-BE49-F238E27FC236}">
                  <a16:creationId xmlns:a16="http://schemas.microsoft.com/office/drawing/2014/main" id="{44C62CFD-DB8E-6C16-A8A2-9DF9035B12CF}"/>
                </a:ext>
              </a:extLst>
            </p:cNvPr>
            <p:cNvSpPr/>
            <p:nvPr/>
          </p:nvSpPr>
          <p:spPr>
            <a:xfrm>
              <a:off x="1776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1" name="pg370">
              <a:extLst>
                <a:ext uri="{FF2B5EF4-FFF2-40B4-BE49-F238E27FC236}">
                  <a16:creationId xmlns:a16="http://schemas.microsoft.com/office/drawing/2014/main" id="{A47EC2EA-FD14-A1D5-4E9F-44BDFAF7A82E}"/>
                </a:ext>
              </a:extLst>
            </p:cNvPr>
            <p:cNvSpPr/>
            <p:nvPr/>
          </p:nvSpPr>
          <p:spPr>
            <a:xfrm>
              <a:off x="16767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2" name="pg371">
              <a:extLst>
                <a:ext uri="{FF2B5EF4-FFF2-40B4-BE49-F238E27FC236}">
                  <a16:creationId xmlns:a16="http://schemas.microsoft.com/office/drawing/2014/main" id="{9B616CEA-D3D2-5DD9-5002-20323B3D081C}"/>
                </a:ext>
              </a:extLst>
            </p:cNvPr>
            <p:cNvSpPr/>
            <p:nvPr/>
          </p:nvSpPr>
          <p:spPr>
            <a:xfrm>
              <a:off x="36471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3" name="pg372">
              <a:extLst>
                <a:ext uri="{FF2B5EF4-FFF2-40B4-BE49-F238E27FC236}">
                  <a16:creationId xmlns:a16="http://schemas.microsoft.com/office/drawing/2014/main" id="{0138FBA2-BB99-F23B-3D12-974568E6DDB8}"/>
                </a:ext>
              </a:extLst>
            </p:cNvPr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4" name="pg373">
              <a:extLst>
                <a:ext uri="{FF2B5EF4-FFF2-40B4-BE49-F238E27FC236}">
                  <a16:creationId xmlns:a16="http://schemas.microsoft.com/office/drawing/2014/main" id="{94A76FB8-CB76-BD9D-9A0C-A0D663DB235E}"/>
                </a:ext>
              </a:extLst>
            </p:cNvPr>
            <p:cNvSpPr/>
            <p:nvPr/>
          </p:nvSpPr>
          <p:spPr>
            <a:xfrm>
              <a:off x="35960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5" name="pg374">
              <a:extLst>
                <a:ext uri="{FF2B5EF4-FFF2-40B4-BE49-F238E27FC236}">
                  <a16:creationId xmlns:a16="http://schemas.microsoft.com/office/drawing/2014/main" id="{5AC795B3-5064-66C1-7161-723546EC0F62}"/>
                </a:ext>
              </a:extLst>
            </p:cNvPr>
            <p:cNvSpPr/>
            <p:nvPr/>
          </p:nvSpPr>
          <p:spPr>
            <a:xfrm>
              <a:off x="336723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6" name="pg375">
              <a:extLst>
                <a:ext uri="{FF2B5EF4-FFF2-40B4-BE49-F238E27FC236}">
                  <a16:creationId xmlns:a16="http://schemas.microsoft.com/office/drawing/2014/main" id="{0B51BA35-A6D1-5936-8139-BD72A5CFCC04}"/>
                </a:ext>
              </a:extLst>
            </p:cNvPr>
            <p:cNvSpPr/>
            <p:nvPr/>
          </p:nvSpPr>
          <p:spPr>
            <a:xfrm>
              <a:off x="43344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7" name="pg376">
              <a:extLst>
                <a:ext uri="{FF2B5EF4-FFF2-40B4-BE49-F238E27FC236}">
                  <a16:creationId xmlns:a16="http://schemas.microsoft.com/office/drawing/2014/main" id="{AD6CBB59-5D5C-12F9-75DD-D866BE954870}"/>
                </a:ext>
              </a:extLst>
            </p:cNvPr>
            <p:cNvSpPr/>
            <p:nvPr/>
          </p:nvSpPr>
          <p:spPr>
            <a:xfrm>
              <a:off x="43971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8" name="pg377">
              <a:extLst>
                <a:ext uri="{FF2B5EF4-FFF2-40B4-BE49-F238E27FC236}">
                  <a16:creationId xmlns:a16="http://schemas.microsoft.com/office/drawing/2014/main" id="{718B0A6F-2287-CFDD-AC3A-7F4A24C9EB79}"/>
                </a:ext>
              </a:extLst>
            </p:cNvPr>
            <p:cNvSpPr/>
            <p:nvPr/>
          </p:nvSpPr>
          <p:spPr>
            <a:xfrm>
              <a:off x="17909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9" name="pg378">
              <a:extLst>
                <a:ext uri="{FF2B5EF4-FFF2-40B4-BE49-F238E27FC236}">
                  <a16:creationId xmlns:a16="http://schemas.microsoft.com/office/drawing/2014/main" id="{CA1EAAD0-5B52-DC63-FABB-CA6BACCC85D9}"/>
                </a:ext>
              </a:extLst>
            </p:cNvPr>
            <p:cNvSpPr/>
            <p:nvPr/>
          </p:nvSpPr>
          <p:spPr>
            <a:xfrm>
              <a:off x="19209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0" name="pg379">
              <a:extLst>
                <a:ext uri="{FF2B5EF4-FFF2-40B4-BE49-F238E27FC236}">
                  <a16:creationId xmlns:a16="http://schemas.microsoft.com/office/drawing/2014/main" id="{6C56E786-5A97-5663-C8DF-3F7751A3D37E}"/>
                </a:ext>
              </a:extLst>
            </p:cNvPr>
            <p:cNvSpPr/>
            <p:nvPr/>
          </p:nvSpPr>
          <p:spPr>
            <a:xfrm>
              <a:off x="34619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1" name="pg380">
              <a:extLst>
                <a:ext uri="{FF2B5EF4-FFF2-40B4-BE49-F238E27FC236}">
                  <a16:creationId xmlns:a16="http://schemas.microsoft.com/office/drawing/2014/main" id="{6AA90319-DAAE-94A9-276B-BD746054F96E}"/>
                </a:ext>
              </a:extLst>
            </p:cNvPr>
            <p:cNvSpPr/>
            <p:nvPr/>
          </p:nvSpPr>
          <p:spPr>
            <a:xfrm>
              <a:off x="1788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2" name="pg381">
              <a:extLst>
                <a:ext uri="{FF2B5EF4-FFF2-40B4-BE49-F238E27FC236}">
                  <a16:creationId xmlns:a16="http://schemas.microsoft.com/office/drawing/2014/main" id="{12CD15E7-CC96-C489-659D-55159C23EFBB}"/>
                </a:ext>
              </a:extLst>
            </p:cNvPr>
            <p:cNvSpPr/>
            <p:nvPr/>
          </p:nvSpPr>
          <p:spPr>
            <a:xfrm>
              <a:off x="3510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3" name="pg382">
              <a:extLst>
                <a:ext uri="{FF2B5EF4-FFF2-40B4-BE49-F238E27FC236}">
                  <a16:creationId xmlns:a16="http://schemas.microsoft.com/office/drawing/2014/main" id="{F43FE695-4BD7-76FD-D8FF-253A5B828B5A}"/>
                </a:ext>
              </a:extLst>
            </p:cNvPr>
            <p:cNvSpPr/>
            <p:nvPr/>
          </p:nvSpPr>
          <p:spPr>
            <a:xfrm>
              <a:off x="19221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4" name="pg383">
              <a:extLst>
                <a:ext uri="{FF2B5EF4-FFF2-40B4-BE49-F238E27FC236}">
                  <a16:creationId xmlns:a16="http://schemas.microsoft.com/office/drawing/2014/main" id="{8DDDF5F4-701E-83BD-81B3-E20DB0D6CC93}"/>
                </a:ext>
              </a:extLst>
            </p:cNvPr>
            <p:cNvSpPr/>
            <p:nvPr/>
          </p:nvSpPr>
          <p:spPr>
            <a:xfrm>
              <a:off x="19783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5" name="pg384">
              <a:extLst>
                <a:ext uri="{FF2B5EF4-FFF2-40B4-BE49-F238E27FC236}">
                  <a16:creationId xmlns:a16="http://schemas.microsoft.com/office/drawing/2014/main" id="{EA048FA5-9825-CEA3-00F5-1B0A65EA1B75}"/>
                </a:ext>
              </a:extLst>
            </p:cNvPr>
            <p:cNvSpPr/>
            <p:nvPr/>
          </p:nvSpPr>
          <p:spPr>
            <a:xfrm>
              <a:off x="1976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6" name="pg385">
              <a:extLst>
                <a:ext uri="{FF2B5EF4-FFF2-40B4-BE49-F238E27FC236}">
                  <a16:creationId xmlns:a16="http://schemas.microsoft.com/office/drawing/2014/main" id="{B3C3DC4E-2A83-8E34-832C-146C48C37CC4}"/>
                </a:ext>
              </a:extLst>
            </p:cNvPr>
            <p:cNvSpPr/>
            <p:nvPr/>
          </p:nvSpPr>
          <p:spPr>
            <a:xfrm>
              <a:off x="16723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7" name="pg386">
              <a:extLst>
                <a:ext uri="{FF2B5EF4-FFF2-40B4-BE49-F238E27FC236}">
                  <a16:creationId xmlns:a16="http://schemas.microsoft.com/office/drawing/2014/main" id="{94218AF4-35C2-A804-A6BA-5454DC849785}"/>
                </a:ext>
              </a:extLst>
            </p:cNvPr>
            <p:cNvSpPr/>
            <p:nvPr/>
          </p:nvSpPr>
          <p:spPr>
            <a:xfrm>
              <a:off x="3662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8" name="pg387">
              <a:extLst>
                <a:ext uri="{FF2B5EF4-FFF2-40B4-BE49-F238E27FC236}">
                  <a16:creationId xmlns:a16="http://schemas.microsoft.com/office/drawing/2014/main" id="{A42E6CF5-DFFB-E88D-EF55-4858BC287228}"/>
                </a:ext>
              </a:extLst>
            </p:cNvPr>
            <p:cNvSpPr/>
            <p:nvPr/>
          </p:nvSpPr>
          <p:spPr>
            <a:xfrm>
              <a:off x="43950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9" name="pg388">
              <a:extLst>
                <a:ext uri="{FF2B5EF4-FFF2-40B4-BE49-F238E27FC236}">
                  <a16:creationId xmlns:a16="http://schemas.microsoft.com/office/drawing/2014/main" id="{2636DA22-F019-2E2E-AA4E-6975E28D7F9C}"/>
                </a:ext>
              </a:extLst>
            </p:cNvPr>
            <p:cNvSpPr/>
            <p:nvPr/>
          </p:nvSpPr>
          <p:spPr>
            <a:xfrm>
              <a:off x="35468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0" name="pg389">
              <a:extLst>
                <a:ext uri="{FF2B5EF4-FFF2-40B4-BE49-F238E27FC236}">
                  <a16:creationId xmlns:a16="http://schemas.microsoft.com/office/drawing/2014/main" id="{52E98647-D685-24F3-8761-C14FBA8E6CC4}"/>
                </a:ext>
              </a:extLst>
            </p:cNvPr>
            <p:cNvSpPr/>
            <p:nvPr/>
          </p:nvSpPr>
          <p:spPr>
            <a:xfrm>
              <a:off x="35465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1" name="pg390">
              <a:extLst>
                <a:ext uri="{FF2B5EF4-FFF2-40B4-BE49-F238E27FC236}">
                  <a16:creationId xmlns:a16="http://schemas.microsoft.com/office/drawing/2014/main" id="{B3C6EE21-64AD-E481-8768-49A6DA133DC6}"/>
                </a:ext>
              </a:extLst>
            </p:cNvPr>
            <p:cNvSpPr/>
            <p:nvPr/>
          </p:nvSpPr>
          <p:spPr>
            <a:xfrm>
              <a:off x="1893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2" name="pg391">
              <a:extLst>
                <a:ext uri="{FF2B5EF4-FFF2-40B4-BE49-F238E27FC236}">
                  <a16:creationId xmlns:a16="http://schemas.microsoft.com/office/drawing/2014/main" id="{64F52B50-C50C-B69E-896E-05AC7A5368C4}"/>
                </a:ext>
              </a:extLst>
            </p:cNvPr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3" name="pg392">
              <a:extLst>
                <a:ext uri="{FF2B5EF4-FFF2-40B4-BE49-F238E27FC236}">
                  <a16:creationId xmlns:a16="http://schemas.microsoft.com/office/drawing/2014/main" id="{3E68338A-A430-1E95-8D84-A008A7CC3BA0}"/>
                </a:ext>
              </a:extLst>
            </p:cNvPr>
            <p:cNvSpPr/>
            <p:nvPr/>
          </p:nvSpPr>
          <p:spPr>
            <a:xfrm>
              <a:off x="16932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4" name="pg393">
              <a:extLst>
                <a:ext uri="{FF2B5EF4-FFF2-40B4-BE49-F238E27FC236}">
                  <a16:creationId xmlns:a16="http://schemas.microsoft.com/office/drawing/2014/main" id="{53FB81B7-6D36-39F0-ADAF-20E51E86236B}"/>
                </a:ext>
              </a:extLst>
            </p:cNvPr>
            <p:cNvSpPr/>
            <p:nvPr/>
          </p:nvSpPr>
          <p:spPr>
            <a:xfrm>
              <a:off x="1976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5" name="pg394">
              <a:extLst>
                <a:ext uri="{FF2B5EF4-FFF2-40B4-BE49-F238E27FC236}">
                  <a16:creationId xmlns:a16="http://schemas.microsoft.com/office/drawing/2014/main" id="{4FD543AA-2218-C474-7967-3C02854C1643}"/>
                </a:ext>
              </a:extLst>
            </p:cNvPr>
            <p:cNvSpPr/>
            <p:nvPr/>
          </p:nvSpPr>
          <p:spPr>
            <a:xfrm>
              <a:off x="35965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6" name="pg395">
              <a:extLst>
                <a:ext uri="{FF2B5EF4-FFF2-40B4-BE49-F238E27FC236}">
                  <a16:creationId xmlns:a16="http://schemas.microsoft.com/office/drawing/2014/main" id="{F2B5B2ED-DEEF-5C3B-D91C-200813F59259}"/>
                </a:ext>
              </a:extLst>
            </p:cNvPr>
            <p:cNvSpPr/>
            <p:nvPr/>
          </p:nvSpPr>
          <p:spPr>
            <a:xfrm>
              <a:off x="16919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7" name="pg396">
              <a:extLst>
                <a:ext uri="{FF2B5EF4-FFF2-40B4-BE49-F238E27FC236}">
                  <a16:creationId xmlns:a16="http://schemas.microsoft.com/office/drawing/2014/main" id="{CF0B129A-12E4-B20F-94AF-2240C3FCB36F}"/>
                </a:ext>
              </a:extLst>
            </p:cNvPr>
            <p:cNvSpPr/>
            <p:nvPr/>
          </p:nvSpPr>
          <p:spPr>
            <a:xfrm>
              <a:off x="17910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8" name="pg397">
              <a:extLst>
                <a:ext uri="{FF2B5EF4-FFF2-40B4-BE49-F238E27FC236}">
                  <a16:creationId xmlns:a16="http://schemas.microsoft.com/office/drawing/2014/main" id="{8EB0E6A1-91A0-CDDB-96E2-BB7E1C2F3300}"/>
                </a:ext>
              </a:extLst>
            </p:cNvPr>
            <p:cNvSpPr/>
            <p:nvPr/>
          </p:nvSpPr>
          <p:spPr>
            <a:xfrm>
              <a:off x="35981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9" name="pg398">
              <a:extLst>
                <a:ext uri="{FF2B5EF4-FFF2-40B4-BE49-F238E27FC236}">
                  <a16:creationId xmlns:a16="http://schemas.microsoft.com/office/drawing/2014/main" id="{E18279A7-9B4C-474B-BED2-4091EADD0437}"/>
                </a:ext>
              </a:extLst>
            </p:cNvPr>
            <p:cNvSpPr/>
            <p:nvPr/>
          </p:nvSpPr>
          <p:spPr>
            <a:xfrm>
              <a:off x="1872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0" name="pg399">
              <a:extLst>
                <a:ext uri="{FF2B5EF4-FFF2-40B4-BE49-F238E27FC236}">
                  <a16:creationId xmlns:a16="http://schemas.microsoft.com/office/drawing/2014/main" id="{B4CCBB97-A478-7187-E8D0-FE90C0C39DD6}"/>
                </a:ext>
              </a:extLst>
            </p:cNvPr>
            <p:cNvSpPr/>
            <p:nvPr/>
          </p:nvSpPr>
          <p:spPr>
            <a:xfrm>
              <a:off x="18933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1" name="pg400">
              <a:extLst>
                <a:ext uri="{FF2B5EF4-FFF2-40B4-BE49-F238E27FC236}">
                  <a16:creationId xmlns:a16="http://schemas.microsoft.com/office/drawing/2014/main" id="{E895B9C0-355E-A687-217A-2DAD4F45FFAF}"/>
                </a:ext>
              </a:extLst>
            </p:cNvPr>
            <p:cNvSpPr/>
            <p:nvPr/>
          </p:nvSpPr>
          <p:spPr>
            <a:xfrm>
              <a:off x="16723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2" name="pg401">
              <a:extLst>
                <a:ext uri="{FF2B5EF4-FFF2-40B4-BE49-F238E27FC236}">
                  <a16:creationId xmlns:a16="http://schemas.microsoft.com/office/drawing/2014/main" id="{50BBD50D-1EC0-563F-08E6-B3AEB47E1B1D}"/>
                </a:ext>
              </a:extLst>
            </p:cNvPr>
            <p:cNvSpPr/>
            <p:nvPr/>
          </p:nvSpPr>
          <p:spPr>
            <a:xfrm>
              <a:off x="35111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3" name="pg402">
              <a:extLst>
                <a:ext uri="{FF2B5EF4-FFF2-40B4-BE49-F238E27FC236}">
                  <a16:creationId xmlns:a16="http://schemas.microsoft.com/office/drawing/2014/main" id="{C7CC8FE5-A4A6-AE6C-9C41-9DD41F5EAA7E}"/>
                </a:ext>
              </a:extLst>
            </p:cNvPr>
            <p:cNvSpPr/>
            <p:nvPr/>
          </p:nvSpPr>
          <p:spPr>
            <a:xfrm>
              <a:off x="332009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4" name="pg403">
              <a:extLst>
                <a:ext uri="{FF2B5EF4-FFF2-40B4-BE49-F238E27FC236}">
                  <a16:creationId xmlns:a16="http://schemas.microsoft.com/office/drawing/2014/main" id="{CCF82447-50A0-8211-E41D-FDBEB0D48E87}"/>
                </a:ext>
              </a:extLst>
            </p:cNvPr>
            <p:cNvSpPr/>
            <p:nvPr/>
          </p:nvSpPr>
          <p:spPr>
            <a:xfrm>
              <a:off x="35978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5" name="pg404">
              <a:extLst>
                <a:ext uri="{FF2B5EF4-FFF2-40B4-BE49-F238E27FC236}">
                  <a16:creationId xmlns:a16="http://schemas.microsoft.com/office/drawing/2014/main" id="{504A489A-F50C-47A6-C2C6-465D4051DAAE}"/>
                </a:ext>
              </a:extLst>
            </p:cNvPr>
            <p:cNvSpPr/>
            <p:nvPr/>
          </p:nvSpPr>
          <p:spPr>
            <a:xfrm>
              <a:off x="36601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6" name="pg405">
              <a:extLst>
                <a:ext uri="{FF2B5EF4-FFF2-40B4-BE49-F238E27FC236}">
                  <a16:creationId xmlns:a16="http://schemas.microsoft.com/office/drawing/2014/main" id="{14471D11-5AF3-3D8B-4F4F-990927C98B22}"/>
                </a:ext>
              </a:extLst>
            </p:cNvPr>
            <p:cNvSpPr/>
            <p:nvPr/>
          </p:nvSpPr>
          <p:spPr>
            <a:xfrm>
              <a:off x="17772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7" name="pg406">
              <a:extLst>
                <a:ext uri="{FF2B5EF4-FFF2-40B4-BE49-F238E27FC236}">
                  <a16:creationId xmlns:a16="http://schemas.microsoft.com/office/drawing/2014/main" id="{E8BF190C-F839-DB93-47CC-5AB7754332C8}"/>
                </a:ext>
              </a:extLst>
            </p:cNvPr>
            <p:cNvSpPr/>
            <p:nvPr/>
          </p:nvSpPr>
          <p:spPr>
            <a:xfrm>
              <a:off x="371221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8" name="pg407">
              <a:extLst>
                <a:ext uri="{FF2B5EF4-FFF2-40B4-BE49-F238E27FC236}">
                  <a16:creationId xmlns:a16="http://schemas.microsoft.com/office/drawing/2014/main" id="{7425B2E1-81A0-C703-B5F5-1CB57338DB0B}"/>
                </a:ext>
              </a:extLst>
            </p:cNvPr>
            <p:cNvSpPr/>
            <p:nvPr/>
          </p:nvSpPr>
          <p:spPr>
            <a:xfrm>
              <a:off x="1623483" y="1936617"/>
              <a:ext cx="3899276" cy="1946155"/>
            </a:xfrm>
            <a:custGeom>
              <a:avLst/>
              <a:gdLst/>
              <a:ahLst/>
              <a:cxnLst/>
              <a:rect l="0" t="0" r="0" b="0"/>
              <a:pathLst>
                <a:path w="3899276" h="1946155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  <a:lnTo>
                    <a:pt x="3899276" y="1946155"/>
                  </a:lnTo>
                  <a:lnTo>
                    <a:pt x="3849918" y="1938176"/>
                  </a:lnTo>
                  <a:lnTo>
                    <a:pt x="3800560" y="1929841"/>
                  </a:lnTo>
                  <a:lnTo>
                    <a:pt x="3751202" y="1921139"/>
                  </a:lnTo>
                  <a:lnTo>
                    <a:pt x="3701844" y="1912057"/>
                  </a:lnTo>
                  <a:lnTo>
                    <a:pt x="3652486" y="1902583"/>
                  </a:lnTo>
                  <a:lnTo>
                    <a:pt x="3603128" y="1892704"/>
                  </a:lnTo>
                  <a:lnTo>
                    <a:pt x="3553770" y="1882408"/>
                  </a:lnTo>
                  <a:lnTo>
                    <a:pt x="3504412" y="1871684"/>
                  </a:lnTo>
                  <a:lnTo>
                    <a:pt x="3455055" y="1860518"/>
                  </a:lnTo>
                  <a:lnTo>
                    <a:pt x="3405697" y="1848901"/>
                  </a:lnTo>
                  <a:lnTo>
                    <a:pt x="3356339" y="1836819"/>
                  </a:lnTo>
                  <a:lnTo>
                    <a:pt x="3306981" y="1824264"/>
                  </a:lnTo>
                  <a:lnTo>
                    <a:pt x="3257623" y="1811223"/>
                  </a:lnTo>
                  <a:lnTo>
                    <a:pt x="3208265" y="1797687"/>
                  </a:lnTo>
                  <a:lnTo>
                    <a:pt x="3158907" y="1783648"/>
                  </a:lnTo>
                  <a:lnTo>
                    <a:pt x="3109549" y="1769097"/>
                  </a:lnTo>
                  <a:lnTo>
                    <a:pt x="3060191" y="1754027"/>
                  </a:lnTo>
                  <a:lnTo>
                    <a:pt x="3010833" y="1738431"/>
                  </a:lnTo>
                  <a:lnTo>
                    <a:pt x="2961475" y="1722304"/>
                  </a:lnTo>
                  <a:lnTo>
                    <a:pt x="2912117" y="1705643"/>
                  </a:lnTo>
                  <a:lnTo>
                    <a:pt x="2862759" y="1688444"/>
                  </a:lnTo>
                  <a:lnTo>
                    <a:pt x="2813401" y="1670708"/>
                  </a:lnTo>
                  <a:lnTo>
                    <a:pt x="2764044" y="1652434"/>
                  </a:lnTo>
                  <a:lnTo>
                    <a:pt x="2714686" y="1633625"/>
                  </a:lnTo>
                  <a:lnTo>
                    <a:pt x="2665328" y="1614287"/>
                  </a:lnTo>
                  <a:lnTo>
                    <a:pt x="2615970" y="1594424"/>
                  </a:lnTo>
                  <a:lnTo>
                    <a:pt x="2566612" y="1574047"/>
                  </a:lnTo>
                  <a:lnTo>
                    <a:pt x="2517254" y="1553166"/>
                  </a:lnTo>
                  <a:lnTo>
                    <a:pt x="2467896" y="1531795"/>
                  </a:lnTo>
                  <a:lnTo>
                    <a:pt x="2418538" y="1509950"/>
                  </a:lnTo>
                  <a:lnTo>
                    <a:pt x="2369180" y="1487649"/>
                  </a:lnTo>
                  <a:lnTo>
                    <a:pt x="2319822" y="1464915"/>
                  </a:lnTo>
                  <a:lnTo>
                    <a:pt x="2270464" y="1441772"/>
                  </a:lnTo>
                  <a:lnTo>
                    <a:pt x="2221106" y="1418247"/>
                  </a:lnTo>
                  <a:lnTo>
                    <a:pt x="2171748" y="1394371"/>
                  </a:lnTo>
                  <a:lnTo>
                    <a:pt x="2122390" y="1370175"/>
                  </a:lnTo>
                  <a:lnTo>
                    <a:pt x="2073033" y="1345696"/>
                  </a:lnTo>
                  <a:lnTo>
                    <a:pt x="2023675" y="1320973"/>
                  </a:lnTo>
                  <a:lnTo>
                    <a:pt x="1974317" y="1296046"/>
                  </a:lnTo>
                  <a:lnTo>
                    <a:pt x="1924959" y="1270957"/>
                  </a:lnTo>
                  <a:lnTo>
                    <a:pt x="1875601" y="1245753"/>
                  </a:lnTo>
                  <a:lnTo>
                    <a:pt x="1826243" y="1220479"/>
                  </a:lnTo>
                  <a:lnTo>
                    <a:pt x="1776885" y="1195183"/>
                  </a:lnTo>
                  <a:lnTo>
                    <a:pt x="1727527" y="1169913"/>
                  </a:lnTo>
                  <a:lnTo>
                    <a:pt x="1678169" y="1144717"/>
                  </a:lnTo>
                  <a:lnTo>
                    <a:pt x="1628811" y="1119642"/>
                  </a:lnTo>
                  <a:lnTo>
                    <a:pt x="1579453" y="1094733"/>
                  </a:lnTo>
                  <a:lnTo>
                    <a:pt x="1530095" y="1070035"/>
                  </a:lnTo>
                  <a:lnTo>
                    <a:pt x="1480737" y="1045587"/>
                  </a:lnTo>
                  <a:lnTo>
                    <a:pt x="1431379" y="1021426"/>
                  </a:lnTo>
                  <a:lnTo>
                    <a:pt x="1382022" y="997585"/>
                  </a:lnTo>
                  <a:lnTo>
                    <a:pt x="1332664" y="974093"/>
                  </a:lnTo>
                  <a:lnTo>
                    <a:pt x="1283306" y="950973"/>
                  </a:lnTo>
                  <a:lnTo>
                    <a:pt x="1233948" y="928242"/>
                  </a:lnTo>
                  <a:lnTo>
                    <a:pt x="1184590" y="905914"/>
                  </a:lnTo>
                  <a:lnTo>
                    <a:pt x="1135232" y="883998"/>
                  </a:lnTo>
                  <a:lnTo>
                    <a:pt x="1085874" y="862496"/>
                  </a:lnTo>
                  <a:lnTo>
                    <a:pt x="1036516" y="841410"/>
                  </a:lnTo>
                  <a:lnTo>
                    <a:pt x="987158" y="820735"/>
                  </a:lnTo>
                  <a:lnTo>
                    <a:pt x="937800" y="800465"/>
                  </a:lnTo>
                  <a:lnTo>
                    <a:pt x="888442" y="780591"/>
                  </a:lnTo>
                  <a:lnTo>
                    <a:pt x="839084" y="761102"/>
                  </a:lnTo>
                  <a:lnTo>
                    <a:pt x="789726" y="741986"/>
                  </a:lnTo>
                  <a:lnTo>
                    <a:pt x="740368" y="723229"/>
                  </a:lnTo>
                  <a:lnTo>
                    <a:pt x="691011" y="704819"/>
                  </a:lnTo>
                  <a:lnTo>
                    <a:pt x="641653" y="686742"/>
                  </a:lnTo>
                  <a:lnTo>
                    <a:pt x="592295" y="668984"/>
                  </a:lnTo>
                  <a:lnTo>
                    <a:pt x="542937" y="651532"/>
                  </a:lnTo>
                  <a:lnTo>
                    <a:pt x="493579" y="634374"/>
                  </a:lnTo>
                  <a:lnTo>
                    <a:pt x="444221" y="617498"/>
                  </a:lnTo>
                  <a:lnTo>
                    <a:pt x="394863" y="600893"/>
                  </a:lnTo>
                  <a:lnTo>
                    <a:pt x="345505" y="584547"/>
                  </a:lnTo>
                  <a:lnTo>
                    <a:pt x="296147" y="568452"/>
                  </a:lnTo>
                  <a:lnTo>
                    <a:pt x="246789" y="552598"/>
                  </a:lnTo>
                  <a:lnTo>
                    <a:pt x="197431" y="536976"/>
                  </a:lnTo>
                  <a:lnTo>
                    <a:pt x="148073" y="521580"/>
                  </a:lnTo>
                  <a:lnTo>
                    <a:pt x="98715" y="506401"/>
                  </a:lnTo>
                  <a:lnTo>
                    <a:pt x="49357" y="491434"/>
                  </a:lnTo>
                  <a:lnTo>
                    <a:pt x="0" y="47667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29" name="pl408">
              <a:extLst>
                <a:ext uri="{FF2B5EF4-FFF2-40B4-BE49-F238E27FC236}">
                  <a16:creationId xmlns:a16="http://schemas.microsoft.com/office/drawing/2014/main" id="{F62B30C1-CE28-D164-5881-F7B181A6101D}"/>
                </a:ext>
              </a:extLst>
            </p:cNvPr>
            <p:cNvSpPr/>
            <p:nvPr/>
          </p:nvSpPr>
          <p:spPr>
            <a:xfrm>
              <a:off x="1623483" y="1936617"/>
              <a:ext cx="3899276" cy="1431551"/>
            </a:xfrm>
            <a:custGeom>
              <a:avLst/>
              <a:gdLst/>
              <a:ahLst/>
              <a:cxnLst/>
              <a:rect l="0" t="0" r="0" b="0"/>
              <a:pathLst>
                <a:path w="3899276" h="1431551">
                  <a:moveTo>
                    <a:pt x="0" y="0"/>
                  </a:moveTo>
                  <a:lnTo>
                    <a:pt x="49357" y="17529"/>
                  </a:lnTo>
                  <a:lnTo>
                    <a:pt x="98715" y="35567"/>
                  </a:lnTo>
                  <a:lnTo>
                    <a:pt x="148073" y="54109"/>
                  </a:lnTo>
                  <a:lnTo>
                    <a:pt x="197431" y="73146"/>
                  </a:lnTo>
                  <a:lnTo>
                    <a:pt x="246789" y="92670"/>
                  </a:lnTo>
                  <a:lnTo>
                    <a:pt x="296147" y="112667"/>
                  </a:lnTo>
                  <a:lnTo>
                    <a:pt x="345505" y="133123"/>
                  </a:lnTo>
                  <a:lnTo>
                    <a:pt x="394863" y="154020"/>
                  </a:lnTo>
                  <a:lnTo>
                    <a:pt x="444221" y="175337"/>
                  </a:lnTo>
                  <a:lnTo>
                    <a:pt x="493579" y="197052"/>
                  </a:lnTo>
                  <a:lnTo>
                    <a:pt x="542937" y="219139"/>
                  </a:lnTo>
                  <a:lnTo>
                    <a:pt x="592295" y="241568"/>
                  </a:lnTo>
                  <a:lnTo>
                    <a:pt x="641653" y="264308"/>
                  </a:lnTo>
                  <a:lnTo>
                    <a:pt x="691011" y="287324"/>
                  </a:lnTo>
                  <a:lnTo>
                    <a:pt x="740368" y="310579"/>
                  </a:lnTo>
                  <a:lnTo>
                    <a:pt x="789726" y="334033"/>
                  </a:lnTo>
                  <a:lnTo>
                    <a:pt x="839084" y="357645"/>
                  </a:lnTo>
                  <a:lnTo>
                    <a:pt x="888442" y="381371"/>
                  </a:lnTo>
                  <a:lnTo>
                    <a:pt x="937800" y="405168"/>
                  </a:lnTo>
                  <a:lnTo>
                    <a:pt x="987158" y="428990"/>
                  </a:lnTo>
                  <a:lnTo>
                    <a:pt x="1036516" y="452792"/>
                  </a:lnTo>
                  <a:lnTo>
                    <a:pt x="1085874" y="476529"/>
                  </a:lnTo>
                  <a:lnTo>
                    <a:pt x="1135232" y="500158"/>
                  </a:lnTo>
                  <a:lnTo>
                    <a:pt x="1184590" y="523639"/>
                  </a:lnTo>
                  <a:lnTo>
                    <a:pt x="1233948" y="546933"/>
                  </a:lnTo>
                  <a:lnTo>
                    <a:pt x="1283306" y="570006"/>
                  </a:lnTo>
                  <a:lnTo>
                    <a:pt x="1332664" y="592826"/>
                  </a:lnTo>
                  <a:lnTo>
                    <a:pt x="1382022" y="615367"/>
                  </a:lnTo>
                  <a:lnTo>
                    <a:pt x="1431379" y="637608"/>
                  </a:lnTo>
                  <a:lnTo>
                    <a:pt x="1480737" y="659531"/>
                  </a:lnTo>
                  <a:lnTo>
                    <a:pt x="1530095" y="681124"/>
                  </a:lnTo>
                  <a:lnTo>
                    <a:pt x="1579453" y="702379"/>
                  </a:lnTo>
                  <a:lnTo>
                    <a:pt x="1628811" y="723292"/>
                  </a:lnTo>
                  <a:lnTo>
                    <a:pt x="1678169" y="743862"/>
                  </a:lnTo>
                  <a:lnTo>
                    <a:pt x="1727527" y="764093"/>
                  </a:lnTo>
                  <a:lnTo>
                    <a:pt x="1776885" y="783989"/>
                  </a:lnTo>
                  <a:lnTo>
                    <a:pt x="1826243" y="803557"/>
                  </a:lnTo>
                  <a:lnTo>
                    <a:pt x="1875601" y="822808"/>
                  </a:lnTo>
                  <a:lnTo>
                    <a:pt x="1924959" y="841750"/>
                  </a:lnTo>
                  <a:lnTo>
                    <a:pt x="1974317" y="860394"/>
                  </a:lnTo>
                  <a:lnTo>
                    <a:pt x="2023675" y="878752"/>
                  </a:lnTo>
                  <a:lnTo>
                    <a:pt x="2073033" y="896834"/>
                  </a:lnTo>
                  <a:lnTo>
                    <a:pt x="2122390" y="914651"/>
                  </a:lnTo>
                  <a:lnTo>
                    <a:pt x="2171748" y="932215"/>
                  </a:lnTo>
                  <a:lnTo>
                    <a:pt x="2221106" y="949534"/>
                  </a:lnTo>
                  <a:lnTo>
                    <a:pt x="2270464" y="966619"/>
                  </a:lnTo>
                  <a:lnTo>
                    <a:pt x="2319822" y="983478"/>
                  </a:lnTo>
                  <a:lnTo>
                    <a:pt x="2369180" y="1000121"/>
                  </a:lnTo>
                  <a:lnTo>
                    <a:pt x="2418538" y="1016554"/>
                  </a:lnTo>
                  <a:lnTo>
                    <a:pt x="2467896" y="1032785"/>
                  </a:lnTo>
                  <a:lnTo>
                    <a:pt x="2517254" y="1048820"/>
                  </a:lnTo>
                  <a:lnTo>
                    <a:pt x="2566612" y="1064665"/>
                  </a:lnTo>
                  <a:lnTo>
                    <a:pt x="2615970" y="1080326"/>
                  </a:lnTo>
                  <a:lnTo>
                    <a:pt x="2665328" y="1095806"/>
                  </a:lnTo>
                  <a:lnTo>
                    <a:pt x="2714686" y="1111112"/>
                  </a:lnTo>
                  <a:lnTo>
                    <a:pt x="2764044" y="1126246"/>
                  </a:lnTo>
                  <a:lnTo>
                    <a:pt x="2813401" y="1141211"/>
                  </a:lnTo>
                  <a:lnTo>
                    <a:pt x="2862759" y="1156012"/>
                  </a:lnTo>
                  <a:lnTo>
                    <a:pt x="2912117" y="1170650"/>
                  </a:lnTo>
                  <a:lnTo>
                    <a:pt x="2961475" y="1185128"/>
                  </a:lnTo>
                  <a:lnTo>
                    <a:pt x="3010833" y="1199448"/>
                  </a:lnTo>
                  <a:lnTo>
                    <a:pt x="3060191" y="1213612"/>
                  </a:lnTo>
                  <a:lnTo>
                    <a:pt x="3109549" y="1227622"/>
                  </a:lnTo>
                  <a:lnTo>
                    <a:pt x="3158907" y="1241478"/>
                  </a:lnTo>
                  <a:lnTo>
                    <a:pt x="3208265" y="1255183"/>
                  </a:lnTo>
                  <a:lnTo>
                    <a:pt x="3257623" y="1268737"/>
                  </a:lnTo>
                  <a:lnTo>
                    <a:pt x="3306981" y="1282142"/>
                  </a:lnTo>
                  <a:lnTo>
                    <a:pt x="3356339" y="1295397"/>
                  </a:lnTo>
                  <a:lnTo>
                    <a:pt x="3405697" y="1308505"/>
                  </a:lnTo>
                  <a:lnTo>
                    <a:pt x="3455055" y="1321465"/>
                  </a:lnTo>
                  <a:lnTo>
                    <a:pt x="3504412" y="1334278"/>
                  </a:lnTo>
                  <a:lnTo>
                    <a:pt x="3553770" y="1346945"/>
                  </a:lnTo>
                  <a:lnTo>
                    <a:pt x="3603128" y="1359466"/>
                  </a:lnTo>
                  <a:lnTo>
                    <a:pt x="3652486" y="1371842"/>
                  </a:lnTo>
                  <a:lnTo>
                    <a:pt x="3701844" y="1384072"/>
                  </a:lnTo>
                  <a:lnTo>
                    <a:pt x="3751202" y="1396158"/>
                  </a:lnTo>
                  <a:lnTo>
                    <a:pt x="3800560" y="1408100"/>
                  </a:lnTo>
                  <a:lnTo>
                    <a:pt x="3849918" y="1419897"/>
                  </a:lnTo>
                  <a:lnTo>
                    <a:pt x="3899276" y="143155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30" name="pl409">
              <a:extLst>
                <a:ext uri="{FF2B5EF4-FFF2-40B4-BE49-F238E27FC236}">
                  <a16:creationId xmlns:a16="http://schemas.microsoft.com/office/drawing/2014/main" id="{375658D4-A56D-BA45-073B-0F93101AAA0C}"/>
                </a:ext>
              </a:extLst>
            </p:cNvPr>
            <p:cNvSpPr/>
            <p:nvPr/>
          </p:nvSpPr>
          <p:spPr>
            <a:xfrm>
              <a:off x="1623483" y="2413290"/>
              <a:ext cx="3899276" cy="1469482"/>
            </a:xfrm>
            <a:custGeom>
              <a:avLst/>
              <a:gdLst/>
              <a:ahLst/>
              <a:cxnLst/>
              <a:rect l="0" t="0" r="0" b="0"/>
              <a:pathLst>
                <a:path w="3899276" h="1469482">
                  <a:moveTo>
                    <a:pt x="3899276" y="1469482"/>
                  </a:moveTo>
                  <a:lnTo>
                    <a:pt x="3849918" y="1461503"/>
                  </a:lnTo>
                  <a:lnTo>
                    <a:pt x="3800560" y="1453168"/>
                  </a:lnTo>
                  <a:lnTo>
                    <a:pt x="3751202" y="1444466"/>
                  </a:lnTo>
                  <a:lnTo>
                    <a:pt x="3701844" y="1435384"/>
                  </a:lnTo>
                  <a:lnTo>
                    <a:pt x="3652486" y="1425909"/>
                  </a:lnTo>
                  <a:lnTo>
                    <a:pt x="3603128" y="1416031"/>
                  </a:lnTo>
                  <a:lnTo>
                    <a:pt x="3553770" y="1405735"/>
                  </a:lnTo>
                  <a:lnTo>
                    <a:pt x="3504412" y="1395010"/>
                  </a:lnTo>
                  <a:lnTo>
                    <a:pt x="3455055" y="1383845"/>
                  </a:lnTo>
                  <a:lnTo>
                    <a:pt x="3405697" y="1372227"/>
                  </a:lnTo>
                  <a:lnTo>
                    <a:pt x="3356339" y="1360146"/>
                  </a:lnTo>
                  <a:lnTo>
                    <a:pt x="3306981" y="1347590"/>
                  </a:lnTo>
                  <a:lnTo>
                    <a:pt x="3257623" y="1334549"/>
                  </a:lnTo>
                  <a:lnTo>
                    <a:pt x="3208265" y="1321014"/>
                  </a:lnTo>
                  <a:lnTo>
                    <a:pt x="3158907" y="1306975"/>
                  </a:lnTo>
                  <a:lnTo>
                    <a:pt x="3109549" y="1292424"/>
                  </a:lnTo>
                  <a:lnTo>
                    <a:pt x="3060191" y="1277353"/>
                  </a:lnTo>
                  <a:lnTo>
                    <a:pt x="3010833" y="1261757"/>
                  </a:lnTo>
                  <a:lnTo>
                    <a:pt x="2961475" y="1245631"/>
                  </a:lnTo>
                  <a:lnTo>
                    <a:pt x="2912117" y="1228969"/>
                  </a:lnTo>
                  <a:lnTo>
                    <a:pt x="2862759" y="1211771"/>
                  </a:lnTo>
                  <a:lnTo>
                    <a:pt x="2813401" y="1194034"/>
                  </a:lnTo>
                  <a:lnTo>
                    <a:pt x="2764044" y="1175761"/>
                  </a:lnTo>
                  <a:lnTo>
                    <a:pt x="2714686" y="1156952"/>
                  </a:lnTo>
                  <a:lnTo>
                    <a:pt x="2665328" y="1137613"/>
                  </a:lnTo>
                  <a:lnTo>
                    <a:pt x="2615970" y="1117751"/>
                  </a:lnTo>
                  <a:lnTo>
                    <a:pt x="2566612" y="1097374"/>
                  </a:lnTo>
                  <a:lnTo>
                    <a:pt x="2517254" y="1076493"/>
                  </a:lnTo>
                  <a:lnTo>
                    <a:pt x="2467896" y="1055121"/>
                  </a:lnTo>
                  <a:lnTo>
                    <a:pt x="2418538" y="1033276"/>
                  </a:lnTo>
                  <a:lnTo>
                    <a:pt x="2369180" y="1010976"/>
                  </a:lnTo>
                  <a:lnTo>
                    <a:pt x="2319822" y="988242"/>
                  </a:lnTo>
                  <a:lnTo>
                    <a:pt x="2270464" y="965099"/>
                  </a:lnTo>
                  <a:lnTo>
                    <a:pt x="2221106" y="941574"/>
                  </a:lnTo>
                  <a:lnTo>
                    <a:pt x="2171748" y="917697"/>
                  </a:lnTo>
                  <a:lnTo>
                    <a:pt x="2122390" y="893502"/>
                  </a:lnTo>
                  <a:lnTo>
                    <a:pt x="2073033" y="869023"/>
                  </a:lnTo>
                  <a:lnTo>
                    <a:pt x="2023675" y="844300"/>
                  </a:lnTo>
                  <a:lnTo>
                    <a:pt x="1974317" y="819372"/>
                  </a:lnTo>
                  <a:lnTo>
                    <a:pt x="1924959" y="794284"/>
                  </a:lnTo>
                  <a:lnTo>
                    <a:pt x="1875601" y="769080"/>
                  </a:lnTo>
                  <a:lnTo>
                    <a:pt x="1826243" y="743806"/>
                  </a:lnTo>
                  <a:lnTo>
                    <a:pt x="1776885" y="718510"/>
                  </a:lnTo>
                  <a:lnTo>
                    <a:pt x="1727527" y="693240"/>
                  </a:lnTo>
                  <a:lnTo>
                    <a:pt x="1678169" y="668044"/>
                  </a:lnTo>
                  <a:lnTo>
                    <a:pt x="1628811" y="642969"/>
                  </a:lnTo>
                  <a:lnTo>
                    <a:pt x="1579453" y="618060"/>
                  </a:lnTo>
                  <a:lnTo>
                    <a:pt x="1530095" y="593361"/>
                  </a:lnTo>
                  <a:lnTo>
                    <a:pt x="1480737" y="568913"/>
                  </a:lnTo>
                  <a:lnTo>
                    <a:pt x="1431379" y="544753"/>
                  </a:lnTo>
                  <a:lnTo>
                    <a:pt x="1382022" y="520912"/>
                  </a:lnTo>
                  <a:lnTo>
                    <a:pt x="1332664" y="497420"/>
                  </a:lnTo>
                  <a:lnTo>
                    <a:pt x="1283306" y="474299"/>
                  </a:lnTo>
                  <a:lnTo>
                    <a:pt x="1233948" y="451568"/>
                  </a:lnTo>
                  <a:lnTo>
                    <a:pt x="1184590" y="429241"/>
                  </a:lnTo>
                  <a:lnTo>
                    <a:pt x="1135232" y="407324"/>
                  </a:lnTo>
                  <a:lnTo>
                    <a:pt x="1085874" y="385823"/>
                  </a:lnTo>
                  <a:lnTo>
                    <a:pt x="1036516" y="364737"/>
                  </a:lnTo>
                  <a:lnTo>
                    <a:pt x="987158" y="344062"/>
                  </a:lnTo>
                  <a:lnTo>
                    <a:pt x="937800" y="323792"/>
                  </a:lnTo>
                  <a:lnTo>
                    <a:pt x="888442" y="303918"/>
                  </a:lnTo>
                  <a:lnTo>
                    <a:pt x="839084" y="284429"/>
                  </a:lnTo>
                  <a:lnTo>
                    <a:pt x="789726" y="265312"/>
                  </a:lnTo>
                  <a:lnTo>
                    <a:pt x="740368" y="246556"/>
                  </a:lnTo>
                  <a:lnTo>
                    <a:pt x="691011" y="228146"/>
                  </a:lnTo>
                  <a:lnTo>
                    <a:pt x="641653" y="210068"/>
                  </a:lnTo>
                  <a:lnTo>
                    <a:pt x="592295" y="192310"/>
                  </a:lnTo>
                  <a:lnTo>
                    <a:pt x="542937" y="174859"/>
                  </a:lnTo>
                  <a:lnTo>
                    <a:pt x="493579" y="157701"/>
                  </a:lnTo>
                  <a:lnTo>
                    <a:pt x="444221" y="140825"/>
                  </a:lnTo>
                  <a:lnTo>
                    <a:pt x="394863" y="124219"/>
                  </a:lnTo>
                  <a:lnTo>
                    <a:pt x="345505" y="107874"/>
                  </a:lnTo>
                  <a:lnTo>
                    <a:pt x="296147" y="91778"/>
                  </a:lnTo>
                  <a:lnTo>
                    <a:pt x="246789" y="75924"/>
                  </a:lnTo>
                  <a:lnTo>
                    <a:pt x="197431" y="60303"/>
                  </a:lnTo>
                  <a:lnTo>
                    <a:pt x="148073" y="44906"/>
                  </a:lnTo>
                  <a:lnTo>
                    <a:pt x="98715" y="29728"/>
                  </a:lnTo>
                  <a:lnTo>
                    <a:pt x="49357" y="147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31" name="pl410">
              <a:extLst>
                <a:ext uri="{FF2B5EF4-FFF2-40B4-BE49-F238E27FC236}">
                  <a16:creationId xmlns:a16="http://schemas.microsoft.com/office/drawing/2014/main" id="{CAB30926-A77A-49BE-0194-FAFB6776094C}"/>
                </a:ext>
              </a:extLst>
            </p:cNvPr>
            <p:cNvSpPr/>
            <p:nvPr/>
          </p:nvSpPr>
          <p:spPr>
            <a:xfrm>
              <a:off x="1623483" y="2145211"/>
              <a:ext cx="3899276" cy="1554077"/>
            </a:xfrm>
            <a:custGeom>
              <a:avLst/>
              <a:gdLst/>
              <a:ahLst/>
              <a:cxnLst/>
              <a:rect l="0" t="0" r="0" b="0"/>
              <a:pathLst>
                <a:path w="3899276" h="1554077">
                  <a:moveTo>
                    <a:pt x="0" y="0"/>
                  </a:moveTo>
                  <a:lnTo>
                    <a:pt x="49357" y="17792"/>
                  </a:lnTo>
                  <a:lnTo>
                    <a:pt x="98715" y="35913"/>
                  </a:lnTo>
                  <a:lnTo>
                    <a:pt x="148073" y="54356"/>
                  </a:lnTo>
                  <a:lnTo>
                    <a:pt x="197431" y="73119"/>
                  </a:lnTo>
                  <a:lnTo>
                    <a:pt x="246789" y="92195"/>
                  </a:lnTo>
                  <a:lnTo>
                    <a:pt x="296147" y="111580"/>
                  </a:lnTo>
                  <a:lnTo>
                    <a:pt x="345505" y="131267"/>
                  </a:lnTo>
                  <a:lnTo>
                    <a:pt x="394863" y="151249"/>
                  </a:lnTo>
                  <a:lnTo>
                    <a:pt x="444221" y="171518"/>
                  </a:lnTo>
                  <a:lnTo>
                    <a:pt x="493579" y="192067"/>
                  </a:lnTo>
                  <a:lnTo>
                    <a:pt x="542937" y="212886"/>
                  </a:lnTo>
                  <a:lnTo>
                    <a:pt x="592295" y="233967"/>
                  </a:lnTo>
                  <a:lnTo>
                    <a:pt x="641653" y="255299"/>
                  </a:lnTo>
                  <a:lnTo>
                    <a:pt x="691011" y="276872"/>
                  </a:lnTo>
                  <a:lnTo>
                    <a:pt x="740368" y="298674"/>
                  </a:lnTo>
                  <a:lnTo>
                    <a:pt x="789726" y="320694"/>
                  </a:lnTo>
                  <a:lnTo>
                    <a:pt x="839084" y="342919"/>
                  </a:lnTo>
                  <a:lnTo>
                    <a:pt x="888442" y="365338"/>
                  </a:lnTo>
                  <a:lnTo>
                    <a:pt x="937800" y="387935"/>
                  </a:lnTo>
                  <a:lnTo>
                    <a:pt x="987158" y="410699"/>
                  </a:lnTo>
                  <a:lnTo>
                    <a:pt x="1036516" y="433614"/>
                  </a:lnTo>
                  <a:lnTo>
                    <a:pt x="1085874" y="456666"/>
                  </a:lnTo>
                  <a:lnTo>
                    <a:pt x="1135232" y="479840"/>
                  </a:lnTo>
                  <a:lnTo>
                    <a:pt x="1184590" y="503121"/>
                  </a:lnTo>
                  <a:lnTo>
                    <a:pt x="1233948" y="526493"/>
                  </a:lnTo>
                  <a:lnTo>
                    <a:pt x="1283306" y="549940"/>
                  </a:lnTo>
                  <a:lnTo>
                    <a:pt x="1332664" y="573447"/>
                  </a:lnTo>
                  <a:lnTo>
                    <a:pt x="1382022" y="596997"/>
                  </a:lnTo>
                  <a:lnTo>
                    <a:pt x="1431379" y="620574"/>
                  </a:lnTo>
                  <a:lnTo>
                    <a:pt x="1480737" y="644161"/>
                  </a:lnTo>
                  <a:lnTo>
                    <a:pt x="1530095" y="667743"/>
                  </a:lnTo>
                  <a:lnTo>
                    <a:pt x="1579453" y="691302"/>
                  </a:lnTo>
                  <a:lnTo>
                    <a:pt x="1628811" y="714823"/>
                  </a:lnTo>
                  <a:lnTo>
                    <a:pt x="1678169" y="738289"/>
                  </a:lnTo>
                  <a:lnTo>
                    <a:pt x="1727527" y="761684"/>
                  </a:lnTo>
                  <a:lnTo>
                    <a:pt x="1776885" y="784992"/>
                  </a:lnTo>
                  <a:lnTo>
                    <a:pt x="1826243" y="808197"/>
                  </a:lnTo>
                  <a:lnTo>
                    <a:pt x="1875601" y="831285"/>
                  </a:lnTo>
                  <a:lnTo>
                    <a:pt x="1924959" y="854240"/>
                  </a:lnTo>
                  <a:lnTo>
                    <a:pt x="1974317" y="877048"/>
                  </a:lnTo>
                  <a:lnTo>
                    <a:pt x="2023675" y="899694"/>
                  </a:lnTo>
                  <a:lnTo>
                    <a:pt x="2073033" y="922164"/>
                  </a:lnTo>
                  <a:lnTo>
                    <a:pt x="2122390" y="944445"/>
                  </a:lnTo>
                  <a:lnTo>
                    <a:pt x="2171748" y="966524"/>
                  </a:lnTo>
                  <a:lnTo>
                    <a:pt x="2221106" y="988389"/>
                  </a:lnTo>
                  <a:lnTo>
                    <a:pt x="2270464" y="1010027"/>
                  </a:lnTo>
                  <a:lnTo>
                    <a:pt x="2319822" y="1031428"/>
                  </a:lnTo>
                  <a:lnTo>
                    <a:pt x="2369180" y="1052581"/>
                  </a:lnTo>
                  <a:lnTo>
                    <a:pt x="2418538" y="1073475"/>
                  </a:lnTo>
                  <a:lnTo>
                    <a:pt x="2467896" y="1094101"/>
                  </a:lnTo>
                  <a:lnTo>
                    <a:pt x="2517254" y="1114450"/>
                  </a:lnTo>
                  <a:lnTo>
                    <a:pt x="2566612" y="1134513"/>
                  </a:lnTo>
                  <a:lnTo>
                    <a:pt x="2615970" y="1154284"/>
                  </a:lnTo>
                  <a:lnTo>
                    <a:pt x="2665328" y="1173754"/>
                  </a:lnTo>
                  <a:lnTo>
                    <a:pt x="2714686" y="1192918"/>
                  </a:lnTo>
                  <a:lnTo>
                    <a:pt x="2764044" y="1211769"/>
                  </a:lnTo>
                  <a:lnTo>
                    <a:pt x="2813401" y="1230303"/>
                  </a:lnTo>
                  <a:lnTo>
                    <a:pt x="2862759" y="1248515"/>
                  </a:lnTo>
                  <a:lnTo>
                    <a:pt x="2912117" y="1266400"/>
                  </a:lnTo>
                  <a:lnTo>
                    <a:pt x="2961475" y="1283956"/>
                  </a:lnTo>
                  <a:lnTo>
                    <a:pt x="3010833" y="1301179"/>
                  </a:lnTo>
                  <a:lnTo>
                    <a:pt x="3060191" y="1318068"/>
                  </a:lnTo>
                  <a:lnTo>
                    <a:pt x="3109549" y="1334620"/>
                  </a:lnTo>
                  <a:lnTo>
                    <a:pt x="3158907" y="1350834"/>
                  </a:lnTo>
                  <a:lnTo>
                    <a:pt x="3208265" y="1366710"/>
                  </a:lnTo>
                  <a:lnTo>
                    <a:pt x="3257623" y="1382247"/>
                  </a:lnTo>
                  <a:lnTo>
                    <a:pt x="3306981" y="1397445"/>
                  </a:lnTo>
                  <a:lnTo>
                    <a:pt x="3356339" y="1412306"/>
                  </a:lnTo>
                  <a:lnTo>
                    <a:pt x="3405697" y="1426831"/>
                  </a:lnTo>
                  <a:lnTo>
                    <a:pt x="3455055" y="1441020"/>
                  </a:lnTo>
                  <a:lnTo>
                    <a:pt x="3504412" y="1454877"/>
                  </a:lnTo>
                  <a:lnTo>
                    <a:pt x="3553770" y="1468402"/>
                  </a:lnTo>
                  <a:lnTo>
                    <a:pt x="3603128" y="1481600"/>
                  </a:lnTo>
                  <a:lnTo>
                    <a:pt x="3652486" y="1494472"/>
                  </a:lnTo>
                  <a:lnTo>
                    <a:pt x="3701844" y="1507022"/>
                  </a:lnTo>
                  <a:lnTo>
                    <a:pt x="3751202" y="1519254"/>
                  </a:lnTo>
                  <a:lnTo>
                    <a:pt x="3800560" y="1531171"/>
                  </a:lnTo>
                  <a:lnTo>
                    <a:pt x="3849918" y="1542777"/>
                  </a:lnTo>
                  <a:lnTo>
                    <a:pt x="3899276" y="155407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2" name="pg411">
              <a:extLst>
                <a:ext uri="{FF2B5EF4-FFF2-40B4-BE49-F238E27FC236}">
                  <a16:creationId xmlns:a16="http://schemas.microsoft.com/office/drawing/2014/main" id="{25240D08-2539-A66D-26DE-D570C11FA6FB}"/>
                </a:ext>
              </a:extLst>
            </p:cNvPr>
            <p:cNvSpPr/>
            <p:nvPr/>
          </p:nvSpPr>
          <p:spPr>
            <a:xfrm>
              <a:off x="1733162" y="1934470"/>
              <a:ext cx="3732361" cy="1901213"/>
            </a:xfrm>
            <a:custGeom>
              <a:avLst/>
              <a:gdLst/>
              <a:ahLst/>
              <a:cxnLst/>
              <a:rect l="0" t="0" r="0" b="0"/>
              <a:pathLst>
                <a:path w="3732361" h="1901213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  <a:lnTo>
                    <a:pt x="3732361" y="1901213"/>
                  </a:lnTo>
                  <a:lnTo>
                    <a:pt x="3685116" y="1891869"/>
                  </a:lnTo>
                  <a:lnTo>
                    <a:pt x="3637871" y="1882160"/>
                  </a:lnTo>
                  <a:lnTo>
                    <a:pt x="3590626" y="1872075"/>
                  </a:lnTo>
                  <a:lnTo>
                    <a:pt x="3543381" y="1861604"/>
                  </a:lnTo>
                  <a:lnTo>
                    <a:pt x="3496135" y="1850740"/>
                  </a:lnTo>
                  <a:lnTo>
                    <a:pt x="3448890" y="1839471"/>
                  </a:lnTo>
                  <a:lnTo>
                    <a:pt x="3401645" y="1827791"/>
                  </a:lnTo>
                  <a:lnTo>
                    <a:pt x="3354400" y="1815689"/>
                  </a:lnTo>
                  <a:lnTo>
                    <a:pt x="3307155" y="1803159"/>
                  </a:lnTo>
                  <a:lnTo>
                    <a:pt x="3259910" y="1790192"/>
                  </a:lnTo>
                  <a:lnTo>
                    <a:pt x="3212665" y="1776783"/>
                  </a:lnTo>
                  <a:lnTo>
                    <a:pt x="3165420" y="1762924"/>
                  </a:lnTo>
                  <a:lnTo>
                    <a:pt x="3118175" y="1748611"/>
                  </a:lnTo>
                  <a:lnTo>
                    <a:pt x="3070930" y="1733839"/>
                  </a:lnTo>
                  <a:lnTo>
                    <a:pt x="3023685" y="1718604"/>
                  </a:lnTo>
                  <a:lnTo>
                    <a:pt x="2976440" y="1702904"/>
                  </a:lnTo>
                  <a:lnTo>
                    <a:pt x="2929194" y="1686737"/>
                  </a:lnTo>
                  <a:lnTo>
                    <a:pt x="2881949" y="1670103"/>
                  </a:lnTo>
                  <a:lnTo>
                    <a:pt x="2834704" y="1653003"/>
                  </a:lnTo>
                  <a:lnTo>
                    <a:pt x="2787459" y="1635439"/>
                  </a:lnTo>
                  <a:lnTo>
                    <a:pt x="2740214" y="1617415"/>
                  </a:lnTo>
                  <a:lnTo>
                    <a:pt x="2692969" y="1598937"/>
                  </a:lnTo>
                  <a:lnTo>
                    <a:pt x="2645724" y="1580012"/>
                  </a:lnTo>
                  <a:lnTo>
                    <a:pt x="2598479" y="1560648"/>
                  </a:lnTo>
                  <a:lnTo>
                    <a:pt x="2551234" y="1540857"/>
                  </a:lnTo>
                  <a:lnTo>
                    <a:pt x="2503989" y="1520651"/>
                  </a:lnTo>
                  <a:lnTo>
                    <a:pt x="2456744" y="1500046"/>
                  </a:lnTo>
                  <a:lnTo>
                    <a:pt x="2409499" y="1479057"/>
                  </a:lnTo>
                  <a:lnTo>
                    <a:pt x="2362254" y="1457704"/>
                  </a:lnTo>
                  <a:lnTo>
                    <a:pt x="2315008" y="1436008"/>
                  </a:lnTo>
                  <a:lnTo>
                    <a:pt x="2267763" y="1413992"/>
                  </a:lnTo>
                  <a:lnTo>
                    <a:pt x="2220518" y="1391682"/>
                  </a:lnTo>
                  <a:lnTo>
                    <a:pt x="2173273" y="1369105"/>
                  </a:lnTo>
                  <a:lnTo>
                    <a:pt x="2126028" y="1346290"/>
                  </a:lnTo>
                  <a:lnTo>
                    <a:pt x="2078783" y="1323270"/>
                  </a:lnTo>
                  <a:lnTo>
                    <a:pt x="2031538" y="1300077"/>
                  </a:lnTo>
                  <a:lnTo>
                    <a:pt x="1984293" y="1276747"/>
                  </a:lnTo>
                  <a:lnTo>
                    <a:pt x="1937048" y="1253316"/>
                  </a:lnTo>
                  <a:lnTo>
                    <a:pt x="1889803" y="1229822"/>
                  </a:lnTo>
                  <a:lnTo>
                    <a:pt x="1842558" y="1206302"/>
                  </a:lnTo>
                  <a:lnTo>
                    <a:pt x="1795313" y="1182796"/>
                  </a:lnTo>
                  <a:lnTo>
                    <a:pt x="1748067" y="1159343"/>
                  </a:lnTo>
                  <a:lnTo>
                    <a:pt x="1700822" y="1135980"/>
                  </a:lnTo>
                  <a:lnTo>
                    <a:pt x="1653577" y="1112745"/>
                  </a:lnTo>
                  <a:lnTo>
                    <a:pt x="1606332" y="1089674"/>
                  </a:lnTo>
                  <a:lnTo>
                    <a:pt x="1559087" y="1066801"/>
                  </a:lnTo>
                  <a:lnTo>
                    <a:pt x="1511842" y="1044156"/>
                  </a:lnTo>
                  <a:lnTo>
                    <a:pt x="1464597" y="1021769"/>
                  </a:lnTo>
                  <a:lnTo>
                    <a:pt x="1417352" y="999665"/>
                  </a:lnTo>
                  <a:lnTo>
                    <a:pt x="1370107" y="977865"/>
                  </a:lnTo>
                  <a:lnTo>
                    <a:pt x="1322862" y="956387"/>
                  </a:lnTo>
                  <a:lnTo>
                    <a:pt x="1275617" y="935246"/>
                  </a:lnTo>
                  <a:lnTo>
                    <a:pt x="1228372" y="914451"/>
                  </a:lnTo>
                  <a:lnTo>
                    <a:pt x="1181127" y="894010"/>
                  </a:lnTo>
                  <a:lnTo>
                    <a:pt x="1133881" y="873925"/>
                  </a:lnTo>
                  <a:lnTo>
                    <a:pt x="1086636" y="854198"/>
                  </a:lnTo>
                  <a:lnTo>
                    <a:pt x="1039391" y="834826"/>
                  </a:lnTo>
                  <a:lnTo>
                    <a:pt x="992146" y="815805"/>
                  </a:lnTo>
                  <a:lnTo>
                    <a:pt x="944901" y="797127"/>
                  </a:lnTo>
                  <a:lnTo>
                    <a:pt x="897656" y="778784"/>
                  </a:lnTo>
                  <a:lnTo>
                    <a:pt x="850411" y="760768"/>
                  </a:lnTo>
                  <a:lnTo>
                    <a:pt x="803166" y="743069"/>
                  </a:lnTo>
                  <a:lnTo>
                    <a:pt x="755921" y="725675"/>
                  </a:lnTo>
                  <a:lnTo>
                    <a:pt x="708676" y="708577"/>
                  </a:lnTo>
                  <a:lnTo>
                    <a:pt x="661431" y="691763"/>
                  </a:lnTo>
                  <a:lnTo>
                    <a:pt x="614186" y="675222"/>
                  </a:lnTo>
                  <a:lnTo>
                    <a:pt x="566940" y="658945"/>
                  </a:lnTo>
                  <a:lnTo>
                    <a:pt x="519695" y="642921"/>
                  </a:lnTo>
                  <a:lnTo>
                    <a:pt x="472450" y="627140"/>
                  </a:lnTo>
                  <a:lnTo>
                    <a:pt x="425205" y="611594"/>
                  </a:lnTo>
                  <a:lnTo>
                    <a:pt x="377960" y="596274"/>
                  </a:lnTo>
                  <a:lnTo>
                    <a:pt x="330715" y="581172"/>
                  </a:lnTo>
                  <a:lnTo>
                    <a:pt x="283470" y="566281"/>
                  </a:lnTo>
                  <a:lnTo>
                    <a:pt x="236225" y="551594"/>
                  </a:lnTo>
                  <a:lnTo>
                    <a:pt x="188980" y="537104"/>
                  </a:lnTo>
                  <a:lnTo>
                    <a:pt x="141735" y="522805"/>
                  </a:lnTo>
                  <a:lnTo>
                    <a:pt x="94490" y="508693"/>
                  </a:lnTo>
                  <a:lnTo>
                    <a:pt x="47245" y="494761"/>
                  </a:lnTo>
                  <a:lnTo>
                    <a:pt x="0" y="481007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33" name="pl412">
              <a:extLst>
                <a:ext uri="{FF2B5EF4-FFF2-40B4-BE49-F238E27FC236}">
                  <a16:creationId xmlns:a16="http://schemas.microsoft.com/office/drawing/2014/main" id="{9202D0B2-D131-D423-9F52-912EA75BF91D}"/>
                </a:ext>
              </a:extLst>
            </p:cNvPr>
            <p:cNvSpPr/>
            <p:nvPr/>
          </p:nvSpPr>
          <p:spPr>
            <a:xfrm>
              <a:off x="1733162" y="1934470"/>
              <a:ext cx="3732361" cy="1371175"/>
            </a:xfrm>
            <a:custGeom>
              <a:avLst/>
              <a:gdLst/>
              <a:ahLst/>
              <a:cxnLst/>
              <a:rect l="0" t="0" r="0" b="0"/>
              <a:pathLst>
                <a:path w="3732361" h="1371175">
                  <a:moveTo>
                    <a:pt x="0" y="0"/>
                  </a:moveTo>
                  <a:lnTo>
                    <a:pt x="47245" y="16290"/>
                  </a:lnTo>
                  <a:lnTo>
                    <a:pt x="94490" y="33026"/>
                  </a:lnTo>
                  <a:lnTo>
                    <a:pt x="141735" y="50202"/>
                  </a:lnTo>
                  <a:lnTo>
                    <a:pt x="188980" y="67813"/>
                  </a:lnTo>
                  <a:lnTo>
                    <a:pt x="236225" y="85853"/>
                  </a:lnTo>
                  <a:lnTo>
                    <a:pt x="283470" y="104311"/>
                  </a:lnTo>
                  <a:lnTo>
                    <a:pt x="330715" y="123178"/>
                  </a:lnTo>
                  <a:lnTo>
                    <a:pt x="377960" y="142440"/>
                  </a:lnTo>
                  <a:lnTo>
                    <a:pt x="425205" y="162081"/>
                  </a:lnTo>
                  <a:lnTo>
                    <a:pt x="472450" y="182086"/>
                  </a:lnTo>
                  <a:lnTo>
                    <a:pt x="519695" y="202435"/>
                  </a:lnTo>
                  <a:lnTo>
                    <a:pt x="566940" y="223106"/>
                  </a:lnTo>
                  <a:lnTo>
                    <a:pt x="614186" y="244076"/>
                  </a:lnTo>
                  <a:lnTo>
                    <a:pt x="661431" y="265319"/>
                  </a:lnTo>
                  <a:lnTo>
                    <a:pt x="708676" y="286807"/>
                  </a:lnTo>
                  <a:lnTo>
                    <a:pt x="755921" y="308510"/>
                  </a:lnTo>
                  <a:lnTo>
                    <a:pt x="803166" y="330397"/>
                  </a:lnTo>
                  <a:lnTo>
                    <a:pt x="850411" y="352434"/>
                  </a:lnTo>
                  <a:lnTo>
                    <a:pt x="897656" y="374588"/>
                  </a:lnTo>
                  <a:lnTo>
                    <a:pt x="944901" y="396821"/>
                  </a:lnTo>
                  <a:lnTo>
                    <a:pt x="992146" y="419098"/>
                  </a:lnTo>
                  <a:lnTo>
                    <a:pt x="1039391" y="441382"/>
                  </a:lnTo>
                  <a:lnTo>
                    <a:pt x="1086636" y="463637"/>
                  </a:lnTo>
                  <a:lnTo>
                    <a:pt x="1133881" y="485826"/>
                  </a:lnTo>
                  <a:lnTo>
                    <a:pt x="1181127" y="507914"/>
                  </a:lnTo>
                  <a:lnTo>
                    <a:pt x="1228372" y="529869"/>
                  </a:lnTo>
                  <a:lnTo>
                    <a:pt x="1275617" y="551660"/>
                  </a:lnTo>
                  <a:lnTo>
                    <a:pt x="1322862" y="573258"/>
                  </a:lnTo>
                  <a:lnTo>
                    <a:pt x="1370107" y="594639"/>
                  </a:lnTo>
                  <a:lnTo>
                    <a:pt x="1417352" y="615779"/>
                  </a:lnTo>
                  <a:lnTo>
                    <a:pt x="1464597" y="636660"/>
                  </a:lnTo>
                  <a:lnTo>
                    <a:pt x="1511842" y="657267"/>
                  </a:lnTo>
                  <a:lnTo>
                    <a:pt x="1559087" y="677589"/>
                  </a:lnTo>
                  <a:lnTo>
                    <a:pt x="1606332" y="697617"/>
                  </a:lnTo>
                  <a:lnTo>
                    <a:pt x="1653577" y="717347"/>
                  </a:lnTo>
                  <a:lnTo>
                    <a:pt x="1700822" y="736776"/>
                  </a:lnTo>
                  <a:lnTo>
                    <a:pt x="1748067" y="755905"/>
                  </a:lnTo>
                  <a:lnTo>
                    <a:pt x="1795313" y="774737"/>
                  </a:lnTo>
                  <a:lnTo>
                    <a:pt x="1842558" y="793277"/>
                  </a:lnTo>
                  <a:lnTo>
                    <a:pt x="1889803" y="811530"/>
                  </a:lnTo>
                  <a:lnTo>
                    <a:pt x="1937048" y="829503"/>
                  </a:lnTo>
                  <a:lnTo>
                    <a:pt x="1984293" y="847206"/>
                  </a:lnTo>
                  <a:lnTo>
                    <a:pt x="2031538" y="864646"/>
                  </a:lnTo>
                  <a:lnTo>
                    <a:pt x="2078783" y="881833"/>
                  </a:lnTo>
                  <a:lnTo>
                    <a:pt x="2126028" y="898776"/>
                  </a:lnTo>
                  <a:lnTo>
                    <a:pt x="2173273" y="915482"/>
                  </a:lnTo>
                  <a:lnTo>
                    <a:pt x="2220518" y="931962"/>
                  </a:lnTo>
                  <a:lnTo>
                    <a:pt x="2267763" y="948224"/>
                  </a:lnTo>
                  <a:lnTo>
                    <a:pt x="2315008" y="964275"/>
                  </a:lnTo>
                  <a:lnTo>
                    <a:pt x="2362254" y="980124"/>
                  </a:lnTo>
                  <a:lnTo>
                    <a:pt x="2409499" y="995777"/>
                  </a:lnTo>
                  <a:lnTo>
                    <a:pt x="2456744" y="1011241"/>
                  </a:lnTo>
                  <a:lnTo>
                    <a:pt x="2503989" y="1026523"/>
                  </a:lnTo>
                  <a:lnTo>
                    <a:pt x="2551234" y="1041627"/>
                  </a:lnTo>
                  <a:lnTo>
                    <a:pt x="2598479" y="1056560"/>
                  </a:lnTo>
                  <a:lnTo>
                    <a:pt x="2645724" y="1071326"/>
                  </a:lnTo>
                  <a:lnTo>
                    <a:pt x="2692969" y="1085929"/>
                  </a:lnTo>
                  <a:lnTo>
                    <a:pt x="2740214" y="1100374"/>
                  </a:lnTo>
                  <a:lnTo>
                    <a:pt x="2787459" y="1114664"/>
                  </a:lnTo>
                  <a:lnTo>
                    <a:pt x="2834704" y="1128803"/>
                  </a:lnTo>
                  <a:lnTo>
                    <a:pt x="2881949" y="1142792"/>
                  </a:lnTo>
                  <a:lnTo>
                    <a:pt x="2929194" y="1156635"/>
                  </a:lnTo>
                  <a:lnTo>
                    <a:pt x="2976440" y="1170335"/>
                  </a:lnTo>
                  <a:lnTo>
                    <a:pt x="3023685" y="1183893"/>
                  </a:lnTo>
                  <a:lnTo>
                    <a:pt x="3070930" y="1197311"/>
                  </a:lnTo>
                  <a:lnTo>
                    <a:pt x="3118175" y="1210592"/>
                  </a:lnTo>
                  <a:lnTo>
                    <a:pt x="3165420" y="1223735"/>
                  </a:lnTo>
                  <a:lnTo>
                    <a:pt x="3212665" y="1236744"/>
                  </a:lnTo>
                  <a:lnTo>
                    <a:pt x="3259910" y="1249618"/>
                  </a:lnTo>
                  <a:lnTo>
                    <a:pt x="3307155" y="1262360"/>
                  </a:lnTo>
                  <a:lnTo>
                    <a:pt x="3354400" y="1274969"/>
                  </a:lnTo>
                  <a:lnTo>
                    <a:pt x="3401645" y="1287448"/>
                  </a:lnTo>
                  <a:lnTo>
                    <a:pt x="3448890" y="1299795"/>
                  </a:lnTo>
                  <a:lnTo>
                    <a:pt x="3496135" y="1312013"/>
                  </a:lnTo>
                  <a:lnTo>
                    <a:pt x="3543381" y="1324102"/>
                  </a:lnTo>
                  <a:lnTo>
                    <a:pt x="3590626" y="1336062"/>
                  </a:lnTo>
                  <a:lnTo>
                    <a:pt x="3637871" y="1347894"/>
                  </a:lnTo>
                  <a:lnTo>
                    <a:pt x="3685116" y="1359598"/>
                  </a:lnTo>
                  <a:lnTo>
                    <a:pt x="3732361" y="137117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34" name="pl413">
              <a:extLst>
                <a:ext uri="{FF2B5EF4-FFF2-40B4-BE49-F238E27FC236}">
                  <a16:creationId xmlns:a16="http://schemas.microsoft.com/office/drawing/2014/main" id="{B9A865AE-397A-A6D2-EF37-DC4F157B10C2}"/>
                </a:ext>
              </a:extLst>
            </p:cNvPr>
            <p:cNvSpPr/>
            <p:nvPr/>
          </p:nvSpPr>
          <p:spPr>
            <a:xfrm>
              <a:off x="1733162" y="2415477"/>
              <a:ext cx="3732361" cy="1420206"/>
            </a:xfrm>
            <a:custGeom>
              <a:avLst/>
              <a:gdLst/>
              <a:ahLst/>
              <a:cxnLst/>
              <a:rect l="0" t="0" r="0" b="0"/>
              <a:pathLst>
                <a:path w="3732361" h="1420206">
                  <a:moveTo>
                    <a:pt x="3732361" y="1420206"/>
                  </a:moveTo>
                  <a:lnTo>
                    <a:pt x="3685116" y="1410862"/>
                  </a:lnTo>
                  <a:lnTo>
                    <a:pt x="3637871" y="1401153"/>
                  </a:lnTo>
                  <a:lnTo>
                    <a:pt x="3590626" y="1391068"/>
                  </a:lnTo>
                  <a:lnTo>
                    <a:pt x="3543381" y="1380597"/>
                  </a:lnTo>
                  <a:lnTo>
                    <a:pt x="3496135" y="1369733"/>
                  </a:lnTo>
                  <a:lnTo>
                    <a:pt x="3448890" y="1358464"/>
                  </a:lnTo>
                  <a:lnTo>
                    <a:pt x="3401645" y="1346784"/>
                  </a:lnTo>
                  <a:lnTo>
                    <a:pt x="3354400" y="1334682"/>
                  </a:lnTo>
                  <a:lnTo>
                    <a:pt x="3307155" y="1322152"/>
                  </a:lnTo>
                  <a:lnTo>
                    <a:pt x="3259910" y="1309185"/>
                  </a:lnTo>
                  <a:lnTo>
                    <a:pt x="3212665" y="1295776"/>
                  </a:lnTo>
                  <a:lnTo>
                    <a:pt x="3165420" y="1281917"/>
                  </a:lnTo>
                  <a:lnTo>
                    <a:pt x="3118175" y="1267604"/>
                  </a:lnTo>
                  <a:lnTo>
                    <a:pt x="3070930" y="1252832"/>
                  </a:lnTo>
                  <a:lnTo>
                    <a:pt x="3023685" y="1237597"/>
                  </a:lnTo>
                  <a:lnTo>
                    <a:pt x="2976440" y="1221897"/>
                  </a:lnTo>
                  <a:lnTo>
                    <a:pt x="2929194" y="1205730"/>
                  </a:lnTo>
                  <a:lnTo>
                    <a:pt x="2881949" y="1189096"/>
                  </a:lnTo>
                  <a:lnTo>
                    <a:pt x="2834704" y="1171996"/>
                  </a:lnTo>
                  <a:lnTo>
                    <a:pt x="2787459" y="1154432"/>
                  </a:lnTo>
                  <a:lnTo>
                    <a:pt x="2740214" y="1136408"/>
                  </a:lnTo>
                  <a:lnTo>
                    <a:pt x="2692969" y="1117930"/>
                  </a:lnTo>
                  <a:lnTo>
                    <a:pt x="2645724" y="1099005"/>
                  </a:lnTo>
                  <a:lnTo>
                    <a:pt x="2598479" y="1079641"/>
                  </a:lnTo>
                  <a:lnTo>
                    <a:pt x="2551234" y="1059850"/>
                  </a:lnTo>
                  <a:lnTo>
                    <a:pt x="2503989" y="1039644"/>
                  </a:lnTo>
                  <a:lnTo>
                    <a:pt x="2456744" y="1019039"/>
                  </a:lnTo>
                  <a:lnTo>
                    <a:pt x="2409499" y="998050"/>
                  </a:lnTo>
                  <a:lnTo>
                    <a:pt x="2362254" y="976697"/>
                  </a:lnTo>
                  <a:lnTo>
                    <a:pt x="2315008" y="955001"/>
                  </a:lnTo>
                  <a:lnTo>
                    <a:pt x="2267763" y="932985"/>
                  </a:lnTo>
                  <a:lnTo>
                    <a:pt x="2220518" y="910675"/>
                  </a:lnTo>
                  <a:lnTo>
                    <a:pt x="2173273" y="888098"/>
                  </a:lnTo>
                  <a:lnTo>
                    <a:pt x="2126028" y="865283"/>
                  </a:lnTo>
                  <a:lnTo>
                    <a:pt x="2078783" y="842263"/>
                  </a:lnTo>
                  <a:lnTo>
                    <a:pt x="2031538" y="819070"/>
                  </a:lnTo>
                  <a:lnTo>
                    <a:pt x="1984293" y="795740"/>
                  </a:lnTo>
                  <a:lnTo>
                    <a:pt x="1937048" y="772309"/>
                  </a:lnTo>
                  <a:lnTo>
                    <a:pt x="1889803" y="748815"/>
                  </a:lnTo>
                  <a:lnTo>
                    <a:pt x="1842558" y="725295"/>
                  </a:lnTo>
                  <a:lnTo>
                    <a:pt x="1795313" y="701789"/>
                  </a:lnTo>
                  <a:lnTo>
                    <a:pt x="1748067" y="678336"/>
                  </a:lnTo>
                  <a:lnTo>
                    <a:pt x="1700822" y="654973"/>
                  </a:lnTo>
                  <a:lnTo>
                    <a:pt x="1653577" y="631738"/>
                  </a:lnTo>
                  <a:lnTo>
                    <a:pt x="1606332" y="608667"/>
                  </a:lnTo>
                  <a:lnTo>
                    <a:pt x="1559087" y="585794"/>
                  </a:lnTo>
                  <a:lnTo>
                    <a:pt x="1511842" y="563149"/>
                  </a:lnTo>
                  <a:lnTo>
                    <a:pt x="1464597" y="540762"/>
                  </a:lnTo>
                  <a:lnTo>
                    <a:pt x="1417352" y="518658"/>
                  </a:lnTo>
                  <a:lnTo>
                    <a:pt x="1370107" y="496858"/>
                  </a:lnTo>
                  <a:lnTo>
                    <a:pt x="1322862" y="475380"/>
                  </a:lnTo>
                  <a:lnTo>
                    <a:pt x="1275617" y="454239"/>
                  </a:lnTo>
                  <a:lnTo>
                    <a:pt x="1228372" y="433444"/>
                  </a:lnTo>
                  <a:lnTo>
                    <a:pt x="1181127" y="413003"/>
                  </a:lnTo>
                  <a:lnTo>
                    <a:pt x="1133881" y="392918"/>
                  </a:lnTo>
                  <a:lnTo>
                    <a:pt x="1086636" y="373191"/>
                  </a:lnTo>
                  <a:lnTo>
                    <a:pt x="1039391" y="353819"/>
                  </a:lnTo>
                  <a:lnTo>
                    <a:pt x="992146" y="334798"/>
                  </a:lnTo>
                  <a:lnTo>
                    <a:pt x="944901" y="316120"/>
                  </a:lnTo>
                  <a:lnTo>
                    <a:pt x="897656" y="297777"/>
                  </a:lnTo>
                  <a:lnTo>
                    <a:pt x="850411" y="279761"/>
                  </a:lnTo>
                  <a:lnTo>
                    <a:pt x="803166" y="262062"/>
                  </a:lnTo>
                  <a:lnTo>
                    <a:pt x="755921" y="244668"/>
                  </a:lnTo>
                  <a:lnTo>
                    <a:pt x="708676" y="227570"/>
                  </a:lnTo>
                  <a:lnTo>
                    <a:pt x="661431" y="210756"/>
                  </a:lnTo>
                  <a:lnTo>
                    <a:pt x="614186" y="194215"/>
                  </a:lnTo>
                  <a:lnTo>
                    <a:pt x="566940" y="177938"/>
                  </a:lnTo>
                  <a:lnTo>
                    <a:pt x="519695" y="161914"/>
                  </a:lnTo>
                  <a:lnTo>
                    <a:pt x="472450" y="146133"/>
                  </a:lnTo>
                  <a:lnTo>
                    <a:pt x="425205" y="130587"/>
                  </a:lnTo>
                  <a:lnTo>
                    <a:pt x="377960" y="115267"/>
                  </a:lnTo>
                  <a:lnTo>
                    <a:pt x="330715" y="100165"/>
                  </a:lnTo>
                  <a:lnTo>
                    <a:pt x="283470" y="85274"/>
                  </a:lnTo>
                  <a:lnTo>
                    <a:pt x="236225" y="70587"/>
                  </a:lnTo>
                  <a:lnTo>
                    <a:pt x="188980" y="56097"/>
                  </a:lnTo>
                  <a:lnTo>
                    <a:pt x="141735" y="41798"/>
                  </a:lnTo>
                  <a:lnTo>
                    <a:pt x="94490" y="27686"/>
                  </a:lnTo>
                  <a:lnTo>
                    <a:pt x="47245" y="137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35" name="pl414">
              <a:extLst>
                <a:ext uri="{FF2B5EF4-FFF2-40B4-BE49-F238E27FC236}">
                  <a16:creationId xmlns:a16="http://schemas.microsoft.com/office/drawing/2014/main" id="{0A6062CF-A50B-D03F-E804-C01A2CCFB43B}"/>
                </a:ext>
              </a:extLst>
            </p:cNvPr>
            <p:cNvSpPr/>
            <p:nvPr/>
          </p:nvSpPr>
          <p:spPr>
            <a:xfrm>
              <a:off x="1733162" y="2144654"/>
              <a:ext cx="3732361" cy="1490959"/>
            </a:xfrm>
            <a:custGeom>
              <a:avLst/>
              <a:gdLst/>
              <a:ahLst/>
              <a:cxnLst/>
              <a:rect l="0" t="0" r="0" b="0"/>
              <a:pathLst>
                <a:path w="3732361" h="1490959">
                  <a:moveTo>
                    <a:pt x="0" y="0"/>
                  </a:moveTo>
                  <a:lnTo>
                    <a:pt x="47245" y="16582"/>
                  </a:lnTo>
                  <a:lnTo>
                    <a:pt x="94490" y="33449"/>
                  </a:lnTo>
                  <a:lnTo>
                    <a:pt x="141735" y="50598"/>
                  </a:lnTo>
                  <a:lnTo>
                    <a:pt x="188980" y="68027"/>
                  </a:lnTo>
                  <a:lnTo>
                    <a:pt x="236225" y="85729"/>
                  </a:lnTo>
                  <a:lnTo>
                    <a:pt x="283470" y="103702"/>
                  </a:lnTo>
                  <a:lnTo>
                    <a:pt x="330715" y="121941"/>
                  </a:lnTo>
                  <a:lnTo>
                    <a:pt x="377960" y="140439"/>
                  </a:lnTo>
                  <a:lnTo>
                    <a:pt x="425205" y="159192"/>
                  </a:lnTo>
                  <a:lnTo>
                    <a:pt x="472450" y="178192"/>
                  </a:lnTo>
                  <a:lnTo>
                    <a:pt x="519695" y="197434"/>
                  </a:lnTo>
                  <a:lnTo>
                    <a:pt x="566940" y="216909"/>
                  </a:lnTo>
                  <a:lnTo>
                    <a:pt x="614186" y="236610"/>
                  </a:lnTo>
                  <a:lnTo>
                    <a:pt x="661431" y="256530"/>
                  </a:lnTo>
                  <a:lnTo>
                    <a:pt x="708676" y="276658"/>
                  </a:lnTo>
                  <a:lnTo>
                    <a:pt x="755921" y="296987"/>
                  </a:lnTo>
                  <a:lnTo>
                    <a:pt x="803166" y="317506"/>
                  </a:lnTo>
                  <a:lnTo>
                    <a:pt x="850411" y="338206"/>
                  </a:lnTo>
                  <a:lnTo>
                    <a:pt x="897656" y="359077"/>
                  </a:lnTo>
                  <a:lnTo>
                    <a:pt x="944901" y="380107"/>
                  </a:lnTo>
                  <a:lnTo>
                    <a:pt x="992146" y="401286"/>
                  </a:lnTo>
                  <a:lnTo>
                    <a:pt x="1039391" y="422603"/>
                  </a:lnTo>
                  <a:lnTo>
                    <a:pt x="1086636" y="444045"/>
                  </a:lnTo>
                  <a:lnTo>
                    <a:pt x="1133881" y="465601"/>
                  </a:lnTo>
                  <a:lnTo>
                    <a:pt x="1181127" y="487259"/>
                  </a:lnTo>
                  <a:lnTo>
                    <a:pt x="1228372" y="509005"/>
                  </a:lnTo>
                  <a:lnTo>
                    <a:pt x="1275617" y="530828"/>
                  </a:lnTo>
                  <a:lnTo>
                    <a:pt x="1322862" y="552714"/>
                  </a:lnTo>
                  <a:lnTo>
                    <a:pt x="1370107" y="574651"/>
                  </a:lnTo>
                  <a:lnTo>
                    <a:pt x="1417352" y="596625"/>
                  </a:lnTo>
                  <a:lnTo>
                    <a:pt x="1464597" y="618622"/>
                  </a:lnTo>
                  <a:lnTo>
                    <a:pt x="1511842" y="640631"/>
                  </a:lnTo>
                  <a:lnTo>
                    <a:pt x="1559087" y="662636"/>
                  </a:lnTo>
                  <a:lnTo>
                    <a:pt x="1606332" y="684626"/>
                  </a:lnTo>
                  <a:lnTo>
                    <a:pt x="1653577" y="706587"/>
                  </a:lnTo>
                  <a:lnTo>
                    <a:pt x="1700822" y="728505"/>
                  </a:lnTo>
                  <a:lnTo>
                    <a:pt x="1748067" y="750367"/>
                  </a:lnTo>
                  <a:lnTo>
                    <a:pt x="1795313" y="772161"/>
                  </a:lnTo>
                  <a:lnTo>
                    <a:pt x="1842558" y="793874"/>
                  </a:lnTo>
                  <a:lnTo>
                    <a:pt x="1889803" y="815492"/>
                  </a:lnTo>
                  <a:lnTo>
                    <a:pt x="1937048" y="837004"/>
                  </a:lnTo>
                  <a:lnTo>
                    <a:pt x="1984293" y="858398"/>
                  </a:lnTo>
                  <a:lnTo>
                    <a:pt x="2031538" y="879661"/>
                  </a:lnTo>
                  <a:lnTo>
                    <a:pt x="2078783" y="900783"/>
                  </a:lnTo>
                  <a:lnTo>
                    <a:pt x="2126028" y="921751"/>
                  </a:lnTo>
                  <a:lnTo>
                    <a:pt x="2173273" y="942555"/>
                  </a:lnTo>
                  <a:lnTo>
                    <a:pt x="2220518" y="963184"/>
                  </a:lnTo>
                  <a:lnTo>
                    <a:pt x="2267763" y="983628"/>
                  </a:lnTo>
                  <a:lnTo>
                    <a:pt x="2315008" y="1003878"/>
                  </a:lnTo>
                  <a:lnTo>
                    <a:pt x="2362254" y="1023924"/>
                  </a:lnTo>
                  <a:lnTo>
                    <a:pt x="2409499" y="1043758"/>
                  </a:lnTo>
                  <a:lnTo>
                    <a:pt x="2456744" y="1063370"/>
                  </a:lnTo>
                  <a:lnTo>
                    <a:pt x="2503989" y="1082753"/>
                  </a:lnTo>
                  <a:lnTo>
                    <a:pt x="2551234" y="1101899"/>
                  </a:lnTo>
                  <a:lnTo>
                    <a:pt x="2598479" y="1120802"/>
                  </a:lnTo>
                  <a:lnTo>
                    <a:pt x="2645724" y="1139454"/>
                  </a:lnTo>
                  <a:lnTo>
                    <a:pt x="2692969" y="1157849"/>
                  </a:lnTo>
                  <a:lnTo>
                    <a:pt x="2740214" y="1175983"/>
                  </a:lnTo>
                  <a:lnTo>
                    <a:pt x="2787459" y="1193849"/>
                  </a:lnTo>
                  <a:lnTo>
                    <a:pt x="2834704" y="1211442"/>
                  </a:lnTo>
                  <a:lnTo>
                    <a:pt x="2881949" y="1228760"/>
                  </a:lnTo>
                  <a:lnTo>
                    <a:pt x="2929194" y="1245797"/>
                  </a:lnTo>
                  <a:lnTo>
                    <a:pt x="2976440" y="1262551"/>
                  </a:lnTo>
                  <a:lnTo>
                    <a:pt x="3023685" y="1279019"/>
                  </a:lnTo>
                  <a:lnTo>
                    <a:pt x="3070930" y="1295198"/>
                  </a:lnTo>
                  <a:lnTo>
                    <a:pt x="3118175" y="1311086"/>
                  </a:lnTo>
                  <a:lnTo>
                    <a:pt x="3165420" y="1326682"/>
                  </a:lnTo>
                  <a:lnTo>
                    <a:pt x="3212665" y="1341984"/>
                  </a:lnTo>
                  <a:lnTo>
                    <a:pt x="3259910" y="1356992"/>
                  </a:lnTo>
                  <a:lnTo>
                    <a:pt x="3307155" y="1371705"/>
                  </a:lnTo>
                  <a:lnTo>
                    <a:pt x="3354400" y="1386124"/>
                  </a:lnTo>
                  <a:lnTo>
                    <a:pt x="3401645" y="1400247"/>
                  </a:lnTo>
                  <a:lnTo>
                    <a:pt x="3448890" y="1414077"/>
                  </a:lnTo>
                  <a:lnTo>
                    <a:pt x="3496135" y="1427614"/>
                  </a:lnTo>
                  <a:lnTo>
                    <a:pt x="3543381" y="1440859"/>
                  </a:lnTo>
                  <a:lnTo>
                    <a:pt x="3590626" y="1453815"/>
                  </a:lnTo>
                  <a:lnTo>
                    <a:pt x="3637871" y="1466482"/>
                  </a:lnTo>
                  <a:lnTo>
                    <a:pt x="3685116" y="1478862"/>
                  </a:lnTo>
                  <a:lnTo>
                    <a:pt x="3732361" y="149095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6" name="tx415">
              <a:extLst>
                <a:ext uri="{FF2B5EF4-FFF2-40B4-BE49-F238E27FC236}">
                  <a16:creationId xmlns:a16="http://schemas.microsoft.com/office/drawing/2014/main" id="{208F2D0C-4AF6-CA2A-2C48-D47DA342E743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37" name="tx416">
              <a:extLst>
                <a:ext uri="{FF2B5EF4-FFF2-40B4-BE49-F238E27FC236}">
                  <a16:creationId xmlns:a16="http://schemas.microsoft.com/office/drawing/2014/main" id="{2086F749-5CCD-0C2F-3B9D-D86DD06355FF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38" name="tx417">
              <a:extLst>
                <a:ext uri="{FF2B5EF4-FFF2-40B4-BE49-F238E27FC236}">
                  <a16:creationId xmlns:a16="http://schemas.microsoft.com/office/drawing/2014/main" id="{E05877A7-6764-E1A9-1593-B5557E236F03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39" name="tx418">
              <a:extLst>
                <a:ext uri="{FF2B5EF4-FFF2-40B4-BE49-F238E27FC236}">
                  <a16:creationId xmlns:a16="http://schemas.microsoft.com/office/drawing/2014/main" id="{DD281F82-1A7D-D6D4-B186-E9B6808B2688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40" name="tx419">
              <a:extLst>
                <a:ext uri="{FF2B5EF4-FFF2-40B4-BE49-F238E27FC236}">
                  <a16:creationId xmlns:a16="http://schemas.microsoft.com/office/drawing/2014/main" id="{3EFC622B-C8F7-5472-9547-0C9C8F8AC275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41" name="tx420">
              <a:extLst>
                <a:ext uri="{FF2B5EF4-FFF2-40B4-BE49-F238E27FC236}">
                  <a16:creationId xmlns:a16="http://schemas.microsoft.com/office/drawing/2014/main" id="{0227815C-D7FD-80BE-D2E3-97EF17B52237}"/>
                </a:ext>
              </a:extLst>
            </p:cNvPr>
            <p:cNvSpPr/>
            <p:nvPr/>
          </p:nvSpPr>
          <p:spPr>
            <a:xfrm>
              <a:off x="1468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142" name="tx421">
              <a:extLst>
                <a:ext uri="{FF2B5EF4-FFF2-40B4-BE49-F238E27FC236}">
                  <a16:creationId xmlns:a16="http://schemas.microsoft.com/office/drawing/2014/main" id="{80287CB6-6545-D9D2-C64C-8F2472FCFBFD}"/>
                </a:ext>
              </a:extLst>
            </p:cNvPr>
            <p:cNvSpPr/>
            <p:nvPr/>
          </p:nvSpPr>
          <p:spPr>
            <a:xfrm>
              <a:off x="226860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143" name="tx422">
              <a:extLst>
                <a:ext uri="{FF2B5EF4-FFF2-40B4-BE49-F238E27FC236}">
                  <a16:creationId xmlns:a16="http://schemas.microsoft.com/office/drawing/2014/main" id="{1A62BC48-F61E-2624-7E29-A90B521089B9}"/>
                </a:ext>
              </a:extLst>
            </p:cNvPr>
            <p:cNvSpPr/>
            <p:nvPr/>
          </p:nvSpPr>
          <p:spPr>
            <a:xfrm>
              <a:off x="306914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144" name="tx423">
              <a:extLst>
                <a:ext uri="{FF2B5EF4-FFF2-40B4-BE49-F238E27FC236}">
                  <a16:creationId xmlns:a16="http://schemas.microsoft.com/office/drawing/2014/main" id="{B2730CF5-535D-92CD-D8C8-B64DA85392EC}"/>
                </a:ext>
              </a:extLst>
            </p:cNvPr>
            <p:cNvSpPr/>
            <p:nvPr/>
          </p:nvSpPr>
          <p:spPr>
            <a:xfrm>
              <a:off x="386968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145" name="tx424">
              <a:extLst>
                <a:ext uri="{FF2B5EF4-FFF2-40B4-BE49-F238E27FC236}">
                  <a16:creationId xmlns:a16="http://schemas.microsoft.com/office/drawing/2014/main" id="{4BCA80D2-D458-BFD9-A65F-ACCB46D84659}"/>
                </a:ext>
              </a:extLst>
            </p:cNvPr>
            <p:cNvSpPr/>
            <p:nvPr/>
          </p:nvSpPr>
          <p:spPr>
            <a:xfrm>
              <a:off x="467022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146" name="tx425">
              <a:extLst>
                <a:ext uri="{FF2B5EF4-FFF2-40B4-BE49-F238E27FC236}">
                  <a16:creationId xmlns:a16="http://schemas.microsoft.com/office/drawing/2014/main" id="{D7430241-BFB6-C0EB-3FD6-390D57E0DA7A}"/>
                </a:ext>
              </a:extLst>
            </p:cNvPr>
            <p:cNvSpPr/>
            <p:nvPr/>
          </p:nvSpPr>
          <p:spPr>
            <a:xfrm>
              <a:off x="547076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147" name="tx426">
              <a:extLst>
                <a:ext uri="{FF2B5EF4-FFF2-40B4-BE49-F238E27FC236}">
                  <a16:creationId xmlns:a16="http://schemas.microsoft.com/office/drawing/2014/main" id="{C65927E6-9E59-5D40-E88B-BB5E72A4B624}"/>
                </a:ext>
              </a:extLst>
            </p:cNvPr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148" name="tx427">
              <a:extLst>
                <a:ext uri="{FF2B5EF4-FFF2-40B4-BE49-F238E27FC236}">
                  <a16:creationId xmlns:a16="http://schemas.microsoft.com/office/drawing/2014/main" id="{09ACD53B-32CD-506E-FD63-209861B4A957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158" name="tx437">
              <a:extLst>
                <a:ext uri="{FF2B5EF4-FFF2-40B4-BE49-F238E27FC236}">
                  <a16:creationId xmlns:a16="http://schemas.microsoft.com/office/drawing/2014/main" id="{6179DBBD-9378-DE77-A5D5-91B754261DDA}"/>
                </a:ext>
              </a:extLst>
            </p:cNvPr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159" name="tx438">
              <a:extLst>
                <a:ext uri="{FF2B5EF4-FFF2-40B4-BE49-F238E27FC236}">
                  <a16:creationId xmlns:a16="http://schemas.microsoft.com/office/drawing/2014/main" id="{5C91C9C9-F11E-FFF6-F0B3-7DED328C0104}"/>
                </a:ext>
              </a:extLst>
            </p:cNvPr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  <p:grpSp>
        <p:nvGrpSpPr>
          <p:cNvPr id="2160" name="Group 2159">
            <a:extLst>
              <a:ext uri="{FF2B5EF4-FFF2-40B4-BE49-F238E27FC236}">
                <a16:creationId xmlns:a16="http://schemas.microsoft.com/office/drawing/2014/main" id="{31C5BE94-6DEF-08CE-DC0F-687B5DC324C0}"/>
              </a:ext>
            </a:extLst>
          </p:cNvPr>
          <p:cNvGrpSpPr/>
          <p:nvPr/>
        </p:nvGrpSpPr>
        <p:grpSpPr>
          <a:xfrm>
            <a:off x="6245352" y="950976"/>
            <a:ext cx="5943600" cy="3657600"/>
            <a:chOff x="914400" y="914400"/>
            <a:chExt cx="5943600" cy="3657600"/>
          </a:xfrm>
        </p:grpSpPr>
        <p:sp>
          <p:nvSpPr>
            <p:cNvPr id="2161" name="rc3">
              <a:extLst>
                <a:ext uri="{FF2B5EF4-FFF2-40B4-BE49-F238E27FC236}">
                  <a16:creationId xmlns:a16="http://schemas.microsoft.com/office/drawing/2014/main" id="{81469B98-522F-CB5F-19FE-8AB7779D69D4}"/>
                </a:ext>
              </a:extLst>
            </p:cNvPr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2" name="rc4">
              <a:extLst>
                <a:ext uri="{FF2B5EF4-FFF2-40B4-BE49-F238E27FC236}">
                  <a16:creationId xmlns:a16="http://schemas.microsoft.com/office/drawing/2014/main" id="{234E5627-F37F-3825-AB31-BCE1EA11AD64}"/>
                </a:ext>
              </a:extLst>
            </p:cNvPr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63" name="pl5">
              <a:extLst>
                <a:ext uri="{FF2B5EF4-FFF2-40B4-BE49-F238E27FC236}">
                  <a16:creationId xmlns:a16="http://schemas.microsoft.com/office/drawing/2014/main" id="{287C409A-49C0-47D4-1AAA-2D7E99F6892E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4" name="pl6">
              <a:extLst>
                <a:ext uri="{FF2B5EF4-FFF2-40B4-BE49-F238E27FC236}">
                  <a16:creationId xmlns:a16="http://schemas.microsoft.com/office/drawing/2014/main" id="{DF771432-F788-7A27-ADAE-C34D3DB75080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5" name="pl7">
              <a:extLst>
                <a:ext uri="{FF2B5EF4-FFF2-40B4-BE49-F238E27FC236}">
                  <a16:creationId xmlns:a16="http://schemas.microsoft.com/office/drawing/2014/main" id="{42BB8FE3-1E9E-EEB8-43FF-4F33DE7B2005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6" name="pl8">
              <a:extLst>
                <a:ext uri="{FF2B5EF4-FFF2-40B4-BE49-F238E27FC236}">
                  <a16:creationId xmlns:a16="http://schemas.microsoft.com/office/drawing/2014/main" id="{3F7A9B70-238B-3DD4-E864-72A40C8BF1C8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7" name="pl9">
              <a:extLst>
                <a:ext uri="{FF2B5EF4-FFF2-40B4-BE49-F238E27FC236}">
                  <a16:creationId xmlns:a16="http://schemas.microsoft.com/office/drawing/2014/main" id="{58CB6F68-6319-6663-53FF-FF87545384E5}"/>
                </a:ext>
              </a:extLst>
            </p:cNvPr>
            <p:cNvSpPr/>
            <p:nvPr/>
          </p:nvSpPr>
          <p:spPr>
            <a:xfrm>
              <a:off x="21090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8" name="pl10">
              <a:extLst>
                <a:ext uri="{FF2B5EF4-FFF2-40B4-BE49-F238E27FC236}">
                  <a16:creationId xmlns:a16="http://schemas.microsoft.com/office/drawing/2014/main" id="{8E01324B-8B54-6A33-E182-E10AADD0560D}"/>
                </a:ext>
              </a:extLst>
            </p:cNvPr>
            <p:cNvSpPr/>
            <p:nvPr/>
          </p:nvSpPr>
          <p:spPr>
            <a:xfrm>
              <a:off x="320131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9" name="pl11">
              <a:extLst>
                <a:ext uri="{FF2B5EF4-FFF2-40B4-BE49-F238E27FC236}">
                  <a16:creationId xmlns:a16="http://schemas.microsoft.com/office/drawing/2014/main" id="{3C597762-8856-4189-DA6A-1C20DA76C87A}"/>
                </a:ext>
              </a:extLst>
            </p:cNvPr>
            <p:cNvSpPr/>
            <p:nvPr/>
          </p:nvSpPr>
          <p:spPr>
            <a:xfrm>
              <a:off x="429357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0" name="pl12">
              <a:extLst>
                <a:ext uri="{FF2B5EF4-FFF2-40B4-BE49-F238E27FC236}">
                  <a16:creationId xmlns:a16="http://schemas.microsoft.com/office/drawing/2014/main" id="{9CCCE776-6669-7E53-2EFF-82F90307C464}"/>
                </a:ext>
              </a:extLst>
            </p:cNvPr>
            <p:cNvSpPr/>
            <p:nvPr/>
          </p:nvSpPr>
          <p:spPr>
            <a:xfrm>
              <a:off x="538583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1" name="pl13">
              <a:extLst>
                <a:ext uri="{FF2B5EF4-FFF2-40B4-BE49-F238E27FC236}">
                  <a16:creationId xmlns:a16="http://schemas.microsoft.com/office/drawing/2014/main" id="{3B0F4B15-888D-1278-D62C-E1EF77DFEDCB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2" name="pl14">
              <a:extLst>
                <a:ext uri="{FF2B5EF4-FFF2-40B4-BE49-F238E27FC236}">
                  <a16:creationId xmlns:a16="http://schemas.microsoft.com/office/drawing/2014/main" id="{EC0068F1-97C7-A3FA-A2E1-EDDB15F7B74F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3" name="pl15">
              <a:extLst>
                <a:ext uri="{FF2B5EF4-FFF2-40B4-BE49-F238E27FC236}">
                  <a16:creationId xmlns:a16="http://schemas.microsoft.com/office/drawing/2014/main" id="{81D1C388-DE20-1CBE-B63F-9DB09B05C15C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4" name="pl16">
              <a:extLst>
                <a:ext uri="{FF2B5EF4-FFF2-40B4-BE49-F238E27FC236}">
                  <a16:creationId xmlns:a16="http://schemas.microsoft.com/office/drawing/2014/main" id="{A896EF6A-FF48-43CF-2AF9-09844087CC41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5" name="pl17">
              <a:extLst>
                <a:ext uri="{FF2B5EF4-FFF2-40B4-BE49-F238E27FC236}">
                  <a16:creationId xmlns:a16="http://schemas.microsoft.com/office/drawing/2014/main" id="{2E5F8C72-8465-4F6A-543C-EBF91664A4AA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6" name="pl18">
              <a:extLst>
                <a:ext uri="{FF2B5EF4-FFF2-40B4-BE49-F238E27FC236}">
                  <a16:creationId xmlns:a16="http://schemas.microsoft.com/office/drawing/2014/main" id="{5B1FAE54-38A7-4802-1464-A15711EEA65F}"/>
                </a:ext>
              </a:extLst>
            </p:cNvPr>
            <p:cNvSpPr/>
            <p:nvPr/>
          </p:nvSpPr>
          <p:spPr>
            <a:xfrm>
              <a:off x="156292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7" name="pl19">
              <a:extLst>
                <a:ext uri="{FF2B5EF4-FFF2-40B4-BE49-F238E27FC236}">
                  <a16:creationId xmlns:a16="http://schemas.microsoft.com/office/drawing/2014/main" id="{CC61677B-4C0B-F5F3-FC20-52E329C370E5}"/>
                </a:ext>
              </a:extLst>
            </p:cNvPr>
            <p:cNvSpPr/>
            <p:nvPr/>
          </p:nvSpPr>
          <p:spPr>
            <a:xfrm>
              <a:off x="265518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8" name="pl20">
              <a:extLst>
                <a:ext uri="{FF2B5EF4-FFF2-40B4-BE49-F238E27FC236}">
                  <a16:creationId xmlns:a16="http://schemas.microsoft.com/office/drawing/2014/main" id="{1CD10F3B-6CAF-8BB3-2313-65709DF82941}"/>
                </a:ext>
              </a:extLst>
            </p:cNvPr>
            <p:cNvSpPr/>
            <p:nvPr/>
          </p:nvSpPr>
          <p:spPr>
            <a:xfrm>
              <a:off x="374744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9" name="pl21">
              <a:extLst>
                <a:ext uri="{FF2B5EF4-FFF2-40B4-BE49-F238E27FC236}">
                  <a16:creationId xmlns:a16="http://schemas.microsoft.com/office/drawing/2014/main" id="{54523770-83AB-AD28-6BCA-821F0E0902AE}"/>
                </a:ext>
              </a:extLst>
            </p:cNvPr>
            <p:cNvSpPr/>
            <p:nvPr/>
          </p:nvSpPr>
          <p:spPr>
            <a:xfrm>
              <a:off x="483970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0" name="pg22">
              <a:extLst>
                <a:ext uri="{FF2B5EF4-FFF2-40B4-BE49-F238E27FC236}">
                  <a16:creationId xmlns:a16="http://schemas.microsoft.com/office/drawing/2014/main" id="{352DB797-EA90-264F-41DB-6316EE7563C1}"/>
                </a:ext>
              </a:extLst>
            </p:cNvPr>
            <p:cNvSpPr/>
            <p:nvPr/>
          </p:nvSpPr>
          <p:spPr>
            <a:xfrm>
              <a:off x="28286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1" name="pg23">
              <a:extLst>
                <a:ext uri="{FF2B5EF4-FFF2-40B4-BE49-F238E27FC236}">
                  <a16:creationId xmlns:a16="http://schemas.microsoft.com/office/drawing/2014/main" id="{5DF8995D-0A1F-E337-6819-AF4EED6E160A}"/>
                </a:ext>
              </a:extLst>
            </p:cNvPr>
            <p:cNvSpPr/>
            <p:nvPr/>
          </p:nvSpPr>
          <p:spPr>
            <a:xfrm>
              <a:off x="3377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2" name="pg24">
              <a:extLst>
                <a:ext uri="{FF2B5EF4-FFF2-40B4-BE49-F238E27FC236}">
                  <a16:creationId xmlns:a16="http://schemas.microsoft.com/office/drawing/2014/main" id="{62AB97EE-E0B4-5925-0FB9-641639F8A453}"/>
                </a:ext>
              </a:extLst>
            </p:cNvPr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3" name="pg25">
              <a:extLst>
                <a:ext uri="{FF2B5EF4-FFF2-40B4-BE49-F238E27FC236}">
                  <a16:creationId xmlns:a16="http://schemas.microsoft.com/office/drawing/2014/main" id="{0B36C240-2D64-FED5-A122-0573B552F696}"/>
                </a:ext>
              </a:extLst>
            </p:cNvPr>
            <p:cNvSpPr/>
            <p:nvPr/>
          </p:nvSpPr>
          <p:spPr>
            <a:xfrm>
              <a:off x="3558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4" name="pg26">
              <a:extLst>
                <a:ext uri="{FF2B5EF4-FFF2-40B4-BE49-F238E27FC236}">
                  <a16:creationId xmlns:a16="http://schemas.microsoft.com/office/drawing/2014/main" id="{7F4A15A0-D7AC-BC89-4092-4A41B9DA3E71}"/>
                </a:ext>
              </a:extLst>
            </p:cNvPr>
            <p:cNvSpPr/>
            <p:nvPr/>
          </p:nvSpPr>
          <p:spPr>
            <a:xfrm>
              <a:off x="3406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5" name="pg27">
              <a:extLst>
                <a:ext uri="{FF2B5EF4-FFF2-40B4-BE49-F238E27FC236}">
                  <a16:creationId xmlns:a16="http://schemas.microsoft.com/office/drawing/2014/main" id="{9CA73123-ADB8-7016-7F01-785D682B7A82}"/>
                </a:ext>
              </a:extLst>
            </p:cNvPr>
            <p:cNvSpPr/>
            <p:nvPr/>
          </p:nvSpPr>
          <p:spPr>
            <a:xfrm>
              <a:off x="2271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6" name="pg28">
              <a:extLst>
                <a:ext uri="{FF2B5EF4-FFF2-40B4-BE49-F238E27FC236}">
                  <a16:creationId xmlns:a16="http://schemas.microsoft.com/office/drawing/2014/main" id="{B0004572-A14E-D5D4-9EF5-95789706F171}"/>
                </a:ext>
              </a:extLst>
            </p:cNvPr>
            <p:cNvSpPr/>
            <p:nvPr/>
          </p:nvSpPr>
          <p:spPr>
            <a:xfrm>
              <a:off x="22665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7" name="pg29">
              <a:extLst>
                <a:ext uri="{FF2B5EF4-FFF2-40B4-BE49-F238E27FC236}">
                  <a16:creationId xmlns:a16="http://schemas.microsoft.com/office/drawing/2014/main" id="{74DA99C7-0E19-5F1B-C55C-332AFEE86F92}"/>
                </a:ext>
              </a:extLst>
            </p:cNvPr>
            <p:cNvSpPr/>
            <p:nvPr/>
          </p:nvSpPr>
          <p:spPr>
            <a:xfrm>
              <a:off x="29836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8" name="pg30">
              <a:extLst>
                <a:ext uri="{FF2B5EF4-FFF2-40B4-BE49-F238E27FC236}">
                  <a16:creationId xmlns:a16="http://schemas.microsoft.com/office/drawing/2014/main" id="{3AA01803-C1D1-3779-307F-C9EC356F6F90}"/>
                </a:ext>
              </a:extLst>
            </p:cNvPr>
            <p:cNvSpPr/>
            <p:nvPr/>
          </p:nvSpPr>
          <p:spPr>
            <a:xfrm>
              <a:off x="2861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9" name="pg31">
              <a:extLst>
                <a:ext uri="{FF2B5EF4-FFF2-40B4-BE49-F238E27FC236}">
                  <a16:creationId xmlns:a16="http://schemas.microsoft.com/office/drawing/2014/main" id="{57D1ED65-3EC6-2370-E27B-3EE057025DE1}"/>
                </a:ext>
              </a:extLst>
            </p:cNvPr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0" name="pg32">
              <a:extLst>
                <a:ext uri="{FF2B5EF4-FFF2-40B4-BE49-F238E27FC236}">
                  <a16:creationId xmlns:a16="http://schemas.microsoft.com/office/drawing/2014/main" id="{89FBDA34-8BE6-9585-D122-91DDADABFCEF}"/>
                </a:ext>
              </a:extLst>
            </p:cNvPr>
            <p:cNvSpPr/>
            <p:nvPr/>
          </p:nvSpPr>
          <p:spPr>
            <a:xfrm>
              <a:off x="298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1" name="pg33">
              <a:extLst>
                <a:ext uri="{FF2B5EF4-FFF2-40B4-BE49-F238E27FC236}">
                  <a16:creationId xmlns:a16="http://schemas.microsoft.com/office/drawing/2014/main" id="{985C5BEF-85C1-E57A-E476-24FC1094774F}"/>
                </a:ext>
              </a:extLst>
            </p:cNvPr>
            <p:cNvSpPr/>
            <p:nvPr/>
          </p:nvSpPr>
          <p:spPr>
            <a:xfrm>
              <a:off x="28445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2" name="pg34">
              <a:extLst>
                <a:ext uri="{FF2B5EF4-FFF2-40B4-BE49-F238E27FC236}">
                  <a16:creationId xmlns:a16="http://schemas.microsoft.com/office/drawing/2014/main" id="{455D9D04-ABE5-E61A-A948-8BF90DB467B2}"/>
                </a:ext>
              </a:extLst>
            </p:cNvPr>
            <p:cNvSpPr/>
            <p:nvPr/>
          </p:nvSpPr>
          <p:spPr>
            <a:xfrm>
              <a:off x="23081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3" name="pg35">
              <a:extLst>
                <a:ext uri="{FF2B5EF4-FFF2-40B4-BE49-F238E27FC236}">
                  <a16:creationId xmlns:a16="http://schemas.microsoft.com/office/drawing/2014/main" id="{C4AA4D18-A9B9-F2D1-87ED-5E2B20617694}"/>
                </a:ext>
              </a:extLst>
            </p:cNvPr>
            <p:cNvSpPr/>
            <p:nvPr/>
          </p:nvSpPr>
          <p:spPr>
            <a:xfrm>
              <a:off x="3527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4" name="pg36">
              <a:extLst>
                <a:ext uri="{FF2B5EF4-FFF2-40B4-BE49-F238E27FC236}">
                  <a16:creationId xmlns:a16="http://schemas.microsoft.com/office/drawing/2014/main" id="{9B8EC7DC-0F0C-AF60-13A1-75D82942E2E9}"/>
                </a:ext>
              </a:extLst>
            </p:cNvPr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5" name="pg37">
              <a:extLst>
                <a:ext uri="{FF2B5EF4-FFF2-40B4-BE49-F238E27FC236}">
                  <a16:creationId xmlns:a16="http://schemas.microsoft.com/office/drawing/2014/main" id="{7A17A6B4-D487-382A-7066-E535E03AEFF4}"/>
                </a:ext>
              </a:extLst>
            </p:cNvPr>
            <p:cNvSpPr/>
            <p:nvPr/>
          </p:nvSpPr>
          <p:spPr>
            <a:xfrm>
              <a:off x="21935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6" name="pg38">
              <a:extLst>
                <a:ext uri="{FF2B5EF4-FFF2-40B4-BE49-F238E27FC236}">
                  <a16:creationId xmlns:a16="http://schemas.microsoft.com/office/drawing/2014/main" id="{8E702BC6-8E06-8A9D-BD58-7BEF6C9D5002}"/>
                </a:ext>
              </a:extLst>
            </p:cNvPr>
            <p:cNvSpPr/>
            <p:nvPr/>
          </p:nvSpPr>
          <p:spPr>
            <a:xfrm>
              <a:off x="2891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7" name="pg39">
              <a:extLst>
                <a:ext uri="{FF2B5EF4-FFF2-40B4-BE49-F238E27FC236}">
                  <a16:creationId xmlns:a16="http://schemas.microsoft.com/office/drawing/2014/main" id="{599321B5-6011-57BD-6BE6-3EC78672030E}"/>
                </a:ext>
              </a:extLst>
            </p:cNvPr>
            <p:cNvSpPr/>
            <p:nvPr/>
          </p:nvSpPr>
          <p:spPr>
            <a:xfrm>
              <a:off x="3484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8" name="pg40">
              <a:extLst>
                <a:ext uri="{FF2B5EF4-FFF2-40B4-BE49-F238E27FC236}">
                  <a16:creationId xmlns:a16="http://schemas.microsoft.com/office/drawing/2014/main" id="{8E14654C-4726-23DB-2A71-84B40B3565FE}"/>
                </a:ext>
              </a:extLst>
            </p:cNvPr>
            <p:cNvSpPr/>
            <p:nvPr/>
          </p:nvSpPr>
          <p:spPr>
            <a:xfrm>
              <a:off x="22988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9" name="pg41">
              <a:extLst>
                <a:ext uri="{FF2B5EF4-FFF2-40B4-BE49-F238E27FC236}">
                  <a16:creationId xmlns:a16="http://schemas.microsoft.com/office/drawing/2014/main" id="{EE9066FF-5515-A37A-3473-BC636AE5C8FA}"/>
                </a:ext>
              </a:extLst>
            </p:cNvPr>
            <p:cNvSpPr/>
            <p:nvPr/>
          </p:nvSpPr>
          <p:spPr>
            <a:xfrm>
              <a:off x="342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0" name="pg42">
              <a:extLst>
                <a:ext uri="{FF2B5EF4-FFF2-40B4-BE49-F238E27FC236}">
                  <a16:creationId xmlns:a16="http://schemas.microsoft.com/office/drawing/2014/main" id="{0BD89FF3-17B5-A048-850B-0F45CD9387A3}"/>
                </a:ext>
              </a:extLst>
            </p:cNvPr>
            <p:cNvSpPr/>
            <p:nvPr/>
          </p:nvSpPr>
          <p:spPr>
            <a:xfrm>
              <a:off x="35795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1" name="pg43">
              <a:extLst>
                <a:ext uri="{FF2B5EF4-FFF2-40B4-BE49-F238E27FC236}">
                  <a16:creationId xmlns:a16="http://schemas.microsoft.com/office/drawing/2014/main" id="{111B61EB-39CD-BDF9-5DD7-7628A7D11C96}"/>
                </a:ext>
              </a:extLst>
            </p:cNvPr>
            <p:cNvSpPr/>
            <p:nvPr/>
          </p:nvSpPr>
          <p:spPr>
            <a:xfrm>
              <a:off x="22847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2" name="pg44">
              <a:extLst>
                <a:ext uri="{FF2B5EF4-FFF2-40B4-BE49-F238E27FC236}">
                  <a16:creationId xmlns:a16="http://schemas.microsoft.com/office/drawing/2014/main" id="{9AD26094-A162-6760-2EDF-6342C7D02EDE}"/>
                </a:ext>
              </a:extLst>
            </p:cNvPr>
            <p:cNvSpPr/>
            <p:nvPr/>
          </p:nvSpPr>
          <p:spPr>
            <a:xfrm>
              <a:off x="22753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3" name="pg45">
              <a:extLst>
                <a:ext uri="{FF2B5EF4-FFF2-40B4-BE49-F238E27FC236}">
                  <a16:creationId xmlns:a16="http://schemas.microsoft.com/office/drawing/2014/main" id="{4CC8474C-4936-8036-07D2-00CD81C70A93}"/>
                </a:ext>
              </a:extLst>
            </p:cNvPr>
            <p:cNvSpPr/>
            <p:nvPr/>
          </p:nvSpPr>
          <p:spPr>
            <a:xfrm>
              <a:off x="23107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4" name="pg46">
              <a:extLst>
                <a:ext uri="{FF2B5EF4-FFF2-40B4-BE49-F238E27FC236}">
                  <a16:creationId xmlns:a16="http://schemas.microsoft.com/office/drawing/2014/main" id="{52A7B0A7-BBDB-5923-C44F-62A0F3D2DBC6}"/>
                </a:ext>
              </a:extLst>
            </p:cNvPr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5" name="pg47">
              <a:extLst>
                <a:ext uri="{FF2B5EF4-FFF2-40B4-BE49-F238E27FC236}">
                  <a16:creationId xmlns:a16="http://schemas.microsoft.com/office/drawing/2014/main" id="{0DA76CB5-AAA8-5669-BCD7-624A95778ABD}"/>
                </a:ext>
              </a:extLst>
            </p:cNvPr>
            <p:cNvSpPr/>
            <p:nvPr/>
          </p:nvSpPr>
          <p:spPr>
            <a:xfrm>
              <a:off x="21710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6" name="pg48">
              <a:extLst>
                <a:ext uri="{FF2B5EF4-FFF2-40B4-BE49-F238E27FC236}">
                  <a16:creationId xmlns:a16="http://schemas.microsoft.com/office/drawing/2014/main" id="{6F058E9C-D2F9-2D70-9438-A3EC1DD4F075}"/>
                </a:ext>
              </a:extLst>
            </p:cNvPr>
            <p:cNvSpPr/>
            <p:nvPr/>
          </p:nvSpPr>
          <p:spPr>
            <a:xfrm>
              <a:off x="3588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7" name="pg49">
              <a:extLst>
                <a:ext uri="{FF2B5EF4-FFF2-40B4-BE49-F238E27FC236}">
                  <a16:creationId xmlns:a16="http://schemas.microsoft.com/office/drawing/2014/main" id="{A27C5852-5107-665C-000D-C967727330F2}"/>
                </a:ext>
              </a:extLst>
            </p:cNvPr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8" name="pg50">
              <a:extLst>
                <a:ext uri="{FF2B5EF4-FFF2-40B4-BE49-F238E27FC236}">
                  <a16:creationId xmlns:a16="http://schemas.microsoft.com/office/drawing/2014/main" id="{EE6A3BC4-FD0B-26DD-723C-41FCCA87B5B8}"/>
                </a:ext>
              </a:extLst>
            </p:cNvPr>
            <p:cNvSpPr/>
            <p:nvPr/>
          </p:nvSpPr>
          <p:spPr>
            <a:xfrm>
              <a:off x="2258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9" name="pg51">
              <a:extLst>
                <a:ext uri="{FF2B5EF4-FFF2-40B4-BE49-F238E27FC236}">
                  <a16:creationId xmlns:a16="http://schemas.microsoft.com/office/drawing/2014/main" id="{5105BC99-633E-AC4B-5210-0958491DE994}"/>
                </a:ext>
              </a:extLst>
            </p:cNvPr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0" name="pg52">
              <a:extLst>
                <a:ext uri="{FF2B5EF4-FFF2-40B4-BE49-F238E27FC236}">
                  <a16:creationId xmlns:a16="http://schemas.microsoft.com/office/drawing/2014/main" id="{5AD15912-70CD-E5F0-62CC-A9E284371339}"/>
                </a:ext>
              </a:extLst>
            </p:cNvPr>
            <p:cNvSpPr/>
            <p:nvPr/>
          </p:nvSpPr>
          <p:spPr>
            <a:xfrm>
              <a:off x="34717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1" name="pg53">
              <a:extLst>
                <a:ext uri="{FF2B5EF4-FFF2-40B4-BE49-F238E27FC236}">
                  <a16:creationId xmlns:a16="http://schemas.microsoft.com/office/drawing/2014/main" id="{1608E9B4-363D-B7EC-A222-6C00C799876B}"/>
                </a:ext>
              </a:extLst>
            </p:cNvPr>
            <p:cNvSpPr/>
            <p:nvPr/>
          </p:nvSpPr>
          <p:spPr>
            <a:xfrm>
              <a:off x="34601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2" name="pg54">
              <a:extLst>
                <a:ext uri="{FF2B5EF4-FFF2-40B4-BE49-F238E27FC236}">
                  <a16:creationId xmlns:a16="http://schemas.microsoft.com/office/drawing/2014/main" id="{F1AC4E72-2F7B-26B2-5687-52F75DBFD6FD}"/>
                </a:ext>
              </a:extLst>
            </p:cNvPr>
            <p:cNvSpPr/>
            <p:nvPr/>
          </p:nvSpPr>
          <p:spPr>
            <a:xfrm>
              <a:off x="28913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3" name="pg55">
              <a:extLst>
                <a:ext uri="{FF2B5EF4-FFF2-40B4-BE49-F238E27FC236}">
                  <a16:creationId xmlns:a16="http://schemas.microsoft.com/office/drawing/2014/main" id="{BC3EFCBF-47CB-D074-7A77-1C4D2EC9D29E}"/>
                </a:ext>
              </a:extLst>
            </p:cNvPr>
            <p:cNvSpPr/>
            <p:nvPr/>
          </p:nvSpPr>
          <p:spPr>
            <a:xfrm>
              <a:off x="2297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4" name="pg56">
              <a:extLst>
                <a:ext uri="{FF2B5EF4-FFF2-40B4-BE49-F238E27FC236}">
                  <a16:creationId xmlns:a16="http://schemas.microsoft.com/office/drawing/2014/main" id="{8FC5C3FC-6409-0248-BEB0-28468998F1BD}"/>
                </a:ext>
              </a:extLst>
            </p:cNvPr>
            <p:cNvSpPr/>
            <p:nvPr/>
          </p:nvSpPr>
          <p:spPr>
            <a:xfrm>
              <a:off x="33979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5" name="pg57">
              <a:extLst>
                <a:ext uri="{FF2B5EF4-FFF2-40B4-BE49-F238E27FC236}">
                  <a16:creationId xmlns:a16="http://schemas.microsoft.com/office/drawing/2014/main" id="{150C150D-F1B9-7737-EF03-1C805FA4C23C}"/>
                </a:ext>
              </a:extLst>
            </p:cNvPr>
            <p:cNvSpPr/>
            <p:nvPr/>
          </p:nvSpPr>
          <p:spPr>
            <a:xfrm>
              <a:off x="34112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6" name="pg58">
              <a:extLst>
                <a:ext uri="{FF2B5EF4-FFF2-40B4-BE49-F238E27FC236}">
                  <a16:creationId xmlns:a16="http://schemas.microsoft.com/office/drawing/2014/main" id="{B02B7B4C-3397-EC47-FBBC-6E96DF31A800}"/>
                </a:ext>
              </a:extLst>
            </p:cNvPr>
            <p:cNvSpPr/>
            <p:nvPr/>
          </p:nvSpPr>
          <p:spPr>
            <a:xfrm>
              <a:off x="3012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7" name="pg59">
              <a:extLst>
                <a:ext uri="{FF2B5EF4-FFF2-40B4-BE49-F238E27FC236}">
                  <a16:creationId xmlns:a16="http://schemas.microsoft.com/office/drawing/2014/main" id="{F3A17B6F-5ACB-BC62-9555-88D6F0D99C35}"/>
                </a:ext>
              </a:extLst>
            </p:cNvPr>
            <p:cNvSpPr/>
            <p:nvPr/>
          </p:nvSpPr>
          <p:spPr>
            <a:xfrm>
              <a:off x="3452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8" name="pg60">
              <a:extLst>
                <a:ext uri="{FF2B5EF4-FFF2-40B4-BE49-F238E27FC236}">
                  <a16:creationId xmlns:a16="http://schemas.microsoft.com/office/drawing/2014/main" id="{A7267A41-50B2-F417-EFBE-0FDE61E009E9}"/>
                </a:ext>
              </a:extLst>
            </p:cNvPr>
            <p:cNvSpPr/>
            <p:nvPr/>
          </p:nvSpPr>
          <p:spPr>
            <a:xfrm>
              <a:off x="33899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9" name="pg61">
              <a:extLst>
                <a:ext uri="{FF2B5EF4-FFF2-40B4-BE49-F238E27FC236}">
                  <a16:creationId xmlns:a16="http://schemas.microsoft.com/office/drawing/2014/main" id="{DEBA2404-9804-F516-28D4-6004AF1CA47C}"/>
                </a:ext>
              </a:extLst>
            </p:cNvPr>
            <p:cNvSpPr/>
            <p:nvPr/>
          </p:nvSpPr>
          <p:spPr>
            <a:xfrm>
              <a:off x="22820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0" name="pg62">
              <a:extLst>
                <a:ext uri="{FF2B5EF4-FFF2-40B4-BE49-F238E27FC236}">
                  <a16:creationId xmlns:a16="http://schemas.microsoft.com/office/drawing/2014/main" id="{6F6DEE9D-FC6E-D100-C7B6-E175843C84F4}"/>
                </a:ext>
              </a:extLst>
            </p:cNvPr>
            <p:cNvSpPr/>
            <p:nvPr/>
          </p:nvSpPr>
          <p:spPr>
            <a:xfrm>
              <a:off x="3563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1" name="pg63">
              <a:extLst>
                <a:ext uri="{FF2B5EF4-FFF2-40B4-BE49-F238E27FC236}">
                  <a16:creationId xmlns:a16="http://schemas.microsoft.com/office/drawing/2014/main" id="{AF320DC6-9D0F-C7E0-1835-FA21420EE11F}"/>
                </a:ext>
              </a:extLst>
            </p:cNvPr>
            <p:cNvSpPr/>
            <p:nvPr/>
          </p:nvSpPr>
          <p:spPr>
            <a:xfrm>
              <a:off x="29283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2" name="pg64">
              <a:extLst>
                <a:ext uri="{FF2B5EF4-FFF2-40B4-BE49-F238E27FC236}">
                  <a16:creationId xmlns:a16="http://schemas.microsoft.com/office/drawing/2014/main" id="{AF9E1F94-63B7-D3ED-6ECF-41992E4CAEB0}"/>
                </a:ext>
              </a:extLst>
            </p:cNvPr>
            <p:cNvSpPr/>
            <p:nvPr/>
          </p:nvSpPr>
          <p:spPr>
            <a:xfrm>
              <a:off x="34195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3" name="pg65">
              <a:extLst>
                <a:ext uri="{FF2B5EF4-FFF2-40B4-BE49-F238E27FC236}">
                  <a16:creationId xmlns:a16="http://schemas.microsoft.com/office/drawing/2014/main" id="{63190E6A-E3CC-EE81-663B-707D105448E7}"/>
                </a:ext>
              </a:extLst>
            </p:cNvPr>
            <p:cNvSpPr/>
            <p:nvPr/>
          </p:nvSpPr>
          <p:spPr>
            <a:xfrm>
              <a:off x="29836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4" name="pg66">
              <a:extLst>
                <a:ext uri="{FF2B5EF4-FFF2-40B4-BE49-F238E27FC236}">
                  <a16:creationId xmlns:a16="http://schemas.microsoft.com/office/drawing/2014/main" id="{233EF05D-2128-9FE7-7EE1-6E203FBD5051}"/>
                </a:ext>
              </a:extLst>
            </p:cNvPr>
            <p:cNvSpPr/>
            <p:nvPr/>
          </p:nvSpPr>
          <p:spPr>
            <a:xfrm>
              <a:off x="28375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5" name="pg67">
              <a:extLst>
                <a:ext uri="{FF2B5EF4-FFF2-40B4-BE49-F238E27FC236}">
                  <a16:creationId xmlns:a16="http://schemas.microsoft.com/office/drawing/2014/main" id="{0F53875A-BDD5-CA72-CE4E-0402ADEF4625}"/>
                </a:ext>
              </a:extLst>
            </p:cNvPr>
            <p:cNvSpPr/>
            <p:nvPr/>
          </p:nvSpPr>
          <p:spPr>
            <a:xfrm>
              <a:off x="34193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6" name="pg68">
              <a:extLst>
                <a:ext uri="{FF2B5EF4-FFF2-40B4-BE49-F238E27FC236}">
                  <a16:creationId xmlns:a16="http://schemas.microsoft.com/office/drawing/2014/main" id="{705683F0-AE79-0D68-B478-3A2884590FAB}"/>
                </a:ext>
              </a:extLst>
            </p:cNvPr>
            <p:cNvSpPr/>
            <p:nvPr/>
          </p:nvSpPr>
          <p:spPr>
            <a:xfrm>
              <a:off x="35344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7" name="pg69">
              <a:extLst>
                <a:ext uri="{FF2B5EF4-FFF2-40B4-BE49-F238E27FC236}">
                  <a16:creationId xmlns:a16="http://schemas.microsoft.com/office/drawing/2014/main" id="{93FD7D7C-FDE5-554E-C021-59AD5141AD39}"/>
                </a:ext>
              </a:extLst>
            </p:cNvPr>
            <p:cNvSpPr/>
            <p:nvPr/>
          </p:nvSpPr>
          <p:spPr>
            <a:xfrm>
              <a:off x="34086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8" name="pt70">
              <a:extLst>
                <a:ext uri="{FF2B5EF4-FFF2-40B4-BE49-F238E27FC236}">
                  <a16:creationId xmlns:a16="http://schemas.microsoft.com/office/drawing/2014/main" id="{CDB72127-71A7-9A77-F6CB-5714F3DE9EB4}"/>
                </a:ext>
              </a:extLst>
            </p:cNvPr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9" name="pt71">
              <a:extLst>
                <a:ext uri="{FF2B5EF4-FFF2-40B4-BE49-F238E27FC236}">
                  <a16:creationId xmlns:a16="http://schemas.microsoft.com/office/drawing/2014/main" id="{F39CB0F6-13B0-54A6-BD64-26DD921DA44F}"/>
                </a:ext>
              </a:extLst>
            </p:cNvPr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0" name="pt72">
              <a:extLst>
                <a:ext uri="{FF2B5EF4-FFF2-40B4-BE49-F238E27FC236}">
                  <a16:creationId xmlns:a16="http://schemas.microsoft.com/office/drawing/2014/main" id="{A11930EA-5C43-C4B4-3A5F-DBFA50769830}"/>
                </a:ext>
              </a:extLst>
            </p:cNvPr>
            <p:cNvSpPr/>
            <p:nvPr/>
          </p:nvSpPr>
          <p:spPr>
            <a:xfrm>
              <a:off x="17033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1" name="pt73">
              <a:extLst>
                <a:ext uri="{FF2B5EF4-FFF2-40B4-BE49-F238E27FC236}">
                  <a16:creationId xmlns:a16="http://schemas.microsoft.com/office/drawing/2014/main" id="{C92B24EF-4993-31DE-7F73-48BD2F52919A}"/>
                </a:ext>
              </a:extLst>
            </p:cNvPr>
            <p:cNvSpPr/>
            <p:nvPr/>
          </p:nvSpPr>
          <p:spPr>
            <a:xfrm>
              <a:off x="40687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2" name="pt74">
              <a:extLst>
                <a:ext uri="{FF2B5EF4-FFF2-40B4-BE49-F238E27FC236}">
                  <a16:creationId xmlns:a16="http://schemas.microsoft.com/office/drawing/2014/main" id="{64FCE361-D1B7-9B2B-DED9-F626EC4D2CAB}"/>
                </a:ext>
              </a:extLst>
            </p:cNvPr>
            <p:cNvSpPr/>
            <p:nvPr/>
          </p:nvSpPr>
          <p:spPr>
            <a:xfrm>
              <a:off x="54223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3" name="pt75">
              <a:extLst>
                <a:ext uri="{FF2B5EF4-FFF2-40B4-BE49-F238E27FC236}">
                  <a16:creationId xmlns:a16="http://schemas.microsoft.com/office/drawing/2014/main" id="{D3EB0A96-0354-C69E-D8A9-9A413122B1A1}"/>
                </a:ext>
              </a:extLst>
            </p:cNvPr>
            <p:cNvSpPr/>
            <p:nvPr/>
          </p:nvSpPr>
          <p:spPr>
            <a:xfrm>
              <a:off x="19851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4" name="pt76">
              <a:extLst>
                <a:ext uri="{FF2B5EF4-FFF2-40B4-BE49-F238E27FC236}">
                  <a16:creationId xmlns:a16="http://schemas.microsoft.com/office/drawing/2014/main" id="{FF90C40D-98F4-4AE7-4456-E133A9C7DAAE}"/>
                </a:ext>
              </a:extLst>
            </p:cNvPr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5" name="pt77">
              <a:extLst>
                <a:ext uri="{FF2B5EF4-FFF2-40B4-BE49-F238E27FC236}">
                  <a16:creationId xmlns:a16="http://schemas.microsoft.com/office/drawing/2014/main" id="{8D6FF448-D1B5-B62F-7CDC-AE4539EF167E}"/>
                </a:ext>
              </a:extLst>
            </p:cNvPr>
            <p:cNvSpPr/>
            <p:nvPr/>
          </p:nvSpPr>
          <p:spPr>
            <a:xfrm>
              <a:off x="19542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6" name="pt78">
              <a:extLst>
                <a:ext uri="{FF2B5EF4-FFF2-40B4-BE49-F238E27FC236}">
                  <a16:creationId xmlns:a16="http://schemas.microsoft.com/office/drawing/2014/main" id="{BD07503A-29FE-586D-8B10-6C71CE5B6524}"/>
                </a:ext>
              </a:extLst>
            </p:cNvPr>
            <p:cNvSpPr/>
            <p:nvPr/>
          </p:nvSpPr>
          <p:spPr>
            <a:xfrm>
              <a:off x="41989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7" name="pt79">
              <a:extLst>
                <a:ext uri="{FF2B5EF4-FFF2-40B4-BE49-F238E27FC236}">
                  <a16:creationId xmlns:a16="http://schemas.microsoft.com/office/drawing/2014/main" id="{69A61F8A-C486-19D7-EEEF-56324C84BAED}"/>
                </a:ext>
              </a:extLst>
            </p:cNvPr>
            <p:cNvSpPr/>
            <p:nvPr/>
          </p:nvSpPr>
          <p:spPr>
            <a:xfrm>
              <a:off x="171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8" name="pt80">
              <a:extLst>
                <a:ext uri="{FF2B5EF4-FFF2-40B4-BE49-F238E27FC236}">
                  <a16:creationId xmlns:a16="http://schemas.microsoft.com/office/drawing/2014/main" id="{C3861EB1-DE83-4D64-BB87-6890367A0448}"/>
                </a:ext>
              </a:extLst>
            </p:cNvPr>
            <p:cNvSpPr/>
            <p:nvPr/>
          </p:nvSpPr>
          <p:spPr>
            <a:xfrm>
              <a:off x="17835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9" name="pt81">
              <a:extLst>
                <a:ext uri="{FF2B5EF4-FFF2-40B4-BE49-F238E27FC236}">
                  <a16:creationId xmlns:a16="http://schemas.microsoft.com/office/drawing/2014/main" id="{56053649-2534-3A3C-2818-A20D001DFEF1}"/>
                </a:ext>
              </a:extLst>
            </p:cNvPr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0" name="pt82">
              <a:extLst>
                <a:ext uri="{FF2B5EF4-FFF2-40B4-BE49-F238E27FC236}">
                  <a16:creationId xmlns:a16="http://schemas.microsoft.com/office/drawing/2014/main" id="{08D198F4-3B70-0CD1-2430-66C3BAB5A89E}"/>
                </a:ext>
              </a:extLst>
            </p:cNvPr>
            <p:cNvSpPr/>
            <p:nvPr/>
          </p:nvSpPr>
          <p:spPr>
            <a:xfrm>
              <a:off x="40740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1" name="pt83">
              <a:extLst>
                <a:ext uri="{FF2B5EF4-FFF2-40B4-BE49-F238E27FC236}">
                  <a16:creationId xmlns:a16="http://schemas.microsoft.com/office/drawing/2014/main" id="{83CF6D8C-E258-0CBA-1B9E-5D3D924434AC}"/>
                </a:ext>
              </a:extLst>
            </p:cNvPr>
            <p:cNvSpPr/>
            <p:nvPr/>
          </p:nvSpPr>
          <p:spPr>
            <a:xfrm>
              <a:off x="17088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2" name="pt84">
              <a:extLst>
                <a:ext uri="{FF2B5EF4-FFF2-40B4-BE49-F238E27FC236}">
                  <a16:creationId xmlns:a16="http://schemas.microsoft.com/office/drawing/2014/main" id="{60D92C3A-3B4E-BF93-C368-A3434856F3CE}"/>
                </a:ext>
              </a:extLst>
            </p:cNvPr>
            <p:cNvSpPr/>
            <p:nvPr/>
          </p:nvSpPr>
          <p:spPr>
            <a:xfrm>
              <a:off x="1713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3" name="pt85">
              <a:extLst>
                <a:ext uri="{FF2B5EF4-FFF2-40B4-BE49-F238E27FC236}">
                  <a16:creationId xmlns:a16="http://schemas.microsoft.com/office/drawing/2014/main" id="{E75A286E-0C2C-7927-B277-53C05E5BF134}"/>
                </a:ext>
              </a:extLst>
            </p:cNvPr>
            <p:cNvSpPr/>
            <p:nvPr/>
          </p:nvSpPr>
          <p:spPr>
            <a:xfrm>
              <a:off x="17057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4" name="pt86">
              <a:extLst>
                <a:ext uri="{FF2B5EF4-FFF2-40B4-BE49-F238E27FC236}">
                  <a16:creationId xmlns:a16="http://schemas.microsoft.com/office/drawing/2014/main" id="{0B5742D8-E5A0-03DA-4532-AAEAB5A0C21F}"/>
                </a:ext>
              </a:extLst>
            </p:cNvPr>
            <p:cNvSpPr/>
            <p:nvPr/>
          </p:nvSpPr>
          <p:spPr>
            <a:xfrm>
              <a:off x="53968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5" name="pt87">
              <a:extLst>
                <a:ext uri="{FF2B5EF4-FFF2-40B4-BE49-F238E27FC236}">
                  <a16:creationId xmlns:a16="http://schemas.microsoft.com/office/drawing/2014/main" id="{7EDB0A01-F77C-2CD3-E3D3-5777E89BFE6E}"/>
                </a:ext>
              </a:extLst>
            </p:cNvPr>
            <p:cNvSpPr/>
            <p:nvPr/>
          </p:nvSpPr>
          <p:spPr>
            <a:xfrm>
              <a:off x="4229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6" name="pt88">
              <a:extLst>
                <a:ext uri="{FF2B5EF4-FFF2-40B4-BE49-F238E27FC236}">
                  <a16:creationId xmlns:a16="http://schemas.microsoft.com/office/drawing/2014/main" id="{0EDD42DC-949F-3965-25C4-31A07819F519}"/>
                </a:ext>
              </a:extLst>
            </p:cNvPr>
            <p:cNvSpPr/>
            <p:nvPr/>
          </p:nvSpPr>
          <p:spPr>
            <a:xfrm>
              <a:off x="5282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7" name="pt89">
              <a:extLst>
                <a:ext uri="{FF2B5EF4-FFF2-40B4-BE49-F238E27FC236}">
                  <a16:creationId xmlns:a16="http://schemas.microsoft.com/office/drawing/2014/main" id="{3C838B11-9047-2673-F9DE-71C28136DD19}"/>
                </a:ext>
              </a:extLst>
            </p:cNvPr>
            <p:cNvSpPr/>
            <p:nvPr/>
          </p:nvSpPr>
          <p:spPr>
            <a:xfrm>
              <a:off x="5430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8" name="pt90">
              <a:extLst>
                <a:ext uri="{FF2B5EF4-FFF2-40B4-BE49-F238E27FC236}">
                  <a16:creationId xmlns:a16="http://schemas.microsoft.com/office/drawing/2014/main" id="{119B2444-7E96-EFB8-E367-6D8BABA56F76}"/>
                </a:ext>
              </a:extLst>
            </p:cNvPr>
            <p:cNvSpPr/>
            <p:nvPr/>
          </p:nvSpPr>
          <p:spPr>
            <a:xfrm>
              <a:off x="19511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9" name="pt91">
              <a:extLst>
                <a:ext uri="{FF2B5EF4-FFF2-40B4-BE49-F238E27FC236}">
                  <a16:creationId xmlns:a16="http://schemas.microsoft.com/office/drawing/2014/main" id="{F746F701-C178-7A9A-1929-A12AB60C87C4}"/>
                </a:ext>
              </a:extLst>
            </p:cNvPr>
            <p:cNvSpPr/>
            <p:nvPr/>
          </p:nvSpPr>
          <p:spPr>
            <a:xfrm>
              <a:off x="20011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0" name="pt92">
              <a:extLst>
                <a:ext uri="{FF2B5EF4-FFF2-40B4-BE49-F238E27FC236}">
                  <a16:creationId xmlns:a16="http://schemas.microsoft.com/office/drawing/2014/main" id="{70E03550-72C4-455C-A4D7-F247570738A3}"/>
                </a:ext>
              </a:extLst>
            </p:cNvPr>
            <p:cNvSpPr/>
            <p:nvPr/>
          </p:nvSpPr>
          <p:spPr>
            <a:xfrm>
              <a:off x="421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1" name="pt93">
              <a:extLst>
                <a:ext uri="{FF2B5EF4-FFF2-40B4-BE49-F238E27FC236}">
                  <a16:creationId xmlns:a16="http://schemas.microsoft.com/office/drawing/2014/main" id="{8AB07FFC-76C2-5589-3267-E1776DE47904}"/>
                </a:ext>
              </a:extLst>
            </p:cNvPr>
            <p:cNvSpPr/>
            <p:nvPr/>
          </p:nvSpPr>
          <p:spPr>
            <a:xfrm>
              <a:off x="19511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2" name="pt94">
              <a:extLst>
                <a:ext uri="{FF2B5EF4-FFF2-40B4-BE49-F238E27FC236}">
                  <a16:creationId xmlns:a16="http://schemas.microsoft.com/office/drawing/2014/main" id="{20A909A8-71E6-D757-E28F-1987169D0760}"/>
                </a:ext>
              </a:extLst>
            </p:cNvPr>
            <p:cNvSpPr/>
            <p:nvPr/>
          </p:nvSpPr>
          <p:spPr>
            <a:xfrm>
              <a:off x="42549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3" name="pt95">
              <a:extLst>
                <a:ext uri="{FF2B5EF4-FFF2-40B4-BE49-F238E27FC236}">
                  <a16:creationId xmlns:a16="http://schemas.microsoft.com/office/drawing/2014/main" id="{4DB5579C-4631-BB9D-0EBE-33082BAF2652}"/>
                </a:ext>
              </a:extLst>
            </p:cNvPr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4" name="pt96">
              <a:extLst>
                <a:ext uri="{FF2B5EF4-FFF2-40B4-BE49-F238E27FC236}">
                  <a16:creationId xmlns:a16="http://schemas.microsoft.com/office/drawing/2014/main" id="{2C5100FF-2AEE-707B-061A-F046B62F2999}"/>
                </a:ext>
              </a:extLst>
            </p:cNvPr>
            <p:cNvSpPr/>
            <p:nvPr/>
          </p:nvSpPr>
          <p:spPr>
            <a:xfrm>
              <a:off x="20795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5" name="pt97">
              <a:extLst>
                <a:ext uri="{FF2B5EF4-FFF2-40B4-BE49-F238E27FC236}">
                  <a16:creationId xmlns:a16="http://schemas.microsoft.com/office/drawing/2014/main" id="{F1F584EE-505E-089E-3A1E-D79A020F3570}"/>
                </a:ext>
              </a:extLst>
            </p:cNvPr>
            <p:cNvSpPr/>
            <p:nvPr/>
          </p:nvSpPr>
          <p:spPr>
            <a:xfrm>
              <a:off x="54696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6" name="pt98">
              <a:extLst>
                <a:ext uri="{FF2B5EF4-FFF2-40B4-BE49-F238E27FC236}">
                  <a16:creationId xmlns:a16="http://schemas.microsoft.com/office/drawing/2014/main" id="{1C75B8F4-833F-379A-5F54-D752BC9C09B0}"/>
                </a:ext>
              </a:extLst>
            </p:cNvPr>
            <p:cNvSpPr/>
            <p:nvPr/>
          </p:nvSpPr>
          <p:spPr>
            <a:xfrm>
              <a:off x="5376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7" name="pt99">
              <a:extLst>
                <a:ext uri="{FF2B5EF4-FFF2-40B4-BE49-F238E27FC236}">
                  <a16:creationId xmlns:a16="http://schemas.microsoft.com/office/drawing/2014/main" id="{35F323FF-3EA0-89B1-02E5-7C6AEDF9A19E}"/>
                </a:ext>
              </a:extLst>
            </p:cNvPr>
            <p:cNvSpPr/>
            <p:nvPr/>
          </p:nvSpPr>
          <p:spPr>
            <a:xfrm>
              <a:off x="5432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8" name="pt100">
              <a:extLst>
                <a:ext uri="{FF2B5EF4-FFF2-40B4-BE49-F238E27FC236}">
                  <a16:creationId xmlns:a16="http://schemas.microsoft.com/office/drawing/2014/main" id="{C27635F9-4F84-C0E2-BAAA-3C6223BFA9F9}"/>
                </a:ext>
              </a:extLst>
            </p:cNvPr>
            <p:cNvSpPr/>
            <p:nvPr/>
          </p:nvSpPr>
          <p:spPr>
            <a:xfrm>
              <a:off x="20766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9" name="pt101">
              <a:extLst>
                <a:ext uri="{FF2B5EF4-FFF2-40B4-BE49-F238E27FC236}">
                  <a16:creationId xmlns:a16="http://schemas.microsoft.com/office/drawing/2014/main" id="{7812DACE-4B2A-3354-E564-DDF38F3A5FD0}"/>
                </a:ext>
              </a:extLst>
            </p:cNvPr>
            <p:cNvSpPr/>
            <p:nvPr/>
          </p:nvSpPr>
          <p:spPr>
            <a:xfrm>
              <a:off x="17130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0" name="pt102">
              <a:extLst>
                <a:ext uri="{FF2B5EF4-FFF2-40B4-BE49-F238E27FC236}">
                  <a16:creationId xmlns:a16="http://schemas.microsoft.com/office/drawing/2014/main" id="{942DEF75-E14F-0C4F-AE90-5B0A23407061}"/>
                </a:ext>
              </a:extLst>
            </p:cNvPr>
            <p:cNvSpPr/>
            <p:nvPr/>
          </p:nvSpPr>
          <p:spPr>
            <a:xfrm>
              <a:off x="20443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1" name="pt103">
              <a:extLst>
                <a:ext uri="{FF2B5EF4-FFF2-40B4-BE49-F238E27FC236}">
                  <a16:creationId xmlns:a16="http://schemas.microsoft.com/office/drawing/2014/main" id="{D196D847-A0F9-7EF7-CFFA-2DF0147A6320}"/>
                </a:ext>
              </a:extLst>
            </p:cNvPr>
            <p:cNvSpPr/>
            <p:nvPr/>
          </p:nvSpPr>
          <p:spPr>
            <a:xfrm>
              <a:off x="20594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2" name="pt104">
              <a:extLst>
                <a:ext uri="{FF2B5EF4-FFF2-40B4-BE49-F238E27FC236}">
                  <a16:creationId xmlns:a16="http://schemas.microsoft.com/office/drawing/2014/main" id="{7E26A2DE-B6E4-AEB8-F140-FBA3C35790BB}"/>
                </a:ext>
              </a:extLst>
            </p:cNvPr>
            <p:cNvSpPr/>
            <p:nvPr/>
          </p:nvSpPr>
          <p:spPr>
            <a:xfrm>
              <a:off x="2023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3" name="pt105">
              <a:extLst>
                <a:ext uri="{FF2B5EF4-FFF2-40B4-BE49-F238E27FC236}">
                  <a16:creationId xmlns:a16="http://schemas.microsoft.com/office/drawing/2014/main" id="{30ED6EFB-828C-F310-0F70-96F87CB240CB}"/>
                </a:ext>
              </a:extLst>
            </p:cNvPr>
            <p:cNvSpPr/>
            <p:nvPr/>
          </p:nvSpPr>
          <p:spPr>
            <a:xfrm>
              <a:off x="20834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4" name="pt106">
              <a:extLst>
                <a:ext uri="{FF2B5EF4-FFF2-40B4-BE49-F238E27FC236}">
                  <a16:creationId xmlns:a16="http://schemas.microsoft.com/office/drawing/2014/main" id="{0BDB410D-7BD9-A6D3-3DC3-C585A09B40E0}"/>
                </a:ext>
              </a:extLst>
            </p:cNvPr>
            <p:cNvSpPr/>
            <p:nvPr/>
          </p:nvSpPr>
          <p:spPr>
            <a:xfrm>
              <a:off x="418881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5" name="pt107">
              <a:extLst>
                <a:ext uri="{FF2B5EF4-FFF2-40B4-BE49-F238E27FC236}">
                  <a16:creationId xmlns:a16="http://schemas.microsoft.com/office/drawing/2014/main" id="{FB49D953-40B9-7EAC-AE7F-8F971117ABDA}"/>
                </a:ext>
              </a:extLst>
            </p:cNvPr>
            <p:cNvSpPr/>
            <p:nvPr/>
          </p:nvSpPr>
          <p:spPr>
            <a:xfrm>
              <a:off x="53847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6" name="pt108">
              <a:extLst>
                <a:ext uri="{FF2B5EF4-FFF2-40B4-BE49-F238E27FC236}">
                  <a16:creationId xmlns:a16="http://schemas.microsoft.com/office/drawing/2014/main" id="{A0E9716E-C4B0-3AD1-E45D-D8764AC6F70C}"/>
                </a:ext>
              </a:extLst>
            </p:cNvPr>
            <p:cNvSpPr/>
            <p:nvPr/>
          </p:nvSpPr>
          <p:spPr>
            <a:xfrm>
              <a:off x="53495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7" name="pt109">
              <a:extLst>
                <a:ext uri="{FF2B5EF4-FFF2-40B4-BE49-F238E27FC236}">
                  <a16:creationId xmlns:a16="http://schemas.microsoft.com/office/drawing/2014/main" id="{B8EC02C7-E5A6-EBED-8765-F72513F909C7}"/>
                </a:ext>
              </a:extLst>
            </p:cNvPr>
            <p:cNvSpPr/>
            <p:nvPr/>
          </p:nvSpPr>
          <p:spPr>
            <a:xfrm>
              <a:off x="1700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8" name="pt110">
              <a:extLst>
                <a:ext uri="{FF2B5EF4-FFF2-40B4-BE49-F238E27FC236}">
                  <a16:creationId xmlns:a16="http://schemas.microsoft.com/office/drawing/2014/main" id="{4A63A7E4-24A9-0CCC-74D1-84E3D43BD5D2}"/>
                </a:ext>
              </a:extLst>
            </p:cNvPr>
            <p:cNvSpPr/>
            <p:nvPr/>
          </p:nvSpPr>
          <p:spPr>
            <a:xfrm>
              <a:off x="537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9" name="pt111">
              <a:extLst>
                <a:ext uri="{FF2B5EF4-FFF2-40B4-BE49-F238E27FC236}">
                  <a16:creationId xmlns:a16="http://schemas.microsoft.com/office/drawing/2014/main" id="{3DEA1A4F-D554-FB32-0BD6-01CC7959CCC4}"/>
                </a:ext>
              </a:extLst>
            </p:cNvPr>
            <p:cNvSpPr/>
            <p:nvPr/>
          </p:nvSpPr>
          <p:spPr>
            <a:xfrm>
              <a:off x="42168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0" name="pt112">
              <a:extLst>
                <a:ext uri="{FF2B5EF4-FFF2-40B4-BE49-F238E27FC236}">
                  <a16:creationId xmlns:a16="http://schemas.microsoft.com/office/drawing/2014/main" id="{0FF0213A-F8AF-FF17-40A3-661571B0E798}"/>
                </a:ext>
              </a:extLst>
            </p:cNvPr>
            <p:cNvSpPr/>
            <p:nvPr/>
          </p:nvSpPr>
          <p:spPr>
            <a:xfrm>
              <a:off x="4179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1" name="pt113">
              <a:extLst>
                <a:ext uri="{FF2B5EF4-FFF2-40B4-BE49-F238E27FC236}">
                  <a16:creationId xmlns:a16="http://schemas.microsoft.com/office/drawing/2014/main" id="{458B64EF-6072-5A9B-9287-D14F80A296F1}"/>
                </a:ext>
              </a:extLst>
            </p:cNvPr>
            <p:cNvSpPr/>
            <p:nvPr/>
          </p:nvSpPr>
          <p:spPr>
            <a:xfrm>
              <a:off x="17209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2" name="pt114">
              <a:extLst>
                <a:ext uri="{FF2B5EF4-FFF2-40B4-BE49-F238E27FC236}">
                  <a16:creationId xmlns:a16="http://schemas.microsoft.com/office/drawing/2014/main" id="{06A7A4BA-11AD-7815-45F4-036D42191CF1}"/>
                </a:ext>
              </a:extLst>
            </p:cNvPr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3" name="pt115">
              <a:extLst>
                <a:ext uri="{FF2B5EF4-FFF2-40B4-BE49-F238E27FC236}">
                  <a16:creationId xmlns:a16="http://schemas.microsoft.com/office/drawing/2014/main" id="{F2B1317B-5B23-ECE0-B696-12A0DBD6678D}"/>
                </a:ext>
              </a:extLst>
            </p:cNvPr>
            <p:cNvSpPr/>
            <p:nvPr/>
          </p:nvSpPr>
          <p:spPr>
            <a:xfrm>
              <a:off x="41138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4" name="pt116">
              <a:extLst>
                <a:ext uri="{FF2B5EF4-FFF2-40B4-BE49-F238E27FC236}">
                  <a16:creationId xmlns:a16="http://schemas.microsoft.com/office/drawing/2014/main" id="{533DAD17-4823-46A7-DAE8-B1A18FD60241}"/>
                </a:ext>
              </a:extLst>
            </p:cNvPr>
            <p:cNvSpPr/>
            <p:nvPr/>
          </p:nvSpPr>
          <p:spPr>
            <a:xfrm>
              <a:off x="41890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5" name="pt117">
              <a:extLst>
                <a:ext uri="{FF2B5EF4-FFF2-40B4-BE49-F238E27FC236}">
                  <a16:creationId xmlns:a16="http://schemas.microsoft.com/office/drawing/2014/main" id="{D134CD3F-DC8C-E4AD-3A44-5C57AB120CF6}"/>
                </a:ext>
              </a:extLst>
            </p:cNvPr>
            <p:cNvSpPr/>
            <p:nvPr/>
          </p:nvSpPr>
          <p:spPr>
            <a:xfrm>
              <a:off x="422472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6" name="pg118">
              <a:extLst>
                <a:ext uri="{FF2B5EF4-FFF2-40B4-BE49-F238E27FC236}">
                  <a16:creationId xmlns:a16="http://schemas.microsoft.com/office/drawing/2014/main" id="{711869CE-CC69-72EE-46BA-BACE9E1AD3A7}"/>
                </a:ext>
              </a:extLst>
            </p:cNvPr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7" name="pg119">
              <a:extLst>
                <a:ext uri="{FF2B5EF4-FFF2-40B4-BE49-F238E27FC236}">
                  <a16:creationId xmlns:a16="http://schemas.microsoft.com/office/drawing/2014/main" id="{28AA6284-445E-C55C-5F6A-CE9025C19756}"/>
                </a:ext>
              </a:extLst>
            </p:cNvPr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8" name="pg120">
              <a:extLst>
                <a:ext uri="{FF2B5EF4-FFF2-40B4-BE49-F238E27FC236}">
                  <a16:creationId xmlns:a16="http://schemas.microsoft.com/office/drawing/2014/main" id="{3912046B-BAB3-9371-6EA8-F8EB6A1F9C76}"/>
                </a:ext>
              </a:extLst>
            </p:cNvPr>
            <p:cNvSpPr/>
            <p:nvPr/>
          </p:nvSpPr>
          <p:spPr>
            <a:xfrm>
              <a:off x="30011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9" name="pg121">
              <a:extLst>
                <a:ext uri="{FF2B5EF4-FFF2-40B4-BE49-F238E27FC236}">
                  <a16:creationId xmlns:a16="http://schemas.microsoft.com/office/drawing/2014/main" id="{71F049CE-3AB2-8437-D02C-B95C377D73C9}"/>
                </a:ext>
              </a:extLst>
            </p:cNvPr>
            <p:cNvSpPr/>
            <p:nvPr/>
          </p:nvSpPr>
          <p:spPr>
            <a:xfrm>
              <a:off x="308519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0" name="pg122">
              <a:extLst>
                <a:ext uri="{FF2B5EF4-FFF2-40B4-BE49-F238E27FC236}">
                  <a16:creationId xmlns:a16="http://schemas.microsoft.com/office/drawing/2014/main" id="{A0266C73-194E-F405-2A96-1D853DD70EF6}"/>
                </a:ext>
              </a:extLst>
            </p:cNvPr>
            <p:cNvSpPr/>
            <p:nvPr/>
          </p:nvSpPr>
          <p:spPr>
            <a:xfrm>
              <a:off x="3238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1" name="pg123">
              <a:extLst>
                <a:ext uri="{FF2B5EF4-FFF2-40B4-BE49-F238E27FC236}">
                  <a16:creationId xmlns:a16="http://schemas.microsoft.com/office/drawing/2014/main" id="{22E3BA08-FA11-3390-34B4-4EA372F5A71C}"/>
                </a:ext>
              </a:extLst>
            </p:cNvPr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2" name="pg124">
              <a:extLst>
                <a:ext uri="{FF2B5EF4-FFF2-40B4-BE49-F238E27FC236}">
                  <a16:creationId xmlns:a16="http://schemas.microsoft.com/office/drawing/2014/main" id="{0FBA3094-0EA5-0460-98C1-537F6EA7C65D}"/>
                </a:ext>
              </a:extLst>
            </p:cNvPr>
            <p:cNvSpPr/>
            <p:nvPr/>
          </p:nvSpPr>
          <p:spPr>
            <a:xfrm>
              <a:off x="35602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3" name="pg125">
              <a:extLst>
                <a:ext uri="{FF2B5EF4-FFF2-40B4-BE49-F238E27FC236}">
                  <a16:creationId xmlns:a16="http://schemas.microsoft.com/office/drawing/2014/main" id="{C1FF87C8-8107-9C8F-D249-BC19A5315938}"/>
                </a:ext>
              </a:extLst>
            </p:cNvPr>
            <p:cNvSpPr/>
            <p:nvPr/>
          </p:nvSpPr>
          <p:spPr>
            <a:xfrm>
              <a:off x="2037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4" name="pg126">
              <a:extLst>
                <a:ext uri="{FF2B5EF4-FFF2-40B4-BE49-F238E27FC236}">
                  <a16:creationId xmlns:a16="http://schemas.microsoft.com/office/drawing/2014/main" id="{60DE3071-9ABF-2505-2B7C-5236C8D22828}"/>
                </a:ext>
              </a:extLst>
            </p:cNvPr>
            <p:cNvSpPr/>
            <p:nvPr/>
          </p:nvSpPr>
          <p:spPr>
            <a:xfrm>
              <a:off x="304797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5" name="pg127">
              <a:extLst>
                <a:ext uri="{FF2B5EF4-FFF2-40B4-BE49-F238E27FC236}">
                  <a16:creationId xmlns:a16="http://schemas.microsoft.com/office/drawing/2014/main" id="{50AE6566-A5AA-F708-1575-A9A528AF1011}"/>
                </a:ext>
              </a:extLst>
            </p:cNvPr>
            <p:cNvSpPr/>
            <p:nvPr/>
          </p:nvSpPr>
          <p:spPr>
            <a:xfrm>
              <a:off x="33253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6" name="pg128">
              <a:extLst>
                <a:ext uri="{FF2B5EF4-FFF2-40B4-BE49-F238E27FC236}">
                  <a16:creationId xmlns:a16="http://schemas.microsoft.com/office/drawing/2014/main" id="{71E6B84E-4AFE-4808-B636-7636CCFE5ACD}"/>
                </a:ext>
              </a:extLst>
            </p:cNvPr>
            <p:cNvSpPr/>
            <p:nvPr/>
          </p:nvSpPr>
          <p:spPr>
            <a:xfrm>
              <a:off x="34239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7" name="pg129">
              <a:extLst>
                <a:ext uri="{FF2B5EF4-FFF2-40B4-BE49-F238E27FC236}">
                  <a16:creationId xmlns:a16="http://schemas.microsoft.com/office/drawing/2014/main" id="{A7D63122-9C4A-3B4F-D78D-CEF7D8112956}"/>
                </a:ext>
              </a:extLst>
            </p:cNvPr>
            <p:cNvSpPr/>
            <p:nvPr/>
          </p:nvSpPr>
          <p:spPr>
            <a:xfrm>
              <a:off x="21500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8" name="pg130">
              <a:extLst>
                <a:ext uri="{FF2B5EF4-FFF2-40B4-BE49-F238E27FC236}">
                  <a16:creationId xmlns:a16="http://schemas.microsoft.com/office/drawing/2014/main" id="{09333FA3-B399-372A-A4B7-91BF1F759CDD}"/>
                </a:ext>
              </a:extLst>
            </p:cNvPr>
            <p:cNvSpPr/>
            <p:nvPr/>
          </p:nvSpPr>
          <p:spPr>
            <a:xfrm>
              <a:off x="21526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9" name="pg131">
              <a:extLst>
                <a:ext uri="{FF2B5EF4-FFF2-40B4-BE49-F238E27FC236}">
                  <a16:creationId xmlns:a16="http://schemas.microsoft.com/office/drawing/2014/main" id="{AFE3B49B-3F66-4BDC-3FBC-61F6000B3863}"/>
                </a:ext>
              </a:extLst>
            </p:cNvPr>
            <p:cNvSpPr/>
            <p:nvPr/>
          </p:nvSpPr>
          <p:spPr>
            <a:xfrm>
              <a:off x="36847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0" name="pg132">
              <a:extLst>
                <a:ext uri="{FF2B5EF4-FFF2-40B4-BE49-F238E27FC236}">
                  <a16:creationId xmlns:a16="http://schemas.microsoft.com/office/drawing/2014/main" id="{BC750DF3-1D4C-0555-1919-0A66CAF45534}"/>
                </a:ext>
              </a:extLst>
            </p:cNvPr>
            <p:cNvSpPr/>
            <p:nvPr/>
          </p:nvSpPr>
          <p:spPr>
            <a:xfrm>
              <a:off x="31452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1" name="pg133">
              <a:extLst>
                <a:ext uri="{FF2B5EF4-FFF2-40B4-BE49-F238E27FC236}">
                  <a16:creationId xmlns:a16="http://schemas.microsoft.com/office/drawing/2014/main" id="{78E25C98-7722-FC19-1961-A0BC3757F274}"/>
                </a:ext>
              </a:extLst>
            </p:cNvPr>
            <p:cNvSpPr/>
            <p:nvPr/>
          </p:nvSpPr>
          <p:spPr>
            <a:xfrm>
              <a:off x="35495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2" name="pg134">
              <a:extLst>
                <a:ext uri="{FF2B5EF4-FFF2-40B4-BE49-F238E27FC236}">
                  <a16:creationId xmlns:a16="http://schemas.microsoft.com/office/drawing/2014/main" id="{5C833623-8DE8-746E-F0D4-4E46170C2441}"/>
                </a:ext>
              </a:extLst>
            </p:cNvPr>
            <p:cNvSpPr/>
            <p:nvPr/>
          </p:nvSpPr>
          <p:spPr>
            <a:xfrm>
              <a:off x="33012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3" name="pg135">
              <a:extLst>
                <a:ext uri="{FF2B5EF4-FFF2-40B4-BE49-F238E27FC236}">
                  <a16:creationId xmlns:a16="http://schemas.microsoft.com/office/drawing/2014/main" id="{76F1995B-B2BB-33F6-DFBB-D14A14BA8397}"/>
                </a:ext>
              </a:extLst>
            </p:cNvPr>
            <p:cNvSpPr/>
            <p:nvPr/>
          </p:nvSpPr>
          <p:spPr>
            <a:xfrm>
              <a:off x="215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4" name="pg136">
              <a:extLst>
                <a:ext uri="{FF2B5EF4-FFF2-40B4-BE49-F238E27FC236}">
                  <a16:creationId xmlns:a16="http://schemas.microsoft.com/office/drawing/2014/main" id="{912E564E-9ED9-FE97-F04F-2C940FBC6D1E}"/>
                </a:ext>
              </a:extLst>
            </p:cNvPr>
            <p:cNvSpPr/>
            <p:nvPr/>
          </p:nvSpPr>
          <p:spPr>
            <a:xfrm>
              <a:off x="2129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5" name="pg137">
              <a:extLst>
                <a:ext uri="{FF2B5EF4-FFF2-40B4-BE49-F238E27FC236}">
                  <a16:creationId xmlns:a16="http://schemas.microsoft.com/office/drawing/2014/main" id="{D3AE0868-4D67-8173-DC1F-C91A3F7742EE}"/>
                </a:ext>
              </a:extLst>
            </p:cNvPr>
            <p:cNvSpPr/>
            <p:nvPr/>
          </p:nvSpPr>
          <p:spPr>
            <a:xfrm>
              <a:off x="33049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6" name="pg138">
              <a:extLst>
                <a:ext uri="{FF2B5EF4-FFF2-40B4-BE49-F238E27FC236}">
                  <a16:creationId xmlns:a16="http://schemas.microsoft.com/office/drawing/2014/main" id="{535FFACB-81CF-8C67-2797-A6544416F40B}"/>
                </a:ext>
              </a:extLst>
            </p:cNvPr>
            <p:cNvSpPr/>
            <p:nvPr/>
          </p:nvSpPr>
          <p:spPr>
            <a:xfrm>
              <a:off x="373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7" name="pg139">
              <a:extLst>
                <a:ext uri="{FF2B5EF4-FFF2-40B4-BE49-F238E27FC236}">
                  <a16:creationId xmlns:a16="http://schemas.microsoft.com/office/drawing/2014/main" id="{9D2AA440-4186-614E-9A56-582AF12D4184}"/>
                </a:ext>
              </a:extLst>
            </p:cNvPr>
            <p:cNvSpPr/>
            <p:nvPr/>
          </p:nvSpPr>
          <p:spPr>
            <a:xfrm>
              <a:off x="309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8" name="pg140">
              <a:extLst>
                <a:ext uri="{FF2B5EF4-FFF2-40B4-BE49-F238E27FC236}">
                  <a16:creationId xmlns:a16="http://schemas.microsoft.com/office/drawing/2014/main" id="{21698FF6-40B9-5085-3700-8CC747634384}"/>
                </a:ext>
              </a:extLst>
            </p:cNvPr>
            <p:cNvSpPr/>
            <p:nvPr/>
          </p:nvSpPr>
          <p:spPr>
            <a:xfrm>
              <a:off x="35632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9" name="pg141">
              <a:extLst>
                <a:ext uri="{FF2B5EF4-FFF2-40B4-BE49-F238E27FC236}">
                  <a16:creationId xmlns:a16="http://schemas.microsoft.com/office/drawing/2014/main" id="{9FD98FD6-B6DD-B6DD-8097-AE8C36763462}"/>
                </a:ext>
              </a:extLst>
            </p:cNvPr>
            <p:cNvSpPr/>
            <p:nvPr/>
          </p:nvSpPr>
          <p:spPr>
            <a:xfrm>
              <a:off x="21346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0" name="pg142">
              <a:extLst>
                <a:ext uri="{FF2B5EF4-FFF2-40B4-BE49-F238E27FC236}">
                  <a16:creationId xmlns:a16="http://schemas.microsoft.com/office/drawing/2014/main" id="{5184A211-00A3-C12F-C9BE-970FE1157DCB}"/>
                </a:ext>
              </a:extLst>
            </p:cNvPr>
            <p:cNvSpPr/>
            <p:nvPr/>
          </p:nvSpPr>
          <p:spPr>
            <a:xfrm>
              <a:off x="311298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1" name="pg143">
              <a:extLst>
                <a:ext uri="{FF2B5EF4-FFF2-40B4-BE49-F238E27FC236}">
                  <a16:creationId xmlns:a16="http://schemas.microsoft.com/office/drawing/2014/main" id="{8ABCC1F9-9C63-4A74-EC18-D8292CD5717A}"/>
                </a:ext>
              </a:extLst>
            </p:cNvPr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2" name="pg144">
              <a:extLst>
                <a:ext uri="{FF2B5EF4-FFF2-40B4-BE49-F238E27FC236}">
                  <a16:creationId xmlns:a16="http://schemas.microsoft.com/office/drawing/2014/main" id="{6244F057-774A-F51D-65B7-BB80B5D2156B}"/>
                </a:ext>
              </a:extLst>
            </p:cNvPr>
            <p:cNvSpPr/>
            <p:nvPr/>
          </p:nvSpPr>
          <p:spPr>
            <a:xfrm>
              <a:off x="2129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3" name="pg145">
              <a:extLst>
                <a:ext uri="{FF2B5EF4-FFF2-40B4-BE49-F238E27FC236}">
                  <a16:creationId xmlns:a16="http://schemas.microsoft.com/office/drawing/2014/main" id="{6CDD975A-1D78-DD57-A875-E1589FAD8131}"/>
                </a:ext>
              </a:extLst>
            </p:cNvPr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4" name="pg146">
              <a:extLst>
                <a:ext uri="{FF2B5EF4-FFF2-40B4-BE49-F238E27FC236}">
                  <a16:creationId xmlns:a16="http://schemas.microsoft.com/office/drawing/2014/main" id="{B077C81E-01AE-FD95-EFA5-0807AFD4C760}"/>
                </a:ext>
              </a:extLst>
            </p:cNvPr>
            <p:cNvSpPr/>
            <p:nvPr/>
          </p:nvSpPr>
          <p:spPr>
            <a:xfrm>
              <a:off x="21670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5" name="pg147">
              <a:extLst>
                <a:ext uri="{FF2B5EF4-FFF2-40B4-BE49-F238E27FC236}">
                  <a16:creationId xmlns:a16="http://schemas.microsoft.com/office/drawing/2014/main" id="{5C1C01A5-C0CA-8673-AA23-C352A1116729}"/>
                </a:ext>
              </a:extLst>
            </p:cNvPr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6" name="pg148">
              <a:extLst>
                <a:ext uri="{FF2B5EF4-FFF2-40B4-BE49-F238E27FC236}">
                  <a16:creationId xmlns:a16="http://schemas.microsoft.com/office/drawing/2014/main" id="{756485B8-14E5-ACCA-984A-03CAD2FD875D}"/>
                </a:ext>
              </a:extLst>
            </p:cNvPr>
            <p:cNvSpPr/>
            <p:nvPr/>
          </p:nvSpPr>
          <p:spPr>
            <a:xfrm>
              <a:off x="3409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7" name="pg149">
              <a:extLst>
                <a:ext uri="{FF2B5EF4-FFF2-40B4-BE49-F238E27FC236}">
                  <a16:creationId xmlns:a16="http://schemas.microsoft.com/office/drawing/2014/main" id="{5733CA6D-FF6B-CB6D-A2DC-346324785D4E}"/>
                </a:ext>
              </a:extLst>
            </p:cNvPr>
            <p:cNvSpPr/>
            <p:nvPr/>
          </p:nvSpPr>
          <p:spPr>
            <a:xfrm>
              <a:off x="2118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8" name="pg150">
              <a:extLst>
                <a:ext uri="{FF2B5EF4-FFF2-40B4-BE49-F238E27FC236}">
                  <a16:creationId xmlns:a16="http://schemas.microsoft.com/office/drawing/2014/main" id="{709DEDF1-3A1D-3219-0267-584FEACF31F7}"/>
                </a:ext>
              </a:extLst>
            </p:cNvPr>
            <p:cNvSpPr/>
            <p:nvPr/>
          </p:nvSpPr>
          <p:spPr>
            <a:xfrm>
              <a:off x="34031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9" name="pg151">
              <a:extLst>
                <a:ext uri="{FF2B5EF4-FFF2-40B4-BE49-F238E27FC236}">
                  <a16:creationId xmlns:a16="http://schemas.microsoft.com/office/drawing/2014/main" id="{623574DA-D731-779A-63FA-570C2D67C8D8}"/>
                </a:ext>
              </a:extLst>
            </p:cNvPr>
            <p:cNvSpPr/>
            <p:nvPr/>
          </p:nvSpPr>
          <p:spPr>
            <a:xfrm>
              <a:off x="3457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0" name="pg152">
              <a:extLst>
                <a:ext uri="{FF2B5EF4-FFF2-40B4-BE49-F238E27FC236}">
                  <a16:creationId xmlns:a16="http://schemas.microsoft.com/office/drawing/2014/main" id="{24F7A52E-D09E-993F-ADDF-84676F189157}"/>
                </a:ext>
              </a:extLst>
            </p:cNvPr>
            <p:cNvSpPr/>
            <p:nvPr/>
          </p:nvSpPr>
          <p:spPr>
            <a:xfrm>
              <a:off x="21375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1" name="pg153">
              <a:extLst>
                <a:ext uri="{FF2B5EF4-FFF2-40B4-BE49-F238E27FC236}">
                  <a16:creationId xmlns:a16="http://schemas.microsoft.com/office/drawing/2014/main" id="{4055DC75-3645-6090-061B-923D28AB5724}"/>
                </a:ext>
              </a:extLst>
            </p:cNvPr>
            <p:cNvSpPr/>
            <p:nvPr/>
          </p:nvSpPr>
          <p:spPr>
            <a:xfrm>
              <a:off x="358442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2" name="pg154">
              <a:extLst>
                <a:ext uri="{FF2B5EF4-FFF2-40B4-BE49-F238E27FC236}">
                  <a16:creationId xmlns:a16="http://schemas.microsoft.com/office/drawing/2014/main" id="{9B41264F-A522-7D28-FFA1-9BD16293AE0B}"/>
                </a:ext>
              </a:extLst>
            </p:cNvPr>
            <p:cNvSpPr/>
            <p:nvPr/>
          </p:nvSpPr>
          <p:spPr>
            <a:xfrm>
              <a:off x="302386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3" name="pg155">
              <a:extLst>
                <a:ext uri="{FF2B5EF4-FFF2-40B4-BE49-F238E27FC236}">
                  <a16:creationId xmlns:a16="http://schemas.microsoft.com/office/drawing/2014/main" id="{1736D874-6E61-D8C6-899B-0F4FA3BF6665}"/>
                </a:ext>
              </a:extLst>
            </p:cNvPr>
            <p:cNvSpPr/>
            <p:nvPr/>
          </p:nvSpPr>
          <p:spPr>
            <a:xfrm>
              <a:off x="34160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4" name="pg156">
              <a:extLst>
                <a:ext uri="{FF2B5EF4-FFF2-40B4-BE49-F238E27FC236}">
                  <a16:creationId xmlns:a16="http://schemas.microsoft.com/office/drawing/2014/main" id="{0B34016F-595D-6EBE-7ADA-A34E6E3BA370}"/>
                </a:ext>
              </a:extLst>
            </p:cNvPr>
            <p:cNvSpPr/>
            <p:nvPr/>
          </p:nvSpPr>
          <p:spPr>
            <a:xfrm>
              <a:off x="3288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5" name="pg157">
              <a:extLst>
                <a:ext uri="{FF2B5EF4-FFF2-40B4-BE49-F238E27FC236}">
                  <a16:creationId xmlns:a16="http://schemas.microsoft.com/office/drawing/2014/main" id="{00502689-1560-707A-9DBA-29C7D5DFA24F}"/>
                </a:ext>
              </a:extLst>
            </p:cNvPr>
            <p:cNvSpPr/>
            <p:nvPr/>
          </p:nvSpPr>
          <p:spPr>
            <a:xfrm>
              <a:off x="31405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6" name="pg158">
              <a:extLst>
                <a:ext uri="{FF2B5EF4-FFF2-40B4-BE49-F238E27FC236}">
                  <a16:creationId xmlns:a16="http://schemas.microsoft.com/office/drawing/2014/main" id="{669A6D60-56D1-1D93-C1BA-9439ABDCDA58}"/>
                </a:ext>
              </a:extLst>
            </p:cNvPr>
            <p:cNvSpPr/>
            <p:nvPr/>
          </p:nvSpPr>
          <p:spPr>
            <a:xfrm>
              <a:off x="3554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7" name="pg159">
              <a:extLst>
                <a:ext uri="{FF2B5EF4-FFF2-40B4-BE49-F238E27FC236}">
                  <a16:creationId xmlns:a16="http://schemas.microsoft.com/office/drawing/2014/main" id="{9335F713-560F-903B-DA2D-0887889914DC}"/>
                </a:ext>
              </a:extLst>
            </p:cNvPr>
            <p:cNvSpPr/>
            <p:nvPr/>
          </p:nvSpPr>
          <p:spPr>
            <a:xfrm>
              <a:off x="35523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8" name="pg160">
              <a:extLst>
                <a:ext uri="{FF2B5EF4-FFF2-40B4-BE49-F238E27FC236}">
                  <a16:creationId xmlns:a16="http://schemas.microsoft.com/office/drawing/2014/main" id="{D8F46721-175F-26C0-EB4D-24AFCC1D083B}"/>
                </a:ext>
              </a:extLst>
            </p:cNvPr>
            <p:cNvSpPr/>
            <p:nvPr/>
          </p:nvSpPr>
          <p:spPr>
            <a:xfrm>
              <a:off x="29941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9" name="pg161">
              <a:extLst>
                <a:ext uri="{FF2B5EF4-FFF2-40B4-BE49-F238E27FC236}">
                  <a16:creationId xmlns:a16="http://schemas.microsoft.com/office/drawing/2014/main" id="{38E84E75-EFF6-80D6-36E6-3D51CEBC33F2}"/>
                </a:ext>
              </a:extLst>
            </p:cNvPr>
            <p:cNvSpPr/>
            <p:nvPr/>
          </p:nvSpPr>
          <p:spPr>
            <a:xfrm>
              <a:off x="34272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0" name="pg162">
              <a:extLst>
                <a:ext uri="{FF2B5EF4-FFF2-40B4-BE49-F238E27FC236}">
                  <a16:creationId xmlns:a16="http://schemas.microsoft.com/office/drawing/2014/main" id="{C8133C9C-4833-6D1B-47CB-B8BB3B0DD01C}"/>
                </a:ext>
              </a:extLst>
            </p:cNvPr>
            <p:cNvSpPr/>
            <p:nvPr/>
          </p:nvSpPr>
          <p:spPr>
            <a:xfrm>
              <a:off x="20724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1" name="pg163">
              <a:extLst>
                <a:ext uri="{FF2B5EF4-FFF2-40B4-BE49-F238E27FC236}">
                  <a16:creationId xmlns:a16="http://schemas.microsoft.com/office/drawing/2014/main" id="{76F6061B-C14A-0DDE-FF2C-A38E69D6A149}"/>
                </a:ext>
              </a:extLst>
            </p:cNvPr>
            <p:cNvSpPr/>
            <p:nvPr/>
          </p:nvSpPr>
          <p:spPr>
            <a:xfrm>
              <a:off x="31164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2" name="pg164">
              <a:extLst>
                <a:ext uri="{FF2B5EF4-FFF2-40B4-BE49-F238E27FC236}">
                  <a16:creationId xmlns:a16="http://schemas.microsoft.com/office/drawing/2014/main" id="{1EC8908B-456D-AAEE-535C-057C7A99BAB1}"/>
                </a:ext>
              </a:extLst>
            </p:cNvPr>
            <p:cNvSpPr/>
            <p:nvPr/>
          </p:nvSpPr>
          <p:spPr>
            <a:xfrm>
              <a:off x="21406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3" name="pt165">
              <a:extLst>
                <a:ext uri="{FF2B5EF4-FFF2-40B4-BE49-F238E27FC236}">
                  <a16:creationId xmlns:a16="http://schemas.microsoft.com/office/drawing/2014/main" id="{9E5F0BBE-C369-6121-7207-C0257C8AAF8A}"/>
                </a:ext>
              </a:extLst>
            </p:cNvPr>
            <p:cNvSpPr/>
            <p:nvPr/>
          </p:nvSpPr>
          <p:spPr>
            <a:xfrm>
              <a:off x="53680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4" name="pt166">
              <a:extLst>
                <a:ext uri="{FF2B5EF4-FFF2-40B4-BE49-F238E27FC236}">
                  <a16:creationId xmlns:a16="http://schemas.microsoft.com/office/drawing/2014/main" id="{C3947D0D-3F76-BDB7-BF63-179B6FD49ED7}"/>
                </a:ext>
              </a:extLst>
            </p:cNvPr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5" name="pt167">
              <a:extLst>
                <a:ext uri="{FF2B5EF4-FFF2-40B4-BE49-F238E27FC236}">
                  <a16:creationId xmlns:a16="http://schemas.microsoft.com/office/drawing/2014/main" id="{583948C9-F56D-762B-3E51-C05B3E15BAD6}"/>
                </a:ext>
              </a:extLst>
            </p:cNvPr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6" name="pt168">
              <a:extLst>
                <a:ext uri="{FF2B5EF4-FFF2-40B4-BE49-F238E27FC236}">
                  <a16:creationId xmlns:a16="http://schemas.microsoft.com/office/drawing/2014/main" id="{C3105C52-25E3-3E6E-DA2F-6E5055D08FF8}"/>
                </a:ext>
              </a:extLst>
            </p:cNvPr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7" name="pt169">
              <a:extLst>
                <a:ext uri="{FF2B5EF4-FFF2-40B4-BE49-F238E27FC236}">
                  <a16:creationId xmlns:a16="http://schemas.microsoft.com/office/drawing/2014/main" id="{15E5B382-EF73-392F-E306-34773A205CD8}"/>
                </a:ext>
              </a:extLst>
            </p:cNvPr>
            <p:cNvSpPr/>
            <p:nvPr/>
          </p:nvSpPr>
          <p:spPr>
            <a:xfrm>
              <a:off x="38857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8" name="pt170">
              <a:extLst>
                <a:ext uri="{FF2B5EF4-FFF2-40B4-BE49-F238E27FC236}">
                  <a16:creationId xmlns:a16="http://schemas.microsoft.com/office/drawing/2014/main" id="{77DE1A75-FE83-2361-F5E0-7B80B42F4727}"/>
                </a:ext>
              </a:extLst>
            </p:cNvPr>
            <p:cNvSpPr/>
            <p:nvPr/>
          </p:nvSpPr>
          <p:spPr>
            <a:xfrm>
              <a:off x="40220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9" name="pt171">
              <a:extLst>
                <a:ext uri="{FF2B5EF4-FFF2-40B4-BE49-F238E27FC236}">
                  <a16:creationId xmlns:a16="http://schemas.microsoft.com/office/drawing/2014/main" id="{7EAA1B46-85E4-0964-8C5E-B91B425F335E}"/>
                </a:ext>
              </a:extLst>
            </p:cNvPr>
            <p:cNvSpPr/>
            <p:nvPr/>
          </p:nvSpPr>
          <p:spPr>
            <a:xfrm>
              <a:off x="51685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0" name="pt172">
              <a:extLst>
                <a:ext uri="{FF2B5EF4-FFF2-40B4-BE49-F238E27FC236}">
                  <a16:creationId xmlns:a16="http://schemas.microsoft.com/office/drawing/2014/main" id="{D5518D6F-6384-92E1-65E8-0499E277DD4C}"/>
                </a:ext>
              </a:extLst>
            </p:cNvPr>
            <p:cNvSpPr/>
            <p:nvPr/>
          </p:nvSpPr>
          <p:spPr>
            <a:xfrm>
              <a:off x="40024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1" name="pt173">
              <a:extLst>
                <a:ext uri="{FF2B5EF4-FFF2-40B4-BE49-F238E27FC236}">
                  <a16:creationId xmlns:a16="http://schemas.microsoft.com/office/drawing/2014/main" id="{68EC3B16-C1B8-6658-F9D0-67C4CFEEF64B}"/>
                </a:ext>
              </a:extLst>
            </p:cNvPr>
            <p:cNvSpPr/>
            <p:nvPr/>
          </p:nvSpPr>
          <p:spPr>
            <a:xfrm>
              <a:off x="53350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2" name="pt174">
              <a:extLst>
                <a:ext uri="{FF2B5EF4-FFF2-40B4-BE49-F238E27FC236}">
                  <a16:creationId xmlns:a16="http://schemas.microsoft.com/office/drawing/2014/main" id="{971712EF-0F7A-3E74-312B-2A8E5B0D1A4F}"/>
                </a:ext>
              </a:extLst>
            </p:cNvPr>
            <p:cNvSpPr/>
            <p:nvPr/>
          </p:nvSpPr>
          <p:spPr>
            <a:xfrm>
              <a:off x="1877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3" name="pt175">
              <a:extLst>
                <a:ext uri="{FF2B5EF4-FFF2-40B4-BE49-F238E27FC236}">
                  <a16:creationId xmlns:a16="http://schemas.microsoft.com/office/drawing/2014/main" id="{94474889-6FEF-5AC8-DE4C-8AABD578591D}"/>
                </a:ext>
              </a:extLst>
            </p:cNvPr>
            <p:cNvSpPr/>
            <p:nvPr/>
          </p:nvSpPr>
          <p:spPr>
            <a:xfrm>
              <a:off x="17154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4" name="pt176">
              <a:extLst>
                <a:ext uri="{FF2B5EF4-FFF2-40B4-BE49-F238E27FC236}">
                  <a16:creationId xmlns:a16="http://schemas.microsoft.com/office/drawing/2014/main" id="{85D68323-8332-DBD4-2FCD-D9CF9FDF8981}"/>
                </a:ext>
              </a:extLst>
            </p:cNvPr>
            <p:cNvSpPr/>
            <p:nvPr/>
          </p:nvSpPr>
          <p:spPr>
            <a:xfrm>
              <a:off x="52168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5" name="pt177">
              <a:extLst>
                <a:ext uri="{FF2B5EF4-FFF2-40B4-BE49-F238E27FC236}">
                  <a16:creationId xmlns:a16="http://schemas.microsoft.com/office/drawing/2014/main" id="{9D93626B-47FE-C8A1-80DA-6CE49934AF0A}"/>
                </a:ext>
              </a:extLst>
            </p:cNvPr>
            <p:cNvSpPr/>
            <p:nvPr/>
          </p:nvSpPr>
          <p:spPr>
            <a:xfrm>
              <a:off x="17605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6" name="pt178">
              <a:extLst>
                <a:ext uri="{FF2B5EF4-FFF2-40B4-BE49-F238E27FC236}">
                  <a16:creationId xmlns:a16="http://schemas.microsoft.com/office/drawing/2014/main" id="{A75610EC-EFCB-8052-12E7-0ACF923A4342}"/>
                </a:ext>
              </a:extLst>
            </p:cNvPr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7" name="pt179">
              <a:extLst>
                <a:ext uri="{FF2B5EF4-FFF2-40B4-BE49-F238E27FC236}">
                  <a16:creationId xmlns:a16="http://schemas.microsoft.com/office/drawing/2014/main" id="{DC7DC69E-5398-A0AB-0BDC-AAB7098D7E95}"/>
                </a:ext>
              </a:extLst>
            </p:cNvPr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8" name="pt180">
              <a:extLst>
                <a:ext uri="{FF2B5EF4-FFF2-40B4-BE49-F238E27FC236}">
                  <a16:creationId xmlns:a16="http://schemas.microsoft.com/office/drawing/2014/main" id="{A7BA6ED2-1174-EF72-DE53-2E1B4A3E9D59}"/>
                </a:ext>
              </a:extLst>
            </p:cNvPr>
            <p:cNvSpPr/>
            <p:nvPr/>
          </p:nvSpPr>
          <p:spPr>
            <a:xfrm>
              <a:off x="40043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9" name="pt181">
              <a:extLst>
                <a:ext uri="{FF2B5EF4-FFF2-40B4-BE49-F238E27FC236}">
                  <a16:creationId xmlns:a16="http://schemas.microsoft.com/office/drawing/2014/main" id="{EB696671-04AB-DAEC-38A9-ECBDE2273D65}"/>
                </a:ext>
              </a:extLst>
            </p:cNvPr>
            <p:cNvSpPr/>
            <p:nvPr/>
          </p:nvSpPr>
          <p:spPr>
            <a:xfrm>
              <a:off x="17246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0" name="pt182">
              <a:extLst>
                <a:ext uri="{FF2B5EF4-FFF2-40B4-BE49-F238E27FC236}">
                  <a16:creationId xmlns:a16="http://schemas.microsoft.com/office/drawing/2014/main" id="{113D160B-A281-4E2C-C8E4-1C3146123D61}"/>
                </a:ext>
              </a:extLst>
            </p:cNvPr>
            <p:cNvSpPr/>
            <p:nvPr/>
          </p:nvSpPr>
          <p:spPr>
            <a:xfrm>
              <a:off x="53051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1" name="pt183">
              <a:extLst>
                <a:ext uri="{FF2B5EF4-FFF2-40B4-BE49-F238E27FC236}">
                  <a16:creationId xmlns:a16="http://schemas.microsoft.com/office/drawing/2014/main" id="{120DEC72-E2E8-20FD-51A8-8F4E1A65B294}"/>
                </a:ext>
              </a:extLst>
            </p:cNvPr>
            <p:cNvSpPr/>
            <p:nvPr/>
          </p:nvSpPr>
          <p:spPr>
            <a:xfrm>
              <a:off x="17925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2" name="pt184">
              <a:extLst>
                <a:ext uri="{FF2B5EF4-FFF2-40B4-BE49-F238E27FC236}">
                  <a16:creationId xmlns:a16="http://schemas.microsoft.com/office/drawing/2014/main" id="{635B528A-D3ED-6C03-EE52-D7C13976079B}"/>
                </a:ext>
              </a:extLst>
            </p:cNvPr>
            <p:cNvSpPr/>
            <p:nvPr/>
          </p:nvSpPr>
          <p:spPr>
            <a:xfrm>
              <a:off x="404241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3" name="pt185">
              <a:extLst>
                <a:ext uri="{FF2B5EF4-FFF2-40B4-BE49-F238E27FC236}">
                  <a16:creationId xmlns:a16="http://schemas.microsoft.com/office/drawing/2014/main" id="{23FF95DF-2584-9140-1FD0-234F057879A6}"/>
                </a:ext>
              </a:extLst>
            </p:cNvPr>
            <p:cNvSpPr/>
            <p:nvPr/>
          </p:nvSpPr>
          <p:spPr>
            <a:xfrm>
              <a:off x="40260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4" name="pt186">
              <a:extLst>
                <a:ext uri="{FF2B5EF4-FFF2-40B4-BE49-F238E27FC236}">
                  <a16:creationId xmlns:a16="http://schemas.microsoft.com/office/drawing/2014/main" id="{4C27873D-F4E7-41B3-A97B-196AA5ADF391}"/>
                </a:ext>
              </a:extLst>
            </p:cNvPr>
            <p:cNvSpPr/>
            <p:nvPr/>
          </p:nvSpPr>
          <p:spPr>
            <a:xfrm>
              <a:off x="3918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5" name="pt187">
              <a:extLst>
                <a:ext uri="{FF2B5EF4-FFF2-40B4-BE49-F238E27FC236}">
                  <a16:creationId xmlns:a16="http://schemas.microsoft.com/office/drawing/2014/main" id="{63019DE8-7BA2-D4EB-D78D-6D44D4B1DED6}"/>
                </a:ext>
              </a:extLst>
            </p:cNvPr>
            <p:cNvSpPr/>
            <p:nvPr/>
          </p:nvSpPr>
          <p:spPr>
            <a:xfrm>
              <a:off x="1765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6" name="pt188">
              <a:extLst>
                <a:ext uri="{FF2B5EF4-FFF2-40B4-BE49-F238E27FC236}">
                  <a16:creationId xmlns:a16="http://schemas.microsoft.com/office/drawing/2014/main" id="{E9B9CFB5-E3FE-E449-CA00-18DAC133C388}"/>
                </a:ext>
              </a:extLst>
            </p:cNvPr>
            <p:cNvSpPr/>
            <p:nvPr/>
          </p:nvSpPr>
          <p:spPr>
            <a:xfrm>
              <a:off x="17391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7" name="pt189">
              <a:extLst>
                <a:ext uri="{FF2B5EF4-FFF2-40B4-BE49-F238E27FC236}">
                  <a16:creationId xmlns:a16="http://schemas.microsoft.com/office/drawing/2014/main" id="{6320DB04-C06A-6BC0-3FAF-F930745FA70A}"/>
                </a:ext>
              </a:extLst>
            </p:cNvPr>
            <p:cNvSpPr/>
            <p:nvPr/>
          </p:nvSpPr>
          <p:spPr>
            <a:xfrm>
              <a:off x="52379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8" name="pt190">
              <a:extLst>
                <a:ext uri="{FF2B5EF4-FFF2-40B4-BE49-F238E27FC236}">
                  <a16:creationId xmlns:a16="http://schemas.microsoft.com/office/drawing/2014/main" id="{89C3B315-A02D-B1F8-CCEE-B76F20B6F6E9}"/>
                </a:ext>
              </a:extLst>
            </p:cNvPr>
            <p:cNvSpPr/>
            <p:nvPr/>
          </p:nvSpPr>
          <p:spPr>
            <a:xfrm>
              <a:off x="5222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9" name="pt191">
              <a:extLst>
                <a:ext uri="{FF2B5EF4-FFF2-40B4-BE49-F238E27FC236}">
                  <a16:creationId xmlns:a16="http://schemas.microsoft.com/office/drawing/2014/main" id="{FB1BE9CE-412F-AB7A-C276-F0F5569C08E0}"/>
                </a:ext>
              </a:extLst>
            </p:cNvPr>
            <p:cNvSpPr/>
            <p:nvPr/>
          </p:nvSpPr>
          <p:spPr>
            <a:xfrm>
              <a:off x="53457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0" name="pt192">
              <a:extLst>
                <a:ext uri="{FF2B5EF4-FFF2-40B4-BE49-F238E27FC236}">
                  <a16:creationId xmlns:a16="http://schemas.microsoft.com/office/drawing/2014/main" id="{A5788E60-A3B5-9A8B-AC78-E7F4BC5147B3}"/>
                </a:ext>
              </a:extLst>
            </p:cNvPr>
            <p:cNvSpPr/>
            <p:nvPr/>
          </p:nvSpPr>
          <p:spPr>
            <a:xfrm>
              <a:off x="18381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1" name="pt193">
              <a:extLst>
                <a:ext uri="{FF2B5EF4-FFF2-40B4-BE49-F238E27FC236}">
                  <a16:creationId xmlns:a16="http://schemas.microsoft.com/office/drawing/2014/main" id="{F9D46DBE-3754-7F81-F662-BFB7AC9CF2E4}"/>
                </a:ext>
              </a:extLst>
            </p:cNvPr>
            <p:cNvSpPr/>
            <p:nvPr/>
          </p:nvSpPr>
          <p:spPr>
            <a:xfrm>
              <a:off x="17206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2" name="pt194">
              <a:extLst>
                <a:ext uri="{FF2B5EF4-FFF2-40B4-BE49-F238E27FC236}">
                  <a16:creationId xmlns:a16="http://schemas.microsoft.com/office/drawing/2014/main" id="{C224AB92-9589-5909-16D0-6B6E165EDE92}"/>
                </a:ext>
              </a:extLst>
            </p:cNvPr>
            <p:cNvSpPr/>
            <p:nvPr/>
          </p:nvSpPr>
          <p:spPr>
            <a:xfrm>
              <a:off x="18518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3" name="pt195">
              <a:extLst>
                <a:ext uri="{FF2B5EF4-FFF2-40B4-BE49-F238E27FC236}">
                  <a16:creationId xmlns:a16="http://schemas.microsoft.com/office/drawing/2014/main" id="{E6DC0D7B-8D5D-9491-7D8F-206DB69A35E8}"/>
                </a:ext>
              </a:extLst>
            </p:cNvPr>
            <p:cNvSpPr/>
            <p:nvPr/>
          </p:nvSpPr>
          <p:spPr>
            <a:xfrm>
              <a:off x="17310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4" name="pt196">
              <a:extLst>
                <a:ext uri="{FF2B5EF4-FFF2-40B4-BE49-F238E27FC236}">
                  <a16:creationId xmlns:a16="http://schemas.microsoft.com/office/drawing/2014/main" id="{0E9713C5-1B6C-9D6F-4A64-912A3A133F12}"/>
                </a:ext>
              </a:extLst>
            </p:cNvPr>
            <p:cNvSpPr/>
            <p:nvPr/>
          </p:nvSpPr>
          <p:spPr>
            <a:xfrm>
              <a:off x="17346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5" name="pt197">
              <a:extLst>
                <a:ext uri="{FF2B5EF4-FFF2-40B4-BE49-F238E27FC236}">
                  <a16:creationId xmlns:a16="http://schemas.microsoft.com/office/drawing/2014/main" id="{F809762A-DE6C-3334-906D-B50F11BE8557}"/>
                </a:ext>
              </a:extLst>
            </p:cNvPr>
            <p:cNvSpPr/>
            <p:nvPr/>
          </p:nvSpPr>
          <p:spPr>
            <a:xfrm>
              <a:off x="40623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6" name="pt198">
              <a:extLst>
                <a:ext uri="{FF2B5EF4-FFF2-40B4-BE49-F238E27FC236}">
                  <a16:creationId xmlns:a16="http://schemas.microsoft.com/office/drawing/2014/main" id="{587A0ACD-D358-8F7B-059D-531B874E3F32}"/>
                </a:ext>
              </a:extLst>
            </p:cNvPr>
            <p:cNvSpPr/>
            <p:nvPr/>
          </p:nvSpPr>
          <p:spPr>
            <a:xfrm>
              <a:off x="53521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7" name="pt199">
              <a:extLst>
                <a:ext uri="{FF2B5EF4-FFF2-40B4-BE49-F238E27FC236}">
                  <a16:creationId xmlns:a16="http://schemas.microsoft.com/office/drawing/2014/main" id="{95EC2402-7B37-57AA-D8DE-89EFAF25DD00}"/>
                </a:ext>
              </a:extLst>
            </p:cNvPr>
            <p:cNvSpPr/>
            <p:nvPr/>
          </p:nvSpPr>
          <p:spPr>
            <a:xfrm>
              <a:off x="51462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8" name="pt200">
              <a:extLst>
                <a:ext uri="{FF2B5EF4-FFF2-40B4-BE49-F238E27FC236}">
                  <a16:creationId xmlns:a16="http://schemas.microsoft.com/office/drawing/2014/main" id="{33492773-6C2A-D1CC-D3C8-B9D5D21DDB06}"/>
                </a:ext>
              </a:extLst>
            </p:cNvPr>
            <p:cNvSpPr/>
            <p:nvPr/>
          </p:nvSpPr>
          <p:spPr>
            <a:xfrm>
              <a:off x="1902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9" name="pt201">
              <a:extLst>
                <a:ext uri="{FF2B5EF4-FFF2-40B4-BE49-F238E27FC236}">
                  <a16:creationId xmlns:a16="http://schemas.microsoft.com/office/drawing/2014/main" id="{89D424AD-5469-A8DB-7E79-1245B5CE6827}"/>
                </a:ext>
              </a:extLst>
            </p:cNvPr>
            <p:cNvSpPr/>
            <p:nvPr/>
          </p:nvSpPr>
          <p:spPr>
            <a:xfrm>
              <a:off x="40011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0" name="pt202">
              <a:extLst>
                <a:ext uri="{FF2B5EF4-FFF2-40B4-BE49-F238E27FC236}">
                  <a16:creationId xmlns:a16="http://schemas.microsoft.com/office/drawing/2014/main" id="{79CAD878-1CA9-23C3-A2B4-E35D3D8567CC}"/>
                </a:ext>
              </a:extLst>
            </p:cNvPr>
            <p:cNvSpPr/>
            <p:nvPr/>
          </p:nvSpPr>
          <p:spPr>
            <a:xfrm>
              <a:off x="40102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1" name="pt203">
              <a:extLst>
                <a:ext uri="{FF2B5EF4-FFF2-40B4-BE49-F238E27FC236}">
                  <a16:creationId xmlns:a16="http://schemas.microsoft.com/office/drawing/2014/main" id="{67AD1751-49BE-026F-B0EF-77092152F61F}"/>
                </a:ext>
              </a:extLst>
            </p:cNvPr>
            <p:cNvSpPr/>
            <p:nvPr/>
          </p:nvSpPr>
          <p:spPr>
            <a:xfrm>
              <a:off x="53109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2" name="pt204">
              <a:extLst>
                <a:ext uri="{FF2B5EF4-FFF2-40B4-BE49-F238E27FC236}">
                  <a16:creationId xmlns:a16="http://schemas.microsoft.com/office/drawing/2014/main" id="{A93C7A22-E914-05CD-D68D-600DC468F486}"/>
                </a:ext>
              </a:extLst>
            </p:cNvPr>
            <p:cNvSpPr/>
            <p:nvPr/>
          </p:nvSpPr>
          <p:spPr>
            <a:xfrm>
              <a:off x="193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3" name="pt205">
              <a:extLst>
                <a:ext uri="{FF2B5EF4-FFF2-40B4-BE49-F238E27FC236}">
                  <a16:creationId xmlns:a16="http://schemas.microsoft.com/office/drawing/2014/main" id="{4BD4A085-FB2D-4A6E-A336-D7FC1E4DCC61}"/>
                </a:ext>
              </a:extLst>
            </p:cNvPr>
            <p:cNvSpPr/>
            <p:nvPr/>
          </p:nvSpPr>
          <p:spPr>
            <a:xfrm>
              <a:off x="18188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4" name="pt206">
              <a:extLst>
                <a:ext uri="{FF2B5EF4-FFF2-40B4-BE49-F238E27FC236}">
                  <a16:creationId xmlns:a16="http://schemas.microsoft.com/office/drawing/2014/main" id="{11179EDA-3D27-1540-813A-4799AA57506E}"/>
                </a:ext>
              </a:extLst>
            </p:cNvPr>
            <p:cNvSpPr/>
            <p:nvPr/>
          </p:nvSpPr>
          <p:spPr>
            <a:xfrm>
              <a:off x="165556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5" name="pt207">
              <a:extLst>
                <a:ext uri="{FF2B5EF4-FFF2-40B4-BE49-F238E27FC236}">
                  <a16:creationId xmlns:a16="http://schemas.microsoft.com/office/drawing/2014/main" id="{ED44940E-51D0-ADB2-CCFB-93BF8AAADADF}"/>
                </a:ext>
              </a:extLst>
            </p:cNvPr>
            <p:cNvSpPr/>
            <p:nvPr/>
          </p:nvSpPr>
          <p:spPr>
            <a:xfrm>
              <a:off x="40090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6" name="pt208">
              <a:extLst>
                <a:ext uri="{FF2B5EF4-FFF2-40B4-BE49-F238E27FC236}">
                  <a16:creationId xmlns:a16="http://schemas.microsoft.com/office/drawing/2014/main" id="{84203037-1366-0F66-05E6-C915BF43BAAF}"/>
                </a:ext>
              </a:extLst>
            </p:cNvPr>
            <p:cNvSpPr/>
            <p:nvPr/>
          </p:nvSpPr>
          <p:spPr>
            <a:xfrm>
              <a:off x="19005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7" name="pt209">
              <a:extLst>
                <a:ext uri="{FF2B5EF4-FFF2-40B4-BE49-F238E27FC236}">
                  <a16:creationId xmlns:a16="http://schemas.microsoft.com/office/drawing/2014/main" id="{0408972C-0D47-3E34-858C-5536578C4BBA}"/>
                </a:ext>
              </a:extLst>
            </p:cNvPr>
            <p:cNvSpPr/>
            <p:nvPr/>
          </p:nvSpPr>
          <p:spPr>
            <a:xfrm>
              <a:off x="181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8" name="pt210">
              <a:extLst>
                <a:ext uri="{FF2B5EF4-FFF2-40B4-BE49-F238E27FC236}">
                  <a16:creationId xmlns:a16="http://schemas.microsoft.com/office/drawing/2014/main" id="{CE60FE08-8E47-FC66-B369-826C457D358C}"/>
                </a:ext>
              </a:extLst>
            </p:cNvPr>
            <p:cNvSpPr/>
            <p:nvPr/>
          </p:nvSpPr>
          <p:spPr>
            <a:xfrm>
              <a:off x="51542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9" name="pt211">
              <a:extLst>
                <a:ext uri="{FF2B5EF4-FFF2-40B4-BE49-F238E27FC236}">
                  <a16:creationId xmlns:a16="http://schemas.microsoft.com/office/drawing/2014/main" id="{F4232D40-4AD5-6D87-0B7E-A0F93CFCBF3B}"/>
                </a:ext>
              </a:extLst>
            </p:cNvPr>
            <p:cNvSpPr/>
            <p:nvPr/>
          </p:nvSpPr>
          <p:spPr>
            <a:xfrm>
              <a:off x="16983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0" name="pt212">
              <a:extLst>
                <a:ext uri="{FF2B5EF4-FFF2-40B4-BE49-F238E27FC236}">
                  <a16:creationId xmlns:a16="http://schemas.microsoft.com/office/drawing/2014/main" id="{41C6CDA1-4559-D82B-4A60-288B1BDB4C48}"/>
                </a:ext>
              </a:extLst>
            </p:cNvPr>
            <p:cNvSpPr/>
            <p:nvPr/>
          </p:nvSpPr>
          <p:spPr>
            <a:xfrm>
              <a:off x="18429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1" name="pt213">
              <a:extLst>
                <a:ext uri="{FF2B5EF4-FFF2-40B4-BE49-F238E27FC236}">
                  <a16:creationId xmlns:a16="http://schemas.microsoft.com/office/drawing/2014/main" id="{AA5E5DF1-FE0A-889A-645B-8D81CE99DE63}"/>
                </a:ext>
              </a:extLst>
            </p:cNvPr>
            <p:cNvSpPr/>
            <p:nvPr/>
          </p:nvSpPr>
          <p:spPr>
            <a:xfrm>
              <a:off x="1949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2" name="pt214">
              <a:extLst>
                <a:ext uri="{FF2B5EF4-FFF2-40B4-BE49-F238E27FC236}">
                  <a16:creationId xmlns:a16="http://schemas.microsoft.com/office/drawing/2014/main" id="{9C2131C6-AA11-C9D1-5090-3158BFCFBC26}"/>
                </a:ext>
              </a:extLst>
            </p:cNvPr>
            <p:cNvSpPr/>
            <p:nvPr/>
          </p:nvSpPr>
          <p:spPr>
            <a:xfrm>
              <a:off x="19467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3" name="pt215">
              <a:extLst>
                <a:ext uri="{FF2B5EF4-FFF2-40B4-BE49-F238E27FC236}">
                  <a16:creationId xmlns:a16="http://schemas.microsoft.com/office/drawing/2014/main" id="{65D17DE0-81E8-788B-4F49-B6491BE1E5CD}"/>
                </a:ext>
              </a:extLst>
            </p:cNvPr>
            <p:cNvSpPr/>
            <p:nvPr/>
          </p:nvSpPr>
          <p:spPr>
            <a:xfrm>
              <a:off x="16408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4" name="pt216">
              <a:extLst>
                <a:ext uri="{FF2B5EF4-FFF2-40B4-BE49-F238E27FC236}">
                  <a16:creationId xmlns:a16="http://schemas.microsoft.com/office/drawing/2014/main" id="{3E1D75FB-E1BE-971F-9EFF-137EA3958B38}"/>
                </a:ext>
              </a:extLst>
            </p:cNvPr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5" name="pt217">
              <a:extLst>
                <a:ext uri="{FF2B5EF4-FFF2-40B4-BE49-F238E27FC236}">
                  <a16:creationId xmlns:a16="http://schemas.microsoft.com/office/drawing/2014/main" id="{04CC4188-6814-D6AC-3806-1B0F050BCA4C}"/>
                </a:ext>
              </a:extLst>
            </p:cNvPr>
            <p:cNvSpPr/>
            <p:nvPr/>
          </p:nvSpPr>
          <p:spPr>
            <a:xfrm>
              <a:off x="3959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6" name="pt218">
              <a:extLst>
                <a:ext uri="{FF2B5EF4-FFF2-40B4-BE49-F238E27FC236}">
                  <a16:creationId xmlns:a16="http://schemas.microsoft.com/office/drawing/2014/main" id="{B3B34B9F-A09E-CD39-EBBF-543B39404D73}"/>
                </a:ext>
              </a:extLst>
            </p:cNvPr>
            <p:cNvSpPr/>
            <p:nvPr/>
          </p:nvSpPr>
          <p:spPr>
            <a:xfrm>
              <a:off x="38218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7" name="pt219">
              <a:extLst>
                <a:ext uri="{FF2B5EF4-FFF2-40B4-BE49-F238E27FC236}">
                  <a16:creationId xmlns:a16="http://schemas.microsoft.com/office/drawing/2014/main" id="{406FF180-7FA5-5C68-7F41-0831190BDEB9}"/>
                </a:ext>
              </a:extLst>
            </p:cNvPr>
            <p:cNvSpPr/>
            <p:nvPr/>
          </p:nvSpPr>
          <p:spPr>
            <a:xfrm>
              <a:off x="498835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8" name="pt220">
              <a:extLst>
                <a:ext uri="{FF2B5EF4-FFF2-40B4-BE49-F238E27FC236}">
                  <a16:creationId xmlns:a16="http://schemas.microsoft.com/office/drawing/2014/main" id="{B0AD82C2-F29A-FBA2-AD50-744B1B8902E7}"/>
                </a:ext>
              </a:extLst>
            </p:cNvPr>
            <p:cNvSpPr/>
            <p:nvPr/>
          </p:nvSpPr>
          <p:spPr>
            <a:xfrm>
              <a:off x="496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9" name="pt221">
              <a:extLst>
                <a:ext uri="{FF2B5EF4-FFF2-40B4-BE49-F238E27FC236}">
                  <a16:creationId xmlns:a16="http://schemas.microsoft.com/office/drawing/2014/main" id="{C9A90A9F-6E08-685B-B59B-C1EB09975F51}"/>
                </a:ext>
              </a:extLst>
            </p:cNvPr>
            <p:cNvSpPr/>
            <p:nvPr/>
          </p:nvSpPr>
          <p:spPr>
            <a:xfrm>
              <a:off x="16713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0" name="pt222">
              <a:extLst>
                <a:ext uri="{FF2B5EF4-FFF2-40B4-BE49-F238E27FC236}">
                  <a16:creationId xmlns:a16="http://schemas.microsoft.com/office/drawing/2014/main" id="{D4F8F2E8-C9DD-6042-1C93-00F80C2E5381}"/>
                </a:ext>
              </a:extLst>
            </p:cNvPr>
            <p:cNvSpPr/>
            <p:nvPr/>
          </p:nvSpPr>
          <p:spPr>
            <a:xfrm>
              <a:off x="38008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1" name="pt223">
              <a:extLst>
                <a:ext uri="{FF2B5EF4-FFF2-40B4-BE49-F238E27FC236}">
                  <a16:creationId xmlns:a16="http://schemas.microsoft.com/office/drawing/2014/main" id="{1C8040EB-D92B-174C-AF83-2807519DD413}"/>
                </a:ext>
              </a:extLst>
            </p:cNvPr>
            <p:cNvSpPr/>
            <p:nvPr/>
          </p:nvSpPr>
          <p:spPr>
            <a:xfrm>
              <a:off x="19236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2" name="pt224">
              <a:extLst>
                <a:ext uri="{FF2B5EF4-FFF2-40B4-BE49-F238E27FC236}">
                  <a16:creationId xmlns:a16="http://schemas.microsoft.com/office/drawing/2014/main" id="{DC162A09-C0D2-1BC1-20DD-D212D574DD4F}"/>
                </a:ext>
              </a:extLst>
            </p:cNvPr>
            <p:cNvSpPr/>
            <p:nvPr/>
          </p:nvSpPr>
          <p:spPr>
            <a:xfrm>
              <a:off x="49772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3" name="pt225">
              <a:extLst>
                <a:ext uri="{FF2B5EF4-FFF2-40B4-BE49-F238E27FC236}">
                  <a16:creationId xmlns:a16="http://schemas.microsoft.com/office/drawing/2014/main" id="{1666421C-83C2-6DB0-9B2D-55ABD43BD874}"/>
                </a:ext>
              </a:extLst>
            </p:cNvPr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4" name="pt226">
              <a:extLst>
                <a:ext uri="{FF2B5EF4-FFF2-40B4-BE49-F238E27FC236}">
                  <a16:creationId xmlns:a16="http://schemas.microsoft.com/office/drawing/2014/main" id="{AB306FE6-2A3D-2F01-E3C4-6D11561123D5}"/>
                </a:ext>
              </a:extLst>
            </p:cNvPr>
            <p:cNvSpPr/>
            <p:nvPr/>
          </p:nvSpPr>
          <p:spPr>
            <a:xfrm>
              <a:off x="16057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5" name="pt227">
              <a:extLst>
                <a:ext uri="{FF2B5EF4-FFF2-40B4-BE49-F238E27FC236}">
                  <a16:creationId xmlns:a16="http://schemas.microsoft.com/office/drawing/2014/main" id="{46951694-3A88-F849-8939-B8066BB1557A}"/>
                </a:ext>
              </a:extLst>
            </p:cNvPr>
            <p:cNvSpPr/>
            <p:nvPr/>
          </p:nvSpPr>
          <p:spPr>
            <a:xfrm>
              <a:off x="50900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6" name="pt228">
              <a:extLst>
                <a:ext uri="{FF2B5EF4-FFF2-40B4-BE49-F238E27FC236}">
                  <a16:creationId xmlns:a16="http://schemas.microsoft.com/office/drawing/2014/main" id="{559E71BA-8AFB-3440-4891-F28D240DDD8F}"/>
                </a:ext>
              </a:extLst>
            </p:cNvPr>
            <p:cNvSpPr/>
            <p:nvPr/>
          </p:nvSpPr>
          <p:spPr>
            <a:xfrm>
              <a:off x="1931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7" name="pt229">
              <a:extLst>
                <a:ext uri="{FF2B5EF4-FFF2-40B4-BE49-F238E27FC236}">
                  <a16:creationId xmlns:a16="http://schemas.microsoft.com/office/drawing/2014/main" id="{2350B2DE-A7B0-C785-6BA7-FAD3CEB79F00}"/>
                </a:ext>
              </a:extLst>
            </p:cNvPr>
            <p:cNvSpPr/>
            <p:nvPr/>
          </p:nvSpPr>
          <p:spPr>
            <a:xfrm>
              <a:off x="20035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8" name="pt230">
              <a:extLst>
                <a:ext uri="{FF2B5EF4-FFF2-40B4-BE49-F238E27FC236}">
                  <a16:creationId xmlns:a16="http://schemas.microsoft.com/office/drawing/2014/main" id="{116D1F06-B2BC-9D13-2653-44AC57CE27E9}"/>
                </a:ext>
              </a:extLst>
            </p:cNvPr>
            <p:cNvSpPr/>
            <p:nvPr/>
          </p:nvSpPr>
          <p:spPr>
            <a:xfrm>
              <a:off x="49851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9" name="pt231">
              <a:extLst>
                <a:ext uri="{FF2B5EF4-FFF2-40B4-BE49-F238E27FC236}">
                  <a16:creationId xmlns:a16="http://schemas.microsoft.com/office/drawing/2014/main" id="{D7BA5573-6589-C23A-2FDD-0A05284212B0}"/>
                </a:ext>
              </a:extLst>
            </p:cNvPr>
            <p:cNvSpPr/>
            <p:nvPr/>
          </p:nvSpPr>
          <p:spPr>
            <a:xfrm>
              <a:off x="50084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0" name="pt232">
              <a:extLst>
                <a:ext uri="{FF2B5EF4-FFF2-40B4-BE49-F238E27FC236}">
                  <a16:creationId xmlns:a16="http://schemas.microsoft.com/office/drawing/2014/main" id="{9EB4C741-9F47-03BA-E4D4-68DF7F9937AB}"/>
                </a:ext>
              </a:extLst>
            </p:cNvPr>
            <p:cNvSpPr/>
            <p:nvPr/>
          </p:nvSpPr>
          <p:spPr>
            <a:xfrm>
              <a:off x="16491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1" name="pt233">
              <a:extLst>
                <a:ext uri="{FF2B5EF4-FFF2-40B4-BE49-F238E27FC236}">
                  <a16:creationId xmlns:a16="http://schemas.microsoft.com/office/drawing/2014/main" id="{113596A0-A3A9-325D-B659-A5668614EB07}"/>
                </a:ext>
              </a:extLst>
            </p:cNvPr>
            <p:cNvSpPr/>
            <p:nvPr/>
          </p:nvSpPr>
          <p:spPr>
            <a:xfrm>
              <a:off x="37907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2" name="pt234">
              <a:extLst>
                <a:ext uri="{FF2B5EF4-FFF2-40B4-BE49-F238E27FC236}">
                  <a16:creationId xmlns:a16="http://schemas.microsoft.com/office/drawing/2014/main" id="{141A989C-07A0-6A6F-ED8E-3F6C907F4A30}"/>
                </a:ext>
              </a:extLst>
            </p:cNvPr>
            <p:cNvSpPr/>
            <p:nvPr/>
          </p:nvSpPr>
          <p:spPr>
            <a:xfrm>
              <a:off x="37305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3" name="pt235">
              <a:extLst>
                <a:ext uri="{FF2B5EF4-FFF2-40B4-BE49-F238E27FC236}">
                  <a16:creationId xmlns:a16="http://schemas.microsoft.com/office/drawing/2014/main" id="{3451151F-8FBD-ACB5-9B8F-7A3CFF2A78D8}"/>
                </a:ext>
              </a:extLst>
            </p:cNvPr>
            <p:cNvSpPr/>
            <p:nvPr/>
          </p:nvSpPr>
          <p:spPr>
            <a:xfrm>
              <a:off x="20331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4" name="pt236">
              <a:extLst>
                <a:ext uri="{FF2B5EF4-FFF2-40B4-BE49-F238E27FC236}">
                  <a16:creationId xmlns:a16="http://schemas.microsoft.com/office/drawing/2014/main" id="{83BCF5ED-F5FD-48B3-CA18-74526ECAF78E}"/>
                </a:ext>
              </a:extLst>
            </p:cNvPr>
            <p:cNvSpPr/>
            <p:nvPr/>
          </p:nvSpPr>
          <p:spPr>
            <a:xfrm>
              <a:off x="510113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5" name="pt237">
              <a:extLst>
                <a:ext uri="{FF2B5EF4-FFF2-40B4-BE49-F238E27FC236}">
                  <a16:creationId xmlns:a16="http://schemas.microsoft.com/office/drawing/2014/main" id="{814DC9DD-FAD4-5F0A-01D6-E145E479B1E9}"/>
                </a:ext>
              </a:extLst>
            </p:cNvPr>
            <p:cNvSpPr/>
            <p:nvPr/>
          </p:nvSpPr>
          <p:spPr>
            <a:xfrm>
              <a:off x="50687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6" name="pt238">
              <a:extLst>
                <a:ext uri="{FF2B5EF4-FFF2-40B4-BE49-F238E27FC236}">
                  <a16:creationId xmlns:a16="http://schemas.microsoft.com/office/drawing/2014/main" id="{CC0673F6-2130-FF8D-65C6-317BA25037E2}"/>
                </a:ext>
              </a:extLst>
            </p:cNvPr>
            <p:cNvSpPr/>
            <p:nvPr/>
          </p:nvSpPr>
          <p:spPr>
            <a:xfrm>
              <a:off x="37929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7" name="pt239">
              <a:extLst>
                <a:ext uri="{FF2B5EF4-FFF2-40B4-BE49-F238E27FC236}">
                  <a16:creationId xmlns:a16="http://schemas.microsoft.com/office/drawing/2014/main" id="{7488FA97-FF8C-7438-0B97-EFE4F114C0DE}"/>
                </a:ext>
              </a:extLst>
            </p:cNvPr>
            <p:cNvSpPr/>
            <p:nvPr/>
          </p:nvSpPr>
          <p:spPr>
            <a:xfrm>
              <a:off x="50992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8" name="pt240">
              <a:extLst>
                <a:ext uri="{FF2B5EF4-FFF2-40B4-BE49-F238E27FC236}">
                  <a16:creationId xmlns:a16="http://schemas.microsoft.com/office/drawing/2014/main" id="{0B1FAE23-F988-C2E9-0128-45C18FEC093A}"/>
                </a:ext>
              </a:extLst>
            </p:cNvPr>
            <p:cNvSpPr/>
            <p:nvPr/>
          </p:nvSpPr>
          <p:spPr>
            <a:xfrm>
              <a:off x="15828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9" name="pt241">
              <a:extLst>
                <a:ext uri="{FF2B5EF4-FFF2-40B4-BE49-F238E27FC236}">
                  <a16:creationId xmlns:a16="http://schemas.microsoft.com/office/drawing/2014/main" id="{FCB4CA52-50F8-824F-CF42-703D3114D8D2}"/>
                </a:ext>
              </a:extLst>
            </p:cNvPr>
            <p:cNvSpPr/>
            <p:nvPr/>
          </p:nvSpPr>
          <p:spPr>
            <a:xfrm>
              <a:off x="158388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0" name="pt242">
              <a:extLst>
                <a:ext uri="{FF2B5EF4-FFF2-40B4-BE49-F238E27FC236}">
                  <a16:creationId xmlns:a16="http://schemas.microsoft.com/office/drawing/2014/main" id="{66F41073-19DF-8311-27BF-70D1328A1897}"/>
                </a:ext>
              </a:extLst>
            </p:cNvPr>
            <p:cNvSpPr/>
            <p:nvPr/>
          </p:nvSpPr>
          <p:spPr>
            <a:xfrm>
              <a:off x="19347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1" name="pt243">
              <a:extLst>
                <a:ext uri="{FF2B5EF4-FFF2-40B4-BE49-F238E27FC236}">
                  <a16:creationId xmlns:a16="http://schemas.microsoft.com/office/drawing/2014/main" id="{23589A32-561D-C451-5C8B-F1C8DEA8D4F9}"/>
                </a:ext>
              </a:extLst>
            </p:cNvPr>
            <p:cNvSpPr/>
            <p:nvPr/>
          </p:nvSpPr>
          <p:spPr>
            <a:xfrm>
              <a:off x="19346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2" name="pt244">
              <a:extLst>
                <a:ext uri="{FF2B5EF4-FFF2-40B4-BE49-F238E27FC236}">
                  <a16:creationId xmlns:a16="http://schemas.microsoft.com/office/drawing/2014/main" id="{EEB1B6EB-502F-950D-3546-E0B2B062555B}"/>
                </a:ext>
              </a:extLst>
            </p:cNvPr>
            <p:cNvSpPr/>
            <p:nvPr/>
          </p:nvSpPr>
          <p:spPr>
            <a:xfrm>
              <a:off x="5123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3" name="pt245">
              <a:extLst>
                <a:ext uri="{FF2B5EF4-FFF2-40B4-BE49-F238E27FC236}">
                  <a16:creationId xmlns:a16="http://schemas.microsoft.com/office/drawing/2014/main" id="{8925E980-F781-1C30-00A8-99D55575E410}"/>
                </a:ext>
              </a:extLst>
            </p:cNvPr>
            <p:cNvSpPr/>
            <p:nvPr/>
          </p:nvSpPr>
          <p:spPr>
            <a:xfrm>
              <a:off x="38186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4" name="pt246">
              <a:extLst>
                <a:ext uri="{FF2B5EF4-FFF2-40B4-BE49-F238E27FC236}">
                  <a16:creationId xmlns:a16="http://schemas.microsoft.com/office/drawing/2014/main" id="{362832E6-7501-6376-48E8-E01804451732}"/>
                </a:ext>
              </a:extLst>
            </p:cNvPr>
            <p:cNvSpPr/>
            <p:nvPr/>
          </p:nvSpPr>
          <p:spPr>
            <a:xfrm>
              <a:off x="4901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5" name="pt247">
              <a:extLst>
                <a:ext uri="{FF2B5EF4-FFF2-40B4-BE49-F238E27FC236}">
                  <a16:creationId xmlns:a16="http://schemas.microsoft.com/office/drawing/2014/main" id="{62AB37DD-25AC-EFF7-14B8-4E38887479FF}"/>
                </a:ext>
              </a:extLst>
            </p:cNvPr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6" name="pt248">
              <a:extLst>
                <a:ext uri="{FF2B5EF4-FFF2-40B4-BE49-F238E27FC236}">
                  <a16:creationId xmlns:a16="http://schemas.microsoft.com/office/drawing/2014/main" id="{2B0D82A6-E0F1-30D7-FEAD-F501E1C87718}"/>
                </a:ext>
              </a:extLst>
            </p:cNvPr>
            <p:cNvSpPr/>
            <p:nvPr/>
          </p:nvSpPr>
          <p:spPr>
            <a:xfrm>
              <a:off x="1931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7" name="pt249">
              <a:extLst>
                <a:ext uri="{FF2B5EF4-FFF2-40B4-BE49-F238E27FC236}">
                  <a16:creationId xmlns:a16="http://schemas.microsoft.com/office/drawing/2014/main" id="{AA838947-FC4A-73FF-DC64-751EAB371672}"/>
                </a:ext>
              </a:extLst>
            </p:cNvPr>
            <p:cNvSpPr/>
            <p:nvPr/>
          </p:nvSpPr>
          <p:spPr>
            <a:xfrm>
              <a:off x="19195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8" name="pt250">
              <a:extLst>
                <a:ext uri="{FF2B5EF4-FFF2-40B4-BE49-F238E27FC236}">
                  <a16:creationId xmlns:a16="http://schemas.microsoft.com/office/drawing/2014/main" id="{025DBEDF-A54B-84DE-5A7E-26C3DAE82808}"/>
                </a:ext>
              </a:extLst>
            </p:cNvPr>
            <p:cNvSpPr/>
            <p:nvPr/>
          </p:nvSpPr>
          <p:spPr>
            <a:xfrm>
              <a:off x="38617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9" name="pt251">
              <a:extLst>
                <a:ext uri="{FF2B5EF4-FFF2-40B4-BE49-F238E27FC236}">
                  <a16:creationId xmlns:a16="http://schemas.microsoft.com/office/drawing/2014/main" id="{962BE496-0942-E412-AB96-C86A2A0C81E8}"/>
                </a:ext>
              </a:extLst>
            </p:cNvPr>
            <p:cNvSpPr/>
            <p:nvPr/>
          </p:nvSpPr>
          <p:spPr>
            <a:xfrm>
              <a:off x="51062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0" name="pt252">
              <a:extLst>
                <a:ext uri="{FF2B5EF4-FFF2-40B4-BE49-F238E27FC236}">
                  <a16:creationId xmlns:a16="http://schemas.microsoft.com/office/drawing/2014/main" id="{D45CAE01-A412-BC96-4AD5-2FFB09FA9033}"/>
                </a:ext>
              </a:extLst>
            </p:cNvPr>
            <p:cNvSpPr/>
            <p:nvPr/>
          </p:nvSpPr>
          <p:spPr>
            <a:xfrm>
              <a:off x="167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1" name="pt253">
              <a:extLst>
                <a:ext uri="{FF2B5EF4-FFF2-40B4-BE49-F238E27FC236}">
                  <a16:creationId xmlns:a16="http://schemas.microsoft.com/office/drawing/2014/main" id="{5FB4757F-2D43-4C3E-A80B-FD01D1309D13}"/>
                </a:ext>
              </a:extLst>
            </p:cNvPr>
            <p:cNvSpPr/>
            <p:nvPr/>
          </p:nvSpPr>
          <p:spPr>
            <a:xfrm>
              <a:off x="37264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2" name="pt254">
              <a:extLst>
                <a:ext uri="{FF2B5EF4-FFF2-40B4-BE49-F238E27FC236}">
                  <a16:creationId xmlns:a16="http://schemas.microsoft.com/office/drawing/2014/main" id="{6D0B76F7-51B6-F141-FDED-246FE71C551A}"/>
                </a:ext>
              </a:extLst>
            </p:cNvPr>
            <p:cNvSpPr/>
            <p:nvPr/>
          </p:nvSpPr>
          <p:spPr>
            <a:xfrm>
              <a:off x="37072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3" name="pt255">
              <a:extLst>
                <a:ext uri="{FF2B5EF4-FFF2-40B4-BE49-F238E27FC236}">
                  <a16:creationId xmlns:a16="http://schemas.microsoft.com/office/drawing/2014/main" id="{90902B6B-457F-3B83-7557-20AAE2AAC546}"/>
                </a:ext>
              </a:extLst>
            </p:cNvPr>
            <p:cNvSpPr/>
            <p:nvPr/>
          </p:nvSpPr>
          <p:spPr>
            <a:xfrm>
              <a:off x="16206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4" name="pt256">
              <a:extLst>
                <a:ext uri="{FF2B5EF4-FFF2-40B4-BE49-F238E27FC236}">
                  <a16:creationId xmlns:a16="http://schemas.microsoft.com/office/drawing/2014/main" id="{37D535D8-896C-F7D3-B3D8-9465877B7292}"/>
                </a:ext>
              </a:extLst>
            </p:cNvPr>
            <p:cNvSpPr/>
            <p:nvPr/>
          </p:nvSpPr>
          <p:spPr>
            <a:xfrm>
              <a:off x="16783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5" name="pt257">
              <a:extLst>
                <a:ext uri="{FF2B5EF4-FFF2-40B4-BE49-F238E27FC236}">
                  <a16:creationId xmlns:a16="http://schemas.microsoft.com/office/drawing/2014/main" id="{97B81697-4015-74BA-A62C-FF97BF998E4A}"/>
                </a:ext>
              </a:extLst>
            </p:cNvPr>
            <p:cNvSpPr/>
            <p:nvPr/>
          </p:nvSpPr>
          <p:spPr>
            <a:xfrm>
              <a:off x="36914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6" name="pt258">
              <a:extLst>
                <a:ext uri="{FF2B5EF4-FFF2-40B4-BE49-F238E27FC236}">
                  <a16:creationId xmlns:a16="http://schemas.microsoft.com/office/drawing/2014/main" id="{AF589DDD-1941-0688-BD66-C63655420970}"/>
                </a:ext>
              </a:extLst>
            </p:cNvPr>
            <p:cNvSpPr/>
            <p:nvPr/>
          </p:nvSpPr>
          <p:spPr>
            <a:xfrm>
              <a:off x="15854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7" name="pt259">
              <a:extLst>
                <a:ext uri="{FF2B5EF4-FFF2-40B4-BE49-F238E27FC236}">
                  <a16:creationId xmlns:a16="http://schemas.microsoft.com/office/drawing/2014/main" id="{1E40D5B7-8559-7119-51D3-A32E3BAF18B7}"/>
                </a:ext>
              </a:extLst>
            </p:cNvPr>
            <p:cNvSpPr/>
            <p:nvPr/>
          </p:nvSpPr>
          <p:spPr>
            <a:xfrm>
              <a:off x="3774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8" name="pt260">
              <a:extLst>
                <a:ext uri="{FF2B5EF4-FFF2-40B4-BE49-F238E27FC236}">
                  <a16:creationId xmlns:a16="http://schemas.microsoft.com/office/drawing/2014/main" id="{014551F1-3B75-D4D5-EF55-955952FC4B2C}"/>
                </a:ext>
              </a:extLst>
            </p:cNvPr>
            <p:cNvSpPr/>
            <p:nvPr/>
          </p:nvSpPr>
          <p:spPr>
            <a:xfrm>
              <a:off x="1941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9" name="pt261">
              <a:extLst>
                <a:ext uri="{FF2B5EF4-FFF2-40B4-BE49-F238E27FC236}">
                  <a16:creationId xmlns:a16="http://schemas.microsoft.com/office/drawing/2014/main" id="{49DCC0DA-3749-059C-DDFC-C763DBC8C321}"/>
                </a:ext>
              </a:extLst>
            </p:cNvPr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0" name="pt262">
              <a:extLst>
                <a:ext uri="{FF2B5EF4-FFF2-40B4-BE49-F238E27FC236}">
                  <a16:creationId xmlns:a16="http://schemas.microsoft.com/office/drawing/2014/main" id="{F140683E-62EA-A6C0-2A6F-20322E97FB58}"/>
                </a:ext>
              </a:extLst>
            </p:cNvPr>
            <p:cNvSpPr/>
            <p:nvPr/>
          </p:nvSpPr>
          <p:spPr>
            <a:xfrm>
              <a:off x="349545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1" name="pt263">
              <a:extLst>
                <a:ext uri="{FF2B5EF4-FFF2-40B4-BE49-F238E27FC236}">
                  <a16:creationId xmlns:a16="http://schemas.microsoft.com/office/drawing/2014/main" id="{83C5D24B-0CB7-A458-B3BC-24F5C37B2F62}"/>
                </a:ext>
              </a:extLst>
            </p:cNvPr>
            <p:cNvSpPr/>
            <p:nvPr/>
          </p:nvSpPr>
          <p:spPr>
            <a:xfrm>
              <a:off x="173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2" name="pt264">
              <a:extLst>
                <a:ext uri="{FF2B5EF4-FFF2-40B4-BE49-F238E27FC236}">
                  <a16:creationId xmlns:a16="http://schemas.microsoft.com/office/drawing/2014/main" id="{A2E8DBAF-DFF1-A81E-AFFE-D63E58275286}"/>
                </a:ext>
              </a:extLst>
            </p:cNvPr>
            <p:cNvSpPr/>
            <p:nvPr/>
          </p:nvSpPr>
          <p:spPr>
            <a:xfrm>
              <a:off x="16575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3" name="pt265">
              <a:extLst>
                <a:ext uri="{FF2B5EF4-FFF2-40B4-BE49-F238E27FC236}">
                  <a16:creationId xmlns:a16="http://schemas.microsoft.com/office/drawing/2014/main" id="{80E65194-8ED9-2210-BB90-E0ECA66E3900}"/>
                </a:ext>
              </a:extLst>
            </p:cNvPr>
            <p:cNvSpPr/>
            <p:nvPr/>
          </p:nvSpPr>
          <p:spPr>
            <a:xfrm>
              <a:off x="48704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4" name="pt266">
              <a:extLst>
                <a:ext uri="{FF2B5EF4-FFF2-40B4-BE49-F238E27FC236}">
                  <a16:creationId xmlns:a16="http://schemas.microsoft.com/office/drawing/2014/main" id="{B55ADEA8-D4EC-D84D-DEC2-958126169C6D}"/>
                </a:ext>
              </a:extLst>
            </p:cNvPr>
            <p:cNvSpPr/>
            <p:nvPr/>
          </p:nvSpPr>
          <p:spPr>
            <a:xfrm>
              <a:off x="16023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5" name="pt267">
              <a:extLst>
                <a:ext uri="{FF2B5EF4-FFF2-40B4-BE49-F238E27FC236}">
                  <a16:creationId xmlns:a16="http://schemas.microsoft.com/office/drawing/2014/main" id="{B033D147-515C-E8E2-10CD-7622DC77AEE1}"/>
                </a:ext>
              </a:extLst>
            </p:cNvPr>
            <p:cNvSpPr/>
            <p:nvPr/>
          </p:nvSpPr>
          <p:spPr>
            <a:xfrm>
              <a:off x="21574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6" name="pt268">
              <a:extLst>
                <a:ext uri="{FF2B5EF4-FFF2-40B4-BE49-F238E27FC236}">
                  <a16:creationId xmlns:a16="http://schemas.microsoft.com/office/drawing/2014/main" id="{F663EFE6-CFE5-E2D2-7B33-C92A9889EAC8}"/>
                </a:ext>
              </a:extLst>
            </p:cNvPr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7" name="pt269">
              <a:extLst>
                <a:ext uri="{FF2B5EF4-FFF2-40B4-BE49-F238E27FC236}">
                  <a16:creationId xmlns:a16="http://schemas.microsoft.com/office/drawing/2014/main" id="{799422D5-5E0B-12EC-C261-620174CB851E}"/>
                </a:ext>
              </a:extLst>
            </p:cNvPr>
            <p:cNvSpPr/>
            <p:nvPr/>
          </p:nvSpPr>
          <p:spPr>
            <a:xfrm>
              <a:off x="47165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8" name="pt270">
              <a:extLst>
                <a:ext uri="{FF2B5EF4-FFF2-40B4-BE49-F238E27FC236}">
                  <a16:creationId xmlns:a16="http://schemas.microsoft.com/office/drawing/2014/main" id="{4358314B-BC87-D993-1663-7B7E3F135AF3}"/>
                </a:ext>
              </a:extLst>
            </p:cNvPr>
            <p:cNvSpPr/>
            <p:nvPr/>
          </p:nvSpPr>
          <p:spPr>
            <a:xfrm>
              <a:off x="35396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9" name="pt271">
              <a:extLst>
                <a:ext uri="{FF2B5EF4-FFF2-40B4-BE49-F238E27FC236}">
                  <a16:creationId xmlns:a16="http://schemas.microsoft.com/office/drawing/2014/main" id="{84C589B4-8D28-52AB-7688-EB2F64165F7C}"/>
                </a:ext>
              </a:extLst>
            </p:cNvPr>
            <p:cNvSpPr/>
            <p:nvPr/>
          </p:nvSpPr>
          <p:spPr>
            <a:xfrm>
              <a:off x="21871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0" name="pt272">
              <a:extLst>
                <a:ext uri="{FF2B5EF4-FFF2-40B4-BE49-F238E27FC236}">
                  <a16:creationId xmlns:a16="http://schemas.microsoft.com/office/drawing/2014/main" id="{5F031791-E83C-FA8D-C977-6F282F1E85F2}"/>
                </a:ext>
              </a:extLst>
            </p:cNvPr>
            <p:cNvSpPr/>
            <p:nvPr/>
          </p:nvSpPr>
          <p:spPr>
            <a:xfrm>
              <a:off x="17421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1" name="pt273">
              <a:extLst>
                <a:ext uri="{FF2B5EF4-FFF2-40B4-BE49-F238E27FC236}">
                  <a16:creationId xmlns:a16="http://schemas.microsoft.com/office/drawing/2014/main" id="{F8BFCFED-ED82-D76B-5DCE-AD004EE3AFBF}"/>
                </a:ext>
              </a:extLst>
            </p:cNvPr>
            <p:cNvSpPr/>
            <p:nvPr/>
          </p:nvSpPr>
          <p:spPr>
            <a:xfrm>
              <a:off x="21778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2" name="pt274">
              <a:extLst>
                <a:ext uri="{FF2B5EF4-FFF2-40B4-BE49-F238E27FC236}">
                  <a16:creationId xmlns:a16="http://schemas.microsoft.com/office/drawing/2014/main" id="{DA1C1C29-2FFE-05F9-0520-610B4359207D}"/>
                </a:ext>
              </a:extLst>
            </p:cNvPr>
            <p:cNvSpPr/>
            <p:nvPr/>
          </p:nvSpPr>
          <p:spPr>
            <a:xfrm>
              <a:off x="1633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3" name="pt275">
              <a:extLst>
                <a:ext uri="{FF2B5EF4-FFF2-40B4-BE49-F238E27FC236}">
                  <a16:creationId xmlns:a16="http://schemas.microsoft.com/office/drawing/2014/main" id="{72A67FEC-4752-11E5-5949-9FF78E074733}"/>
                </a:ext>
              </a:extLst>
            </p:cNvPr>
            <p:cNvSpPr/>
            <p:nvPr/>
          </p:nvSpPr>
          <p:spPr>
            <a:xfrm>
              <a:off x="3531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4" name="pt276">
              <a:extLst>
                <a:ext uri="{FF2B5EF4-FFF2-40B4-BE49-F238E27FC236}">
                  <a16:creationId xmlns:a16="http://schemas.microsoft.com/office/drawing/2014/main" id="{50FCC71B-53B9-F11C-A2D3-EE1C4D637175}"/>
                </a:ext>
              </a:extLst>
            </p:cNvPr>
            <p:cNvSpPr/>
            <p:nvPr/>
          </p:nvSpPr>
          <p:spPr>
            <a:xfrm>
              <a:off x="347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5" name="pt277">
              <a:extLst>
                <a:ext uri="{FF2B5EF4-FFF2-40B4-BE49-F238E27FC236}">
                  <a16:creationId xmlns:a16="http://schemas.microsoft.com/office/drawing/2014/main" id="{13F208BC-26A4-270A-4F72-5BF87E05BEE7}"/>
                </a:ext>
              </a:extLst>
            </p:cNvPr>
            <p:cNvSpPr/>
            <p:nvPr/>
          </p:nvSpPr>
          <p:spPr>
            <a:xfrm>
              <a:off x="160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6" name="pt278">
              <a:extLst>
                <a:ext uri="{FF2B5EF4-FFF2-40B4-BE49-F238E27FC236}">
                  <a16:creationId xmlns:a16="http://schemas.microsoft.com/office/drawing/2014/main" id="{241ECC20-BF12-A2A3-10CD-F78606D83F9B}"/>
                </a:ext>
              </a:extLst>
            </p:cNvPr>
            <p:cNvSpPr/>
            <p:nvPr/>
          </p:nvSpPr>
          <p:spPr>
            <a:xfrm>
              <a:off x="16173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7" name="pt279">
              <a:extLst>
                <a:ext uri="{FF2B5EF4-FFF2-40B4-BE49-F238E27FC236}">
                  <a16:creationId xmlns:a16="http://schemas.microsoft.com/office/drawing/2014/main" id="{7B455670-E315-56F8-B814-53C8EB5101DE}"/>
                </a:ext>
              </a:extLst>
            </p:cNvPr>
            <p:cNvSpPr/>
            <p:nvPr/>
          </p:nvSpPr>
          <p:spPr>
            <a:xfrm>
              <a:off x="21585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8" name="pt280">
              <a:extLst>
                <a:ext uri="{FF2B5EF4-FFF2-40B4-BE49-F238E27FC236}">
                  <a16:creationId xmlns:a16="http://schemas.microsoft.com/office/drawing/2014/main" id="{FA7C94E4-04F6-EB8C-A051-29F5CF5D566C}"/>
                </a:ext>
              </a:extLst>
            </p:cNvPr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9" name="pt281">
              <a:extLst>
                <a:ext uri="{FF2B5EF4-FFF2-40B4-BE49-F238E27FC236}">
                  <a16:creationId xmlns:a16="http://schemas.microsoft.com/office/drawing/2014/main" id="{7C98C29E-272F-0A59-1BDB-E47D9FF8C8EA}"/>
                </a:ext>
              </a:extLst>
            </p:cNvPr>
            <p:cNvSpPr/>
            <p:nvPr/>
          </p:nvSpPr>
          <p:spPr>
            <a:xfrm>
              <a:off x="47568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0" name="pt282">
              <a:extLst>
                <a:ext uri="{FF2B5EF4-FFF2-40B4-BE49-F238E27FC236}">
                  <a16:creationId xmlns:a16="http://schemas.microsoft.com/office/drawing/2014/main" id="{5E8BF441-5FD1-942C-D83F-2DDF8BCF0517}"/>
                </a:ext>
              </a:extLst>
            </p:cNvPr>
            <p:cNvSpPr/>
            <p:nvPr/>
          </p:nvSpPr>
          <p:spPr>
            <a:xfrm>
              <a:off x="21742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1" name="pt283">
              <a:extLst>
                <a:ext uri="{FF2B5EF4-FFF2-40B4-BE49-F238E27FC236}">
                  <a16:creationId xmlns:a16="http://schemas.microsoft.com/office/drawing/2014/main" id="{06EF78EA-39E1-BA8D-03A5-916E12D70F6F}"/>
                </a:ext>
              </a:extLst>
            </p:cNvPr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2" name="pt284">
              <a:extLst>
                <a:ext uri="{FF2B5EF4-FFF2-40B4-BE49-F238E27FC236}">
                  <a16:creationId xmlns:a16="http://schemas.microsoft.com/office/drawing/2014/main" id="{FB4245B1-0EAB-9D00-53C0-B3A4252D2F84}"/>
                </a:ext>
              </a:extLst>
            </p:cNvPr>
            <p:cNvSpPr/>
            <p:nvPr/>
          </p:nvSpPr>
          <p:spPr>
            <a:xfrm>
              <a:off x="476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3" name="pt285">
              <a:extLst>
                <a:ext uri="{FF2B5EF4-FFF2-40B4-BE49-F238E27FC236}">
                  <a16:creationId xmlns:a16="http://schemas.microsoft.com/office/drawing/2014/main" id="{E0336F2A-C895-98E0-CE3D-3BD00665060D}"/>
                </a:ext>
              </a:extLst>
            </p:cNvPr>
            <p:cNvSpPr/>
            <p:nvPr/>
          </p:nvSpPr>
          <p:spPr>
            <a:xfrm>
              <a:off x="21731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4" name="pt286">
              <a:extLst>
                <a:ext uri="{FF2B5EF4-FFF2-40B4-BE49-F238E27FC236}">
                  <a16:creationId xmlns:a16="http://schemas.microsoft.com/office/drawing/2014/main" id="{F1133054-4400-F7B8-DFD8-F48684B5B8B6}"/>
                </a:ext>
              </a:extLst>
            </p:cNvPr>
            <p:cNvSpPr/>
            <p:nvPr/>
          </p:nvSpPr>
          <p:spPr>
            <a:xfrm>
              <a:off x="34172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5" name="pt287">
              <a:extLst>
                <a:ext uri="{FF2B5EF4-FFF2-40B4-BE49-F238E27FC236}">
                  <a16:creationId xmlns:a16="http://schemas.microsoft.com/office/drawing/2014/main" id="{86755B97-2610-618C-8EDE-D12F9D2A859A}"/>
                </a:ext>
              </a:extLst>
            </p:cNvPr>
            <p:cNvSpPr/>
            <p:nvPr/>
          </p:nvSpPr>
          <p:spPr>
            <a:xfrm>
              <a:off x="2193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6" name="pt288">
              <a:extLst>
                <a:ext uri="{FF2B5EF4-FFF2-40B4-BE49-F238E27FC236}">
                  <a16:creationId xmlns:a16="http://schemas.microsoft.com/office/drawing/2014/main" id="{6669F7EB-2391-02B7-E165-159BE9F24205}"/>
                </a:ext>
              </a:extLst>
            </p:cNvPr>
            <p:cNvSpPr/>
            <p:nvPr/>
          </p:nvSpPr>
          <p:spPr>
            <a:xfrm>
              <a:off x="35621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7" name="pt289">
              <a:extLst>
                <a:ext uri="{FF2B5EF4-FFF2-40B4-BE49-F238E27FC236}">
                  <a16:creationId xmlns:a16="http://schemas.microsoft.com/office/drawing/2014/main" id="{A17D8B20-ACB2-93F2-416F-E752A5AD9F85}"/>
                </a:ext>
              </a:extLst>
            </p:cNvPr>
            <p:cNvSpPr/>
            <p:nvPr/>
          </p:nvSpPr>
          <p:spPr>
            <a:xfrm>
              <a:off x="3555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8" name="pt290">
              <a:extLst>
                <a:ext uri="{FF2B5EF4-FFF2-40B4-BE49-F238E27FC236}">
                  <a16:creationId xmlns:a16="http://schemas.microsoft.com/office/drawing/2014/main" id="{46C20503-C0DE-BF92-2CEC-D804B1707271}"/>
                </a:ext>
              </a:extLst>
            </p:cNvPr>
            <p:cNvSpPr/>
            <p:nvPr/>
          </p:nvSpPr>
          <p:spPr>
            <a:xfrm>
              <a:off x="22840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9" name="pt291">
              <a:extLst>
                <a:ext uri="{FF2B5EF4-FFF2-40B4-BE49-F238E27FC236}">
                  <a16:creationId xmlns:a16="http://schemas.microsoft.com/office/drawing/2014/main" id="{3E4728E5-352C-6CBB-27DE-DD6E7BA915F1}"/>
                </a:ext>
              </a:extLst>
            </p:cNvPr>
            <p:cNvSpPr/>
            <p:nvPr/>
          </p:nvSpPr>
          <p:spPr>
            <a:xfrm>
              <a:off x="48043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0" name="pt292">
              <a:extLst>
                <a:ext uri="{FF2B5EF4-FFF2-40B4-BE49-F238E27FC236}">
                  <a16:creationId xmlns:a16="http://schemas.microsoft.com/office/drawing/2014/main" id="{9CCB7D52-1A50-0912-5730-B3E2C0470B47}"/>
                </a:ext>
              </a:extLst>
            </p:cNvPr>
            <p:cNvSpPr/>
            <p:nvPr/>
          </p:nvSpPr>
          <p:spPr>
            <a:xfrm>
              <a:off x="17174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1" name="pt293">
              <a:extLst>
                <a:ext uri="{FF2B5EF4-FFF2-40B4-BE49-F238E27FC236}">
                  <a16:creationId xmlns:a16="http://schemas.microsoft.com/office/drawing/2014/main" id="{C707088D-00CB-6A1A-DE05-1D505C926453}"/>
                </a:ext>
              </a:extLst>
            </p:cNvPr>
            <p:cNvSpPr/>
            <p:nvPr/>
          </p:nvSpPr>
          <p:spPr>
            <a:xfrm>
              <a:off x="35625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2" name="pt294">
              <a:extLst>
                <a:ext uri="{FF2B5EF4-FFF2-40B4-BE49-F238E27FC236}">
                  <a16:creationId xmlns:a16="http://schemas.microsoft.com/office/drawing/2014/main" id="{4A1AB153-DCC2-1D56-584E-D8ADE95FD66D}"/>
                </a:ext>
              </a:extLst>
            </p:cNvPr>
            <p:cNvSpPr/>
            <p:nvPr/>
          </p:nvSpPr>
          <p:spPr>
            <a:xfrm>
              <a:off x="21792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3" name="pt295">
              <a:extLst>
                <a:ext uri="{FF2B5EF4-FFF2-40B4-BE49-F238E27FC236}">
                  <a16:creationId xmlns:a16="http://schemas.microsoft.com/office/drawing/2014/main" id="{53A95A54-AEA2-6416-D700-0D8A1007033C}"/>
                </a:ext>
              </a:extLst>
            </p:cNvPr>
            <p:cNvSpPr/>
            <p:nvPr/>
          </p:nvSpPr>
          <p:spPr>
            <a:xfrm>
              <a:off x="34573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4" name="pt296">
              <a:extLst>
                <a:ext uri="{FF2B5EF4-FFF2-40B4-BE49-F238E27FC236}">
                  <a16:creationId xmlns:a16="http://schemas.microsoft.com/office/drawing/2014/main" id="{63E2138E-524F-9F52-E4A6-DB845F32C649}"/>
                </a:ext>
              </a:extLst>
            </p:cNvPr>
            <p:cNvSpPr/>
            <p:nvPr/>
          </p:nvSpPr>
          <p:spPr>
            <a:xfrm>
              <a:off x="48240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5" name="pt297">
              <a:extLst>
                <a:ext uri="{FF2B5EF4-FFF2-40B4-BE49-F238E27FC236}">
                  <a16:creationId xmlns:a16="http://schemas.microsoft.com/office/drawing/2014/main" id="{8C542FD9-3283-AF08-8C09-9A28A9B788B2}"/>
                </a:ext>
              </a:extLst>
            </p:cNvPr>
            <p:cNvSpPr/>
            <p:nvPr/>
          </p:nvSpPr>
          <p:spPr>
            <a:xfrm>
              <a:off x="34936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6" name="pt298">
              <a:extLst>
                <a:ext uri="{FF2B5EF4-FFF2-40B4-BE49-F238E27FC236}">
                  <a16:creationId xmlns:a16="http://schemas.microsoft.com/office/drawing/2014/main" id="{221814A8-83E8-33F1-C560-A2EA1E616F1B}"/>
                </a:ext>
              </a:extLst>
            </p:cNvPr>
            <p:cNvSpPr/>
            <p:nvPr/>
          </p:nvSpPr>
          <p:spPr>
            <a:xfrm>
              <a:off x="48453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7" name="pt299">
              <a:extLst>
                <a:ext uri="{FF2B5EF4-FFF2-40B4-BE49-F238E27FC236}">
                  <a16:creationId xmlns:a16="http://schemas.microsoft.com/office/drawing/2014/main" id="{CCCB6547-DE01-4D29-529C-3CF2F74A62E7}"/>
                </a:ext>
              </a:extLst>
            </p:cNvPr>
            <p:cNvSpPr/>
            <p:nvPr/>
          </p:nvSpPr>
          <p:spPr>
            <a:xfrm>
              <a:off x="35033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8" name="pt300">
              <a:extLst>
                <a:ext uri="{FF2B5EF4-FFF2-40B4-BE49-F238E27FC236}">
                  <a16:creationId xmlns:a16="http://schemas.microsoft.com/office/drawing/2014/main" id="{2D0203F7-05AA-EBF3-713A-722168693066}"/>
                </a:ext>
              </a:extLst>
            </p:cNvPr>
            <p:cNvSpPr/>
            <p:nvPr/>
          </p:nvSpPr>
          <p:spPr>
            <a:xfrm>
              <a:off x="4558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9" name="pt301">
              <a:extLst>
                <a:ext uri="{FF2B5EF4-FFF2-40B4-BE49-F238E27FC236}">
                  <a16:creationId xmlns:a16="http://schemas.microsoft.com/office/drawing/2014/main" id="{5231C908-62A2-6542-29F0-775FB52E130A}"/>
                </a:ext>
              </a:extLst>
            </p:cNvPr>
            <p:cNvSpPr/>
            <p:nvPr/>
          </p:nvSpPr>
          <p:spPr>
            <a:xfrm>
              <a:off x="16755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0" name="pt302">
              <a:extLst>
                <a:ext uri="{FF2B5EF4-FFF2-40B4-BE49-F238E27FC236}">
                  <a16:creationId xmlns:a16="http://schemas.microsoft.com/office/drawing/2014/main" id="{CAECA9D4-4FD4-45E8-2302-9B73599326B8}"/>
                </a:ext>
              </a:extLst>
            </p:cNvPr>
            <p:cNvSpPr/>
            <p:nvPr/>
          </p:nvSpPr>
          <p:spPr>
            <a:xfrm>
              <a:off x="47198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1" name="pt303">
              <a:extLst>
                <a:ext uri="{FF2B5EF4-FFF2-40B4-BE49-F238E27FC236}">
                  <a16:creationId xmlns:a16="http://schemas.microsoft.com/office/drawing/2014/main" id="{ED45C364-CEB5-2E63-6B99-4FBE6B0DEAED}"/>
                </a:ext>
              </a:extLst>
            </p:cNvPr>
            <p:cNvSpPr/>
            <p:nvPr/>
          </p:nvSpPr>
          <p:spPr>
            <a:xfrm>
              <a:off x="48545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2" name="pt304">
              <a:extLst>
                <a:ext uri="{FF2B5EF4-FFF2-40B4-BE49-F238E27FC236}">
                  <a16:creationId xmlns:a16="http://schemas.microsoft.com/office/drawing/2014/main" id="{7AC02A94-95B9-58E9-B553-FB63628A7E78}"/>
                </a:ext>
              </a:extLst>
            </p:cNvPr>
            <p:cNvSpPr/>
            <p:nvPr/>
          </p:nvSpPr>
          <p:spPr>
            <a:xfrm>
              <a:off x="47154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3" name="pt305">
              <a:extLst>
                <a:ext uri="{FF2B5EF4-FFF2-40B4-BE49-F238E27FC236}">
                  <a16:creationId xmlns:a16="http://schemas.microsoft.com/office/drawing/2014/main" id="{BA147316-DA6D-14DF-E412-66DE326757D9}"/>
                </a:ext>
              </a:extLst>
            </p:cNvPr>
            <p:cNvSpPr/>
            <p:nvPr/>
          </p:nvSpPr>
          <p:spPr>
            <a:xfrm>
              <a:off x="175728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4" name="pt306">
              <a:extLst>
                <a:ext uri="{FF2B5EF4-FFF2-40B4-BE49-F238E27FC236}">
                  <a16:creationId xmlns:a16="http://schemas.microsoft.com/office/drawing/2014/main" id="{BB7ABF7B-4D33-2D99-DFF7-BCF5EC7DBFA1}"/>
                </a:ext>
              </a:extLst>
            </p:cNvPr>
            <p:cNvSpPr/>
            <p:nvPr/>
          </p:nvSpPr>
          <p:spPr>
            <a:xfrm>
              <a:off x="21709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5" name="pt307">
              <a:extLst>
                <a:ext uri="{FF2B5EF4-FFF2-40B4-BE49-F238E27FC236}">
                  <a16:creationId xmlns:a16="http://schemas.microsoft.com/office/drawing/2014/main" id="{0253BA8F-9C66-37ED-3ED4-4544BD5F6C65}"/>
                </a:ext>
              </a:extLst>
            </p:cNvPr>
            <p:cNvSpPr/>
            <p:nvPr/>
          </p:nvSpPr>
          <p:spPr>
            <a:xfrm>
              <a:off x="35316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6" name="pt308">
              <a:extLst>
                <a:ext uri="{FF2B5EF4-FFF2-40B4-BE49-F238E27FC236}">
                  <a16:creationId xmlns:a16="http://schemas.microsoft.com/office/drawing/2014/main" id="{6734EAF1-CEE1-3D7C-269C-F46DB151921D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7" name="pg309">
              <a:extLst>
                <a:ext uri="{FF2B5EF4-FFF2-40B4-BE49-F238E27FC236}">
                  <a16:creationId xmlns:a16="http://schemas.microsoft.com/office/drawing/2014/main" id="{D681FC4F-B601-FAF4-E24B-59DCDB21B542}"/>
                </a:ext>
              </a:extLst>
            </p:cNvPr>
            <p:cNvSpPr/>
            <p:nvPr/>
          </p:nvSpPr>
          <p:spPr>
            <a:xfrm>
              <a:off x="43612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8" name="pg310">
              <a:extLst>
                <a:ext uri="{FF2B5EF4-FFF2-40B4-BE49-F238E27FC236}">
                  <a16:creationId xmlns:a16="http://schemas.microsoft.com/office/drawing/2014/main" id="{BA09C72B-149F-FBD6-7EB0-C22D1B2CD709}"/>
                </a:ext>
              </a:extLst>
            </p:cNvPr>
            <p:cNvSpPr/>
            <p:nvPr/>
          </p:nvSpPr>
          <p:spPr>
            <a:xfrm>
              <a:off x="218028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9" name="pg311">
              <a:extLst>
                <a:ext uri="{FF2B5EF4-FFF2-40B4-BE49-F238E27FC236}">
                  <a16:creationId xmlns:a16="http://schemas.microsoft.com/office/drawing/2014/main" id="{0A931931-2960-E979-E1EF-BBC4CEE3562D}"/>
                </a:ext>
              </a:extLst>
            </p:cNvPr>
            <p:cNvSpPr/>
            <p:nvPr/>
          </p:nvSpPr>
          <p:spPr>
            <a:xfrm>
              <a:off x="21387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0" name="pg312">
              <a:extLst>
                <a:ext uri="{FF2B5EF4-FFF2-40B4-BE49-F238E27FC236}">
                  <a16:creationId xmlns:a16="http://schemas.microsoft.com/office/drawing/2014/main" id="{6ECC2BA6-C8D5-7A1E-31AB-F50077580FFF}"/>
                </a:ext>
              </a:extLst>
            </p:cNvPr>
            <p:cNvSpPr/>
            <p:nvPr/>
          </p:nvSpPr>
          <p:spPr>
            <a:xfrm>
              <a:off x="48122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1" name="pg313">
              <a:extLst>
                <a:ext uri="{FF2B5EF4-FFF2-40B4-BE49-F238E27FC236}">
                  <a16:creationId xmlns:a16="http://schemas.microsoft.com/office/drawing/2014/main" id="{8CF5ED70-8932-DB7C-A5DF-BFCB3CC7C613}"/>
                </a:ext>
              </a:extLst>
            </p:cNvPr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2" name="pg314">
              <a:extLst>
                <a:ext uri="{FF2B5EF4-FFF2-40B4-BE49-F238E27FC236}">
                  <a16:creationId xmlns:a16="http://schemas.microsoft.com/office/drawing/2014/main" id="{3170424D-5326-5903-BE65-5C9F79DDDC84}"/>
                </a:ext>
              </a:extLst>
            </p:cNvPr>
            <p:cNvSpPr/>
            <p:nvPr/>
          </p:nvSpPr>
          <p:spPr>
            <a:xfrm>
              <a:off x="42633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3" name="pg315">
              <a:extLst>
                <a:ext uri="{FF2B5EF4-FFF2-40B4-BE49-F238E27FC236}">
                  <a16:creationId xmlns:a16="http://schemas.microsoft.com/office/drawing/2014/main" id="{796300BF-FA4E-BA0F-89C1-140F1E7EB021}"/>
                </a:ext>
              </a:extLst>
            </p:cNvPr>
            <p:cNvSpPr/>
            <p:nvPr/>
          </p:nvSpPr>
          <p:spPr>
            <a:xfrm>
              <a:off x="1955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4" name="pg316">
              <a:extLst>
                <a:ext uri="{FF2B5EF4-FFF2-40B4-BE49-F238E27FC236}">
                  <a16:creationId xmlns:a16="http://schemas.microsoft.com/office/drawing/2014/main" id="{8DEE7F37-2B0C-3995-08B0-8F43808FFC81}"/>
                </a:ext>
              </a:extLst>
            </p:cNvPr>
            <p:cNvSpPr/>
            <p:nvPr/>
          </p:nvSpPr>
          <p:spPr>
            <a:xfrm>
              <a:off x="21928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5" name="pg317">
              <a:extLst>
                <a:ext uri="{FF2B5EF4-FFF2-40B4-BE49-F238E27FC236}">
                  <a16:creationId xmlns:a16="http://schemas.microsoft.com/office/drawing/2014/main" id="{F28978AF-3DFD-CD87-8664-21008F2A1FEA}"/>
                </a:ext>
              </a:extLst>
            </p:cNvPr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6" name="pg318">
              <a:extLst>
                <a:ext uri="{FF2B5EF4-FFF2-40B4-BE49-F238E27FC236}">
                  <a16:creationId xmlns:a16="http://schemas.microsoft.com/office/drawing/2014/main" id="{13511465-51E5-11EA-6078-EDB3CA7E594D}"/>
                </a:ext>
              </a:extLst>
            </p:cNvPr>
            <p:cNvSpPr/>
            <p:nvPr/>
          </p:nvSpPr>
          <p:spPr>
            <a:xfrm>
              <a:off x="21505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7" name="pg319">
              <a:extLst>
                <a:ext uri="{FF2B5EF4-FFF2-40B4-BE49-F238E27FC236}">
                  <a16:creationId xmlns:a16="http://schemas.microsoft.com/office/drawing/2014/main" id="{6EA9F4DA-966E-37D8-022B-E98D03CE0A5D}"/>
                </a:ext>
              </a:extLst>
            </p:cNvPr>
            <p:cNvSpPr/>
            <p:nvPr/>
          </p:nvSpPr>
          <p:spPr>
            <a:xfrm>
              <a:off x="43800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8" name="pg320">
              <a:extLst>
                <a:ext uri="{FF2B5EF4-FFF2-40B4-BE49-F238E27FC236}">
                  <a16:creationId xmlns:a16="http://schemas.microsoft.com/office/drawing/2014/main" id="{56C4671A-62A8-BC45-1ADF-93F1EF1E39A6}"/>
                </a:ext>
              </a:extLst>
            </p:cNvPr>
            <p:cNvSpPr/>
            <p:nvPr/>
          </p:nvSpPr>
          <p:spPr>
            <a:xfrm>
              <a:off x="43007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9" name="pg321">
              <a:extLst>
                <a:ext uri="{FF2B5EF4-FFF2-40B4-BE49-F238E27FC236}">
                  <a16:creationId xmlns:a16="http://schemas.microsoft.com/office/drawing/2014/main" id="{62971775-5E0D-20CE-B57D-6835BBCD9877}"/>
                </a:ext>
              </a:extLst>
            </p:cNvPr>
            <p:cNvSpPr/>
            <p:nvPr/>
          </p:nvSpPr>
          <p:spPr>
            <a:xfrm>
              <a:off x="23075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0" name="pg322">
              <a:extLst>
                <a:ext uri="{FF2B5EF4-FFF2-40B4-BE49-F238E27FC236}">
                  <a16:creationId xmlns:a16="http://schemas.microsoft.com/office/drawing/2014/main" id="{B40FB606-C87D-BC0F-39B6-8E85083849E9}"/>
                </a:ext>
              </a:extLst>
            </p:cNvPr>
            <p:cNvSpPr/>
            <p:nvPr/>
          </p:nvSpPr>
          <p:spPr>
            <a:xfrm>
              <a:off x="2207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1" name="pg323">
              <a:extLst>
                <a:ext uri="{FF2B5EF4-FFF2-40B4-BE49-F238E27FC236}">
                  <a16:creationId xmlns:a16="http://schemas.microsoft.com/office/drawing/2014/main" id="{FE88B623-5D66-40CF-B750-D0EEEF21FFEA}"/>
                </a:ext>
              </a:extLst>
            </p:cNvPr>
            <p:cNvSpPr/>
            <p:nvPr/>
          </p:nvSpPr>
          <p:spPr>
            <a:xfrm>
              <a:off x="49317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2" name="pg324">
              <a:extLst>
                <a:ext uri="{FF2B5EF4-FFF2-40B4-BE49-F238E27FC236}">
                  <a16:creationId xmlns:a16="http://schemas.microsoft.com/office/drawing/2014/main" id="{FA73C511-0493-B338-2AE0-9B2B041C6C27}"/>
                </a:ext>
              </a:extLst>
            </p:cNvPr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3" name="pg325">
              <a:extLst>
                <a:ext uri="{FF2B5EF4-FFF2-40B4-BE49-F238E27FC236}">
                  <a16:creationId xmlns:a16="http://schemas.microsoft.com/office/drawing/2014/main" id="{FF354CD8-5523-1C6A-67B6-51E99639B4F9}"/>
                </a:ext>
              </a:extLst>
            </p:cNvPr>
            <p:cNvSpPr/>
            <p:nvPr/>
          </p:nvSpPr>
          <p:spPr>
            <a:xfrm>
              <a:off x="4804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4" name="pg326">
              <a:extLst>
                <a:ext uri="{FF2B5EF4-FFF2-40B4-BE49-F238E27FC236}">
                  <a16:creationId xmlns:a16="http://schemas.microsoft.com/office/drawing/2014/main" id="{E07FF9E5-568E-AC1C-53D7-BF3815E60C63}"/>
                </a:ext>
              </a:extLst>
            </p:cNvPr>
            <p:cNvSpPr/>
            <p:nvPr/>
          </p:nvSpPr>
          <p:spPr>
            <a:xfrm>
              <a:off x="220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5" name="pg327">
              <a:extLst>
                <a:ext uri="{FF2B5EF4-FFF2-40B4-BE49-F238E27FC236}">
                  <a16:creationId xmlns:a16="http://schemas.microsoft.com/office/drawing/2014/main" id="{A8ECE886-8479-47A5-50DD-F3236A6DEC27}"/>
                </a:ext>
              </a:extLst>
            </p:cNvPr>
            <p:cNvSpPr/>
            <p:nvPr/>
          </p:nvSpPr>
          <p:spPr>
            <a:xfrm>
              <a:off x="22343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6" name="pg328">
              <a:extLst>
                <a:ext uri="{FF2B5EF4-FFF2-40B4-BE49-F238E27FC236}">
                  <a16:creationId xmlns:a16="http://schemas.microsoft.com/office/drawing/2014/main" id="{E44B4481-5493-098B-1B46-B807C0F6BF40}"/>
                </a:ext>
              </a:extLst>
            </p:cNvPr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7" name="pg329">
              <a:extLst>
                <a:ext uri="{FF2B5EF4-FFF2-40B4-BE49-F238E27FC236}">
                  <a16:creationId xmlns:a16="http://schemas.microsoft.com/office/drawing/2014/main" id="{884E0DCD-1E2B-86EA-AFC5-11A30B199DC1}"/>
                </a:ext>
              </a:extLst>
            </p:cNvPr>
            <p:cNvSpPr/>
            <p:nvPr/>
          </p:nvSpPr>
          <p:spPr>
            <a:xfrm>
              <a:off x="483316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8" name="pg330">
              <a:extLst>
                <a:ext uri="{FF2B5EF4-FFF2-40B4-BE49-F238E27FC236}">
                  <a16:creationId xmlns:a16="http://schemas.microsoft.com/office/drawing/2014/main" id="{6571BAB3-C9E1-0B29-F648-B0529F6A6C01}"/>
                </a:ext>
              </a:extLst>
            </p:cNvPr>
            <p:cNvSpPr/>
            <p:nvPr/>
          </p:nvSpPr>
          <p:spPr>
            <a:xfrm>
              <a:off x="44362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9" name="pg331">
              <a:extLst>
                <a:ext uri="{FF2B5EF4-FFF2-40B4-BE49-F238E27FC236}">
                  <a16:creationId xmlns:a16="http://schemas.microsoft.com/office/drawing/2014/main" id="{56FFE96D-8B39-0716-5534-B16E2E0AAA7D}"/>
                </a:ext>
              </a:extLst>
            </p:cNvPr>
            <p:cNvSpPr/>
            <p:nvPr/>
          </p:nvSpPr>
          <p:spPr>
            <a:xfrm>
              <a:off x="20795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0" name="pg332">
              <a:extLst>
                <a:ext uri="{FF2B5EF4-FFF2-40B4-BE49-F238E27FC236}">
                  <a16:creationId xmlns:a16="http://schemas.microsoft.com/office/drawing/2014/main" id="{9964B9FE-3CB1-4270-656C-71A0731ABCDB}"/>
                </a:ext>
              </a:extLst>
            </p:cNvPr>
            <p:cNvSpPr/>
            <p:nvPr/>
          </p:nvSpPr>
          <p:spPr>
            <a:xfrm>
              <a:off x="21962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1" name="pg333">
              <a:extLst>
                <a:ext uri="{FF2B5EF4-FFF2-40B4-BE49-F238E27FC236}">
                  <a16:creationId xmlns:a16="http://schemas.microsoft.com/office/drawing/2014/main" id="{250B1B46-9C27-0831-F211-1578285747D7}"/>
                </a:ext>
              </a:extLst>
            </p:cNvPr>
            <p:cNvSpPr/>
            <p:nvPr/>
          </p:nvSpPr>
          <p:spPr>
            <a:xfrm>
              <a:off x="49557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2" name="pg334">
              <a:extLst>
                <a:ext uri="{FF2B5EF4-FFF2-40B4-BE49-F238E27FC236}">
                  <a16:creationId xmlns:a16="http://schemas.microsoft.com/office/drawing/2014/main" id="{CFB27077-F68A-BBA6-9339-A28A1B72246B}"/>
                </a:ext>
              </a:extLst>
            </p:cNvPr>
            <p:cNvSpPr/>
            <p:nvPr/>
          </p:nvSpPr>
          <p:spPr>
            <a:xfrm>
              <a:off x="21925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3" name="pg335">
              <a:extLst>
                <a:ext uri="{FF2B5EF4-FFF2-40B4-BE49-F238E27FC236}">
                  <a16:creationId xmlns:a16="http://schemas.microsoft.com/office/drawing/2014/main" id="{614292DA-A5BE-4059-CF76-011BE302CF74}"/>
                </a:ext>
              </a:extLst>
            </p:cNvPr>
            <p:cNvSpPr/>
            <p:nvPr/>
          </p:nvSpPr>
          <p:spPr>
            <a:xfrm>
              <a:off x="21801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4" name="pg336">
              <a:extLst>
                <a:ext uri="{FF2B5EF4-FFF2-40B4-BE49-F238E27FC236}">
                  <a16:creationId xmlns:a16="http://schemas.microsoft.com/office/drawing/2014/main" id="{AAFFCF61-88C6-5D55-503F-D34D7517331F}"/>
                </a:ext>
              </a:extLst>
            </p:cNvPr>
            <p:cNvSpPr/>
            <p:nvPr/>
          </p:nvSpPr>
          <p:spPr>
            <a:xfrm>
              <a:off x="21986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5" name="pg337">
              <a:extLst>
                <a:ext uri="{FF2B5EF4-FFF2-40B4-BE49-F238E27FC236}">
                  <a16:creationId xmlns:a16="http://schemas.microsoft.com/office/drawing/2014/main" id="{74F6F543-49F3-11DC-BA6F-88F2A1A49995}"/>
                </a:ext>
              </a:extLst>
            </p:cNvPr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6" name="pg338">
              <a:extLst>
                <a:ext uri="{FF2B5EF4-FFF2-40B4-BE49-F238E27FC236}">
                  <a16:creationId xmlns:a16="http://schemas.microsoft.com/office/drawing/2014/main" id="{1B93B470-187C-57DB-CE87-CAD2321A1719}"/>
                </a:ext>
              </a:extLst>
            </p:cNvPr>
            <p:cNvSpPr/>
            <p:nvPr/>
          </p:nvSpPr>
          <p:spPr>
            <a:xfrm>
              <a:off x="22329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7" name="pg339">
              <a:extLst>
                <a:ext uri="{FF2B5EF4-FFF2-40B4-BE49-F238E27FC236}">
                  <a16:creationId xmlns:a16="http://schemas.microsoft.com/office/drawing/2014/main" id="{AB1EE53F-53CA-55FE-8392-C0E54FADDFAA}"/>
                </a:ext>
              </a:extLst>
            </p:cNvPr>
            <p:cNvSpPr/>
            <p:nvPr/>
          </p:nvSpPr>
          <p:spPr>
            <a:xfrm>
              <a:off x="42541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8" name="pg340">
              <a:extLst>
                <a:ext uri="{FF2B5EF4-FFF2-40B4-BE49-F238E27FC236}">
                  <a16:creationId xmlns:a16="http://schemas.microsoft.com/office/drawing/2014/main" id="{142D44B0-DF7D-5958-1146-732BBAAC0DDF}"/>
                </a:ext>
              </a:extLst>
            </p:cNvPr>
            <p:cNvSpPr/>
            <p:nvPr/>
          </p:nvSpPr>
          <p:spPr>
            <a:xfrm>
              <a:off x="20549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9" name="pg341">
              <a:extLst>
                <a:ext uri="{FF2B5EF4-FFF2-40B4-BE49-F238E27FC236}">
                  <a16:creationId xmlns:a16="http://schemas.microsoft.com/office/drawing/2014/main" id="{0DC85A48-90A4-E1F6-117D-7AB4B84546E1}"/>
                </a:ext>
              </a:extLst>
            </p:cNvPr>
            <p:cNvSpPr/>
            <p:nvPr/>
          </p:nvSpPr>
          <p:spPr>
            <a:xfrm>
              <a:off x="4284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0" name="pg342">
              <a:extLst>
                <a:ext uri="{FF2B5EF4-FFF2-40B4-BE49-F238E27FC236}">
                  <a16:creationId xmlns:a16="http://schemas.microsoft.com/office/drawing/2014/main" id="{42CADECC-E975-10B8-6D15-7A886658E3F8}"/>
                </a:ext>
              </a:extLst>
            </p:cNvPr>
            <p:cNvSpPr/>
            <p:nvPr/>
          </p:nvSpPr>
          <p:spPr>
            <a:xfrm>
              <a:off x="19785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1" name="pg343">
              <a:extLst>
                <a:ext uri="{FF2B5EF4-FFF2-40B4-BE49-F238E27FC236}">
                  <a16:creationId xmlns:a16="http://schemas.microsoft.com/office/drawing/2014/main" id="{6DA80DC6-BCCE-E69A-1C79-87ABE1EDCA5E}"/>
                </a:ext>
              </a:extLst>
            </p:cNvPr>
            <p:cNvSpPr/>
            <p:nvPr/>
          </p:nvSpPr>
          <p:spPr>
            <a:xfrm>
              <a:off x="48172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2" name="pg344">
              <a:extLst>
                <a:ext uri="{FF2B5EF4-FFF2-40B4-BE49-F238E27FC236}">
                  <a16:creationId xmlns:a16="http://schemas.microsoft.com/office/drawing/2014/main" id="{0A2E42BF-3C35-FB47-E165-B6B5F6EEFAE4}"/>
                </a:ext>
              </a:extLst>
            </p:cNvPr>
            <p:cNvSpPr/>
            <p:nvPr/>
          </p:nvSpPr>
          <p:spPr>
            <a:xfrm>
              <a:off x="43371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3" name="pg345">
              <a:extLst>
                <a:ext uri="{FF2B5EF4-FFF2-40B4-BE49-F238E27FC236}">
                  <a16:creationId xmlns:a16="http://schemas.microsoft.com/office/drawing/2014/main" id="{9859D068-B4BF-02F3-F146-A84C127D645C}"/>
                </a:ext>
              </a:extLst>
            </p:cNvPr>
            <p:cNvSpPr/>
            <p:nvPr/>
          </p:nvSpPr>
          <p:spPr>
            <a:xfrm>
              <a:off x="48284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4" name="pg346">
              <a:extLst>
                <a:ext uri="{FF2B5EF4-FFF2-40B4-BE49-F238E27FC236}">
                  <a16:creationId xmlns:a16="http://schemas.microsoft.com/office/drawing/2014/main" id="{5E95159C-6E6E-92B6-158E-385D5F3F2A4D}"/>
                </a:ext>
              </a:extLst>
            </p:cNvPr>
            <p:cNvSpPr/>
            <p:nvPr/>
          </p:nvSpPr>
          <p:spPr>
            <a:xfrm>
              <a:off x="42713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5" name="pg347">
              <a:extLst>
                <a:ext uri="{FF2B5EF4-FFF2-40B4-BE49-F238E27FC236}">
                  <a16:creationId xmlns:a16="http://schemas.microsoft.com/office/drawing/2014/main" id="{31696E83-93DA-09E9-5550-5C9E97C318AC}"/>
                </a:ext>
              </a:extLst>
            </p:cNvPr>
            <p:cNvSpPr/>
            <p:nvPr/>
          </p:nvSpPr>
          <p:spPr>
            <a:xfrm>
              <a:off x="4815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6" name="pg348">
              <a:extLst>
                <a:ext uri="{FF2B5EF4-FFF2-40B4-BE49-F238E27FC236}">
                  <a16:creationId xmlns:a16="http://schemas.microsoft.com/office/drawing/2014/main" id="{F1F13E61-48D2-CAA5-EB44-57786B50F5DB}"/>
                </a:ext>
              </a:extLst>
            </p:cNvPr>
            <p:cNvSpPr/>
            <p:nvPr/>
          </p:nvSpPr>
          <p:spPr>
            <a:xfrm>
              <a:off x="4278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7" name="pg349">
              <a:extLst>
                <a:ext uri="{FF2B5EF4-FFF2-40B4-BE49-F238E27FC236}">
                  <a16:creationId xmlns:a16="http://schemas.microsoft.com/office/drawing/2014/main" id="{194FC292-8550-BF88-313F-A0B1A81DEE29}"/>
                </a:ext>
              </a:extLst>
            </p:cNvPr>
            <p:cNvSpPr/>
            <p:nvPr/>
          </p:nvSpPr>
          <p:spPr>
            <a:xfrm>
              <a:off x="20556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8" name="pg350">
              <a:extLst>
                <a:ext uri="{FF2B5EF4-FFF2-40B4-BE49-F238E27FC236}">
                  <a16:creationId xmlns:a16="http://schemas.microsoft.com/office/drawing/2014/main" id="{1AD63E7F-3525-D2FA-FD74-76F0A43D31CA}"/>
                </a:ext>
              </a:extLst>
            </p:cNvPr>
            <p:cNvSpPr/>
            <p:nvPr/>
          </p:nvSpPr>
          <p:spPr>
            <a:xfrm>
              <a:off x="22250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9" name="pg351">
              <a:extLst>
                <a:ext uri="{FF2B5EF4-FFF2-40B4-BE49-F238E27FC236}">
                  <a16:creationId xmlns:a16="http://schemas.microsoft.com/office/drawing/2014/main" id="{62C7FFA2-823E-434F-70C1-D05A6872C2CC}"/>
                </a:ext>
              </a:extLst>
            </p:cNvPr>
            <p:cNvSpPr/>
            <p:nvPr/>
          </p:nvSpPr>
          <p:spPr>
            <a:xfrm>
              <a:off x="44157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0" name="pg352">
              <a:extLst>
                <a:ext uri="{FF2B5EF4-FFF2-40B4-BE49-F238E27FC236}">
                  <a16:creationId xmlns:a16="http://schemas.microsoft.com/office/drawing/2014/main" id="{4E73C8B1-D555-7B97-63BF-FA7362A12C39}"/>
                </a:ext>
              </a:extLst>
            </p:cNvPr>
            <p:cNvSpPr/>
            <p:nvPr/>
          </p:nvSpPr>
          <p:spPr>
            <a:xfrm>
              <a:off x="482057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1" name="pg353">
              <a:extLst>
                <a:ext uri="{FF2B5EF4-FFF2-40B4-BE49-F238E27FC236}">
                  <a16:creationId xmlns:a16="http://schemas.microsoft.com/office/drawing/2014/main" id="{F8A9D41C-7750-D8F1-3D25-453ACA3EE197}"/>
                </a:ext>
              </a:extLst>
            </p:cNvPr>
            <p:cNvSpPr/>
            <p:nvPr/>
          </p:nvSpPr>
          <p:spPr>
            <a:xfrm>
              <a:off x="2170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2" name="pg354">
              <a:extLst>
                <a:ext uri="{FF2B5EF4-FFF2-40B4-BE49-F238E27FC236}">
                  <a16:creationId xmlns:a16="http://schemas.microsoft.com/office/drawing/2014/main" id="{72415F28-6690-D0E6-5051-A7503F556456}"/>
                </a:ext>
              </a:extLst>
            </p:cNvPr>
            <p:cNvSpPr/>
            <p:nvPr/>
          </p:nvSpPr>
          <p:spPr>
            <a:xfrm>
              <a:off x="483341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3" name="pg355">
              <a:extLst>
                <a:ext uri="{FF2B5EF4-FFF2-40B4-BE49-F238E27FC236}">
                  <a16:creationId xmlns:a16="http://schemas.microsoft.com/office/drawing/2014/main" id="{7EE26AF0-886C-FEFF-FC53-E49197CA1D82}"/>
                </a:ext>
              </a:extLst>
            </p:cNvPr>
            <p:cNvSpPr/>
            <p:nvPr/>
          </p:nvSpPr>
          <p:spPr>
            <a:xfrm>
              <a:off x="4415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4" name="pg356">
              <a:extLst>
                <a:ext uri="{FF2B5EF4-FFF2-40B4-BE49-F238E27FC236}">
                  <a16:creationId xmlns:a16="http://schemas.microsoft.com/office/drawing/2014/main" id="{931750B7-8E6F-A9D8-71BC-5B71288CD7CC}"/>
                </a:ext>
              </a:extLst>
            </p:cNvPr>
            <p:cNvSpPr/>
            <p:nvPr/>
          </p:nvSpPr>
          <p:spPr>
            <a:xfrm>
              <a:off x="43306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5" name="pg357">
              <a:extLst>
                <a:ext uri="{FF2B5EF4-FFF2-40B4-BE49-F238E27FC236}">
                  <a16:creationId xmlns:a16="http://schemas.microsoft.com/office/drawing/2014/main" id="{82D67438-EB63-8773-7BC3-3F4276F9E0F4}"/>
                </a:ext>
              </a:extLst>
            </p:cNvPr>
            <p:cNvSpPr/>
            <p:nvPr/>
          </p:nvSpPr>
          <p:spPr>
            <a:xfrm>
              <a:off x="178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6" name="pg358">
              <a:extLst>
                <a:ext uri="{FF2B5EF4-FFF2-40B4-BE49-F238E27FC236}">
                  <a16:creationId xmlns:a16="http://schemas.microsoft.com/office/drawing/2014/main" id="{6F6EFB0B-02CE-FD06-D0FE-89CE5D9EB7E2}"/>
                </a:ext>
              </a:extLst>
            </p:cNvPr>
            <p:cNvSpPr/>
            <p:nvPr/>
          </p:nvSpPr>
          <p:spPr>
            <a:xfrm>
              <a:off x="43330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7" name="pg359">
              <a:extLst>
                <a:ext uri="{FF2B5EF4-FFF2-40B4-BE49-F238E27FC236}">
                  <a16:creationId xmlns:a16="http://schemas.microsoft.com/office/drawing/2014/main" id="{496A14DE-99FA-AF33-2C83-50AB97208AFE}"/>
                </a:ext>
              </a:extLst>
            </p:cNvPr>
            <p:cNvSpPr/>
            <p:nvPr/>
          </p:nvSpPr>
          <p:spPr>
            <a:xfrm>
              <a:off x="43280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8" name="pg360">
              <a:extLst>
                <a:ext uri="{FF2B5EF4-FFF2-40B4-BE49-F238E27FC236}">
                  <a16:creationId xmlns:a16="http://schemas.microsoft.com/office/drawing/2014/main" id="{776B32A3-4F02-9D6D-9FF7-CAB2F0F77FBC}"/>
                </a:ext>
              </a:extLst>
            </p:cNvPr>
            <p:cNvSpPr/>
            <p:nvPr/>
          </p:nvSpPr>
          <p:spPr>
            <a:xfrm>
              <a:off x="2632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9" name="pg361">
              <a:extLst>
                <a:ext uri="{FF2B5EF4-FFF2-40B4-BE49-F238E27FC236}">
                  <a16:creationId xmlns:a16="http://schemas.microsoft.com/office/drawing/2014/main" id="{84FA10F7-F498-27F4-DA75-5570A61D8B30}"/>
                </a:ext>
              </a:extLst>
            </p:cNvPr>
            <p:cNvSpPr/>
            <p:nvPr/>
          </p:nvSpPr>
          <p:spPr>
            <a:xfrm>
              <a:off x="37768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0" name="pg362">
              <a:extLst>
                <a:ext uri="{FF2B5EF4-FFF2-40B4-BE49-F238E27FC236}">
                  <a16:creationId xmlns:a16="http://schemas.microsoft.com/office/drawing/2014/main" id="{52C10359-8477-291F-C319-EB87123BC0E9}"/>
                </a:ext>
              </a:extLst>
            </p:cNvPr>
            <p:cNvSpPr/>
            <p:nvPr/>
          </p:nvSpPr>
          <p:spPr>
            <a:xfrm>
              <a:off x="2338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1" name="pg363">
              <a:extLst>
                <a:ext uri="{FF2B5EF4-FFF2-40B4-BE49-F238E27FC236}">
                  <a16:creationId xmlns:a16="http://schemas.microsoft.com/office/drawing/2014/main" id="{60C1C708-F3F2-C382-9C38-1DF1A69BF207}"/>
                </a:ext>
              </a:extLst>
            </p:cNvPr>
            <p:cNvSpPr/>
            <p:nvPr/>
          </p:nvSpPr>
          <p:spPr>
            <a:xfrm>
              <a:off x="2503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2" name="pg364">
              <a:extLst>
                <a:ext uri="{FF2B5EF4-FFF2-40B4-BE49-F238E27FC236}">
                  <a16:creationId xmlns:a16="http://schemas.microsoft.com/office/drawing/2014/main" id="{E9DDCF73-FDA0-159B-9658-98E1BB324ACC}"/>
                </a:ext>
              </a:extLst>
            </p:cNvPr>
            <p:cNvSpPr/>
            <p:nvPr/>
          </p:nvSpPr>
          <p:spPr>
            <a:xfrm>
              <a:off x="44401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3" name="pg365">
              <a:extLst>
                <a:ext uri="{FF2B5EF4-FFF2-40B4-BE49-F238E27FC236}">
                  <a16:creationId xmlns:a16="http://schemas.microsoft.com/office/drawing/2014/main" id="{24DEED1E-093C-189E-8C40-DFF7A94DFF39}"/>
                </a:ext>
              </a:extLst>
            </p:cNvPr>
            <p:cNvSpPr/>
            <p:nvPr/>
          </p:nvSpPr>
          <p:spPr>
            <a:xfrm>
              <a:off x="4344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4" name="pg366">
              <a:extLst>
                <a:ext uri="{FF2B5EF4-FFF2-40B4-BE49-F238E27FC236}">
                  <a16:creationId xmlns:a16="http://schemas.microsoft.com/office/drawing/2014/main" id="{CBA07EB4-1E5F-2D06-FF56-A39907AA7C58}"/>
                </a:ext>
              </a:extLst>
            </p:cNvPr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5" name="pg367">
              <a:extLst>
                <a:ext uri="{FF2B5EF4-FFF2-40B4-BE49-F238E27FC236}">
                  <a16:creationId xmlns:a16="http://schemas.microsoft.com/office/drawing/2014/main" id="{24D49BC3-D511-B18D-097A-FA2D5828CDA1}"/>
                </a:ext>
              </a:extLst>
            </p:cNvPr>
            <p:cNvSpPr/>
            <p:nvPr/>
          </p:nvSpPr>
          <p:spPr>
            <a:xfrm>
              <a:off x="38180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6" name="pg368">
              <a:extLst>
                <a:ext uri="{FF2B5EF4-FFF2-40B4-BE49-F238E27FC236}">
                  <a16:creationId xmlns:a16="http://schemas.microsoft.com/office/drawing/2014/main" id="{C35E55A1-8A2A-508E-D675-6DDF60E9EF43}"/>
                </a:ext>
              </a:extLst>
            </p:cNvPr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7" name="pg369">
              <a:extLst>
                <a:ext uri="{FF2B5EF4-FFF2-40B4-BE49-F238E27FC236}">
                  <a16:creationId xmlns:a16="http://schemas.microsoft.com/office/drawing/2014/main" id="{045DBD9C-CB93-0E07-F0BF-EAE2671230C3}"/>
                </a:ext>
              </a:extLst>
            </p:cNvPr>
            <p:cNvSpPr/>
            <p:nvPr/>
          </p:nvSpPr>
          <p:spPr>
            <a:xfrm>
              <a:off x="43200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8" name="pg370">
              <a:extLst>
                <a:ext uri="{FF2B5EF4-FFF2-40B4-BE49-F238E27FC236}">
                  <a16:creationId xmlns:a16="http://schemas.microsoft.com/office/drawing/2014/main" id="{C83917EB-DC42-F5FE-C84E-9637B8E9321E}"/>
                </a:ext>
              </a:extLst>
            </p:cNvPr>
            <p:cNvSpPr/>
            <p:nvPr/>
          </p:nvSpPr>
          <p:spPr>
            <a:xfrm>
              <a:off x="25995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9" name="pg371">
              <a:extLst>
                <a:ext uri="{FF2B5EF4-FFF2-40B4-BE49-F238E27FC236}">
                  <a16:creationId xmlns:a16="http://schemas.microsoft.com/office/drawing/2014/main" id="{E917622F-5F67-2E8E-6562-359CDDEEA4DB}"/>
                </a:ext>
              </a:extLst>
            </p:cNvPr>
            <p:cNvSpPr/>
            <p:nvPr/>
          </p:nvSpPr>
          <p:spPr>
            <a:xfrm>
              <a:off x="443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0" name="pg372">
              <a:extLst>
                <a:ext uri="{FF2B5EF4-FFF2-40B4-BE49-F238E27FC236}">
                  <a16:creationId xmlns:a16="http://schemas.microsoft.com/office/drawing/2014/main" id="{8ABA5ED0-4AF2-CA16-BBE6-BF62E32AA30B}"/>
                </a:ext>
              </a:extLst>
            </p:cNvPr>
            <p:cNvSpPr/>
            <p:nvPr/>
          </p:nvSpPr>
          <p:spPr>
            <a:xfrm>
              <a:off x="379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1" name="pg373">
              <a:extLst>
                <a:ext uri="{FF2B5EF4-FFF2-40B4-BE49-F238E27FC236}">
                  <a16:creationId xmlns:a16="http://schemas.microsoft.com/office/drawing/2014/main" id="{A4DC3A7B-336A-56C2-46BC-18D545D7AA98}"/>
                </a:ext>
              </a:extLst>
            </p:cNvPr>
            <p:cNvSpPr/>
            <p:nvPr/>
          </p:nvSpPr>
          <p:spPr>
            <a:xfrm>
              <a:off x="25789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2" name="pg374">
              <a:extLst>
                <a:ext uri="{FF2B5EF4-FFF2-40B4-BE49-F238E27FC236}">
                  <a16:creationId xmlns:a16="http://schemas.microsoft.com/office/drawing/2014/main" id="{440A0F9B-1589-CA1E-7D93-810EB26AA892}"/>
                </a:ext>
              </a:extLst>
            </p:cNvPr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3" name="pg375">
              <a:extLst>
                <a:ext uri="{FF2B5EF4-FFF2-40B4-BE49-F238E27FC236}">
                  <a16:creationId xmlns:a16="http://schemas.microsoft.com/office/drawing/2014/main" id="{E004E3B2-1508-40D0-885C-DC3E67C55A60}"/>
                </a:ext>
              </a:extLst>
            </p:cNvPr>
            <p:cNvSpPr/>
            <p:nvPr/>
          </p:nvSpPr>
          <p:spPr>
            <a:xfrm>
              <a:off x="1911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4" name="pg376">
              <a:extLst>
                <a:ext uri="{FF2B5EF4-FFF2-40B4-BE49-F238E27FC236}">
                  <a16:creationId xmlns:a16="http://schemas.microsoft.com/office/drawing/2014/main" id="{72C7995D-9F6E-4EFE-F251-A8067ECF7234}"/>
                </a:ext>
              </a:extLst>
            </p:cNvPr>
            <p:cNvSpPr/>
            <p:nvPr/>
          </p:nvSpPr>
          <p:spPr>
            <a:xfrm>
              <a:off x="39673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5" name="pg377">
              <a:extLst>
                <a:ext uri="{FF2B5EF4-FFF2-40B4-BE49-F238E27FC236}">
                  <a16:creationId xmlns:a16="http://schemas.microsoft.com/office/drawing/2014/main" id="{99130F05-4BCD-9D10-2C98-705331106F7C}"/>
                </a:ext>
              </a:extLst>
            </p:cNvPr>
            <p:cNvSpPr/>
            <p:nvPr/>
          </p:nvSpPr>
          <p:spPr>
            <a:xfrm>
              <a:off x="39834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6" name="pg378">
              <a:extLst>
                <a:ext uri="{FF2B5EF4-FFF2-40B4-BE49-F238E27FC236}">
                  <a16:creationId xmlns:a16="http://schemas.microsoft.com/office/drawing/2014/main" id="{B8E51D8B-A6BD-A884-5DE8-A696CC239A14}"/>
                </a:ext>
              </a:extLst>
            </p:cNvPr>
            <p:cNvSpPr/>
            <p:nvPr/>
          </p:nvSpPr>
          <p:spPr>
            <a:xfrm>
              <a:off x="26236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7" name="pg379">
              <a:extLst>
                <a:ext uri="{FF2B5EF4-FFF2-40B4-BE49-F238E27FC236}">
                  <a16:creationId xmlns:a16="http://schemas.microsoft.com/office/drawing/2014/main" id="{7C9DD993-35A0-8CF9-7D35-8F222C317A3B}"/>
                </a:ext>
              </a:extLst>
            </p:cNvPr>
            <p:cNvSpPr/>
            <p:nvPr/>
          </p:nvSpPr>
          <p:spPr>
            <a:xfrm>
              <a:off x="1767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8" name="pg380">
              <a:extLst>
                <a:ext uri="{FF2B5EF4-FFF2-40B4-BE49-F238E27FC236}">
                  <a16:creationId xmlns:a16="http://schemas.microsoft.com/office/drawing/2014/main" id="{5D499294-66CD-CB49-C58E-A520BF34FB53}"/>
                </a:ext>
              </a:extLst>
            </p:cNvPr>
            <p:cNvSpPr/>
            <p:nvPr/>
          </p:nvSpPr>
          <p:spPr>
            <a:xfrm>
              <a:off x="1777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9" name="pg381">
              <a:extLst>
                <a:ext uri="{FF2B5EF4-FFF2-40B4-BE49-F238E27FC236}">
                  <a16:creationId xmlns:a16="http://schemas.microsoft.com/office/drawing/2014/main" id="{8DF18176-2A16-45D3-4824-261749ABBFFA}"/>
                </a:ext>
              </a:extLst>
            </p:cNvPr>
            <p:cNvSpPr/>
            <p:nvPr/>
          </p:nvSpPr>
          <p:spPr>
            <a:xfrm>
              <a:off x="43569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0" name="pg382">
              <a:extLst>
                <a:ext uri="{FF2B5EF4-FFF2-40B4-BE49-F238E27FC236}">
                  <a16:creationId xmlns:a16="http://schemas.microsoft.com/office/drawing/2014/main" id="{499C7CD6-8424-2A78-8FF9-C958CB9ECAD1}"/>
                </a:ext>
              </a:extLst>
            </p:cNvPr>
            <p:cNvSpPr/>
            <p:nvPr/>
          </p:nvSpPr>
          <p:spPr>
            <a:xfrm>
              <a:off x="17965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1" name="pg383">
              <a:extLst>
                <a:ext uri="{FF2B5EF4-FFF2-40B4-BE49-F238E27FC236}">
                  <a16:creationId xmlns:a16="http://schemas.microsoft.com/office/drawing/2014/main" id="{C999FCD3-0FBF-A5E2-C6B5-30DEE04621A1}"/>
                </a:ext>
              </a:extLst>
            </p:cNvPr>
            <p:cNvSpPr/>
            <p:nvPr/>
          </p:nvSpPr>
          <p:spPr>
            <a:xfrm>
              <a:off x="4344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2" name="pg384">
              <a:extLst>
                <a:ext uri="{FF2B5EF4-FFF2-40B4-BE49-F238E27FC236}">
                  <a16:creationId xmlns:a16="http://schemas.microsoft.com/office/drawing/2014/main" id="{791DDDAA-545C-3B9A-C277-C795585EB977}"/>
                </a:ext>
              </a:extLst>
            </p:cNvPr>
            <p:cNvSpPr/>
            <p:nvPr/>
          </p:nvSpPr>
          <p:spPr>
            <a:xfrm>
              <a:off x="3847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3" name="pg385">
              <a:extLst>
                <a:ext uri="{FF2B5EF4-FFF2-40B4-BE49-F238E27FC236}">
                  <a16:creationId xmlns:a16="http://schemas.microsoft.com/office/drawing/2014/main" id="{882D5FCC-BFA2-345D-855C-3FB80C817805}"/>
                </a:ext>
              </a:extLst>
            </p:cNvPr>
            <p:cNvSpPr/>
            <p:nvPr/>
          </p:nvSpPr>
          <p:spPr>
            <a:xfrm>
              <a:off x="18019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4" name="pg386">
              <a:extLst>
                <a:ext uri="{FF2B5EF4-FFF2-40B4-BE49-F238E27FC236}">
                  <a16:creationId xmlns:a16="http://schemas.microsoft.com/office/drawing/2014/main" id="{7D607954-D98C-7D61-4C89-60D0D7BC610B}"/>
                </a:ext>
              </a:extLst>
            </p:cNvPr>
            <p:cNvSpPr/>
            <p:nvPr/>
          </p:nvSpPr>
          <p:spPr>
            <a:xfrm>
              <a:off x="2441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5" name="pg387">
              <a:extLst>
                <a:ext uri="{FF2B5EF4-FFF2-40B4-BE49-F238E27FC236}">
                  <a16:creationId xmlns:a16="http://schemas.microsoft.com/office/drawing/2014/main" id="{BDEF2B7B-A0FC-3A1A-FB8A-3DEE3C222DE4}"/>
                </a:ext>
              </a:extLst>
            </p:cNvPr>
            <p:cNvSpPr/>
            <p:nvPr/>
          </p:nvSpPr>
          <p:spPr>
            <a:xfrm>
              <a:off x="4338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6" name="pg388">
              <a:extLst>
                <a:ext uri="{FF2B5EF4-FFF2-40B4-BE49-F238E27FC236}">
                  <a16:creationId xmlns:a16="http://schemas.microsoft.com/office/drawing/2014/main" id="{7515DB03-7467-9D2B-B003-63E382C2C5BB}"/>
                </a:ext>
              </a:extLst>
            </p:cNvPr>
            <p:cNvSpPr/>
            <p:nvPr/>
          </p:nvSpPr>
          <p:spPr>
            <a:xfrm>
              <a:off x="179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7" name="pg389">
              <a:extLst>
                <a:ext uri="{FF2B5EF4-FFF2-40B4-BE49-F238E27FC236}">
                  <a16:creationId xmlns:a16="http://schemas.microsoft.com/office/drawing/2014/main" id="{EE71B397-3AF1-04D7-69A4-C76217694AD8}"/>
                </a:ext>
              </a:extLst>
            </p:cNvPr>
            <p:cNvSpPr/>
            <p:nvPr/>
          </p:nvSpPr>
          <p:spPr>
            <a:xfrm>
              <a:off x="24175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8" name="pg390">
              <a:extLst>
                <a:ext uri="{FF2B5EF4-FFF2-40B4-BE49-F238E27FC236}">
                  <a16:creationId xmlns:a16="http://schemas.microsoft.com/office/drawing/2014/main" id="{963D7A8C-D6EA-809B-8378-370C7AD5422B}"/>
                </a:ext>
              </a:extLst>
            </p:cNvPr>
            <p:cNvSpPr/>
            <p:nvPr/>
          </p:nvSpPr>
          <p:spPr>
            <a:xfrm>
              <a:off x="250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9" name="pg391">
              <a:extLst>
                <a:ext uri="{FF2B5EF4-FFF2-40B4-BE49-F238E27FC236}">
                  <a16:creationId xmlns:a16="http://schemas.microsoft.com/office/drawing/2014/main" id="{3662FBF0-D6F0-3B91-AA61-0AD3DD0F0F39}"/>
                </a:ext>
              </a:extLst>
            </p:cNvPr>
            <p:cNvSpPr/>
            <p:nvPr/>
          </p:nvSpPr>
          <p:spPr>
            <a:xfrm>
              <a:off x="2489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0" name="pg392">
              <a:extLst>
                <a:ext uri="{FF2B5EF4-FFF2-40B4-BE49-F238E27FC236}">
                  <a16:creationId xmlns:a16="http://schemas.microsoft.com/office/drawing/2014/main" id="{DE6E379E-1963-CACD-C760-B5E5B2000304}"/>
                </a:ext>
              </a:extLst>
            </p:cNvPr>
            <p:cNvSpPr/>
            <p:nvPr/>
          </p:nvSpPr>
          <p:spPr>
            <a:xfrm>
              <a:off x="17933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1" name="pg393">
              <a:extLst>
                <a:ext uri="{FF2B5EF4-FFF2-40B4-BE49-F238E27FC236}">
                  <a16:creationId xmlns:a16="http://schemas.microsoft.com/office/drawing/2014/main" id="{CA72A719-6663-D7FD-0397-71DE6438BBD0}"/>
                </a:ext>
              </a:extLst>
            </p:cNvPr>
            <p:cNvSpPr/>
            <p:nvPr/>
          </p:nvSpPr>
          <p:spPr>
            <a:xfrm>
              <a:off x="17792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2" name="pg394">
              <a:extLst>
                <a:ext uri="{FF2B5EF4-FFF2-40B4-BE49-F238E27FC236}">
                  <a16:creationId xmlns:a16="http://schemas.microsoft.com/office/drawing/2014/main" id="{CB175B23-EA74-F5DB-87DE-3C50A38CE078}"/>
                </a:ext>
              </a:extLst>
            </p:cNvPr>
            <p:cNvSpPr/>
            <p:nvPr/>
          </p:nvSpPr>
          <p:spPr>
            <a:xfrm>
              <a:off x="38841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3" name="pg395">
              <a:extLst>
                <a:ext uri="{FF2B5EF4-FFF2-40B4-BE49-F238E27FC236}">
                  <a16:creationId xmlns:a16="http://schemas.microsoft.com/office/drawing/2014/main" id="{9400D541-EB36-ABD8-3595-C3D77112AC76}"/>
                </a:ext>
              </a:extLst>
            </p:cNvPr>
            <p:cNvSpPr/>
            <p:nvPr/>
          </p:nvSpPr>
          <p:spPr>
            <a:xfrm>
              <a:off x="3823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4" name="pg396">
              <a:extLst>
                <a:ext uri="{FF2B5EF4-FFF2-40B4-BE49-F238E27FC236}">
                  <a16:creationId xmlns:a16="http://schemas.microsoft.com/office/drawing/2014/main" id="{A8A1D02F-D94F-0897-8625-D6BFD043196B}"/>
                </a:ext>
              </a:extLst>
            </p:cNvPr>
            <p:cNvSpPr/>
            <p:nvPr/>
          </p:nvSpPr>
          <p:spPr>
            <a:xfrm>
              <a:off x="17991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5" name="pg397">
              <a:extLst>
                <a:ext uri="{FF2B5EF4-FFF2-40B4-BE49-F238E27FC236}">
                  <a16:creationId xmlns:a16="http://schemas.microsoft.com/office/drawing/2014/main" id="{F1412712-9CAE-091D-2291-34E41DF443F6}"/>
                </a:ext>
              </a:extLst>
            </p:cNvPr>
            <p:cNvSpPr/>
            <p:nvPr/>
          </p:nvSpPr>
          <p:spPr>
            <a:xfrm>
              <a:off x="39388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6" name="pg398">
              <a:extLst>
                <a:ext uri="{FF2B5EF4-FFF2-40B4-BE49-F238E27FC236}">
                  <a16:creationId xmlns:a16="http://schemas.microsoft.com/office/drawing/2014/main" id="{78C07BAC-F67F-7D82-CC65-BB528029D3B3}"/>
                </a:ext>
              </a:extLst>
            </p:cNvPr>
            <p:cNvSpPr/>
            <p:nvPr/>
          </p:nvSpPr>
          <p:spPr>
            <a:xfrm>
              <a:off x="43491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7" name="pg399">
              <a:extLst>
                <a:ext uri="{FF2B5EF4-FFF2-40B4-BE49-F238E27FC236}">
                  <a16:creationId xmlns:a16="http://schemas.microsoft.com/office/drawing/2014/main" id="{EB351F7C-EBAB-B84D-22CD-F9959ABA84DE}"/>
                </a:ext>
              </a:extLst>
            </p:cNvPr>
            <p:cNvSpPr/>
            <p:nvPr/>
          </p:nvSpPr>
          <p:spPr>
            <a:xfrm>
              <a:off x="2603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8" name="pg400">
              <a:extLst>
                <a:ext uri="{FF2B5EF4-FFF2-40B4-BE49-F238E27FC236}">
                  <a16:creationId xmlns:a16="http://schemas.microsoft.com/office/drawing/2014/main" id="{5C11150A-6F8D-0A4C-83A9-23CBF43EF453}"/>
                </a:ext>
              </a:extLst>
            </p:cNvPr>
            <p:cNvSpPr/>
            <p:nvPr/>
          </p:nvSpPr>
          <p:spPr>
            <a:xfrm>
              <a:off x="3938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9" name="pg401">
              <a:extLst>
                <a:ext uri="{FF2B5EF4-FFF2-40B4-BE49-F238E27FC236}">
                  <a16:creationId xmlns:a16="http://schemas.microsoft.com/office/drawing/2014/main" id="{E9AC0022-A2E4-98DD-7BFB-B60D4A4D278F}"/>
                </a:ext>
              </a:extLst>
            </p:cNvPr>
            <p:cNvSpPr/>
            <p:nvPr/>
          </p:nvSpPr>
          <p:spPr>
            <a:xfrm>
              <a:off x="179066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0" name="pg402">
              <a:extLst>
                <a:ext uri="{FF2B5EF4-FFF2-40B4-BE49-F238E27FC236}">
                  <a16:creationId xmlns:a16="http://schemas.microsoft.com/office/drawing/2014/main" id="{0C613491-D4F7-A8FF-90F3-7F18A8204491}"/>
                </a:ext>
              </a:extLst>
            </p:cNvPr>
            <p:cNvSpPr/>
            <p:nvPr/>
          </p:nvSpPr>
          <p:spPr>
            <a:xfrm>
              <a:off x="37768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1" name="pg403">
              <a:extLst>
                <a:ext uri="{FF2B5EF4-FFF2-40B4-BE49-F238E27FC236}">
                  <a16:creationId xmlns:a16="http://schemas.microsoft.com/office/drawing/2014/main" id="{E41FEDE2-1738-21BE-30F7-2A0E87BFE1F6}"/>
                </a:ext>
              </a:extLst>
            </p:cNvPr>
            <p:cNvSpPr/>
            <p:nvPr/>
          </p:nvSpPr>
          <p:spPr>
            <a:xfrm>
              <a:off x="26088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2" name="pg404">
              <a:extLst>
                <a:ext uri="{FF2B5EF4-FFF2-40B4-BE49-F238E27FC236}">
                  <a16:creationId xmlns:a16="http://schemas.microsoft.com/office/drawing/2014/main" id="{01D65A48-3CC0-D036-990F-5478745065F1}"/>
                </a:ext>
              </a:extLst>
            </p:cNvPr>
            <p:cNvSpPr/>
            <p:nvPr/>
          </p:nvSpPr>
          <p:spPr>
            <a:xfrm>
              <a:off x="1623483" y="1622886"/>
              <a:ext cx="3899276" cy="2076520"/>
            </a:xfrm>
            <a:custGeom>
              <a:avLst/>
              <a:gdLst/>
              <a:ahLst/>
              <a:cxnLst/>
              <a:rect l="0" t="0" r="0" b="0"/>
              <a:pathLst>
                <a:path w="3899276" h="2076520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  <a:lnTo>
                    <a:pt x="3899276" y="315474"/>
                  </a:lnTo>
                  <a:lnTo>
                    <a:pt x="3849918" y="327978"/>
                  </a:lnTo>
                  <a:lnTo>
                    <a:pt x="3800560" y="340791"/>
                  </a:lnTo>
                  <a:lnTo>
                    <a:pt x="3751202" y="353919"/>
                  </a:lnTo>
                  <a:lnTo>
                    <a:pt x="3701844" y="367365"/>
                  </a:lnTo>
                  <a:lnTo>
                    <a:pt x="3652486" y="381133"/>
                  </a:lnTo>
                  <a:lnTo>
                    <a:pt x="3603128" y="395228"/>
                  </a:lnTo>
                  <a:lnTo>
                    <a:pt x="3553770" y="409652"/>
                  </a:lnTo>
                  <a:lnTo>
                    <a:pt x="3504412" y="424409"/>
                  </a:lnTo>
                  <a:lnTo>
                    <a:pt x="3455055" y="439504"/>
                  </a:lnTo>
                  <a:lnTo>
                    <a:pt x="3405697" y="454939"/>
                  </a:lnTo>
                  <a:lnTo>
                    <a:pt x="3356339" y="470717"/>
                  </a:lnTo>
                  <a:lnTo>
                    <a:pt x="3306981" y="486841"/>
                  </a:lnTo>
                  <a:lnTo>
                    <a:pt x="3257623" y="503314"/>
                  </a:lnTo>
                  <a:lnTo>
                    <a:pt x="3208265" y="520138"/>
                  </a:lnTo>
                  <a:lnTo>
                    <a:pt x="3158907" y="537316"/>
                  </a:lnTo>
                  <a:lnTo>
                    <a:pt x="3109549" y="554851"/>
                  </a:lnTo>
                  <a:lnTo>
                    <a:pt x="3060191" y="572743"/>
                  </a:lnTo>
                  <a:lnTo>
                    <a:pt x="3010833" y="590994"/>
                  </a:lnTo>
                  <a:lnTo>
                    <a:pt x="2961475" y="609607"/>
                  </a:lnTo>
                  <a:lnTo>
                    <a:pt x="2912117" y="628582"/>
                  </a:lnTo>
                  <a:lnTo>
                    <a:pt x="2862759" y="647921"/>
                  </a:lnTo>
                  <a:lnTo>
                    <a:pt x="2813401" y="667624"/>
                  </a:lnTo>
                  <a:lnTo>
                    <a:pt x="2764044" y="687692"/>
                  </a:lnTo>
                  <a:lnTo>
                    <a:pt x="2714686" y="708126"/>
                  </a:lnTo>
                  <a:lnTo>
                    <a:pt x="2665328" y="728925"/>
                  </a:lnTo>
                  <a:lnTo>
                    <a:pt x="2615970" y="750090"/>
                  </a:lnTo>
                  <a:lnTo>
                    <a:pt x="2566612" y="771621"/>
                  </a:lnTo>
                  <a:lnTo>
                    <a:pt x="2517254" y="793516"/>
                  </a:lnTo>
                  <a:lnTo>
                    <a:pt x="2467896" y="815776"/>
                  </a:lnTo>
                  <a:lnTo>
                    <a:pt x="2418538" y="838398"/>
                  </a:lnTo>
                  <a:lnTo>
                    <a:pt x="2369180" y="861382"/>
                  </a:lnTo>
                  <a:lnTo>
                    <a:pt x="2319822" y="884725"/>
                  </a:lnTo>
                  <a:lnTo>
                    <a:pt x="2270464" y="908426"/>
                  </a:lnTo>
                  <a:lnTo>
                    <a:pt x="2221106" y="932481"/>
                  </a:lnTo>
                  <a:lnTo>
                    <a:pt x="2171748" y="956888"/>
                  </a:lnTo>
                  <a:lnTo>
                    <a:pt x="2122390" y="981641"/>
                  </a:lnTo>
                  <a:lnTo>
                    <a:pt x="2073033" y="1006737"/>
                  </a:lnTo>
                  <a:lnTo>
                    <a:pt x="2023675" y="1032170"/>
                  </a:lnTo>
                  <a:lnTo>
                    <a:pt x="1974317" y="1057933"/>
                  </a:lnTo>
                  <a:lnTo>
                    <a:pt x="1924959" y="1084017"/>
                  </a:lnTo>
                  <a:lnTo>
                    <a:pt x="1875601" y="1110414"/>
                  </a:lnTo>
                  <a:lnTo>
                    <a:pt x="1826243" y="1137112"/>
                  </a:lnTo>
                  <a:lnTo>
                    <a:pt x="1776885" y="1164100"/>
                  </a:lnTo>
                  <a:lnTo>
                    <a:pt x="1727527" y="1191361"/>
                  </a:lnTo>
                  <a:lnTo>
                    <a:pt x="1678169" y="1218880"/>
                  </a:lnTo>
                  <a:lnTo>
                    <a:pt x="1628811" y="1246637"/>
                  </a:lnTo>
                  <a:lnTo>
                    <a:pt x="1579453" y="1274611"/>
                  </a:lnTo>
                  <a:lnTo>
                    <a:pt x="1530095" y="1302777"/>
                  </a:lnTo>
                  <a:lnTo>
                    <a:pt x="1480737" y="1331109"/>
                  </a:lnTo>
                  <a:lnTo>
                    <a:pt x="1431379" y="1359577"/>
                  </a:lnTo>
                  <a:lnTo>
                    <a:pt x="1382022" y="1388148"/>
                  </a:lnTo>
                  <a:lnTo>
                    <a:pt x="1332664" y="1416789"/>
                  </a:lnTo>
                  <a:lnTo>
                    <a:pt x="1283306" y="1445462"/>
                  </a:lnTo>
                  <a:lnTo>
                    <a:pt x="1233948" y="1474129"/>
                  </a:lnTo>
                  <a:lnTo>
                    <a:pt x="1184590" y="1502747"/>
                  </a:lnTo>
                  <a:lnTo>
                    <a:pt x="1135232" y="1531276"/>
                  </a:lnTo>
                  <a:lnTo>
                    <a:pt x="1085874" y="1559671"/>
                  </a:lnTo>
                  <a:lnTo>
                    <a:pt x="1036516" y="1587889"/>
                  </a:lnTo>
                  <a:lnTo>
                    <a:pt x="987158" y="1615886"/>
                  </a:lnTo>
                  <a:lnTo>
                    <a:pt x="937800" y="1643618"/>
                  </a:lnTo>
                  <a:lnTo>
                    <a:pt x="888442" y="1671043"/>
                  </a:lnTo>
                  <a:lnTo>
                    <a:pt x="839084" y="1698118"/>
                  </a:lnTo>
                  <a:lnTo>
                    <a:pt x="789726" y="1724805"/>
                  </a:lnTo>
                  <a:lnTo>
                    <a:pt x="740368" y="1751065"/>
                  </a:lnTo>
                  <a:lnTo>
                    <a:pt x="691011" y="1776862"/>
                  </a:lnTo>
                  <a:lnTo>
                    <a:pt x="641653" y="1802165"/>
                  </a:lnTo>
                  <a:lnTo>
                    <a:pt x="592295" y="1826942"/>
                  </a:lnTo>
                  <a:lnTo>
                    <a:pt x="542937" y="1851167"/>
                  </a:lnTo>
                  <a:lnTo>
                    <a:pt x="493579" y="1874815"/>
                  </a:lnTo>
                  <a:lnTo>
                    <a:pt x="444221" y="1897866"/>
                  </a:lnTo>
                  <a:lnTo>
                    <a:pt x="394863" y="1920303"/>
                  </a:lnTo>
                  <a:lnTo>
                    <a:pt x="345505" y="1942109"/>
                  </a:lnTo>
                  <a:lnTo>
                    <a:pt x="296147" y="1963275"/>
                  </a:lnTo>
                  <a:lnTo>
                    <a:pt x="246789" y="1983791"/>
                  </a:lnTo>
                  <a:lnTo>
                    <a:pt x="197431" y="2003652"/>
                  </a:lnTo>
                  <a:lnTo>
                    <a:pt x="148073" y="2022855"/>
                  </a:lnTo>
                  <a:lnTo>
                    <a:pt x="98715" y="2041399"/>
                  </a:lnTo>
                  <a:lnTo>
                    <a:pt x="49357" y="2059286"/>
                  </a:lnTo>
                  <a:lnTo>
                    <a:pt x="0" y="2076520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563" name="pl405">
              <a:extLst>
                <a:ext uri="{FF2B5EF4-FFF2-40B4-BE49-F238E27FC236}">
                  <a16:creationId xmlns:a16="http://schemas.microsoft.com/office/drawing/2014/main" id="{F04F51B2-D644-5596-B93E-8D2C0196D54E}"/>
                </a:ext>
              </a:extLst>
            </p:cNvPr>
            <p:cNvSpPr/>
            <p:nvPr/>
          </p:nvSpPr>
          <p:spPr>
            <a:xfrm>
              <a:off x="1623483" y="1622886"/>
              <a:ext cx="3899276" cy="1660293"/>
            </a:xfrm>
            <a:custGeom>
              <a:avLst/>
              <a:gdLst/>
              <a:ahLst/>
              <a:cxnLst/>
              <a:rect l="0" t="0" r="0" b="0"/>
              <a:pathLst>
                <a:path w="3899276" h="1660293">
                  <a:moveTo>
                    <a:pt x="0" y="1660293"/>
                  </a:moveTo>
                  <a:lnTo>
                    <a:pt x="49357" y="1640269"/>
                  </a:lnTo>
                  <a:lnTo>
                    <a:pt x="98715" y="1619864"/>
                  </a:lnTo>
                  <a:lnTo>
                    <a:pt x="148073" y="1599077"/>
                  </a:lnTo>
                  <a:lnTo>
                    <a:pt x="197431" y="1577906"/>
                  </a:lnTo>
                  <a:lnTo>
                    <a:pt x="246789" y="1556352"/>
                  </a:lnTo>
                  <a:lnTo>
                    <a:pt x="296147" y="1534414"/>
                  </a:lnTo>
                  <a:lnTo>
                    <a:pt x="345505" y="1512091"/>
                  </a:lnTo>
                  <a:lnTo>
                    <a:pt x="394863" y="1489383"/>
                  </a:lnTo>
                  <a:lnTo>
                    <a:pt x="444221" y="1466291"/>
                  </a:lnTo>
                  <a:lnTo>
                    <a:pt x="493579" y="1442816"/>
                  </a:lnTo>
                  <a:lnTo>
                    <a:pt x="542937" y="1418959"/>
                  </a:lnTo>
                  <a:lnTo>
                    <a:pt x="592295" y="1394722"/>
                  </a:lnTo>
                  <a:lnTo>
                    <a:pt x="641653" y="1370108"/>
                  </a:lnTo>
                  <a:lnTo>
                    <a:pt x="691011" y="1345120"/>
                  </a:lnTo>
                  <a:lnTo>
                    <a:pt x="740368" y="1319764"/>
                  </a:lnTo>
                  <a:lnTo>
                    <a:pt x="789726" y="1294044"/>
                  </a:lnTo>
                  <a:lnTo>
                    <a:pt x="839084" y="1267968"/>
                  </a:lnTo>
                  <a:lnTo>
                    <a:pt x="888442" y="1241543"/>
                  </a:lnTo>
                  <a:lnTo>
                    <a:pt x="937800" y="1214781"/>
                  </a:lnTo>
                  <a:lnTo>
                    <a:pt x="987158" y="1187693"/>
                  </a:lnTo>
                  <a:lnTo>
                    <a:pt x="1036516" y="1160294"/>
                  </a:lnTo>
                  <a:lnTo>
                    <a:pt x="1085874" y="1132600"/>
                  </a:lnTo>
                  <a:lnTo>
                    <a:pt x="1135232" y="1104629"/>
                  </a:lnTo>
                  <a:lnTo>
                    <a:pt x="1184590" y="1076404"/>
                  </a:lnTo>
                  <a:lnTo>
                    <a:pt x="1233948" y="1047949"/>
                  </a:lnTo>
                  <a:lnTo>
                    <a:pt x="1283306" y="1019292"/>
                  </a:lnTo>
                  <a:lnTo>
                    <a:pt x="1332664" y="990462"/>
                  </a:lnTo>
                  <a:lnTo>
                    <a:pt x="1382022" y="961492"/>
                  </a:lnTo>
                  <a:lnTo>
                    <a:pt x="1431379" y="932420"/>
                  </a:lnTo>
                  <a:lnTo>
                    <a:pt x="1480737" y="903281"/>
                  </a:lnTo>
                  <a:lnTo>
                    <a:pt x="1530095" y="874118"/>
                  </a:lnTo>
                  <a:lnTo>
                    <a:pt x="1579453" y="844973"/>
                  </a:lnTo>
                  <a:lnTo>
                    <a:pt x="1628811" y="815889"/>
                  </a:lnTo>
                  <a:lnTo>
                    <a:pt x="1678169" y="786912"/>
                  </a:lnTo>
                  <a:lnTo>
                    <a:pt x="1727527" y="758088"/>
                  </a:lnTo>
                  <a:lnTo>
                    <a:pt x="1776885" y="729462"/>
                  </a:lnTo>
                  <a:lnTo>
                    <a:pt x="1826243" y="701080"/>
                  </a:lnTo>
                  <a:lnTo>
                    <a:pt x="1875601" y="672988"/>
                  </a:lnTo>
                  <a:lnTo>
                    <a:pt x="1924959" y="645229"/>
                  </a:lnTo>
                  <a:lnTo>
                    <a:pt x="1974317" y="617844"/>
                  </a:lnTo>
                  <a:lnTo>
                    <a:pt x="2023675" y="590875"/>
                  </a:lnTo>
                  <a:lnTo>
                    <a:pt x="2073033" y="564358"/>
                  </a:lnTo>
                  <a:lnTo>
                    <a:pt x="2122390" y="538330"/>
                  </a:lnTo>
                  <a:lnTo>
                    <a:pt x="2171748" y="512821"/>
                  </a:lnTo>
                  <a:lnTo>
                    <a:pt x="2221106" y="487862"/>
                  </a:lnTo>
                  <a:lnTo>
                    <a:pt x="2270464" y="463478"/>
                  </a:lnTo>
                  <a:lnTo>
                    <a:pt x="2319822" y="439693"/>
                  </a:lnTo>
                  <a:lnTo>
                    <a:pt x="2369180" y="416525"/>
                  </a:lnTo>
                  <a:lnTo>
                    <a:pt x="2418538" y="393991"/>
                  </a:lnTo>
                  <a:lnTo>
                    <a:pt x="2467896" y="372105"/>
                  </a:lnTo>
                  <a:lnTo>
                    <a:pt x="2517254" y="350877"/>
                  </a:lnTo>
                  <a:lnTo>
                    <a:pt x="2566612" y="330313"/>
                  </a:lnTo>
                  <a:lnTo>
                    <a:pt x="2615970" y="310419"/>
                  </a:lnTo>
                  <a:lnTo>
                    <a:pt x="2665328" y="291195"/>
                  </a:lnTo>
                  <a:lnTo>
                    <a:pt x="2714686" y="272642"/>
                  </a:lnTo>
                  <a:lnTo>
                    <a:pt x="2764044" y="254755"/>
                  </a:lnTo>
                  <a:lnTo>
                    <a:pt x="2813401" y="237530"/>
                  </a:lnTo>
                  <a:lnTo>
                    <a:pt x="2862759" y="220960"/>
                  </a:lnTo>
                  <a:lnTo>
                    <a:pt x="2912117" y="205036"/>
                  </a:lnTo>
                  <a:lnTo>
                    <a:pt x="2961475" y="189747"/>
                  </a:lnTo>
                  <a:lnTo>
                    <a:pt x="3010833" y="175081"/>
                  </a:lnTo>
                  <a:lnTo>
                    <a:pt x="3060191" y="161026"/>
                  </a:lnTo>
                  <a:lnTo>
                    <a:pt x="3109549" y="147567"/>
                  </a:lnTo>
                  <a:lnTo>
                    <a:pt x="3158907" y="134690"/>
                  </a:lnTo>
                  <a:lnTo>
                    <a:pt x="3208265" y="122379"/>
                  </a:lnTo>
                  <a:lnTo>
                    <a:pt x="3257623" y="110617"/>
                  </a:lnTo>
                  <a:lnTo>
                    <a:pt x="3306981" y="99388"/>
                  </a:lnTo>
                  <a:lnTo>
                    <a:pt x="3356339" y="88676"/>
                  </a:lnTo>
                  <a:lnTo>
                    <a:pt x="3405697" y="78462"/>
                  </a:lnTo>
                  <a:lnTo>
                    <a:pt x="3455055" y="68730"/>
                  </a:lnTo>
                  <a:lnTo>
                    <a:pt x="3504412" y="59462"/>
                  </a:lnTo>
                  <a:lnTo>
                    <a:pt x="3553770" y="50641"/>
                  </a:lnTo>
                  <a:lnTo>
                    <a:pt x="3603128" y="42250"/>
                  </a:lnTo>
                  <a:lnTo>
                    <a:pt x="3652486" y="34272"/>
                  </a:lnTo>
                  <a:lnTo>
                    <a:pt x="3701844" y="26690"/>
                  </a:lnTo>
                  <a:lnTo>
                    <a:pt x="3751202" y="19487"/>
                  </a:lnTo>
                  <a:lnTo>
                    <a:pt x="3800560" y="12649"/>
                  </a:lnTo>
                  <a:lnTo>
                    <a:pt x="3849918" y="6158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564" name="pl406">
              <a:extLst>
                <a:ext uri="{FF2B5EF4-FFF2-40B4-BE49-F238E27FC236}">
                  <a16:creationId xmlns:a16="http://schemas.microsoft.com/office/drawing/2014/main" id="{C99FBA7E-195C-B63A-2BCC-5B49D486B34C}"/>
                </a:ext>
              </a:extLst>
            </p:cNvPr>
            <p:cNvSpPr/>
            <p:nvPr/>
          </p:nvSpPr>
          <p:spPr>
            <a:xfrm>
              <a:off x="1623483" y="1938361"/>
              <a:ext cx="3899276" cy="1761046"/>
            </a:xfrm>
            <a:custGeom>
              <a:avLst/>
              <a:gdLst/>
              <a:ahLst/>
              <a:cxnLst/>
              <a:rect l="0" t="0" r="0" b="0"/>
              <a:pathLst>
                <a:path w="3899276" h="1761046">
                  <a:moveTo>
                    <a:pt x="3899276" y="0"/>
                  </a:moveTo>
                  <a:lnTo>
                    <a:pt x="3849918" y="12504"/>
                  </a:lnTo>
                  <a:lnTo>
                    <a:pt x="3800560" y="25317"/>
                  </a:lnTo>
                  <a:lnTo>
                    <a:pt x="3751202" y="38445"/>
                  </a:lnTo>
                  <a:lnTo>
                    <a:pt x="3701844" y="51891"/>
                  </a:lnTo>
                  <a:lnTo>
                    <a:pt x="3652486" y="65659"/>
                  </a:lnTo>
                  <a:lnTo>
                    <a:pt x="3603128" y="79754"/>
                  </a:lnTo>
                  <a:lnTo>
                    <a:pt x="3553770" y="94178"/>
                  </a:lnTo>
                  <a:lnTo>
                    <a:pt x="3504412" y="108935"/>
                  </a:lnTo>
                  <a:lnTo>
                    <a:pt x="3455055" y="124030"/>
                  </a:lnTo>
                  <a:lnTo>
                    <a:pt x="3405697" y="139464"/>
                  </a:lnTo>
                  <a:lnTo>
                    <a:pt x="3356339" y="155242"/>
                  </a:lnTo>
                  <a:lnTo>
                    <a:pt x="3306981" y="171367"/>
                  </a:lnTo>
                  <a:lnTo>
                    <a:pt x="3257623" y="187840"/>
                  </a:lnTo>
                  <a:lnTo>
                    <a:pt x="3208265" y="204664"/>
                  </a:lnTo>
                  <a:lnTo>
                    <a:pt x="3158907" y="221842"/>
                  </a:lnTo>
                  <a:lnTo>
                    <a:pt x="3109549" y="239376"/>
                  </a:lnTo>
                  <a:lnTo>
                    <a:pt x="3060191" y="257269"/>
                  </a:lnTo>
                  <a:lnTo>
                    <a:pt x="3010833" y="275520"/>
                  </a:lnTo>
                  <a:lnTo>
                    <a:pt x="2961475" y="294133"/>
                  </a:lnTo>
                  <a:lnTo>
                    <a:pt x="2912117" y="313108"/>
                  </a:lnTo>
                  <a:lnTo>
                    <a:pt x="2862759" y="332447"/>
                  </a:lnTo>
                  <a:lnTo>
                    <a:pt x="2813401" y="352150"/>
                  </a:lnTo>
                  <a:lnTo>
                    <a:pt x="2764044" y="372218"/>
                  </a:lnTo>
                  <a:lnTo>
                    <a:pt x="2714686" y="392652"/>
                  </a:lnTo>
                  <a:lnTo>
                    <a:pt x="2665328" y="413451"/>
                  </a:lnTo>
                  <a:lnTo>
                    <a:pt x="2615970" y="434616"/>
                  </a:lnTo>
                  <a:lnTo>
                    <a:pt x="2566612" y="456147"/>
                  </a:lnTo>
                  <a:lnTo>
                    <a:pt x="2517254" y="478042"/>
                  </a:lnTo>
                  <a:lnTo>
                    <a:pt x="2467896" y="500302"/>
                  </a:lnTo>
                  <a:lnTo>
                    <a:pt x="2418538" y="522924"/>
                  </a:lnTo>
                  <a:lnTo>
                    <a:pt x="2369180" y="545908"/>
                  </a:lnTo>
                  <a:lnTo>
                    <a:pt x="2319822" y="569251"/>
                  </a:lnTo>
                  <a:lnTo>
                    <a:pt x="2270464" y="592952"/>
                  </a:lnTo>
                  <a:lnTo>
                    <a:pt x="2221106" y="617007"/>
                  </a:lnTo>
                  <a:lnTo>
                    <a:pt x="2171748" y="641414"/>
                  </a:lnTo>
                  <a:lnTo>
                    <a:pt x="2122390" y="666167"/>
                  </a:lnTo>
                  <a:lnTo>
                    <a:pt x="2073033" y="691263"/>
                  </a:lnTo>
                  <a:lnTo>
                    <a:pt x="2023675" y="716696"/>
                  </a:lnTo>
                  <a:lnTo>
                    <a:pt x="1974317" y="742459"/>
                  </a:lnTo>
                  <a:lnTo>
                    <a:pt x="1924959" y="768543"/>
                  </a:lnTo>
                  <a:lnTo>
                    <a:pt x="1875601" y="794940"/>
                  </a:lnTo>
                  <a:lnTo>
                    <a:pt x="1826243" y="821638"/>
                  </a:lnTo>
                  <a:lnTo>
                    <a:pt x="1776885" y="848626"/>
                  </a:lnTo>
                  <a:lnTo>
                    <a:pt x="1727527" y="875887"/>
                  </a:lnTo>
                  <a:lnTo>
                    <a:pt x="1678169" y="903406"/>
                  </a:lnTo>
                  <a:lnTo>
                    <a:pt x="1628811" y="931163"/>
                  </a:lnTo>
                  <a:lnTo>
                    <a:pt x="1579453" y="959137"/>
                  </a:lnTo>
                  <a:lnTo>
                    <a:pt x="1530095" y="987303"/>
                  </a:lnTo>
                  <a:lnTo>
                    <a:pt x="1480737" y="1015635"/>
                  </a:lnTo>
                  <a:lnTo>
                    <a:pt x="1431379" y="1044103"/>
                  </a:lnTo>
                  <a:lnTo>
                    <a:pt x="1382022" y="1072674"/>
                  </a:lnTo>
                  <a:lnTo>
                    <a:pt x="1332664" y="1101315"/>
                  </a:lnTo>
                  <a:lnTo>
                    <a:pt x="1283306" y="1129988"/>
                  </a:lnTo>
                  <a:lnTo>
                    <a:pt x="1233948" y="1158655"/>
                  </a:lnTo>
                  <a:lnTo>
                    <a:pt x="1184590" y="1187273"/>
                  </a:lnTo>
                  <a:lnTo>
                    <a:pt x="1135232" y="1215802"/>
                  </a:lnTo>
                  <a:lnTo>
                    <a:pt x="1085874" y="1244197"/>
                  </a:lnTo>
                  <a:lnTo>
                    <a:pt x="1036516" y="1272415"/>
                  </a:lnTo>
                  <a:lnTo>
                    <a:pt x="987158" y="1300412"/>
                  </a:lnTo>
                  <a:lnTo>
                    <a:pt x="937800" y="1328144"/>
                  </a:lnTo>
                  <a:lnTo>
                    <a:pt x="888442" y="1355569"/>
                  </a:lnTo>
                  <a:lnTo>
                    <a:pt x="839084" y="1382644"/>
                  </a:lnTo>
                  <a:lnTo>
                    <a:pt x="789726" y="1409331"/>
                  </a:lnTo>
                  <a:lnTo>
                    <a:pt x="740368" y="1435591"/>
                  </a:lnTo>
                  <a:lnTo>
                    <a:pt x="691011" y="1461388"/>
                  </a:lnTo>
                  <a:lnTo>
                    <a:pt x="641653" y="1486690"/>
                  </a:lnTo>
                  <a:lnTo>
                    <a:pt x="592295" y="1511468"/>
                  </a:lnTo>
                  <a:lnTo>
                    <a:pt x="542937" y="1535692"/>
                  </a:lnTo>
                  <a:lnTo>
                    <a:pt x="493579" y="1559341"/>
                  </a:lnTo>
                  <a:lnTo>
                    <a:pt x="444221" y="1582392"/>
                  </a:lnTo>
                  <a:lnTo>
                    <a:pt x="394863" y="1604828"/>
                  </a:lnTo>
                  <a:lnTo>
                    <a:pt x="345505" y="1626635"/>
                  </a:lnTo>
                  <a:lnTo>
                    <a:pt x="296147" y="1647801"/>
                  </a:lnTo>
                  <a:lnTo>
                    <a:pt x="246789" y="1668317"/>
                  </a:lnTo>
                  <a:lnTo>
                    <a:pt x="197431" y="1688178"/>
                  </a:lnTo>
                  <a:lnTo>
                    <a:pt x="148073" y="1707381"/>
                  </a:lnTo>
                  <a:lnTo>
                    <a:pt x="98715" y="1725925"/>
                  </a:lnTo>
                  <a:lnTo>
                    <a:pt x="49357" y="1743812"/>
                  </a:lnTo>
                  <a:lnTo>
                    <a:pt x="0" y="1761046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565" name="pl407">
              <a:extLst>
                <a:ext uri="{FF2B5EF4-FFF2-40B4-BE49-F238E27FC236}">
                  <a16:creationId xmlns:a16="http://schemas.microsoft.com/office/drawing/2014/main" id="{B95F2E66-F737-EF60-8A2E-2D13899DDE03}"/>
                </a:ext>
              </a:extLst>
            </p:cNvPr>
            <p:cNvSpPr/>
            <p:nvPr/>
          </p:nvSpPr>
          <p:spPr>
            <a:xfrm>
              <a:off x="1623483" y="1733361"/>
              <a:ext cx="3899276" cy="1787800"/>
            </a:xfrm>
            <a:custGeom>
              <a:avLst/>
              <a:gdLst/>
              <a:ahLst/>
              <a:cxnLst/>
              <a:rect l="0" t="0" r="0" b="0"/>
              <a:pathLst>
                <a:path w="3899276" h="1787800">
                  <a:moveTo>
                    <a:pt x="0" y="1787800"/>
                  </a:moveTo>
                  <a:lnTo>
                    <a:pt x="49357" y="1768029"/>
                  </a:lnTo>
                  <a:lnTo>
                    <a:pt x="98715" y="1747723"/>
                  </a:lnTo>
                  <a:lnTo>
                    <a:pt x="148073" y="1726882"/>
                  </a:lnTo>
                  <a:lnTo>
                    <a:pt x="197431" y="1705509"/>
                  </a:lnTo>
                  <a:lnTo>
                    <a:pt x="246789" y="1683608"/>
                  </a:lnTo>
                  <a:lnTo>
                    <a:pt x="296147" y="1661184"/>
                  </a:lnTo>
                  <a:lnTo>
                    <a:pt x="345505" y="1638244"/>
                  </a:lnTo>
                  <a:lnTo>
                    <a:pt x="394863" y="1614796"/>
                  </a:lnTo>
                  <a:lnTo>
                    <a:pt x="444221" y="1590849"/>
                  </a:lnTo>
                  <a:lnTo>
                    <a:pt x="493579" y="1566414"/>
                  </a:lnTo>
                  <a:lnTo>
                    <a:pt x="542937" y="1541505"/>
                  </a:lnTo>
                  <a:lnTo>
                    <a:pt x="592295" y="1516134"/>
                  </a:lnTo>
                  <a:lnTo>
                    <a:pt x="641653" y="1490319"/>
                  </a:lnTo>
                  <a:lnTo>
                    <a:pt x="691011" y="1464077"/>
                  </a:lnTo>
                  <a:lnTo>
                    <a:pt x="740368" y="1437426"/>
                  </a:lnTo>
                  <a:lnTo>
                    <a:pt x="789726" y="1410386"/>
                  </a:lnTo>
                  <a:lnTo>
                    <a:pt x="839084" y="1382980"/>
                  </a:lnTo>
                  <a:lnTo>
                    <a:pt x="888442" y="1355231"/>
                  </a:lnTo>
                  <a:lnTo>
                    <a:pt x="937800" y="1327164"/>
                  </a:lnTo>
                  <a:lnTo>
                    <a:pt x="987158" y="1298803"/>
                  </a:lnTo>
                  <a:lnTo>
                    <a:pt x="1036516" y="1270177"/>
                  </a:lnTo>
                  <a:lnTo>
                    <a:pt x="1085874" y="1241314"/>
                  </a:lnTo>
                  <a:lnTo>
                    <a:pt x="1135232" y="1212243"/>
                  </a:lnTo>
                  <a:lnTo>
                    <a:pt x="1184590" y="1182993"/>
                  </a:lnTo>
                  <a:lnTo>
                    <a:pt x="1233948" y="1153596"/>
                  </a:lnTo>
                  <a:lnTo>
                    <a:pt x="1283306" y="1124083"/>
                  </a:lnTo>
                  <a:lnTo>
                    <a:pt x="1332664" y="1094486"/>
                  </a:lnTo>
                  <a:lnTo>
                    <a:pt x="1382022" y="1064838"/>
                  </a:lnTo>
                  <a:lnTo>
                    <a:pt x="1431379" y="1035171"/>
                  </a:lnTo>
                  <a:lnTo>
                    <a:pt x="1480737" y="1005517"/>
                  </a:lnTo>
                  <a:lnTo>
                    <a:pt x="1530095" y="975909"/>
                  </a:lnTo>
                  <a:lnTo>
                    <a:pt x="1579453" y="946380"/>
                  </a:lnTo>
                  <a:lnTo>
                    <a:pt x="1628811" y="916962"/>
                  </a:lnTo>
                  <a:lnTo>
                    <a:pt x="1678169" y="887685"/>
                  </a:lnTo>
                  <a:lnTo>
                    <a:pt x="1727527" y="858582"/>
                  </a:lnTo>
                  <a:lnTo>
                    <a:pt x="1776885" y="829682"/>
                  </a:lnTo>
                  <a:lnTo>
                    <a:pt x="1826243" y="801015"/>
                  </a:lnTo>
                  <a:lnTo>
                    <a:pt x="1875601" y="772608"/>
                  </a:lnTo>
                  <a:lnTo>
                    <a:pt x="1924959" y="744490"/>
                  </a:lnTo>
                  <a:lnTo>
                    <a:pt x="1974317" y="716687"/>
                  </a:lnTo>
                  <a:lnTo>
                    <a:pt x="2023675" y="689222"/>
                  </a:lnTo>
                  <a:lnTo>
                    <a:pt x="2073033" y="662120"/>
                  </a:lnTo>
                  <a:lnTo>
                    <a:pt x="2122390" y="635403"/>
                  </a:lnTo>
                  <a:lnTo>
                    <a:pt x="2171748" y="609091"/>
                  </a:lnTo>
                  <a:lnTo>
                    <a:pt x="2221106" y="583203"/>
                  </a:lnTo>
                  <a:lnTo>
                    <a:pt x="2270464" y="557758"/>
                  </a:lnTo>
                  <a:lnTo>
                    <a:pt x="2319822" y="532771"/>
                  </a:lnTo>
                  <a:lnTo>
                    <a:pt x="2369180" y="508257"/>
                  </a:lnTo>
                  <a:lnTo>
                    <a:pt x="2418538" y="484228"/>
                  </a:lnTo>
                  <a:lnTo>
                    <a:pt x="2467896" y="460696"/>
                  </a:lnTo>
                  <a:lnTo>
                    <a:pt x="2517254" y="437670"/>
                  </a:lnTo>
                  <a:lnTo>
                    <a:pt x="2566612" y="415160"/>
                  </a:lnTo>
                  <a:lnTo>
                    <a:pt x="2615970" y="393172"/>
                  </a:lnTo>
                  <a:lnTo>
                    <a:pt x="2665328" y="371711"/>
                  </a:lnTo>
                  <a:lnTo>
                    <a:pt x="2714686" y="350781"/>
                  </a:lnTo>
                  <a:lnTo>
                    <a:pt x="2764044" y="330386"/>
                  </a:lnTo>
                  <a:lnTo>
                    <a:pt x="2813401" y="310526"/>
                  </a:lnTo>
                  <a:lnTo>
                    <a:pt x="2862759" y="291201"/>
                  </a:lnTo>
                  <a:lnTo>
                    <a:pt x="2912117" y="272412"/>
                  </a:lnTo>
                  <a:lnTo>
                    <a:pt x="2961475" y="254155"/>
                  </a:lnTo>
                  <a:lnTo>
                    <a:pt x="3010833" y="236427"/>
                  </a:lnTo>
                  <a:lnTo>
                    <a:pt x="3060191" y="219225"/>
                  </a:lnTo>
                  <a:lnTo>
                    <a:pt x="3109549" y="202544"/>
                  </a:lnTo>
                  <a:lnTo>
                    <a:pt x="3158907" y="186377"/>
                  </a:lnTo>
                  <a:lnTo>
                    <a:pt x="3208265" y="170719"/>
                  </a:lnTo>
                  <a:lnTo>
                    <a:pt x="3257623" y="155561"/>
                  </a:lnTo>
                  <a:lnTo>
                    <a:pt x="3306981" y="140898"/>
                  </a:lnTo>
                  <a:lnTo>
                    <a:pt x="3356339" y="126719"/>
                  </a:lnTo>
                  <a:lnTo>
                    <a:pt x="3405697" y="113016"/>
                  </a:lnTo>
                  <a:lnTo>
                    <a:pt x="3455055" y="99780"/>
                  </a:lnTo>
                  <a:lnTo>
                    <a:pt x="3504412" y="87002"/>
                  </a:lnTo>
                  <a:lnTo>
                    <a:pt x="3553770" y="74671"/>
                  </a:lnTo>
                  <a:lnTo>
                    <a:pt x="3603128" y="62777"/>
                  </a:lnTo>
                  <a:lnTo>
                    <a:pt x="3652486" y="51310"/>
                  </a:lnTo>
                  <a:lnTo>
                    <a:pt x="3701844" y="40259"/>
                  </a:lnTo>
                  <a:lnTo>
                    <a:pt x="3751202" y="29613"/>
                  </a:lnTo>
                  <a:lnTo>
                    <a:pt x="3800560" y="19362"/>
                  </a:lnTo>
                  <a:lnTo>
                    <a:pt x="3849918" y="949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6" name="pg408">
              <a:extLst>
                <a:ext uri="{FF2B5EF4-FFF2-40B4-BE49-F238E27FC236}">
                  <a16:creationId xmlns:a16="http://schemas.microsoft.com/office/drawing/2014/main" id="{CDC4270F-0498-717B-90BF-1414D8852F50}"/>
                </a:ext>
              </a:extLst>
            </p:cNvPr>
            <p:cNvSpPr/>
            <p:nvPr/>
          </p:nvSpPr>
          <p:spPr>
            <a:xfrm>
              <a:off x="1828441" y="1727357"/>
              <a:ext cx="3188166" cy="2183927"/>
            </a:xfrm>
            <a:custGeom>
              <a:avLst/>
              <a:gdLst/>
              <a:ahLst/>
              <a:cxnLst/>
              <a:rect l="0" t="0" r="0" b="0"/>
              <a:pathLst>
                <a:path w="3188166" h="2183927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  <a:lnTo>
                    <a:pt x="3188166" y="2183927"/>
                  </a:lnTo>
                  <a:lnTo>
                    <a:pt x="3147809" y="2175628"/>
                  </a:lnTo>
                  <a:lnTo>
                    <a:pt x="3107453" y="2166856"/>
                  </a:lnTo>
                  <a:lnTo>
                    <a:pt x="3067096" y="2157591"/>
                  </a:lnTo>
                  <a:lnTo>
                    <a:pt x="3026740" y="2147808"/>
                  </a:lnTo>
                  <a:lnTo>
                    <a:pt x="2986383" y="2137487"/>
                  </a:lnTo>
                  <a:lnTo>
                    <a:pt x="2946027" y="2126604"/>
                  </a:lnTo>
                  <a:lnTo>
                    <a:pt x="2905670" y="2115136"/>
                  </a:lnTo>
                  <a:lnTo>
                    <a:pt x="2865313" y="2103061"/>
                  </a:lnTo>
                  <a:lnTo>
                    <a:pt x="2824957" y="2090357"/>
                  </a:lnTo>
                  <a:lnTo>
                    <a:pt x="2784600" y="2077001"/>
                  </a:lnTo>
                  <a:lnTo>
                    <a:pt x="2744244" y="2062972"/>
                  </a:lnTo>
                  <a:lnTo>
                    <a:pt x="2703887" y="2048248"/>
                  </a:lnTo>
                  <a:lnTo>
                    <a:pt x="2663531" y="2032810"/>
                  </a:lnTo>
                  <a:lnTo>
                    <a:pt x="2623174" y="2016639"/>
                  </a:lnTo>
                  <a:lnTo>
                    <a:pt x="2582818" y="1999719"/>
                  </a:lnTo>
                  <a:lnTo>
                    <a:pt x="2542461" y="1982032"/>
                  </a:lnTo>
                  <a:lnTo>
                    <a:pt x="2502105" y="1963567"/>
                  </a:lnTo>
                  <a:lnTo>
                    <a:pt x="2461748" y="1944311"/>
                  </a:lnTo>
                  <a:lnTo>
                    <a:pt x="2421392" y="1924257"/>
                  </a:lnTo>
                  <a:lnTo>
                    <a:pt x="2381035" y="1903398"/>
                  </a:lnTo>
                  <a:lnTo>
                    <a:pt x="2340679" y="1881733"/>
                  </a:lnTo>
                  <a:lnTo>
                    <a:pt x="2300322" y="1859263"/>
                  </a:lnTo>
                  <a:lnTo>
                    <a:pt x="2259965" y="1835994"/>
                  </a:lnTo>
                  <a:lnTo>
                    <a:pt x="2219609" y="1811934"/>
                  </a:lnTo>
                  <a:lnTo>
                    <a:pt x="2179252" y="1787099"/>
                  </a:lnTo>
                  <a:lnTo>
                    <a:pt x="2138896" y="1761507"/>
                  </a:lnTo>
                  <a:lnTo>
                    <a:pt x="2098539" y="1735183"/>
                  </a:lnTo>
                  <a:lnTo>
                    <a:pt x="2058183" y="1708156"/>
                  </a:lnTo>
                  <a:lnTo>
                    <a:pt x="2017826" y="1680462"/>
                  </a:lnTo>
                  <a:lnTo>
                    <a:pt x="1977470" y="1652141"/>
                  </a:lnTo>
                  <a:lnTo>
                    <a:pt x="1937113" y="1623237"/>
                  </a:lnTo>
                  <a:lnTo>
                    <a:pt x="1896757" y="1593803"/>
                  </a:lnTo>
                  <a:lnTo>
                    <a:pt x="1856400" y="1563894"/>
                  </a:lnTo>
                  <a:lnTo>
                    <a:pt x="1816044" y="1533571"/>
                  </a:lnTo>
                  <a:lnTo>
                    <a:pt x="1775687" y="1502897"/>
                  </a:lnTo>
                  <a:lnTo>
                    <a:pt x="1735331" y="1471942"/>
                  </a:lnTo>
                  <a:lnTo>
                    <a:pt x="1694974" y="1440774"/>
                  </a:lnTo>
                  <a:lnTo>
                    <a:pt x="1654617" y="1409466"/>
                  </a:lnTo>
                  <a:lnTo>
                    <a:pt x="1614261" y="1378090"/>
                  </a:lnTo>
                  <a:lnTo>
                    <a:pt x="1573904" y="1346717"/>
                  </a:lnTo>
                  <a:lnTo>
                    <a:pt x="1533548" y="1315417"/>
                  </a:lnTo>
                  <a:lnTo>
                    <a:pt x="1493191" y="1284256"/>
                  </a:lnTo>
                  <a:lnTo>
                    <a:pt x="1452835" y="1253297"/>
                  </a:lnTo>
                  <a:lnTo>
                    <a:pt x="1412478" y="1222596"/>
                  </a:lnTo>
                  <a:lnTo>
                    <a:pt x="1372122" y="1192205"/>
                  </a:lnTo>
                  <a:lnTo>
                    <a:pt x="1331765" y="1162168"/>
                  </a:lnTo>
                  <a:lnTo>
                    <a:pt x="1291409" y="1132524"/>
                  </a:lnTo>
                  <a:lnTo>
                    <a:pt x="1251052" y="1103303"/>
                  </a:lnTo>
                  <a:lnTo>
                    <a:pt x="1210696" y="1074528"/>
                  </a:lnTo>
                  <a:lnTo>
                    <a:pt x="1170339" y="1046219"/>
                  </a:lnTo>
                  <a:lnTo>
                    <a:pt x="1129982" y="1018387"/>
                  </a:lnTo>
                  <a:lnTo>
                    <a:pt x="1089626" y="991039"/>
                  </a:lnTo>
                  <a:lnTo>
                    <a:pt x="1049269" y="964179"/>
                  </a:lnTo>
                  <a:lnTo>
                    <a:pt x="1008913" y="937805"/>
                  </a:lnTo>
                  <a:lnTo>
                    <a:pt x="968556" y="911914"/>
                  </a:lnTo>
                  <a:lnTo>
                    <a:pt x="928200" y="886501"/>
                  </a:lnTo>
                  <a:lnTo>
                    <a:pt x="887843" y="861557"/>
                  </a:lnTo>
                  <a:lnTo>
                    <a:pt x="847487" y="837076"/>
                  </a:lnTo>
                  <a:lnTo>
                    <a:pt x="807130" y="813048"/>
                  </a:lnTo>
                  <a:lnTo>
                    <a:pt x="766774" y="789464"/>
                  </a:lnTo>
                  <a:lnTo>
                    <a:pt x="726417" y="766316"/>
                  </a:lnTo>
                  <a:lnTo>
                    <a:pt x="686061" y="743594"/>
                  </a:lnTo>
                  <a:lnTo>
                    <a:pt x="645704" y="721289"/>
                  </a:lnTo>
                  <a:lnTo>
                    <a:pt x="605348" y="699395"/>
                  </a:lnTo>
                  <a:lnTo>
                    <a:pt x="564991" y="677902"/>
                  </a:lnTo>
                  <a:lnTo>
                    <a:pt x="524634" y="656805"/>
                  </a:lnTo>
                  <a:lnTo>
                    <a:pt x="484278" y="636096"/>
                  </a:lnTo>
                  <a:lnTo>
                    <a:pt x="443921" y="615769"/>
                  </a:lnTo>
                  <a:lnTo>
                    <a:pt x="403565" y="595819"/>
                  </a:lnTo>
                  <a:lnTo>
                    <a:pt x="363208" y="576239"/>
                  </a:lnTo>
                  <a:lnTo>
                    <a:pt x="322852" y="557026"/>
                  </a:lnTo>
                  <a:lnTo>
                    <a:pt x="282495" y="538174"/>
                  </a:lnTo>
                  <a:lnTo>
                    <a:pt x="242139" y="519679"/>
                  </a:lnTo>
                  <a:lnTo>
                    <a:pt x="201782" y="501537"/>
                  </a:lnTo>
                  <a:lnTo>
                    <a:pt x="161426" y="483744"/>
                  </a:lnTo>
                  <a:lnTo>
                    <a:pt x="121069" y="466297"/>
                  </a:lnTo>
                  <a:lnTo>
                    <a:pt x="80713" y="449191"/>
                  </a:lnTo>
                  <a:lnTo>
                    <a:pt x="40356" y="432423"/>
                  </a:lnTo>
                  <a:lnTo>
                    <a:pt x="0" y="41598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567" name="pl409">
              <a:extLst>
                <a:ext uri="{FF2B5EF4-FFF2-40B4-BE49-F238E27FC236}">
                  <a16:creationId xmlns:a16="http://schemas.microsoft.com/office/drawing/2014/main" id="{4BE8F1D2-8C50-7252-5A6D-54A8712D53F3}"/>
                </a:ext>
              </a:extLst>
            </p:cNvPr>
            <p:cNvSpPr/>
            <p:nvPr/>
          </p:nvSpPr>
          <p:spPr>
            <a:xfrm>
              <a:off x="1828441" y="1727357"/>
              <a:ext cx="3188166" cy="1772474"/>
            </a:xfrm>
            <a:custGeom>
              <a:avLst/>
              <a:gdLst/>
              <a:ahLst/>
              <a:cxnLst/>
              <a:rect l="0" t="0" r="0" b="0"/>
              <a:pathLst>
                <a:path w="3188166" h="1772474">
                  <a:moveTo>
                    <a:pt x="0" y="0"/>
                  </a:moveTo>
                  <a:lnTo>
                    <a:pt x="40356" y="12440"/>
                  </a:lnTo>
                  <a:lnTo>
                    <a:pt x="80713" y="25515"/>
                  </a:lnTo>
                  <a:lnTo>
                    <a:pt x="121069" y="39246"/>
                  </a:lnTo>
                  <a:lnTo>
                    <a:pt x="161426" y="53652"/>
                  </a:lnTo>
                  <a:lnTo>
                    <a:pt x="201782" y="68751"/>
                  </a:lnTo>
                  <a:lnTo>
                    <a:pt x="242139" y="84562"/>
                  </a:lnTo>
                  <a:lnTo>
                    <a:pt x="282495" y="101099"/>
                  </a:lnTo>
                  <a:lnTo>
                    <a:pt x="322852" y="118378"/>
                  </a:lnTo>
                  <a:lnTo>
                    <a:pt x="363208" y="136409"/>
                  </a:lnTo>
                  <a:lnTo>
                    <a:pt x="403565" y="155203"/>
                  </a:lnTo>
                  <a:lnTo>
                    <a:pt x="443921" y="174766"/>
                  </a:lnTo>
                  <a:lnTo>
                    <a:pt x="484278" y="195100"/>
                  </a:lnTo>
                  <a:lnTo>
                    <a:pt x="524634" y="216208"/>
                  </a:lnTo>
                  <a:lnTo>
                    <a:pt x="564991" y="238084"/>
                  </a:lnTo>
                  <a:lnTo>
                    <a:pt x="605348" y="260722"/>
                  </a:lnTo>
                  <a:lnTo>
                    <a:pt x="645704" y="284108"/>
                  </a:lnTo>
                  <a:lnTo>
                    <a:pt x="686061" y="308226"/>
                  </a:lnTo>
                  <a:lnTo>
                    <a:pt x="726417" y="333055"/>
                  </a:lnTo>
                  <a:lnTo>
                    <a:pt x="766774" y="358567"/>
                  </a:lnTo>
                  <a:lnTo>
                    <a:pt x="807130" y="384729"/>
                  </a:lnTo>
                  <a:lnTo>
                    <a:pt x="847487" y="411506"/>
                  </a:lnTo>
                  <a:lnTo>
                    <a:pt x="887843" y="438853"/>
                  </a:lnTo>
                  <a:lnTo>
                    <a:pt x="928200" y="466724"/>
                  </a:lnTo>
                  <a:lnTo>
                    <a:pt x="968556" y="495066"/>
                  </a:lnTo>
                  <a:lnTo>
                    <a:pt x="1008913" y="523822"/>
                  </a:lnTo>
                  <a:lnTo>
                    <a:pt x="1049269" y="552932"/>
                  </a:lnTo>
                  <a:lnTo>
                    <a:pt x="1089626" y="582332"/>
                  </a:lnTo>
                  <a:lnTo>
                    <a:pt x="1129982" y="611958"/>
                  </a:lnTo>
                  <a:lnTo>
                    <a:pt x="1170339" y="641743"/>
                  </a:lnTo>
                  <a:lnTo>
                    <a:pt x="1210696" y="671620"/>
                  </a:lnTo>
                  <a:lnTo>
                    <a:pt x="1251052" y="701524"/>
                  </a:lnTo>
                  <a:lnTo>
                    <a:pt x="1291409" y="731394"/>
                  </a:lnTo>
                  <a:lnTo>
                    <a:pt x="1331765" y="761168"/>
                  </a:lnTo>
                  <a:lnTo>
                    <a:pt x="1372122" y="790794"/>
                  </a:lnTo>
                  <a:lnTo>
                    <a:pt x="1412478" y="820220"/>
                  </a:lnTo>
                  <a:lnTo>
                    <a:pt x="1452835" y="849404"/>
                  </a:lnTo>
                  <a:lnTo>
                    <a:pt x="1493191" y="878307"/>
                  </a:lnTo>
                  <a:lnTo>
                    <a:pt x="1533548" y="906898"/>
                  </a:lnTo>
                  <a:lnTo>
                    <a:pt x="1573904" y="935152"/>
                  </a:lnTo>
                  <a:lnTo>
                    <a:pt x="1614261" y="963048"/>
                  </a:lnTo>
                  <a:lnTo>
                    <a:pt x="1654617" y="990573"/>
                  </a:lnTo>
                  <a:lnTo>
                    <a:pt x="1694974" y="1017716"/>
                  </a:lnTo>
                  <a:lnTo>
                    <a:pt x="1735331" y="1044471"/>
                  </a:lnTo>
                  <a:lnTo>
                    <a:pt x="1775687" y="1070836"/>
                  </a:lnTo>
                  <a:lnTo>
                    <a:pt x="1816044" y="1096810"/>
                  </a:lnTo>
                  <a:lnTo>
                    <a:pt x="1856400" y="1122395"/>
                  </a:lnTo>
                  <a:lnTo>
                    <a:pt x="1896757" y="1147594"/>
                  </a:lnTo>
                  <a:lnTo>
                    <a:pt x="1937113" y="1172412"/>
                  </a:lnTo>
                  <a:lnTo>
                    <a:pt x="1977470" y="1196853"/>
                  </a:lnTo>
                  <a:lnTo>
                    <a:pt x="2017826" y="1220923"/>
                  </a:lnTo>
                  <a:lnTo>
                    <a:pt x="2058183" y="1244626"/>
                  </a:lnTo>
                  <a:lnTo>
                    <a:pt x="2098539" y="1267968"/>
                  </a:lnTo>
                  <a:lnTo>
                    <a:pt x="2138896" y="1290953"/>
                  </a:lnTo>
                  <a:lnTo>
                    <a:pt x="2179252" y="1313587"/>
                  </a:lnTo>
                  <a:lnTo>
                    <a:pt x="2219609" y="1335872"/>
                  </a:lnTo>
                  <a:lnTo>
                    <a:pt x="2259965" y="1357814"/>
                  </a:lnTo>
                  <a:lnTo>
                    <a:pt x="2300322" y="1379415"/>
                  </a:lnTo>
                  <a:lnTo>
                    <a:pt x="2340679" y="1400679"/>
                  </a:lnTo>
                  <a:lnTo>
                    <a:pt x="2381035" y="1421607"/>
                  </a:lnTo>
                  <a:lnTo>
                    <a:pt x="2421392" y="1442203"/>
                  </a:lnTo>
                  <a:lnTo>
                    <a:pt x="2461748" y="1462469"/>
                  </a:lnTo>
                  <a:lnTo>
                    <a:pt x="2502105" y="1482406"/>
                  </a:lnTo>
                  <a:lnTo>
                    <a:pt x="2542461" y="1502017"/>
                  </a:lnTo>
                  <a:lnTo>
                    <a:pt x="2582818" y="1521302"/>
                  </a:lnTo>
                  <a:lnTo>
                    <a:pt x="2623174" y="1540263"/>
                  </a:lnTo>
                  <a:lnTo>
                    <a:pt x="2663531" y="1558902"/>
                  </a:lnTo>
                  <a:lnTo>
                    <a:pt x="2703887" y="1577219"/>
                  </a:lnTo>
                  <a:lnTo>
                    <a:pt x="2744244" y="1595216"/>
                  </a:lnTo>
                  <a:lnTo>
                    <a:pt x="2784600" y="1612895"/>
                  </a:lnTo>
                  <a:lnTo>
                    <a:pt x="2824957" y="1630257"/>
                  </a:lnTo>
                  <a:lnTo>
                    <a:pt x="2865313" y="1647302"/>
                  </a:lnTo>
                  <a:lnTo>
                    <a:pt x="2905670" y="1664032"/>
                  </a:lnTo>
                  <a:lnTo>
                    <a:pt x="2946027" y="1680450"/>
                  </a:lnTo>
                  <a:lnTo>
                    <a:pt x="2986383" y="1696555"/>
                  </a:lnTo>
                  <a:lnTo>
                    <a:pt x="3026740" y="1712351"/>
                  </a:lnTo>
                  <a:lnTo>
                    <a:pt x="3067096" y="1727839"/>
                  </a:lnTo>
                  <a:lnTo>
                    <a:pt x="3107453" y="1743020"/>
                  </a:lnTo>
                  <a:lnTo>
                    <a:pt x="3147809" y="1757898"/>
                  </a:lnTo>
                  <a:lnTo>
                    <a:pt x="3188166" y="177247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568" name="pl410">
              <a:extLst>
                <a:ext uri="{FF2B5EF4-FFF2-40B4-BE49-F238E27FC236}">
                  <a16:creationId xmlns:a16="http://schemas.microsoft.com/office/drawing/2014/main" id="{C0201DA1-7F8A-F3DE-EC0A-6F00A345725F}"/>
                </a:ext>
              </a:extLst>
            </p:cNvPr>
            <p:cNvSpPr/>
            <p:nvPr/>
          </p:nvSpPr>
          <p:spPr>
            <a:xfrm>
              <a:off x="1828441" y="2143346"/>
              <a:ext cx="3188166" cy="1767938"/>
            </a:xfrm>
            <a:custGeom>
              <a:avLst/>
              <a:gdLst/>
              <a:ahLst/>
              <a:cxnLst/>
              <a:rect l="0" t="0" r="0" b="0"/>
              <a:pathLst>
                <a:path w="3188166" h="1767938">
                  <a:moveTo>
                    <a:pt x="3188166" y="1767938"/>
                  </a:moveTo>
                  <a:lnTo>
                    <a:pt x="3147809" y="1759639"/>
                  </a:lnTo>
                  <a:lnTo>
                    <a:pt x="3107453" y="1750867"/>
                  </a:lnTo>
                  <a:lnTo>
                    <a:pt x="3067096" y="1741601"/>
                  </a:lnTo>
                  <a:lnTo>
                    <a:pt x="3026740" y="1731819"/>
                  </a:lnTo>
                  <a:lnTo>
                    <a:pt x="2986383" y="1721497"/>
                  </a:lnTo>
                  <a:lnTo>
                    <a:pt x="2946027" y="1710614"/>
                  </a:lnTo>
                  <a:lnTo>
                    <a:pt x="2905670" y="1699146"/>
                  </a:lnTo>
                  <a:lnTo>
                    <a:pt x="2865313" y="1687072"/>
                  </a:lnTo>
                  <a:lnTo>
                    <a:pt x="2824957" y="1674368"/>
                  </a:lnTo>
                  <a:lnTo>
                    <a:pt x="2784600" y="1661011"/>
                  </a:lnTo>
                  <a:lnTo>
                    <a:pt x="2744244" y="1646982"/>
                  </a:lnTo>
                  <a:lnTo>
                    <a:pt x="2703887" y="1632258"/>
                  </a:lnTo>
                  <a:lnTo>
                    <a:pt x="2663531" y="1616820"/>
                  </a:lnTo>
                  <a:lnTo>
                    <a:pt x="2623174" y="1600650"/>
                  </a:lnTo>
                  <a:lnTo>
                    <a:pt x="2582818" y="1583729"/>
                  </a:lnTo>
                  <a:lnTo>
                    <a:pt x="2542461" y="1566043"/>
                  </a:lnTo>
                  <a:lnTo>
                    <a:pt x="2502105" y="1547577"/>
                  </a:lnTo>
                  <a:lnTo>
                    <a:pt x="2461748" y="1528322"/>
                  </a:lnTo>
                  <a:lnTo>
                    <a:pt x="2421392" y="1508267"/>
                  </a:lnTo>
                  <a:lnTo>
                    <a:pt x="2381035" y="1487409"/>
                  </a:lnTo>
                  <a:lnTo>
                    <a:pt x="2340679" y="1465744"/>
                  </a:lnTo>
                  <a:lnTo>
                    <a:pt x="2300322" y="1443274"/>
                  </a:lnTo>
                  <a:lnTo>
                    <a:pt x="2259965" y="1420004"/>
                  </a:lnTo>
                  <a:lnTo>
                    <a:pt x="2219609" y="1395944"/>
                  </a:lnTo>
                  <a:lnTo>
                    <a:pt x="2179252" y="1371109"/>
                  </a:lnTo>
                  <a:lnTo>
                    <a:pt x="2138896" y="1345517"/>
                  </a:lnTo>
                  <a:lnTo>
                    <a:pt x="2098539" y="1319193"/>
                  </a:lnTo>
                  <a:lnTo>
                    <a:pt x="2058183" y="1292167"/>
                  </a:lnTo>
                  <a:lnTo>
                    <a:pt x="2017826" y="1264473"/>
                  </a:lnTo>
                  <a:lnTo>
                    <a:pt x="1977470" y="1236151"/>
                  </a:lnTo>
                  <a:lnTo>
                    <a:pt x="1937113" y="1207248"/>
                  </a:lnTo>
                  <a:lnTo>
                    <a:pt x="1896757" y="1177814"/>
                  </a:lnTo>
                  <a:lnTo>
                    <a:pt x="1856400" y="1147905"/>
                  </a:lnTo>
                  <a:lnTo>
                    <a:pt x="1816044" y="1117581"/>
                  </a:lnTo>
                  <a:lnTo>
                    <a:pt x="1775687" y="1086908"/>
                  </a:lnTo>
                  <a:lnTo>
                    <a:pt x="1735331" y="1055952"/>
                  </a:lnTo>
                  <a:lnTo>
                    <a:pt x="1694974" y="1024784"/>
                  </a:lnTo>
                  <a:lnTo>
                    <a:pt x="1654617" y="993476"/>
                  </a:lnTo>
                  <a:lnTo>
                    <a:pt x="1614261" y="962100"/>
                  </a:lnTo>
                  <a:lnTo>
                    <a:pt x="1573904" y="930727"/>
                  </a:lnTo>
                  <a:lnTo>
                    <a:pt x="1533548" y="899427"/>
                  </a:lnTo>
                  <a:lnTo>
                    <a:pt x="1493191" y="868266"/>
                  </a:lnTo>
                  <a:lnTo>
                    <a:pt x="1452835" y="837307"/>
                  </a:lnTo>
                  <a:lnTo>
                    <a:pt x="1412478" y="806606"/>
                  </a:lnTo>
                  <a:lnTo>
                    <a:pt x="1372122" y="776215"/>
                  </a:lnTo>
                  <a:lnTo>
                    <a:pt x="1331765" y="746179"/>
                  </a:lnTo>
                  <a:lnTo>
                    <a:pt x="1291409" y="716534"/>
                  </a:lnTo>
                  <a:lnTo>
                    <a:pt x="1251052" y="687313"/>
                  </a:lnTo>
                  <a:lnTo>
                    <a:pt x="1210696" y="658539"/>
                  </a:lnTo>
                  <a:lnTo>
                    <a:pt x="1170339" y="630230"/>
                  </a:lnTo>
                  <a:lnTo>
                    <a:pt x="1129982" y="602398"/>
                  </a:lnTo>
                  <a:lnTo>
                    <a:pt x="1089626" y="575050"/>
                  </a:lnTo>
                  <a:lnTo>
                    <a:pt x="1049269" y="548189"/>
                  </a:lnTo>
                  <a:lnTo>
                    <a:pt x="1008913" y="521815"/>
                  </a:lnTo>
                  <a:lnTo>
                    <a:pt x="968556" y="495925"/>
                  </a:lnTo>
                  <a:lnTo>
                    <a:pt x="928200" y="470511"/>
                  </a:lnTo>
                  <a:lnTo>
                    <a:pt x="887843" y="445568"/>
                  </a:lnTo>
                  <a:lnTo>
                    <a:pt x="847487" y="421086"/>
                  </a:lnTo>
                  <a:lnTo>
                    <a:pt x="807130" y="397058"/>
                  </a:lnTo>
                  <a:lnTo>
                    <a:pt x="766774" y="373475"/>
                  </a:lnTo>
                  <a:lnTo>
                    <a:pt x="726417" y="350326"/>
                  </a:lnTo>
                  <a:lnTo>
                    <a:pt x="686061" y="327604"/>
                  </a:lnTo>
                  <a:lnTo>
                    <a:pt x="645704" y="305300"/>
                  </a:lnTo>
                  <a:lnTo>
                    <a:pt x="605348" y="283405"/>
                  </a:lnTo>
                  <a:lnTo>
                    <a:pt x="564991" y="261913"/>
                  </a:lnTo>
                  <a:lnTo>
                    <a:pt x="524634" y="240816"/>
                  </a:lnTo>
                  <a:lnTo>
                    <a:pt x="484278" y="220106"/>
                  </a:lnTo>
                  <a:lnTo>
                    <a:pt x="443921" y="199780"/>
                  </a:lnTo>
                  <a:lnTo>
                    <a:pt x="403565" y="179829"/>
                  </a:lnTo>
                  <a:lnTo>
                    <a:pt x="363208" y="160250"/>
                  </a:lnTo>
                  <a:lnTo>
                    <a:pt x="322852" y="141036"/>
                  </a:lnTo>
                  <a:lnTo>
                    <a:pt x="282495" y="122184"/>
                  </a:lnTo>
                  <a:lnTo>
                    <a:pt x="242139" y="103690"/>
                  </a:lnTo>
                  <a:lnTo>
                    <a:pt x="201782" y="85548"/>
                  </a:lnTo>
                  <a:lnTo>
                    <a:pt x="161426" y="67755"/>
                  </a:lnTo>
                  <a:lnTo>
                    <a:pt x="121069" y="50307"/>
                  </a:lnTo>
                  <a:lnTo>
                    <a:pt x="80713" y="33201"/>
                  </a:lnTo>
                  <a:lnTo>
                    <a:pt x="40356" y="1643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569" name="pl411">
              <a:extLst>
                <a:ext uri="{FF2B5EF4-FFF2-40B4-BE49-F238E27FC236}">
                  <a16:creationId xmlns:a16="http://schemas.microsoft.com/office/drawing/2014/main" id="{6A0D154B-3ED1-CF76-9A7F-8A7A8B7CD31A}"/>
                </a:ext>
              </a:extLst>
            </p:cNvPr>
            <p:cNvSpPr/>
            <p:nvPr/>
          </p:nvSpPr>
          <p:spPr>
            <a:xfrm>
              <a:off x="1828441" y="1889771"/>
              <a:ext cx="3188166" cy="1876369"/>
            </a:xfrm>
            <a:custGeom>
              <a:avLst/>
              <a:gdLst/>
              <a:ahLst/>
              <a:cxnLst/>
              <a:rect l="0" t="0" r="0" b="0"/>
              <a:pathLst>
                <a:path w="3188166" h="1876369">
                  <a:moveTo>
                    <a:pt x="0" y="0"/>
                  </a:moveTo>
                  <a:lnTo>
                    <a:pt x="40356" y="15736"/>
                  </a:lnTo>
                  <a:lnTo>
                    <a:pt x="80713" y="32011"/>
                  </a:lnTo>
                  <a:lnTo>
                    <a:pt x="121069" y="48831"/>
                  </a:lnTo>
                  <a:lnTo>
                    <a:pt x="161426" y="66206"/>
                  </a:lnTo>
                  <a:lnTo>
                    <a:pt x="201782" y="84139"/>
                  </a:lnTo>
                  <a:lnTo>
                    <a:pt x="242139" y="102637"/>
                  </a:lnTo>
                  <a:lnTo>
                    <a:pt x="282495" y="121705"/>
                  </a:lnTo>
                  <a:lnTo>
                    <a:pt x="322852" y="141344"/>
                  </a:lnTo>
                  <a:lnTo>
                    <a:pt x="363208" y="161558"/>
                  </a:lnTo>
                  <a:lnTo>
                    <a:pt x="403565" y="182346"/>
                  </a:lnTo>
                  <a:lnTo>
                    <a:pt x="443921" y="203708"/>
                  </a:lnTo>
                  <a:lnTo>
                    <a:pt x="484278" y="225641"/>
                  </a:lnTo>
                  <a:lnTo>
                    <a:pt x="524634" y="248143"/>
                  </a:lnTo>
                  <a:lnTo>
                    <a:pt x="564991" y="271207"/>
                  </a:lnTo>
                  <a:lnTo>
                    <a:pt x="605348" y="294828"/>
                  </a:lnTo>
                  <a:lnTo>
                    <a:pt x="645704" y="318995"/>
                  </a:lnTo>
                  <a:lnTo>
                    <a:pt x="686061" y="343700"/>
                  </a:lnTo>
                  <a:lnTo>
                    <a:pt x="726417" y="368930"/>
                  </a:lnTo>
                  <a:lnTo>
                    <a:pt x="766774" y="394671"/>
                  </a:lnTo>
                  <a:lnTo>
                    <a:pt x="807130" y="420908"/>
                  </a:lnTo>
                  <a:lnTo>
                    <a:pt x="847487" y="447624"/>
                  </a:lnTo>
                  <a:lnTo>
                    <a:pt x="887843" y="474798"/>
                  </a:lnTo>
                  <a:lnTo>
                    <a:pt x="928200" y="502410"/>
                  </a:lnTo>
                  <a:lnTo>
                    <a:pt x="968556" y="530438"/>
                  </a:lnTo>
                  <a:lnTo>
                    <a:pt x="1008913" y="558857"/>
                  </a:lnTo>
                  <a:lnTo>
                    <a:pt x="1049269" y="587642"/>
                  </a:lnTo>
                  <a:lnTo>
                    <a:pt x="1089626" y="616763"/>
                  </a:lnTo>
                  <a:lnTo>
                    <a:pt x="1129982" y="646194"/>
                  </a:lnTo>
                  <a:lnTo>
                    <a:pt x="1170339" y="675902"/>
                  </a:lnTo>
                  <a:lnTo>
                    <a:pt x="1210696" y="705857"/>
                  </a:lnTo>
                  <a:lnTo>
                    <a:pt x="1251052" y="736027"/>
                  </a:lnTo>
                  <a:lnTo>
                    <a:pt x="1291409" y="766376"/>
                  </a:lnTo>
                  <a:lnTo>
                    <a:pt x="1331765" y="796871"/>
                  </a:lnTo>
                  <a:lnTo>
                    <a:pt x="1372122" y="827477"/>
                  </a:lnTo>
                  <a:lnTo>
                    <a:pt x="1412478" y="858158"/>
                  </a:lnTo>
                  <a:lnTo>
                    <a:pt x="1452835" y="888878"/>
                  </a:lnTo>
                  <a:lnTo>
                    <a:pt x="1493191" y="919600"/>
                  </a:lnTo>
                  <a:lnTo>
                    <a:pt x="1533548" y="950289"/>
                  </a:lnTo>
                  <a:lnTo>
                    <a:pt x="1573904" y="980908"/>
                  </a:lnTo>
                  <a:lnTo>
                    <a:pt x="1614261" y="1011422"/>
                  </a:lnTo>
                  <a:lnTo>
                    <a:pt x="1654617" y="1041795"/>
                  </a:lnTo>
                  <a:lnTo>
                    <a:pt x="1694974" y="1071993"/>
                  </a:lnTo>
                  <a:lnTo>
                    <a:pt x="1735331" y="1101982"/>
                  </a:lnTo>
                  <a:lnTo>
                    <a:pt x="1775687" y="1131728"/>
                  </a:lnTo>
                  <a:lnTo>
                    <a:pt x="1816044" y="1161201"/>
                  </a:lnTo>
                  <a:lnTo>
                    <a:pt x="1856400" y="1190370"/>
                  </a:lnTo>
                  <a:lnTo>
                    <a:pt x="1896757" y="1219205"/>
                  </a:lnTo>
                  <a:lnTo>
                    <a:pt x="1937113" y="1247679"/>
                  </a:lnTo>
                  <a:lnTo>
                    <a:pt x="1977470" y="1275766"/>
                  </a:lnTo>
                  <a:lnTo>
                    <a:pt x="2017826" y="1303441"/>
                  </a:lnTo>
                  <a:lnTo>
                    <a:pt x="2058183" y="1330681"/>
                  </a:lnTo>
                  <a:lnTo>
                    <a:pt x="2098539" y="1357465"/>
                  </a:lnTo>
                  <a:lnTo>
                    <a:pt x="2138896" y="1383773"/>
                  </a:lnTo>
                  <a:lnTo>
                    <a:pt x="2179252" y="1409588"/>
                  </a:lnTo>
                  <a:lnTo>
                    <a:pt x="2219609" y="1434893"/>
                  </a:lnTo>
                  <a:lnTo>
                    <a:pt x="2259965" y="1459676"/>
                  </a:lnTo>
                  <a:lnTo>
                    <a:pt x="2300322" y="1483923"/>
                  </a:lnTo>
                  <a:lnTo>
                    <a:pt x="2340679" y="1507624"/>
                  </a:lnTo>
                  <a:lnTo>
                    <a:pt x="2381035" y="1530770"/>
                  </a:lnTo>
                  <a:lnTo>
                    <a:pt x="2421392" y="1553355"/>
                  </a:lnTo>
                  <a:lnTo>
                    <a:pt x="2461748" y="1575372"/>
                  </a:lnTo>
                  <a:lnTo>
                    <a:pt x="2502105" y="1596817"/>
                  </a:lnTo>
                  <a:lnTo>
                    <a:pt x="2542461" y="1617690"/>
                  </a:lnTo>
                  <a:lnTo>
                    <a:pt x="2582818" y="1637987"/>
                  </a:lnTo>
                  <a:lnTo>
                    <a:pt x="2623174" y="1657711"/>
                  </a:lnTo>
                  <a:lnTo>
                    <a:pt x="2663531" y="1676861"/>
                  </a:lnTo>
                  <a:lnTo>
                    <a:pt x="2703887" y="1695443"/>
                  </a:lnTo>
                  <a:lnTo>
                    <a:pt x="2744244" y="1713459"/>
                  </a:lnTo>
                  <a:lnTo>
                    <a:pt x="2784600" y="1730915"/>
                  </a:lnTo>
                  <a:lnTo>
                    <a:pt x="2824957" y="1747816"/>
                  </a:lnTo>
                  <a:lnTo>
                    <a:pt x="2865313" y="1764170"/>
                  </a:lnTo>
                  <a:lnTo>
                    <a:pt x="2905670" y="1779985"/>
                  </a:lnTo>
                  <a:lnTo>
                    <a:pt x="2946027" y="1795269"/>
                  </a:lnTo>
                  <a:lnTo>
                    <a:pt x="2986383" y="1810030"/>
                  </a:lnTo>
                  <a:lnTo>
                    <a:pt x="3026740" y="1824280"/>
                  </a:lnTo>
                  <a:lnTo>
                    <a:pt x="3067096" y="1838028"/>
                  </a:lnTo>
                  <a:lnTo>
                    <a:pt x="3107453" y="1851285"/>
                  </a:lnTo>
                  <a:lnTo>
                    <a:pt x="3147809" y="1864061"/>
                  </a:lnTo>
                  <a:lnTo>
                    <a:pt x="3188166" y="1876369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0" name="tx412">
              <a:extLst>
                <a:ext uri="{FF2B5EF4-FFF2-40B4-BE49-F238E27FC236}">
                  <a16:creationId xmlns:a16="http://schemas.microsoft.com/office/drawing/2014/main" id="{DB8EDBD9-C81B-7FD7-8543-5F8525B8F2DF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71" name="tx413">
              <a:extLst>
                <a:ext uri="{FF2B5EF4-FFF2-40B4-BE49-F238E27FC236}">
                  <a16:creationId xmlns:a16="http://schemas.microsoft.com/office/drawing/2014/main" id="{D7B5AB37-7BA6-FCBC-D437-DBFAEDC7076C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572" name="tx414">
              <a:extLst>
                <a:ext uri="{FF2B5EF4-FFF2-40B4-BE49-F238E27FC236}">
                  <a16:creationId xmlns:a16="http://schemas.microsoft.com/office/drawing/2014/main" id="{8BE9430E-2AE8-B39B-C54A-CCCD6CAC0BF0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573" name="tx415">
              <a:extLst>
                <a:ext uri="{FF2B5EF4-FFF2-40B4-BE49-F238E27FC236}">
                  <a16:creationId xmlns:a16="http://schemas.microsoft.com/office/drawing/2014/main" id="{744B289A-7FB4-5E5F-D066-0BD8129B81CC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574" name="tx416">
              <a:extLst>
                <a:ext uri="{FF2B5EF4-FFF2-40B4-BE49-F238E27FC236}">
                  <a16:creationId xmlns:a16="http://schemas.microsoft.com/office/drawing/2014/main" id="{8492151E-0730-2F3B-8FF7-816075B8AE9C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575" name="tx417">
              <a:extLst>
                <a:ext uri="{FF2B5EF4-FFF2-40B4-BE49-F238E27FC236}">
                  <a16:creationId xmlns:a16="http://schemas.microsoft.com/office/drawing/2014/main" id="{31CE06E6-370C-D9A4-DF08-CAA9CEAA36ED}"/>
                </a:ext>
              </a:extLst>
            </p:cNvPr>
            <p:cNvSpPr/>
            <p:nvPr/>
          </p:nvSpPr>
          <p:spPr>
            <a:xfrm>
              <a:off x="1531835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6" name="tx418">
              <a:extLst>
                <a:ext uri="{FF2B5EF4-FFF2-40B4-BE49-F238E27FC236}">
                  <a16:creationId xmlns:a16="http://schemas.microsoft.com/office/drawing/2014/main" id="{4035E650-31D9-4E2F-E0B7-CD84D634FA03}"/>
                </a:ext>
              </a:extLst>
            </p:cNvPr>
            <p:cNvSpPr/>
            <p:nvPr/>
          </p:nvSpPr>
          <p:spPr>
            <a:xfrm>
              <a:off x="2624096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77" name="tx419">
              <a:extLst>
                <a:ext uri="{FF2B5EF4-FFF2-40B4-BE49-F238E27FC236}">
                  <a16:creationId xmlns:a16="http://schemas.microsoft.com/office/drawing/2014/main" id="{F8A2F7BE-AB00-6A88-55F0-7D84658AE5B7}"/>
                </a:ext>
              </a:extLst>
            </p:cNvPr>
            <p:cNvSpPr/>
            <p:nvPr/>
          </p:nvSpPr>
          <p:spPr>
            <a:xfrm>
              <a:off x="3685268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78" name="tx420">
              <a:extLst>
                <a:ext uri="{FF2B5EF4-FFF2-40B4-BE49-F238E27FC236}">
                  <a16:creationId xmlns:a16="http://schemas.microsoft.com/office/drawing/2014/main" id="{F38458FB-DEF1-F86C-E3AA-32DC95E985B3}"/>
                </a:ext>
              </a:extLst>
            </p:cNvPr>
            <p:cNvSpPr/>
            <p:nvPr/>
          </p:nvSpPr>
          <p:spPr>
            <a:xfrm>
              <a:off x="477752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79" name="tx421">
              <a:extLst>
                <a:ext uri="{FF2B5EF4-FFF2-40B4-BE49-F238E27FC236}">
                  <a16:creationId xmlns:a16="http://schemas.microsoft.com/office/drawing/2014/main" id="{DC5E0DA0-A3E0-7794-2860-02B4611FF179}"/>
                </a:ext>
              </a:extLst>
            </p:cNvPr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580" name="tx422">
              <a:extLst>
                <a:ext uri="{FF2B5EF4-FFF2-40B4-BE49-F238E27FC236}">
                  <a16:creationId xmlns:a16="http://schemas.microsoft.com/office/drawing/2014/main" id="{A68BA2D5-F8FC-E6DE-986A-C1849882C923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581" name="tx423">
              <a:extLst>
                <a:ext uri="{FF2B5EF4-FFF2-40B4-BE49-F238E27FC236}">
                  <a16:creationId xmlns:a16="http://schemas.microsoft.com/office/drawing/2014/main" id="{516F347E-6253-89BE-C892-D23B6D46B4E7}"/>
                </a:ext>
              </a:extLst>
            </p:cNvPr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582" name="pt424">
              <a:extLst>
                <a:ext uri="{FF2B5EF4-FFF2-40B4-BE49-F238E27FC236}">
                  <a16:creationId xmlns:a16="http://schemas.microsoft.com/office/drawing/2014/main" id="{73B8E8F7-B85D-CB7E-1C85-0C2597F9826D}"/>
                </a:ext>
              </a:extLst>
            </p:cNvPr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3" name="rc425">
              <a:extLst>
                <a:ext uri="{FF2B5EF4-FFF2-40B4-BE49-F238E27FC236}">
                  <a16:creationId xmlns:a16="http://schemas.microsoft.com/office/drawing/2014/main" id="{233CEB30-DA7F-D79A-A97E-A5F89E70F2B9}"/>
                </a:ext>
              </a:extLst>
            </p:cNvPr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584" name="pl426">
              <a:extLst>
                <a:ext uri="{FF2B5EF4-FFF2-40B4-BE49-F238E27FC236}">
                  <a16:creationId xmlns:a16="http://schemas.microsoft.com/office/drawing/2014/main" id="{159923B8-893C-32AA-647B-FA8DEFDACD34}"/>
                </a:ext>
              </a:extLst>
            </p:cNvPr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5" name="pt427">
              <a:extLst>
                <a:ext uri="{FF2B5EF4-FFF2-40B4-BE49-F238E27FC236}">
                  <a16:creationId xmlns:a16="http://schemas.microsoft.com/office/drawing/2014/main" id="{00C5E67B-264A-1AE5-B136-F8B1E958D298}"/>
                </a:ext>
              </a:extLst>
            </p:cNvPr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6" name="rc428">
              <a:extLst>
                <a:ext uri="{FF2B5EF4-FFF2-40B4-BE49-F238E27FC236}">
                  <a16:creationId xmlns:a16="http://schemas.microsoft.com/office/drawing/2014/main" id="{24E0A5E6-718C-22D5-05D4-21B383F17A49}"/>
                </a:ext>
              </a:extLst>
            </p:cNvPr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587" name="pl429">
              <a:extLst>
                <a:ext uri="{FF2B5EF4-FFF2-40B4-BE49-F238E27FC236}">
                  <a16:creationId xmlns:a16="http://schemas.microsoft.com/office/drawing/2014/main" id="{217458E5-00ED-8346-C57E-6E862122DE84}"/>
                </a:ext>
              </a:extLst>
            </p:cNvPr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8" name="tx430">
              <a:extLst>
                <a:ext uri="{FF2B5EF4-FFF2-40B4-BE49-F238E27FC236}">
                  <a16:creationId xmlns:a16="http://schemas.microsoft.com/office/drawing/2014/main" id="{3F465299-60DB-999C-3BC0-F4AB299D1E69}"/>
                </a:ext>
              </a:extLst>
            </p:cNvPr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589" name="tx431">
              <a:extLst>
                <a:ext uri="{FF2B5EF4-FFF2-40B4-BE49-F238E27FC236}">
                  <a16:creationId xmlns:a16="http://schemas.microsoft.com/office/drawing/2014/main" id="{54628333-45E1-7A79-8EBB-88AD9BA8707C}"/>
                </a:ext>
              </a:extLst>
            </p:cNvPr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590" name="tx432">
              <a:extLst>
                <a:ext uri="{FF2B5EF4-FFF2-40B4-BE49-F238E27FC236}">
                  <a16:creationId xmlns:a16="http://schemas.microsoft.com/office/drawing/2014/main" id="{F561F0FE-C294-809E-FCB7-EEFFF4B41155}"/>
                </a:ext>
              </a:extLst>
            </p:cNvPr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91" name="tx433">
              <a:extLst>
                <a:ext uri="{FF2B5EF4-FFF2-40B4-BE49-F238E27FC236}">
                  <a16:creationId xmlns:a16="http://schemas.microsoft.com/office/drawing/2014/main" id="{AD482405-0BDD-7F90-F21F-A305A7129B59}"/>
                </a:ext>
              </a:extLst>
            </p:cNvPr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  <p:grpSp>
        <p:nvGrpSpPr>
          <p:cNvPr id="2592" name="Group 2591">
            <a:extLst>
              <a:ext uri="{FF2B5EF4-FFF2-40B4-BE49-F238E27FC236}">
                <a16:creationId xmlns:a16="http://schemas.microsoft.com/office/drawing/2014/main" id="{A0BA53A3-70F4-D4A5-A9DC-A3CC6119E580}"/>
              </a:ext>
            </a:extLst>
          </p:cNvPr>
          <p:cNvGrpSpPr/>
          <p:nvPr/>
        </p:nvGrpSpPr>
        <p:grpSpPr>
          <a:xfrm>
            <a:off x="1020564" y="5171941"/>
            <a:ext cx="4733735" cy="3488977"/>
            <a:chOff x="983988" y="983989"/>
            <a:chExt cx="4733735" cy="3488977"/>
          </a:xfrm>
        </p:grpSpPr>
        <p:sp>
          <p:nvSpPr>
            <p:cNvPr id="2595" name="pl5">
              <a:extLst>
                <a:ext uri="{FF2B5EF4-FFF2-40B4-BE49-F238E27FC236}">
                  <a16:creationId xmlns:a16="http://schemas.microsoft.com/office/drawing/2014/main" id="{A5985B56-5C7B-37A8-6AEE-F0F43CF0F397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6" name="pl6">
              <a:extLst>
                <a:ext uri="{FF2B5EF4-FFF2-40B4-BE49-F238E27FC236}">
                  <a16:creationId xmlns:a16="http://schemas.microsoft.com/office/drawing/2014/main" id="{A2F686C5-2F19-1BAF-98A0-E3F67052EF86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7" name="pl7">
              <a:extLst>
                <a:ext uri="{FF2B5EF4-FFF2-40B4-BE49-F238E27FC236}">
                  <a16:creationId xmlns:a16="http://schemas.microsoft.com/office/drawing/2014/main" id="{D4AB52B1-4044-2F55-5AAE-C49DB5A1BC91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8" name="pl8">
              <a:extLst>
                <a:ext uri="{FF2B5EF4-FFF2-40B4-BE49-F238E27FC236}">
                  <a16:creationId xmlns:a16="http://schemas.microsoft.com/office/drawing/2014/main" id="{C92B3ADD-F893-323B-9F43-A5D6C73EDEA9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9" name="pl9">
              <a:extLst>
                <a:ext uri="{FF2B5EF4-FFF2-40B4-BE49-F238E27FC236}">
                  <a16:creationId xmlns:a16="http://schemas.microsoft.com/office/drawing/2014/main" id="{35D3DDD8-4C0C-C284-3A83-8F7365286A24}"/>
                </a:ext>
              </a:extLst>
            </p:cNvPr>
            <p:cNvSpPr/>
            <p:nvPr/>
          </p:nvSpPr>
          <p:spPr>
            <a:xfrm>
              <a:off x="203419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0" name="pl10">
              <a:extLst>
                <a:ext uri="{FF2B5EF4-FFF2-40B4-BE49-F238E27FC236}">
                  <a16:creationId xmlns:a16="http://schemas.microsoft.com/office/drawing/2014/main" id="{71ADC176-87B5-27E0-0C5D-6C72FE806C25}"/>
                </a:ext>
              </a:extLst>
            </p:cNvPr>
            <p:cNvSpPr/>
            <p:nvPr/>
          </p:nvSpPr>
          <p:spPr>
            <a:xfrm>
              <a:off x="31006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1" name="pl11">
              <a:extLst>
                <a:ext uri="{FF2B5EF4-FFF2-40B4-BE49-F238E27FC236}">
                  <a16:creationId xmlns:a16="http://schemas.microsoft.com/office/drawing/2014/main" id="{A73014A4-2FD8-C662-5DED-7CE3C9764B6F}"/>
                </a:ext>
              </a:extLst>
            </p:cNvPr>
            <p:cNvSpPr/>
            <p:nvPr/>
          </p:nvSpPr>
          <p:spPr>
            <a:xfrm>
              <a:off x="416712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2" name="pl12">
              <a:extLst>
                <a:ext uri="{FF2B5EF4-FFF2-40B4-BE49-F238E27FC236}">
                  <a16:creationId xmlns:a16="http://schemas.microsoft.com/office/drawing/2014/main" id="{8DD3630B-C370-BA14-5996-274E3726D37C}"/>
                </a:ext>
              </a:extLst>
            </p:cNvPr>
            <p:cNvSpPr/>
            <p:nvPr/>
          </p:nvSpPr>
          <p:spPr>
            <a:xfrm>
              <a:off x="523358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3" name="pl13">
              <a:extLst>
                <a:ext uri="{FF2B5EF4-FFF2-40B4-BE49-F238E27FC236}">
                  <a16:creationId xmlns:a16="http://schemas.microsoft.com/office/drawing/2014/main" id="{5E980EB1-8565-371E-F43A-CDB6AEA65287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4" name="pl14">
              <a:extLst>
                <a:ext uri="{FF2B5EF4-FFF2-40B4-BE49-F238E27FC236}">
                  <a16:creationId xmlns:a16="http://schemas.microsoft.com/office/drawing/2014/main" id="{00F59ED1-4677-DDEF-2496-84A4CC99007C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5" name="pl15">
              <a:extLst>
                <a:ext uri="{FF2B5EF4-FFF2-40B4-BE49-F238E27FC236}">
                  <a16:creationId xmlns:a16="http://schemas.microsoft.com/office/drawing/2014/main" id="{C10B864B-1538-3393-61FC-27A6105D79C1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6" name="pl16">
              <a:extLst>
                <a:ext uri="{FF2B5EF4-FFF2-40B4-BE49-F238E27FC236}">
                  <a16:creationId xmlns:a16="http://schemas.microsoft.com/office/drawing/2014/main" id="{15883962-A3B7-4EBD-CCFB-20AD0EAA3E52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7" name="pl17">
              <a:extLst>
                <a:ext uri="{FF2B5EF4-FFF2-40B4-BE49-F238E27FC236}">
                  <a16:creationId xmlns:a16="http://schemas.microsoft.com/office/drawing/2014/main" id="{2F0CA59F-C96B-5C79-76C7-16D7A39FCC0F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8" name="pl18">
              <a:extLst>
                <a:ext uri="{FF2B5EF4-FFF2-40B4-BE49-F238E27FC236}">
                  <a16:creationId xmlns:a16="http://schemas.microsoft.com/office/drawing/2014/main" id="{4BBE7059-A26D-50DA-AD2B-9A3C7F1FC0B2}"/>
                </a:ext>
              </a:extLst>
            </p:cNvPr>
            <p:cNvSpPr/>
            <p:nvPr/>
          </p:nvSpPr>
          <p:spPr>
            <a:xfrm>
              <a:off x="150096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9" name="pl19">
              <a:extLst>
                <a:ext uri="{FF2B5EF4-FFF2-40B4-BE49-F238E27FC236}">
                  <a16:creationId xmlns:a16="http://schemas.microsoft.com/office/drawing/2014/main" id="{4239ED3D-9F98-D9EB-F295-F5FBEF4372E3}"/>
                </a:ext>
              </a:extLst>
            </p:cNvPr>
            <p:cNvSpPr/>
            <p:nvPr/>
          </p:nvSpPr>
          <p:spPr>
            <a:xfrm>
              <a:off x="256742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0" name="pl20">
              <a:extLst>
                <a:ext uri="{FF2B5EF4-FFF2-40B4-BE49-F238E27FC236}">
                  <a16:creationId xmlns:a16="http://schemas.microsoft.com/office/drawing/2014/main" id="{B06F1112-F906-34FC-3355-794F7943C396}"/>
                </a:ext>
              </a:extLst>
            </p:cNvPr>
            <p:cNvSpPr/>
            <p:nvPr/>
          </p:nvSpPr>
          <p:spPr>
            <a:xfrm>
              <a:off x="363389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1" name="pl21">
              <a:extLst>
                <a:ext uri="{FF2B5EF4-FFF2-40B4-BE49-F238E27FC236}">
                  <a16:creationId xmlns:a16="http://schemas.microsoft.com/office/drawing/2014/main" id="{94C8C990-2C8A-A599-B787-10FE40FB13EB}"/>
                </a:ext>
              </a:extLst>
            </p:cNvPr>
            <p:cNvSpPr/>
            <p:nvPr/>
          </p:nvSpPr>
          <p:spPr>
            <a:xfrm>
              <a:off x="47003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2" name="pg22">
              <a:extLst>
                <a:ext uri="{FF2B5EF4-FFF2-40B4-BE49-F238E27FC236}">
                  <a16:creationId xmlns:a16="http://schemas.microsoft.com/office/drawing/2014/main" id="{F9D1A714-4B2A-FC4A-E7A3-904B11820A58}"/>
                </a:ext>
              </a:extLst>
            </p:cNvPr>
            <p:cNvSpPr/>
            <p:nvPr/>
          </p:nvSpPr>
          <p:spPr>
            <a:xfrm>
              <a:off x="23648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3" name="pg23">
              <a:extLst>
                <a:ext uri="{FF2B5EF4-FFF2-40B4-BE49-F238E27FC236}">
                  <a16:creationId xmlns:a16="http://schemas.microsoft.com/office/drawing/2014/main" id="{5C4E9D3A-0A3F-E45A-190A-FE10B8866868}"/>
                </a:ext>
              </a:extLst>
            </p:cNvPr>
            <p:cNvSpPr/>
            <p:nvPr/>
          </p:nvSpPr>
          <p:spPr>
            <a:xfrm>
              <a:off x="3209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4" name="pg24">
              <a:extLst>
                <a:ext uri="{FF2B5EF4-FFF2-40B4-BE49-F238E27FC236}">
                  <a16:creationId xmlns:a16="http://schemas.microsoft.com/office/drawing/2014/main" id="{5C1CD158-5896-CCCD-A8F8-04ECE264BC34}"/>
                </a:ext>
              </a:extLst>
            </p:cNvPr>
            <p:cNvSpPr/>
            <p:nvPr/>
          </p:nvSpPr>
          <p:spPr>
            <a:xfrm>
              <a:off x="29834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5" name="pg25">
              <a:extLst>
                <a:ext uri="{FF2B5EF4-FFF2-40B4-BE49-F238E27FC236}">
                  <a16:creationId xmlns:a16="http://schemas.microsoft.com/office/drawing/2014/main" id="{56CF216D-69BE-2ACC-792B-70B57F9CD472}"/>
                </a:ext>
              </a:extLst>
            </p:cNvPr>
            <p:cNvSpPr/>
            <p:nvPr/>
          </p:nvSpPr>
          <p:spPr>
            <a:xfrm>
              <a:off x="45158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6" name="pg26">
              <a:extLst>
                <a:ext uri="{FF2B5EF4-FFF2-40B4-BE49-F238E27FC236}">
                  <a16:creationId xmlns:a16="http://schemas.microsoft.com/office/drawing/2014/main" id="{58CCF1BF-83E1-BBF8-24E6-1C996ACC0523}"/>
                </a:ext>
              </a:extLst>
            </p:cNvPr>
            <p:cNvSpPr/>
            <p:nvPr/>
          </p:nvSpPr>
          <p:spPr>
            <a:xfrm>
              <a:off x="23837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7" name="pg27">
              <a:extLst>
                <a:ext uri="{FF2B5EF4-FFF2-40B4-BE49-F238E27FC236}">
                  <a16:creationId xmlns:a16="http://schemas.microsoft.com/office/drawing/2014/main" id="{14485C64-7ADB-2DE3-DCDD-9F9B908C3A58}"/>
                </a:ext>
              </a:extLst>
            </p:cNvPr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8" name="pg28">
              <a:extLst>
                <a:ext uri="{FF2B5EF4-FFF2-40B4-BE49-F238E27FC236}">
                  <a16:creationId xmlns:a16="http://schemas.microsoft.com/office/drawing/2014/main" id="{35A1F638-1E81-65FC-3B02-0F89C33470C4}"/>
                </a:ext>
              </a:extLst>
            </p:cNvPr>
            <p:cNvSpPr/>
            <p:nvPr/>
          </p:nvSpPr>
          <p:spPr>
            <a:xfrm>
              <a:off x="452274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9" name="pg29">
              <a:extLst>
                <a:ext uri="{FF2B5EF4-FFF2-40B4-BE49-F238E27FC236}">
                  <a16:creationId xmlns:a16="http://schemas.microsoft.com/office/drawing/2014/main" id="{AF68D726-61DA-A6F2-F703-7667A7E95149}"/>
                </a:ext>
              </a:extLst>
            </p:cNvPr>
            <p:cNvSpPr/>
            <p:nvPr/>
          </p:nvSpPr>
          <p:spPr>
            <a:xfrm>
              <a:off x="35063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0" name="pg30">
              <a:extLst>
                <a:ext uri="{FF2B5EF4-FFF2-40B4-BE49-F238E27FC236}">
                  <a16:creationId xmlns:a16="http://schemas.microsoft.com/office/drawing/2014/main" id="{2B426D56-5010-379D-1C86-4BCACF3A01D0}"/>
                </a:ext>
              </a:extLst>
            </p:cNvPr>
            <p:cNvSpPr/>
            <p:nvPr/>
          </p:nvSpPr>
          <p:spPr>
            <a:xfrm>
              <a:off x="44565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1" name="pg31">
              <a:extLst>
                <a:ext uri="{FF2B5EF4-FFF2-40B4-BE49-F238E27FC236}">
                  <a16:creationId xmlns:a16="http://schemas.microsoft.com/office/drawing/2014/main" id="{80B88900-9BB6-10DB-B0A1-077809BDAF80}"/>
                </a:ext>
              </a:extLst>
            </p:cNvPr>
            <p:cNvSpPr/>
            <p:nvPr/>
          </p:nvSpPr>
          <p:spPr>
            <a:xfrm>
              <a:off x="44955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2" name="pg32">
              <a:extLst>
                <a:ext uri="{FF2B5EF4-FFF2-40B4-BE49-F238E27FC236}">
                  <a16:creationId xmlns:a16="http://schemas.microsoft.com/office/drawing/2014/main" id="{F51B7C2A-56BF-48F5-F4C8-466FDDEC5696}"/>
                </a:ext>
              </a:extLst>
            </p:cNvPr>
            <p:cNvSpPr/>
            <p:nvPr/>
          </p:nvSpPr>
          <p:spPr>
            <a:xfrm>
              <a:off x="4528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3" name="pg33">
              <a:extLst>
                <a:ext uri="{FF2B5EF4-FFF2-40B4-BE49-F238E27FC236}">
                  <a16:creationId xmlns:a16="http://schemas.microsoft.com/office/drawing/2014/main" id="{70739A1D-6941-8894-E922-1303F2E23711}"/>
                </a:ext>
              </a:extLst>
            </p:cNvPr>
            <p:cNvSpPr/>
            <p:nvPr/>
          </p:nvSpPr>
          <p:spPr>
            <a:xfrm>
              <a:off x="23755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4" name="pg34">
              <a:extLst>
                <a:ext uri="{FF2B5EF4-FFF2-40B4-BE49-F238E27FC236}">
                  <a16:creationId xmlns:a16="http://schemas.microsoft.com/office/drawing/2014/main" id="{361EF4B1-BFE1-F981-3E1E-51AB3FE8C865}"/>
                </a:ext>
              </a:extLst>
            </p:cNvPr>
            <p:cNvSpPr/>
            <p:nvPr/>
          </p:nvSpPr>
          <p:spPr>
            <a:xfrm>
              <a:off x="33924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5" name="pg35">
              <a:extLst>
                <a:ext uri="{FF2B5EF4-FFF2-40B4-BE49-F238E27FC236}">
                  <a16:creationId xmlns:a16="http://schemas.microsoft.com/office/drawing/2014/main" id="{9586BDCC-B195-6BE9-3DFB-2806755F4639}"/>
                </a:ext>
              </a:extLst>
            </p:cNvPr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6" name="pg36">
              <a:extLst>
                <a:ext uri="{FF2B5EF4-FFF2-40B4-BE49-F238E27FC236}">
                  <a16:creationId xmlns:a16="http://schemas.microsoft.com/office/drawing/2014/main" id="{19AD3212-428F-B44C-FA38-47E66EB9D771}"/>
                </a:ext>
              </a:extLst>
            </p:cNvPr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7" name="pg37">
              <a:extLst>
                <a:ext uri="{FF2B5EF4-FFF2-40B4-BE49-F238E27FC236}">
                  <a16:creationId xmlns:a16="http://schemas.microsoft.com/office/drawing/2014/main" id="{50B62E8D-9415-B463-323B-9781CEBE0A38}"/>
                </a:ext>
              </a:extLst>
            </p:cNvPr>
            <p:cNvSpPr/>
            <p:nvPr/>
          </p:nvSpPr>
          <p:spPr>
            <a:xfrm>
              <a:off x="29417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8" name="pg38">
              <a:extLst>
                <a:ext uri="{FF2B5EF4-FFF2-40B4-BE49-F238E27FC236}">
                  <a16:creationId xmlns:a16="http://schemas.microsoft.com/office/drawing/2014/main" id="{062B3184-A442-EF5A-A634-5DC8EDAA9185}"/>
                </a:ext>
              </a:extLst>
            </p:cNvPr>
            <p:cNvSpPr/>
            <p:nvPr/>
          </p:nvSpPr>
          <p:spPr>
            <a:xfrm>
              <a:off x="44961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9" name="pg39">
              <a:extLst>
                <a:ext uri="{FF2B5EF4-FFF2-40B4-BE49-F238E27FC236}">
                  <a16:creationId xmlns:a16="http://schemas.microsoft.com/office/drawing/2014/main" id="{E3953740-1ACF-43D2-10B2-1073661E2271}"/>
                </a:ext>
              </a:extLst>
            </p:cNvPr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0" name="pg40">
              <a:extLst>
                <a:ext uri="{FF2B5EF4-FFF2-40B4-BE49-F238E27FC236}">
                  <a16:creationId xmlns:a16="http://schemas.microsoft.com/office/drawing/2014/main" id="{383EB1E7-ED04-08B8-546D-68CD1E3A5448}"/>
                </a:ext>
              </a:extLst>
            </p:cNvPr>
            <p:cNvSpPr/>
            <p:nvPr/>
          </p:nvSpPr>
          <p:spPr>
            <a:xfrm>
              <a:off x="24481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1" name="pg41">
              <a:extLst>
                <a:ext uri="{FF2B5EF4-FFF2-40B4-BE49-F238E27FC236}">
                  <a16:creationId xmlns:a16="http://schemas.microsoft.com/office/drawing/2014/main" id="{A9335085-6E67-6838-CE92-5E5B6A9DA7DB}"/>
                </a:ext>
              </a:extLst>
            </p:cNvPr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2" name="pg42">
              <a:extLst>
                <a:ext uri="{FF2B5EF4-FFF2-40B4-BE49-F238E27FC236}">
                  <a16:creationId xmlns:a16="http://schemas.microsoft.com/office/drawing/2014/main" id="{EB196EAA-D302-DE09-3E52-2F463EF7A887}"/>
                </a:ext>
              </a:extLst>
            </p:cNvPr>
            <p:cNvSpPr/>
            <p:nvPr/>
          </p:nvSpPr>
          <p:spPr>
            <a:xfrm>
              <a:off x="31712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3" name="pg43">
              <a:extLst>
                <a:ext uri="{FF2B5EF4-FFF2-40B4-BE49-F238E27FC236}">
                  <a16:creationId xmlns:a16="http://schemas.microsoft.com/office/drawing/2014/main" id="{CDA8DA86-9925-5D85-B4C3-D369A2BA6A30}"/>
                </a:ext>
              </a:extLst>
            </p:cNvPr>
            <p:cNvSpPr/>
            <p:nvPr/>
          </p:nvSpPr>
          <p:spPr>
            <a:xfrm>
              <a:off x="31838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4" name="pg44">
              <a:extLst>
                <a:ext uri="{FF2B5EF4-FFF2-40B4-BE49-F238E27FC236}">
                  <a16:creationId xmlns:a16="http://schemas.microsoft.com/office/drawing/2014/main" id="{F2A0676D-0D73-3570-A2A0-492CFCA72B74}"/>
                </a:ext>
              </a:extLst>
            </p:cNvPr>
            <p:cNvSpPr/>
            <p:nvPr/>
          </p:nvSpPr>
          <p:spPr>
            <a:xfrm>
              <a:off x="458550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5" name="pg45">
              <a:extLst>
                <a:ext uri="{FF2B5EF4-FFF2-40B4-BE49-F238E27FC236}">
                  <a16:creationId xmlns:a16="http://schemas.microsoft.com/office/drawing/2014/main" id="{DE113FA4-95DB-9CCA-D493-53A47FAEDC51}"/>
                </a:ext>
              </a:extLst>
            </p:cNvPr>
            <p:cNvSpPr/>
            <p:nvPr/>
          </p:nvSpPr>
          <p:spPr>
            <a:xfrm>
              <a:off x="4340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6" name="pg46">
              <a:extLst>
                <a:ext uri="{FF2B5EF4-FFF2-40B4-BE49-F238E27FC236}">
                  <a16:creationId xmlns:a16="http://schemas.microsoft.com/office/drawing/2014/main" id="{CBBEDA27-C77F-9091-C923-1B0B9E52A4D4}"/>
                </a:ext>
              </a:extLst>
            </p:cNvPr>
            <p:cNvSpPr/>
            <p:nvPr/>
          </p:nvSpPr>
          <p:spPr>
            <a:xfrm>
              <a:off x="49964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7" name="pg47">
              <a:extLst>
                <a:ext uri="{FF2B5EF4-FFF2-40B4-BE49-F238E27FC236}">
                  <a16:creationId xmlns:a16="http://schemas.microsoft.com/office/drawing/2014/main" id="{C16BA748-5009-01F0-DC96-74F20C404B90}"/>
                </a:ext>
              </a:extLst>
            </p:cNvPr>
            <p:cNvSpPr/>
            <p:nvPr/>
          </p:nvSpPr>
          <p:spPr>
            <a:xfrm>
              <a:off x="3380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8" name="pg48">
              <a:extLst>
                <a:ext uri="{FF2B5EF4-FFF2-40B4-BE49-F238E27FC236}">
                  <a16:creationId xmlns:a16="http://schemas.microsoft.com/office/drawing/2014/main" id="{D96BD17D-B51F-5D41-C7C6-58B9AA305627}"/>
                </a:ext>
              </a:extLst>
            </p:cNvPr>
            <p:cNvSpPr/>
            <p:nvPr/>
          </p:nvSpPr>
          <p:spPr>
            <a:xfrm>
              <a:off x="29417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9" name="pg49">
              <a:extLst>
                <a:ext uri="{FF2B5EF4-FFF2-40B4-BE49-F238E27FC236}">
                  <a16:creationId xmlns:a16="http://schemas.microsoft.com/office/drawing/2014/main" id="{AE2B1C8F-2E53-A315-6CE3-47047672A475}"/>
                </a:ext>
              </a:extLst>
            </p:cNvPr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0" name="pg50">
              <a:extLst>
                <a:ext uri="{FF2B5EF4-FFF2-40B4-BE49-F238E27FC236}">
                  <a16:creationId xmlns:a16="http://schemas.microsoft.com/office/drawing/2014/main" id="{C99E6CD6-340A-6966-C41D-415C8FB13B06}"/>
                </a:ext>
              </a:extLst>
            </p:cNvPr>
            <p:cNvSpPr/>
            <p:nvPr/>
          </p:nvSpPr>
          <p:spPr>
            <a:xfrm>
              <a:off x="433793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1" name="pg51">
              <a:extLst>
                <a:ext uri="{FF2B5EF4-FFF2-40B4-BE49-F238E27FC236}">
                  <a16:creationId xmlns:a16="http://schemas.microsoft.com/office/drawing/2014/main" id="{BA056ED0-11ED-1020-7B4F-936F4A69ACF5}"/>
                </a:ext>
              </a:extLst>
            </p:cNvPr>
            <p:cNvSpPr/>
            <p:nvPr/>
          </p:nvSpPr>
          <p:spPr>
            <a:xfrm>
              <a:off x="31963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2" name="pg52">
              <a:extLst>
                <a:ext uri="{FF2B5EF4-FFF2-40B4-BE49-F238E27FC236}">
                  <a16:creationId xmlns:a16="http://schemas.microsoft.com/office/drawing/2014/main" id="{B81EA4A6-775D-14B2-6504-BEC74A90F6FE}"/>
                </a:ext>
              </a:extLst>
            </p:cNvPr>
            <p:cNvSpPr/>
            <p:nvPr/>
          </p:nvSpPr>
          <p:spPr>
            <a:xfrm>
              <a:off x="42674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3" name="pg53">
              <a:extLst>
                <a:ext uri="{FF2B5EF4-FFF2-40B4-BE49-F238E27FC236}">
                  <a16:creationId xmlns:a16="http://schemas.microsoft.com/office/drawing/2014/main" id="{B63EA51D-A03C-D32F-340A-D62D258E0A7B}"/>
                </a:ext>
              </a:extLst>
            </p:cNvPr>
            <p:cNvSpPr/>
            <p:nvPr/>
          </p:nvSpPr>
          <p:spPr>
            <a:xfrm>
              <a:off x="50532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4" name="pg54">
              <a:extLst>
                <a:ext uri="{FF2B5EF4-FFF2-40B4-BE49-F238E27FC236}">
                  <a16:creationId xmlns:a16="http://schemas.microsoft.com/office/drawing/2014/main" id="{E732DDED-178B-5214-8F70-58A198D18051}"/>
                </a:ext>
              </a:extLst>
            </p:cNvPr>
            <p:cNvSpPr/>
            <p:nvPr/>
          </p:nvSpPr>
          <p:spPr>
            <a:xfrm>
              <a:off x="45827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5" name="pg55">
              <a:extLst>
                <a:ext uri="{FF2B5EF4-FFF2-40B4-BE49-F238E27FC236}">
                  <a16:creationId xmlns:a16="http://schemas.microsoft.com/office/drawing/2014/main" id="{E3A17B95-BA6E-5AFE-7F9C-12A91364A41A}"/>
                </a:ext>
              </a:extLst>
            </p:cNvPr>
            <p:cNvSpPr/>
            <p:nvPr/>
          </p:nvSpPr>
          <p:spPr>
            <a:xfrm>
              <a:off x="44287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6" name="pg56">
              <a:extLst>
                <a:ext uri="{FF2B5EF4-FFF2-40B4-BE49-F238E27FC236}">
                  <a16:creationId xmlns:a16="http://schemas.microsoft.com/office/drawing/2014/main" id="{F7968131-57F2-904B-7AFA-FEB9F1CCF384}"/>
                </a:ext>
              </a:extLst>
            </p:cNvPr>
            <p:cNvSpPr/>
            <p:nvPr/>
          </p:nvSpPr>
          <p:spPr>
            <a:xfrm>
              <a:off x="27407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7" name="pg57">
              <a:extLst>
                <a:ext uri="{FF2B5EF4-FFF2-40B4-BE49-F238E27FC236}">
                  <a16:creationId xmlns:a16="http://schemas.microsoft.com/office/drawing/2014/main" id="{0E348E7C-D499-30AF-1BA3-92DEE72C0FC2}"/>
                </a:ext>
              </a:extLst>
            </p:cNvPr>
            <p:cNvSpPr/>
            <p:nvPr/>
          </p:nvSpPr>
          <p:spPr>
            <a:xfrm>
              <a:off x="42662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8" name="pg58">
              <a:extLst>
                <a:ext uri="{FF2B5EF4-FFF2-40B4-BE49-F238E27FC236}">
                  <a16:creationId xmlns:a16="http://schemas.microsoft.com/office/drawing/2014/main" id="{0155DF3E-0528-E0D5-D6EC-57A4E4F61338}"/>
                </a:ext>
              </a:extLst>
            </p:cNvPr>
            <p:cNvSpPr/>
            <p:nvPr/>
          </p:nvSpPr>
          <p:spPr>
            <a:xfrm>
              <a:off x="35459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9" name="pg59">
              <a:extLst>
                <a:ext uri="{FF2B5EF4-FFF2-40B4-BE49-F238E27FC236}">
                  <a16:creationId xmlns:a16="http://schemas.microsoft.com/office/drawing/2014/main" id="{2B5025EF-B341-B1CB-074E-3088CB80F879}"/>
                </a:ext>
              </a:extLst>
            </p:cNvPr>
            <p:cNvSpPr/>
            <p:nvPr/>
          </p:nvSpPr>
          <p:spPr>
            <a:xfrm>
              <a:off x="50552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0" name="pg60">
              <a:extLst>
                <a:ext uri="{FF2B5EF4-FFF2-40B4-BE49-F238E27FC236}">
                  <a16:creationId xmlns:a16="http://schemas.microsoft.com/office/drawing/2014/main" id="{B91773C2-FE45-4A9E-14E2-C28344B96772}"/>
                </a:ext>
              </a:extLst>
            </p:cNvPr>
            <p:cNvSpPr/>
            <p:nvPr/>
          </p:nvSpPr>
          <p:spPr>
            <a:xfrm>
              <a:off x="24481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1" name="pg61">
              <a:extLst>
                <a:ext uri="{FF2B5EF4-FFF2-40B4-BE49-F238E27FC236}">
                  <a16:creationId xmlns:a16="http://schemas.microsoft.com/office/drawing/2014/main" id="{6A514144-76F9-1DA8-06E2-C3178E73DC79}"/>
                </a:ext>
              </a:extLst>
            </p:cNvPr>
            <p:cNvSpPr/>
            <p:nvPr/>
          </p:nvSpPr>
          <p:spPr>
            <a:xfrm>
              <a:off x="4427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2" name="pg62">
              <a:extLst>
                <a:ext uri="{FF2B5EF4-FFF2-40B4-BE49-F238E27FC236}">
                  <a16:creationId xmlns:a16="http://schemas.microsoft.com/office/drawing/2014/main" id="{001A53DC-5585-881F-46B8-E75B9639B4D6}"/>
                </a:ext>
              </a:extLst>
            </p:cNvPr>
            <p:cNvSpPr/>
            <p:nvPr/>
          </p:nvSpPr>
          <p:spPr>
            <a:xfrm>
              <a:off x="29900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3" name="pg63">
              <a:extLst>
                <a:ext uri="{FF2B5EF4-FFF2-40B4-BE49-F238E27FC236}">
                  <a16:creationId xmlns:a16="http://schemas.microsoft.com/office/drawing/2014/main" id="{F3B7DDA6-FE09-9D1E-D4F8-7FFB9E6CAF5E}"/>
                </a:ext>
              </a:extLst>
            </p:cNvPr>
            <p:cNvSpPr/>
            <p:nvPr/>
          </p:nvSpPr>
          <p:spPr>
            <a:xfrm>
              <a:off x="4428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4" name="pg64">
              <a:extLst>
                <a:ext uri="{FF2B5EF4-FFF2-40B4-BE49-F238E27FC236}">
                  <a16:creationId xmlns:a16="http://schemas.microsoft.com/office/drawing/2014/main" id="{C53E0E2F-BD06-BB6A-6AFA-19A628D97F0D}"/>
                </a:ext>
              </a:extLst>
            </p:cNvPr>
            <p:cNvSpPr/>
            <p:nvPr/>
          </p:nvSpPr>
          <p:spPr>
            <a:xfrm>
              <a:off x="31602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5" name="pg65">
              <a:extLst>
                <a:ext uri="{FF2B5EF4-FFF2-40B4-BE49-F238E27FC236}">
                  <a16:creationId xmlns:a16="http://schemas.microsoft.com/office/drawing/2014/main" id="{DE50EE9A-7826-BACE-01E0-F2A788FAA3BA}"/>
                </a:ext>
              </a:extLst>
            </p:cNvPr>
            <p:cNvSpPr/>
            <p:nvPr/>
          </p:nvSpPr>
          <p:spPr>
            <a:xfrm>
              <a:off x="442462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6" name="pg66">
              <a:extLst>
                <a:ext uri="{FF2B5EF4-FFF2-40B4-BE49-F238E27FC236}">
                  <a16:creationId xmlns:a16="http://schemas.microsoft.com/office/drawing/2014/main" id="{E1D699BA-822B-10B5-BB3D-4017402642ED}"/>
                </a:ext>
              </a:extLst>
            </p:cNvPr>
            <p:cNvSpPr/>
            <p:nvPr/>
          </p:nvSpPr>
          <p:spPr>
            <a:xfrm>
              <a:off x="23729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7" name="pg67">
              <a:extLst>
                <a:ext uri="{FF2B5EF4-FFF2-40B4-BE49-F238E27FC236}">
                  <a16:creationId xmlns:a16="http://schemas.microsoft.com/office/drawing/2014/main" id="{1B1E7A24-EDD4-F92B-2313-66ECE8DAA286}"/>
                </a:ext>
              </a:extLst>
            </p:cNvPr>
            <p:cNvSpPr/>
            <p:nvPr/>
          </p:nvSpPr>
          <p:spPr>
            <a:xfrm>
              <a:off x="45147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8" name="pg68">
              <a:extLst>
                <a:ext uri="{FF2B5EF4-FFF2-40B4-BE49-F238E27FC236}">
                  <a16:creationId xmlns:a16="http://schemas.microsoft.com/office/drawing/2014/main" id="{CA4B0901-B2CA-6807-6070-8B8591C46C8F}"/>
                </a:ext>
              </a:extLst>
            </p:cNvPr>
            <p:cNvSpPr/>
            <p:nvPr/>
          </p:nvSpPr>
          <p:spPr>
            <a:xfrm>
              <a:off x="43575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9" name="pg69">
              <a:extLst>
                <a:ext uri="{FF2B5EF4-FFF2-40B4-BE49-F238E27FC236}">
                  <a16:creationId xmlns:a16="http://schemas.microsoft.com/office/drawing/2014/main" id="{C630A29A-66C6-F22B-AA4E-9D8AA64E478F}"/>
                </a:ext>
              </a:extLst>
            </p:cNvPr>
            <p:cNvSpPr/>
            <p:nvPr/>
          </p:nvSpPr>
          <p:spPr>
            <a:xfrm>
              <a:off x="35725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0" name="pt70">
              <a:extLst>
                <a:ext uri="{FF2B5EF4-FFF2-40B4-BE49-F238E27FC236}">
                  <a16:creationId xmlns:a16="http://schemas.microsoft.com/office/drawing/2014/main" id="{A5DADA8A-7CEA-A6E6-DB78-3BDBCC533AE4}"/>
                </a:ext>
              </a:extLst>
            </p:cNvPr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1" name="pt71">
              <a:extLst>
                <a:ext uri="{FF2B5EF4-FFF2-40B4-BE49-F238E27FC236}">
                  <a16:creationId xmlns:a16="http://schemas.microsoft.com/office/drawing/2014/main" id="{1ABF209F-C6A8-E586-E833-45AB39F985F1}"/>
                </a:ext>
              </a:extLst>
            </p:cNvPr>
            <p:cNvSpPr/>
            <p:nvPr/>
          </p:nvSpPr>
          <p:spPr>
            <a:xfrm>
              <a:off x="30713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2" name="pt72">
              <a:extLst>
                <a:ext uri="{FF2B5EF4-FFF2-40B4-BE49-F238E27FC236}">
                  <a16:creationId xmlns:a16="http://schemas.microsoft.com/office/drawing/2014/main" id="{CB570A78-D360-F4F0-CDB8-33EA83E71252}"/>
                </a:ext>
              </a:extLst>
            </p:cNvPr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3" name="pt73">
              <a:extLst>
                <a:ext uri="{FF2B5EF4-FFF2-40B4-BE49-F238E27FC236}">
                  <a16:creationId xmlns:a16="http://schemas.microsoft.com/office/drawing/2014/main" id="{98F1CB33-B5DD-04B2-C429-67F505EAB96E}"/>
                </a:ext>
              </a:extLst>
            </p:cNvPr>
            <p:cNvSpPr/>
            <p:nvPr/>
          </p:nvSpPr>
          <p:spPr>
            <a:xfrm>
              <a:off x="28248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4" name="pt74">
              <a:extLst>
                <a:ext uri="{FF2B5EF4-FFF2-40B4-BE49-F238E27FC236}">
                  <a16:creationId xmlns:a16="http://schemas.microsoft.com/office/drawing/2014/main" id="{EB133E4F-86C1-13E1-2E04-AE3400CCE3A3}"/>
                </a:ext>
              </a:extLst>
            </p:cNvPr>
            <p:cNvSpPr/>
            <p:nvPr/>
          </p:nvSpPr>
          <p:spPr>
            <a:xfrm>
              <a:off x="4458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5" name="pt75">
              <a:extLst>
                <a:ext uri="{FF2B5EF4-FFF2-40B4-BE49-F238E27FC236}">
                  <a16:creationId xmlns:a16="http://schemas.microsoft.com/office/drawing/2014/main" id="{6E2A82C3-CDC2-27D8-5009-70B59EFB26E6}"/>
                </a:ext>
              </a:extLst>
            </p:cNvPr>
            <p:cNvSpPr/>
            <p:nvPr/>
          </p:nvSpPr>
          <p:spPr>
            <a:xfrm>
              <a:off x="4551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6" name="pt76">
              <a:extLst>
                <a:ext uri="{FF2B5EF4-FFF2-40B4-BE49-F238E27FC236}">
                  <a16:creationId xmlns:a16="http://schemas.microsoft.com/office/drawing/2014/main" id="{4661BF99-3660-B405-887A-B7D16EE8549D}"/>
                </a:ext>
              </a:extLst>
            </p:cNvPr>
            <p:cNvSpPr/>
            <p:nvPr/>
          </p:nvSpPr>
          <p:spPr>
            <a:xfrm>
              <a:off x="47599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7" name="pt77">
              <a:extLst>
                <a:ext uri="{FF2B5EF4-FFF2-40B4-BE49-F238E27FC236}">
                  <a16:creationId xmlns:a16="http://schemas.microsoft.com/office/drawing/2014/main" id="{3F0EF440-4D4B-D9A4-228C-28D3826099FE}"/>
                </a:ext>
              </a:extLst>
            </p:cNvPr>
            <p:cNvSpPr/>
            <p:nvPr/>
          </p:nvSpPr>
          <p:spPr>
            <a:xfrm>
              <a:off x="224790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8" name="pt78">
              <a:extLst>
                <a:ext uri="{FF2B5EF4-FFF2-40B4-BE49-F238E27FC236}">
                  <a16:creationId xmlns:a16="http://schemas.microsoft.com/office/drawing/2014/main" id="{45C1B022-6319-52B0-C5BC-BCD2233657BB}"/>
                </a:ext>
              </a:extLst>
            </p:cNvPr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9" name="pt79">
              <a:extLst>
                <a:ext uri="{FF2B5EF4-FFF2-40B4-BE49-F238E27FC236}">
                  <a16:creationId xmlns:a16="http://schemas.microsoft.com/office/drawing/2014/main" id="{76BFE902-1986-11CA-7EC8-E689310A6D6D}"/>
                </a:ext>
              </a:extLst>
            </p:cNvPr>
            <p:cNvSpPr/>
            <p:nvPr/>
          </p:nvSpPr>
          <p:spPr>
            <a:xfrm>
              <a:off x="3675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0" name="pt80">
              <a:extLst>
                <a:ext uri="{FF2B5EF4-FFF2-40B4-BE49-F238E27FC236}">
                  <a16:creationId xmlns:a16="http://schemas.microsoft.com/office/drawing/2014/main" id="{61B4A42C-2BDF-9833-3F20-1828214D6CFC}"/>
                </a:ext>
              </a:extLst>
            </p:cNvPr>
            <p:cNvSpPr/>
            <p:nvPr/>
          </p:nvSpPr>
          <p:spPr>
            <a:xfrm>
              <a:off x="49759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1" name="pt81">
              <a:extLst>
                <a:ext uri="{FF2B5EF4-FFF2-40B4-BE49-F238E27FC236}">
                  <a16:creationId xmlns:a16="http://schemas.microsoft.com/office/drawing/2014/main" id="{BEF7A518-BD9F-9089-FD43-A9084B49EF62}"/>
                </a:ext>
              </a:extLst>
            </p:cNvPr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2" name="pt82">
              <a:extLst>
                <a:ext uri="{FF2B5EF4-FFF2-40B4-BE49-F238E27FC236}">
                  <a16:creationId xmlns:a16="http://schemas.microsoft.com/office/drawing/2014/main" id="{B0DE7654-6292-2AD5-4D94-48FA35A6A00C}"/>
                </a:ext>
              </a:extLst>
            </p:cNvPr>
            <p:cNvSpPr/>
            <p:nvPr/>
          </p:nvSpPr>
          <p:spPr>
            <a:xfrm>
              <a:off x="54640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3" name="pt83">
              <a:extLst>
                <a:ext uri="{FF2B5EF4-FFF2-40B4-BE49-F238E27FC236}">
                  <a16:creationId xmlns:a16="http://schemas.microsoft.com/office/drawing/2014/main" id="{EFDEA664-3672-5B87-0077-696452D12CA7}"/>
                </a:ext>
              </a:extLst>
            </p:cNvPr>
            <p:cNvSpPr/>
            <p:nvPr/>
          </p:nvSpPr>
          <p:spPr>
            <a:xfrm>
              <a:off x="36682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4" name="pt84">
              <a:extLst>
                <a:ext uri="{FF2B5EF4-FFF2-40B4-BE49-F238E27FC236}">
                  <a16:creationId xmlns:a16="http://schemas.microsoft.com/office/drawing/2014/main" id="{8B850BD5-30A8-2991-3F28-7993A191F65F}"/>
                </a:ext>
              </a:extLst>
            </p:cNvPr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5" name="pt85">
              <a:extLst>
                <a:ext uri="{FF2B5EF4-FFF2-40B4-BE49-F238E27FC236}">
                  <a16:creationId xmlns:a16="http://schemas.microsoft.com/office/drawing/2014/main" id="{DC5DD5CD-5ADA-A2FD-C216-59A98FF8349E}"/>
                </a:ext>
              </a:extLst>
            </p:cNvPr>
            <p:cNvSpPr/>
            <p:nvPr/>
          </p:nvSpPr>
          <p:spPr>
            <a:xfrm>
              <a:off x="522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6" name="pt86">
              <a:extLst>
                <a:ext uri="{FF2B5EF4-FFF2-40B4-BE49-F238E27FC236}">
                  <a16:creationId xmlns:a16="http://schemas.microsoft.com/office/drawing/2014/main" id="{A5704E22-5C65-340D-1970-748E06F529BA}"/>
                </a:ext>
              </a:extLst>
            </p:cNvPr>
            <p:cNvSpPr/>
            <p:nvPr/>
          </p:nvSpPr>
          <p:spPr>
            <a:xfrm>
              <a:off x="28253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7" name="pt87">
              <a:extLst>
                <a:ext uri="{FF2B5EF4-FFF2-40B4-BE49-F238E27FC236}">
                  <a16:creationId xmlns:a16="http://schemas.microsoft.com/office/drawing/2014/main" id="{0C57E850-36F3-155D-5C9C-92F53AD3CDE4}"/>
                </a:ext>
              </a:extLst>
            </p:cNvPr>
            <p:cNvSpPr/>
            <p:nvPr/>
          </p:nvSpPr>
          <p:spPr>
            <a:xfrm>
              <a:off x="46571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8" name="pt88">
              <a:extLst>
                <a:ext uri="{FF2B5EF4-FFF2-40B4-BE49-F238E27FC236}">
                  <a16:creationId xmlns:a16="http://schemas.microsoft.com/office/drawing/2014/main" id="{E93B4A89-46C6-267C-1234-BC6FBCA69696}"/>
                </a:ext>
              </a:extLst>
            </p:cNvPr>
            <p:cNvSpPr/>
            <p:nvPr/>
          </p:nvSpPr>
          <p:spPr>
            <a:xfrm>
              <a:off x="45514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9" name="pt89">
              <a:extLst>
                <a:ext uri="{FF2B5EF4-FFF2-40B4-BE49-F238E27FC236}">
                  <a16:creationId xmlns:a16="http://schemas.microsoft.com/office/drawing/2014/main" id="{BCBB31F5-119E-56BD-4C85-3F19B09BA9A3}"/>
                </a:ext>
              </a:extLst>
            </p:cNvPr>
            <p:cNvSpPr/>
            <p:nvPr/>
          </p:nvSpPr>
          <p:spPr>
            <a:xfrm>
              <a:off x="3691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0" name="pt90">
              <a:extLst>
                <a:ext uri="{FF2B5EF4-FFF2-40B4-BE49-F238E27FC236}">
                  <a16:creationId xmlns:a16="http://schemas.microsoft.com/office/drawing/2014/main" id="{ED557274-475D-E442-394F-40C771185943}"/>
                </a:ext>
              </a:extLst>
            </p:cNvPr>
            <p:cNvSpPr/>
            <p:nvPr/>
          </p:nvSpPr>
          <p:spPr>
            <a:xfrm>
              <a:off x="47836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1" name="pt91">
              <a:extLst>
                <a:ext uri="{FF2B5EF4-FFF2-40B4-BE49-F238E27FC236}">
                  <a16:creationId xmlns:a16="http://schemas.microsoft.com/office/drawing/2014/main" id="{840EB2F4-8FA2-F34B-F919-D56DDF3956F5}"/>
                </a:ext>
              </a:extLst>
            </p:cNvPr>
            <p:cNvSpPr/>
            <p:nvPr/>
          </p:nvSpPr>
          <p:spPr>
            <a:xfrm>
              <a:off x="4854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2" name="pt92">
              <a:extLst>
                <a:ext uri="{FF2B5EF4-FFF2-40B4-BE49-F238E27FC236}">
                  <a16:creationId xmlns:a16="http://schemas.microsoft.com/office/drawing/2014/main" id="{D17B604F-94CE-F2BB-00DA-E9EC4DCE8630}"/>
                </a:ext>
              </a:extLst>
            </p:cNvPr>
            <p:cNvSpPr/>
            <p:nvPr/>
          </p:nvSpPr>
          <p:spPr>
            <a:xfrm>
              <a:off x="31197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3" name="pt93">
              <a:extLst>
                <a:ext uri="{FF2B5EF4-FFF2-40B4-BE49-F238E27FC236}">
                  <a16:creationId xmlns:a16="http://schemas.microsoft.com/office/drawing/2014/main" id="{5E7FF55A-9256-1B9B-779E-0A3E7D913E42}"/>
                </a:ext>
              </a:extLst>
            </p:cNvPr>
            <p:cNvSpPr/>
            <p:nvPr/>
          </p:nvSpPr>
          <p:spPr>
            <a:xfrm>
              <a:off x="47201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4" name="pt94">
              <a:extLst>
                <a:ext uri="{FF2B5EF4-FFF2-40B4-BE49-F238E27FC236}">
                  <a16:creationId xmlns:a16="http://schemas.microsoft.com/office/drawing/2014/main" id="{E68E91F7-E7A1-6FD7-407B-8E6D8B9B3D16}"/>
                </a:ext>
              </a:extLst>
            </p:cNvPr>
            <p:cNvSpPr/>
            <p:nvPr/>
          </p:nvSpPr>
          <p:spPr>
            <a:xfrm>
              <a:off x="40894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5" name="pt95">
              <a:extLst>
                <a:ext uri="{FF2B5EF4-FFF2-40B4-BE49-F238E27FC236}">
                  <a16:creationId xmlns:a16="http://schemas.microsoft.com/office/drawing/2014/main" id="{0E5804B4-04E4-40E5-F46F-14C5979C975B}"/>
                </a:ext>
              </a:extLst>
            </p:cNvPr>
            <p:cNvSpPr/>
            <p:nvPr/>
          </p:nvSpPr>
          <p:spPr>
            <a:xfrm>
              <a:off x="39368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6" name="pt96">
              <a:extLst>
                <a:ext uri="{FF2B5EF4-FFF2-40B4-BE49-F238E27FC236}">
                  <a16:creationId xmlns:a16="http://schemas.microsoft.com/office/drawing/2014/main" id="{1DEAD195-366D-D823-3197-48F2D65D8313}"/>
                </a:ext>
              </a:extLst>
            </p:cNvPr>
            <p:cNvSpPr/>
            <p:nvPr/>
          </p:nvSpPr>
          <p:spPr>
            <a:xfrm>
              <a:off x="37017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7" name="pt97">
              <a:extLst>
                <a:ext uri="{FF2B5EF4-FFF2-40B4-BE49-F238E27FC236}">
                  <a16:creationId xmlns:a16="http://schemas.microsoft.com/office/drawing/2014/main" id="{31FC2162-EE89-027E-1824-C24FC506D30F}"/>
                </a:ext>
              </a:extLst>
            </p:cNvPr>
            <p:cNvSpPr/>
            <p:nvPr/>
          </p:nvSpPr>
          <p:spPr>
            <a:xfrm>
              <a:off x="41681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8" name="pt98">
              <a:extLst>
                <a:ext uri="{FF2B5EF4-FFF2-40B4-BE49-F238E27FC236}">
                  <a16:creationId xmlns:a16="http://schemas.microsoft.com/office/drawing/2014/main" id="{D029C617-AA26-C7F0-A0E8-65D4F685D0E2}"/>
                </a:ext>
              </a:extLst>
            </p:cNvPr>
            <p:cNvSpPr/>
            <p:nvPr/>
          </p:nvSpPr>
          <p:spPr>
            <a:xfrm>
              <a:off x="238604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9" name="pt99">
              <a:extLst>
                <a:ext uri="{FF2B5EF4-FFF2-40B4-BE49-F238E27FC236}">
                  <a16:creationId xmlns:a16="http://schemas.microsoft.com/office/drawing/2014/main" id="{ED48BE0E-9C9A-AED6-791B-718A6EEFE8EB}"/>
                </a:ext>
              </a:extLst>
            </p:cNvPr>
            <p:cNvSpPr/>
            <p:nvPr/>
          </p:nvSpPr>
          <p:spPr>
            <a:xfrm>
              <a:off x="374023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0" name="pt100">
              <a:extLst>
                <a:ext uri="{FF2B5EF4-FFF2-40B4-BE49-F238E27FC236}">
                  <a16:creationId xmlns:a16="http://schemas.microsoft.com/office/drawing/2014/main" id="{1758EC69-347A-B959-46AD-5FBB9FDFD3EB}"/>
                </a:ext>
              </a:extLst>
            </p:cNvPr>
            <p:cNvSpPr/>
            <p:nvPr/>
          </p:nvSpPr>
          <p:spPr>
            <a:xfrm>
              <a:off x="46284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1" name="pt101">
              <a:extLst>
                <a:ext uri="{FF2B5EF4-FFF2-40B4-BE49-F238E27FC236}">
                  <a16:creationId xmlns:a16="http://schemas.microsoft.com/office/drawing/2014/main" id="{D84C170B-F081-D13E-C7E3-5910C521C18B}"/>
                </a:ext>
              </a:extLst>
            </p:cNvPr>
            <p:cNvSpPr/>
            <p:nvPr/>
          </p:nvSpPr>
          <p:spPr>
            <a:xfrm>
              <a:off x="46283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2" name="pt102">
              <a:extLst>
                <a:ext uri="{FF2B5EF4-FFF2-40B4-BE49-F238E27FC236}">
                  <a16:creationId xmlns:a16="http://schemas.microsoft.com/office/drawing/2014/main" id="{0FC5A26A-BC3D-2A97-3D4F-D3C3B0700CEB}"/>
                </a:ext>
              </a:extLst>
            </p:cNvPr>
            <p:cNvSpPr/>
            <p:nvPr/>
          </p:nvSpPr>
          <p:spPr>
            <a:xfrm>
              <a:off x="31197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3" name="pt103">
              <a:extLst>
                <a:ext uri="{FF2B5EF4-FFF2-40B4-BE49-F238E27FC236}">
                  <a16:creationId xmlns:a16="http://schemas.microsoft.com/office/drawing/2014/main" id="{D2F2034F-486E-6776-9224-042426B507CB}"/>
                </a:ext>
              </a:extLst>
            </p:cNvPr>
            <p:cNvSpPr/>
            <p:nvPr/>
          </p:nvSpPr>
          <p:spPr>
            <a:xfrm>
              <a:off x="23886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4" name="pt104">
              <a:extLst>
                <a:ext uri="{FF2B5EF4-FFF2-40B4-BE49-F238E27FC236}">
                  <a16:creationId xmlns:a16="http://schemas.microsoft.com/office/drawing/2014/main" id="{654B7964-4811-4EE2-37A7-FE1D941D7FF3}"/>
                </a:ext>
              </a:extLst>
            </p:cNvPr>
            <p:cNvSpPr/>
            <p:nvPr/>
          </p:nvSpPr>
          <p:spPr>
            <a:xfrm>
              <a:off x="412505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5" name="pt105">
              <a:extLst>
                <a:ext uri="{FF2B5EF4-FFF2-40B4-BE49-F238E27FC236}">
                  <a16:creationId xmlns:a16="http://schemas.microsoft.com/office/drawing/2014/main" id="{0CE637DC-82DA-4EAA-94B5-E184DEEAD807}"/>
                </a:ext>
              </a:extLst>
            </p:cNvPr>
            <p:cNvSpPr/>
            <p:nvPr/>
          </p:nvSpPr>
          <p:spPr>
            <a:xfrm>
              <a:off x="49243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6" name="pt106">
              <a:extLst>
                <a:ext uri="{FF2B5EF4-FFF2-40B4-BE49-F238E27FC236}">
                  <a16:creationId xmlns:a16="http://schemas.microsoft.com/office/drawing/2014/main" id="{36DF0514-A92C-B09B-3FC2-96253CBC7EAC}"/>
                </a:ext>
              </a:extLst>
            </p:cNvPr>
            <p:cNvSpPr/>
            <p:nvPr/>
          </p:nvSpPr>
          <p:spPr>
            <a:xfrm>
              <a:off x="2249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7" name="pt107">
              <a:extLst>
                <a:ext uri="{FF2B5EF4-FFF2-40B4-BE49-F238E27FC236}">
                  <a16:creationId xmlns:a16="http://schemas.microsoft.com/office/drawing/2014/main" id="{4DBCC61C-DDAF-269A-3EB2-776CF5088C0B}"/>
                </a:ext>
              </a:extLst>
            </p:cNvPr>
            <p:cNvSpPr/>
            <p:nvPr/>
          </p:nvSpPr>
          <p:spPr>
            <a:xfrm>
              <a:off x="495086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8" name="pt108">
              <a:extLst>
                <a:ext uri="{FF2B5EF4-FFF2-40B4-BE49-F238E27FC236}">
                  <a16:creationId xmlns:a16="http://schemas.microsoft.com/office/drawing/2014/main" id="{C87D18EA-C051-3D37-84B9-C29FA29BF3AB}"/>
                </a:ext>
              </a:extLst>
            </p:cNvPr>
            <p:cNvSpPr/>
            <p:nvPr/>
          </p:nvSpPr>
          <p:spPr>
            <a:xfrm>
              <a:off x="41287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9" name="pt109">
              <a:extLst>
                <a:ext uri="{FF2B5EF4-FFF2-40B4-BE49-F238E27FC236}">
                  <a16:creationId xmlns:a16="http://schemas.microsoft.com/office/drawing/2014/main" id="{D6C4C00C-A321-C36E-8E59-5899A483C71E}"/>
                </a:ext>
              </a:extLst>
            </p:cNvPr>
            <p:cNvSpPr/>
            <p:nvPr/>
          </p:nvSpPr>
          <p:spPr>
            <a:xfrm>
              <a:off x="48380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0" name="pt110">
              <a:extLst>
                <a:ext uri="{FF2B5EF4-FFF2-40B4-BE49-F238E27FC236}">
                  <a16:creationId xmlns:a16="http://schemas.microsoft.com/office/drawing/2014/main" id="{4DCFA5B1-2D04-B8F2-D2C5-9B664D25A2CF}"/>
                </a:ext>
              </a:extLst>
            </p:cNvPr>
            <p:cNvSpPr/>
            <p:nvPr/>
          </p:nvSpPr>
          <p:spPr>
            <a:xfrm>
              <a:off x="226084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1" name="pt111">
              <a:extLst>
                <a:ext uri="{FF2B5EF4-FFF2-40B4-BE49-F238E27FC236}">
                  <a16:creationId xmlns:a16="http://schemas.microsoft.com/office/drawing/2014/main" id="{6F00659B-27F6-5024-805B-FA7DCD82E3B3}"/>
                </a:ext>
              </a:extLst>
            </p:cNvPr>
            <p:cNvSpPr/>
            <p:nvPr/>
          </p:nvSpPr>
          <p:spPr>
            <a:xfrm>
              <a:off x="4458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2" name="pt112">
              <a:extLst>
                <a:ext uri="{FF2B5EF4-FFF2-40B4-BE49-F238E27FC236}">
                  <a16:creationId xmlns:a16="http://schemas.microsoft.com/office/drawing/2014/main" id="{C340FFB0-1603-6C79-6E29-ABD6F6EE4D23}"/>
                </a:ext>
              </a:extLst>
            </p:cNvPr>
            <p:cNvSpPr/>
            <p:nvPr/>
          </p:nvSpPr>
          <p:spPr>
            <a:xfrm>
              <a:off x="22594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3" name="pt113">
              <a:extLst>
                <a:ext uri="{FF2B5EF4-FFF2-40B4-BE49-F238E27FC236}">
                  <a16:creationId xmlns:a16="http://schemas.microsoft.com/office/drawing/2014/main" id="{5FD1DCD6-90BB-9681-23A3-341180B0D536}"/>
                </a:ext>
              </a:extLst>
            </p:cNvPr>
            <p:cNvSpPr/>
            <p:nvPr/>
          </p:nvSpPr>
          <p:spPr>
            <a:xfrm>
              <a:off x="547760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4" name="pt114">
              <a:extLst>
                <a:ext uri="{FF2B5EF4-FFF2-40B4-BE49-F238E27FC236}">
                  <a16:creationId xmlns:a16="http://schemas.microsoft.com/office/drawing/2014/main" id="{51DFF091-0D28-0396-CD2A-E038D517E620}"/>
                </a:ext>
              </a:extLst>
            </p:cNvPr>
            <p:cNvSpPr/>
            <p:nvPr/>
          </p:nvSpPr>
          <p:spPr>
            <a:xfrm>
              <a:off x="4953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5" name="pt115">
              <a:extLst>
                <a:ext uri="{FF2B5EF4-FFF2-40B4-BE49-F238E27FC236}">
                  <a16:creationId xmlns:a16="http://schemas.microsoft.com/office/drawing/2014/main" id="{600AAEC6-71E4-FCE7-CAFA-6D5387898EBB}"/>
                </a:ext>
              </a:extLst>
            </p:cNvPr>
            <p:cNvSpPr/>
            <p:nvPr/>
          </p:nvSpPr>
          <p:spPr>
            <a:xfrm>
              <a:off x="369612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6" name="pt116">
              <a:extLst>
                <a:ext uri="{FF2B5EF4-FFF2-40B4-BE49-F238E27FC236}">
                  <a16:creationId xmlns:a16="http://schemas.microsoft.com/office/drawing/2014/main" id="{43995CE4-5EDA-3946-5BF7-319516DADBEB}"/>
                </a:ext>
              </a:extLst>
            </p:cNvPr>
            <p:cNvSpPr/>
            <p:nvPr/>
          </p:nvSpPr>
          <p:spPr>
            <a:xfrm>
              <a:off x="500561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7" name="pt117">
              <a:extLst>
                <a:ext uri="{FF2B5EF4-FFF2-40B4-BE49-F238E27FC236}">
                  <a16:creationId xmlns:a16="http://schemas.microsoft.com/office/drawing/2014/main" id="{8CC62569-9EC8-5A79-78C2-84838783390D}"/>
                </a:ext>
              </a:extLst>
            </p:cNvPr>
            <p:cNvSpPr/>
            <p:nvPr/>
          </p:nvSpPr>
          <p:spPr>
            <a:xfrm>
              <a:off x="4912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8" name="pg118">
              <a:extLst>
                <a:ext uri="{FF2B5EF4-FFF2-40B4-BE49-F238E27FC236}">
                  <a16:creationId xmlns:a16="http://schemas.microsoft.com/office/drawing/2014/main" id="{4D59F4D0-258C-69AD-7A6D-9BFBE9E28163}"/>
                </a:ext>
              </a:extLst>
            </p:cNvPr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9" name="pg119">
              <a:extLst>
                <a:ext uri="{FF2B5EF4-FFF2-40B4-BE49-F238E27FC236}">
                  <a16:creationId xmlns:a16="http://schemas.microsoft.com/office/drawing/2014/main" id="{059DF1C7-EAFE-2692-979D-37667FF1D0A1}"/>
                </a:ext>
              </a:extLst>
            </p:cNvPr>
            <p:cNvSpPr/>
            <p:nvPr/>
          </p:nvSpPr>
          <p:spPr>
            <a:xfrm>
              <a:off x="430871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0" name="pg120">
              <a:extLst>
                <a:ext uri="{FF2B5EF4-FFF2-40B4-BE49-F238E27FC236}">
                  <a16:creationId xmlns:a16="http://schemas.microsoft.com/office/drawing/2014/main" id="{DE3BE24B-6965-49D2-53DD-D658D4B533C9}"/>
                </a:ext>
              </a:extLst>
            </p:cNvPr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1" name="pg121">
              <a:extLst>
                <a:ext uri="{FF2B5EF4-FFF2-40B4-BE49-F238E27FC236}">
                  <a16:creationId xmlns:a16="http://schemas.microsoft.com/office/drawing/2014/main" id="{596EE6C6-3DC1-D9D2-20E0-77C7BACFAE67}"/>
                </a:ext>
              </a:extLst>
            </p:cNvPr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2" name="pg122">
              <a:extLst>
                <a:ext uri="{FF2B5EF4-FFF2-40B4-BE49-F238E27FC236}">
                  <a16:creationId xmlns:a16="http://schemas.microsoft.com/office/drawing/2014/main" id="{0FD677E5-B2F6-A63F-565A-1F068AB05E57}"/>
                </a:ext>
              </a:extLst>
            </p:cNvPr>
            <p:cNvSpPr/>
            <p:nvPr/>
          </p:nvSpPr>
          <p:spPr>
            <a:xfrm>
              <a:off x="23346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3" name="pg123">
              <a:extLst>
                <a:ext uri="{FF2B5EF4-FFF2-40B4-BE49-F238E27FC236}">
                  <a16:creationId xmlns:a16="http://schemas.microsoft.com/office/drawing/2014/main" id="{757F8039-C884-DA98-498F-CB49FAE678B1}"/>
                </a:ext>
              </a:extLst>
            </p:cNvPr>
            <p:cNvSpPr/>
            <p:nvPr/>
          </p:nvSpPr>
          <p:spPr>
            <a:xfrm>
              <a:off x="34909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4" name="pg124">
              <a:extLst>
                <a:ext uri="{FF2B5EF4-FFF2-40B4-BE49-F238E27FC236}">
                  <a16:creationId xmlns:a16="http://schemas.microsoft.com/office/drawing/2014/main" id="{DABDF810-4A18-BB6F-7073-9BA74992C1C9}"/>
                </a:ext>
              </a:extLst>
            </p:cNvPr>
            <p:cNvSpPr/>
            <p:nvPr/>
          </p:nvSpPr>
          <p:spPr>
            <a:xfrm>
              <a:off x="43970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5" name="pg125">
              <a:extLst>
                <a:ext uri="{FF2B5EF4-FFF2-40B4-BE49-F238E27FC236}">
                  <a16:creationId xmlns:a16="http://schemas.microsoft.com/office/drawing/2014/main" id="{E4D7387A-33D1-5E01-8D96-6C1C04614157}"/>
                </a:ext>
              </a:extLst>
            </p:cNvPr>
            <p:cNvSpPr/>
            <p:nvPr/>
          </p:nvSpPr>
          <p:spPr>
            <a:xfrm>
              <a:off x="4329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6" name="pg126">
              <a:extLst>
                <a:ext uri="{FF2B5EF4-FFF2-40B4-BE49-F238E27FC236}">
                  <a16:creationId xmlns:a16="http://schemas.microsoft.com/office/drawing/2014/main" id="{D99A7054-D43A-9F1C-3B9C-41D71D81B543}"/>
                </a:ext>
              </a:extLst>
            </p:cNvPr>
            <p:cNvSpPr/>
            <p:nvPr/>
          </p:nvSpPr>
          <p:spPr>
            <a:xfrm>
              <a:off x="3140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7" name="pg127">
              <a:extLst>
                <a:ext uri="{FF2B5EF4-FFF2-40B4-BE49-F238E27FC236}">
                  <a16:creationId xmlns:a16="http://schemas.microsoft.com/office/drawing/2014/main" id="{C5DEFE7A-37BC-B1F1-6C07-168F6E377C54}"/>
                </a:ext>
              </a:extLst>
            </p:cNvPr>
            <p:cNvSpPr/>
            <p:nvPr/>
          </p:nvSpPr>
          <p:spPr>
            <a:xfrm>
              <a:off x="241289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8" name="pg128">
              <a:extLst>
                <a:ext uri="{FF2B5EF4-FFF2-40B4-BE49-F238E27FC236}">
                  <a16:creationId xmlns:a16="http://schemas.microsoft.com/office/drawing/2014/main" id="{80CB9CB6-3883-C5FB-3192-B6304288E92A}"/>
                </a:ext>
              </a:extLst>
            </p:cNvPr>
            <p:cNvSpPr/>
            <p:nvPr/>
          </p:nvSpPr>
          <p:spPr>
            <a:xfrm>
              <a:off x="35349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9" name="pg129">
              <a:extLst>
                <a:ext uri="{FF2B5EF4-FFF2-40B4-BE49-F238E27FC236}">
                  <a16:creationId xmlns:a16="http://schemas.microsoft.com/office/drawing/2014/main" id="{038D7892-B5D6-9DBD-0F16-7B5ED1C7D519}"/>
                </a:ext>
              </a:extLst>
            </p:cNvPr>
            <p:cNvSpPr/>
            <p:nvPr/>
          </p:nvSpPr>
          <p:spPr>
            <a:xfrm>
              <a:off x="271828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0" name="pg130">
              <a:extLst>
                <a:ext uri="{FF2B5EF4-FFF2-40B4-BE49-F238E27FC236}">
                  <a16:creationId xmlns:a16="http://schemas.microsoft.com/office/drawing/2014/main" id="{88016B3A-115E-C884-9E0B-CBAC03BB9417}"/>
                </a:ext>
              </a:extLst>
            </p:cNvPr>
            <p:cNvSpPr/>
            <p:nvPr/>
          </p:nvSpPr>
          <p:spPr>
            <a:xfrm>
              <a:off x="50319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1" name="pg131">
              <a:extLst>
                <a:ext uri="{FF2B5EF4-FFF2-40B4-BE49-F238E27FC236}">
                  <a16:creationId xmlns:a16="http://schemas.microsoft.com/office/drawing/2014/main" id="{128D88AE-B798-FBCE-C816-FE8507F6FEA8}"/>
                </a:ext>
              </a:extLst>
            </p:cNvPr>
            <p:cNvSpPr/>
            <p:nvPr/>
          </p:nvSpPr>
          <p:spPr>
            <a:xfrm>
              <a:off x="44306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2" name="pg132">
              <a:extLst>
                <a:ext uri="{FF2B5EF4-FFF2-40B4-BE49-F238E27FC236}">
                  <a16:creationId xmlns:a16="http://schemas.microsoft.com/office/drawing/2014/main" id="{E7AADC0D-94F2-12E3-109A-EA25DFDD113E}"/>
                </a:ext>
              </a:extLst>
            </p:cNvPr>
            <p:cNvSpPr/>
            <p:nvPr/>
          </p:nvSpPr>
          <p:spPr>
            <a:xfrm>
              <a:off x="449648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3" name="pg133">
              <a:extLst>
                <a:ext uri="{FF2B5EF4-FFF2-40B4-BE49-F238E27FC236}">
                  <a16:creationId xmlns:a16="http://schemas.microsoft.com/office/drawing/2014/main" id="{67C63069-7DEB-803D-B28A-357021694541}"/>
                </a:ext>
              </a:extLst>
            </p:cNvPr>
            <p:cNvSpPr/>
            <p:nvPr/>
          </p:nvSpPr>
          <p:spPr>
            <a:xfrm>
              <a:off x="43980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4" name="pg134">
              <a:extLst>
                <a:ext uri="{FF2B5EF4-FFF2-40B4-BE49-F238E27FC236}">
                  <a16:creationId xmlns:a16="http://schemas.microsoft.com/office/drawing/2014/main" id="{ED289947-3A46-F92F-270B-44F31F1A9AB6}"/>
                </a:ext>
              </a:extLst>
            </p:cNvPr>
            <p:cNvSpPr/>
            <p:nvPr/>
          </p:nvSpPr>
          <p:spPr>
            <a:xfrm>
              <a:off x="49775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5" name="pg135">
              <a:extLst>
                <a:ext uri="{FF2B5EF4-FFF2-40B4-BE49-F238E27FC236}">
                  <a16:creationId xmlns:a16="http://schemas.microsoft.com/office/drawing/2014/main" id="{CC627F49-EDBB-35CC-E8CF-2FAB428D0084}"/>
                </a:ext>
              </a:extLst>
            </p:cNvPr>
            <p:cNvSpPr/>
            <p:nvPr/>
          </p:nvSpPr>
          <p:spPr>
            <a:xfrm>
              <a:off x="3139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6" name="pg136">
              <a:extLst>
                <a:ext uri="{FF2B5EF4-FFF2-40B4-BE49-F238E27FC236}">
                  <a16:creationId xmlns:a16="http://schemas.microsoft.com/office/drawing/2014/main" id="{97B016F5-7AC9-BE5B-5915-0487747D7113}"/>
                </a:ext>
              </a:extLst>
            </p:cNvPr>
            <p:cNvSpPr/>
            <p:nvPr/>
          </p:nvSpPr>
          <p:spPr>
            <a:xfrm>
              <a:off x="29646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7" name="pg137">
              <a:extLst>
                <a:ext uri="{FF2B5EF4-FFF2-40B4-BE49-F238E27FC236}">
                  <a16:creationId xmlns:a16="http://schemas.microsoft.com/office/drawing/2014/main" id="{D2827428-291C-ED9E-BAB8-F18C2590058C}"/>
                </a:ext>
              </a:extLst>
            </p:cNvPr>
            <p:cNvSpPr/>
            <p:nvPr/>
          </p:nvSpPr>
          <p:spPr>
            <a:xfrm>
              <a:off x="354992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8" name="pg138">
              <a:extLst>
                <a:ext uri="{FF2B5EF4-FFF2-40B4-BE49-F238E27FC236}">
                  <a16:creationId xmlns:a16="http://schemas.microsoft.com/office/drawing/2014/main" id="{0EF0AC4A-74F4-F205-9B17-82CBE6C39DA7}"/>
                </a:ext>
              </a:extLst>
            </p:cNvPr>
            <p:cNvSpPr/>
            <p:nvPr/>
          </p:nvSpPr>
          <p:spPr>
            <a:xfrm>
              <a:off x="44667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29" name="pg139">
              <a:extLst>
                <a:ext uri="{FF2B5EF4-FFF2-40B4-BE49-F238E27FC236}">
                  <a16:creationId xmlns:a16="http://schemas.microsoft.com/office/drawing/2014/main" id="{7240E0B0-2282-1524-7535-235D723140E6}"/>
                </a:ext>
              </a:extLst>
            </p:cNvPr>
            <p:cNvSpPr/>
            <p:nvPr/>
          </p:nvSpPr>
          <p:spPr>
            <a:xfrm>
              <a:off x="35239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0" name="pg140">
              <a:extLst>
                <a:ext uri="{FF2B5EF4-FFF2-40B4-BE49-F238E27FC236}">
                  <a16:creationId xmlns:a16="http://schemas.microsoft.com/office/drawing/2014/main" id="{3FFB1416-38FA-CF1A-9EBE-8F93ECADC85F}"/>
                </a:ext>
              </a:extLst>
            </p:cNvPr>
            <p:cNvSpPr/>
            <p:nvPr/>
          </p:nvSpPr>
          <p:spPr>
            <a:xfrm>
              <a:off x="44935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1" name="pg141">
              <a:extLst>
                <a:ext uri="{FF2B5EF4-FFF2-40B4-BE49-F238E27FC236}">
                  <a16:creationId xmlns:a16="http://schemas.microsoft.com/office/drawing/2014/main" id="{A129E277-D848-F58D-1159-4F2DB718DD62}"/>
                </a:ext>
              </a:extLst>
            </p:cNvPr>
            <p:cNvSpPr/>
            <p:nvPr/>
          </p:nvSpPr>
          <p:spPr>
            <a:xfrm>
              <a:off x="2958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2" name="pg142">
              <a:extLst>
                <a:ext uri="{FF2B5EF4-FFF2-40B4-BE49-F238E27FC236}">
                  <a16:creationId xmlns:a16="http://schemas.microsoft.com/office/drawing/2014/main" id="{201F4484-AFEA-5C83-4C52-7436F68228F3}"/>
                </a:ext>
              </a:extLst>
            </p:cNvPr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3" name="pg143">
              <a:extLst>
                <a:ext uri="{FF2B5EF4-FFF2-40B4-BE49-F238E27FC236}">
                  <a16:creationId xmlns:a16="http://schemas.microsoft.com/office/drawing/2014/main" id="{D2434A88-B487-7ABE-06DF-1DD86A8E0E46}"/>
                </a:ext>
              </a:extLst>
            </p:cNvPr>
            <p:cNvSpPr/>
            <p:nvPr/>
          </p:nvSpPr>
          <p:spPr>
            <a:xfrm>
              <a:off x="44021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4" name="pg144">
              <a:extLst>
                <a:ext uri="{FF2B5EF4-FFF2-40B4-BE49-F238E27FC236}">
                  <a16:creationId xmlns:a16="http://schemas.microsoft.com/office/drawing/2014/main" id="{3EA014CE-1BF8-5045-34FA-3AD132AFC64E}"/>
                </a:ext>
              </a:extLst>
            </p:cNvPr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5" name="pg145">
              <a:extLst>
                <a:ext uri="{FF2B5EF4-FFF2-40B4-BE49-F238E27FC236}">
                  <a16:creationId xmlns:a16="http://schemas.microsoft.com/office/drawing/2014/main" id="{CCA127EB-5B15-0994-74A2-B2E680C58F5B}"/>
                </a:ext>
              </a:extLst>
            </p:cNvPr>
            <p:cNvSpPr/>
            <p:nvPr/>
          </p:nvSpPr>
          <p:spPr>
            <a:xfrm>
              <a:off x="291917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6" name="pg146">
              <a:extLst>
                <a:ext uri="{FF2B5EF4-FFF2-40B4-BE49-F238E27FC236}">
                  <a16:creationId xmlns:a16="http://schemas.microsoft.com/office/drawing/2014/main" id="{E78B1096-9AFC-A3F6-D622-4AFA418BCC04}"/>
                </a:ext>
              </a:extLst>
            </p:cNvPr>
            <p:cNvSpPr/>
            <p:nvPr/>
          </p:nvSpPr>
          <p:spPr>
            <a:xfrm>
              <a:off x="4981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7" name="pg147">
              <a:extLst>
                <a:ext uri="{FF2B5EF4-FFF2-40B4-BE49-F238E27FC236}">
                  <a16:creationId xmlns:a16="http://schemas.microsoft.com/office/drawing/2014/main" id="{07A6D40F-A976-36C6-18EE-2663997F25CF}"/>
                </a:ext>
              </a:extLst>
            </p:cNvPr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8" name="pg148">
              <a:extLst>
                <a:ext uri="{FF2B5EF4-FFF2-40B4-BE49-F238E27FC236}">
                  <a16:creationId xmlns:a16="http://schemas.microsoft.com/office/drawing/2014/main" id="{6B5E7CF1-3FFA-B0E7-BB44-E9D81CB1CEE1}"/>
                </a:ext>
              </a:extLst>
            </p:cNvPr>
            <p:cNvSpPr/>
            <p:nvPr/>
          </p:nvSpPr>
          <p:spPr>
            <a:xfrm>
              <a:off x="43112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39" name="pg149">
              <a:extLst>
                <a:ext uri="{FF2B5EF4-FFF2-40B4-BE49-F238E27FC236}">
                  <a16:creationId xmlns:a16="http://schemas.microsoft.com/office/drawing/2014/main" id="{B73E6979-8CF4-95C3-C450-3583C04DEB47}"/>
                </a:ext>
              </a:extLst>
            </p:cNvPr>
            <p:cNvSpPr/>
            <p:nvPr/>
          </p:nvSpPr>
          <p:spPr>
            <a:xfrm>
              <a:off x="27182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0" name="pg150">
              <a:extLst>
                <a:ext uri="{FF2B5EF4-FFF2-40B4-BE49-F238E27FC236}">
                  <a16:creationId xmlns:a16="http://schemas.microsoft.com/office/drawing/2014/main" id="{9137B00F-ACD4-AE7E-8912-A7EDCE6AB2B7}"/>
                </a:ext>
              </a:extLst>
            </p:cNvPr>
            <p:cNvSpPr/>
            <p:nvPr/>
          </p:nvSpPr>
          <p:spPr>
            <a:xfrm>
              <a:off x="45529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1" name="pg151">
              <a:extLst>
                <a:ext uri="{FF2B5EF4-FFF2-40B4-BE49-F238E27FC236}">
                  <a16:creationId xmlns:a16="http://schemas.microsoft.com/office/drawing/2014/main" id="{EA413709-2B0E-3601-49C0-92BAF7C35C16}"/>
                </a:ext>
              </a:extLst>
            </p:cNvPr>
            <p:cNvSpPr/>
            <p:nvPr/>
          </p:nvSpPr>
          <p:spPr>
            <a:xfrm>
              <a:off x="3180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2" name="pg152">
              <a:extLst>
                <a:ext uri="{FF2B5EF4-FFF2-40B4-BE49-F238E27FC236}">
                  <a16:creationId xmlns:a16="http://schemas.microsoft.com/office/drawing/2014/main" id="{D6DAB01B-4729-633B-5118-909E2CF1EB9B}"/>
                </a:ext>
              </a:extLst>
            </p:cNvPr>
            <p:cNvSpPr/>
            <p:nvPr/>
          </p:nvSpPr>
          <p:spPr>
            <a:xfrm>
              <a:off x="31665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3" name="pg153">
              <a:extLst>
                <a:ext uri="{FF2B5EF4-FFF2-40B4-BE49-F238E27FC236}">
                  <a16:creationId xmlns:a16="http://schemas.microsoft.com/office/drawing/2014/main" id="{9B9879A5-47D0-C625-BC02-D179A3255E33}"/>
                </a:ext>
              </a:extLst>
            </p:cNvPr>
            <p:cNvSpPr/>
            <p:nvPr/>
          </p:nvSpPr>
          <p:spPr>
            <a:xfrm>
              <a:off x="44702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4" name="pg154">
              <a:extLst>
                <a:ext uri="{FF2B5EF4-FFF2-40B4-BE49-F238E27FC236}">
                  <a16:creationId xmlns:a16="http://schemas.microsoft.com/office/drawing/2014/main" id="{11E1D5FC-CCFA-BF31-BA40-8C27A72701C4}"/>
                </a:ext>
              </a:extLst>
            </p:cNvPr>
            <p:cNvSpPr/>
            <p:nvPr/>
          </p:nvSpPr>
          <p:spPr>
            <a:xfrm>
              <a:off x="44913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5" name="pg155">
              <a:extLst>
                <a:ext uri="{FF2B5EF4-FFF2-40B4-BE49-F238E27FC236}">
                  <a16:creationId xmlns:a16="http://schemas.microsoft.com/office/drawing/2014/main" id="{0866BFBC-66AD-BDBD-B900-EE777A8324ED}"/>
                </a:ext>
              </a:extLst>
            </p:cNvPr>
            <p:cNvSpPr/>
            <p:nvPr/>
          </p:nvSpPr>
          <p:spPr>
            <a:xfrm>
              <a:off x="24022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6" name="pg156">
              <a:extLst>
                <a:ext uri="{FF2B5EF4-FFF2-40B4-BE49-F238E27FC236}">
                  <a16:creationId xmlns:a16="http://schemas.microsoft.com/office/drawing/2014/main" id="{5DCF4953-6823-464D-A97F-6A2BA844AF48}"/>
                </a:ext>
              </a:extLst>
            </p:cNvPr>
            <p:cNvSpPr/>
            <p:nvPr/>
          </p:nvSpPr>
          <p:spPr>
            <a:xfrm>
              <a:off x="31377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7" name="pg157">
              <a:extLst>
                <a:ext uri="{FF2B5EF4-FFF2-40B4-BE49-F238E27FC236}">
                  <a16:creationId xmlns:a16="http://schemas.microsoft.com/office/drawing/2014/main" id="{24E02F71-98A6-F8CE-2F85-0A54AF0F83BB}"/>
                </a:ext>
              </a:extLst>
            </p:cNvPr>
            <p:cNvSpPr/>
            <p:nvPr/>
          </p:nvSpPr>
          <p:spPr>
            <a:xfrm>
              <a:off x="33483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8" name="pg158">
              <a:extLst>
                <a:ext uri="{FF2B5EF4-FFF2-40B4-BE49-F238E27FC236}">
                  <a16:creationId xmlns:a16="http://schemas.microsoft.com/office/drawing/2014/main" id="{2642DCE9-473C-85E8-2880-B4A8779E16DA}"/>
                </a:ext>
              </a:extLst>
            </p:cNvPr>
            <p:cNvSpPr/>
            <p:nvPr/>
          </p:nvSpPr>
          <p:spPr>
            <a:xfrm>
              <a:off x="29259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49" name="pg159">
              <a:extLst>
                <a:ext uri="{FF2B5EF4-FFF2-40B4-BE49-F238E27FC236}">
                  <a16:creationId xmlns:a16="http://schemas.microsoft.com/office/drawing/2014/main" id="{754C5A3C-EC3A-D968-32CC-7AE9003D0B60}"/>
                </a:ext>
              </a:extLst>
            </p:cNvPr>
            <p:cNvSpPr/>
            <p:nvPr/>
          </p:nvSpPr>
          <p:spPr>
            <a:xfrm>
              <a:off x="42410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0" name="pg160">
              <a:extLst>
                <a:ext uri="{FF2B5EF4-FFF2-40B4-BE49-F238E27FC236}">
                  <a16:creationId xmlns:a16="http://schemas.microsoft.com/office/drawing/2014/main" id="{0AB69613-BAFD-35C3-84AA-E128A88F7A64}"/>
                </a:ext>
              </a:extLst>
            </p:cNvPr>
            <p:cNvSpPr/>
            <p:nvPr/>
          </p:nvSpPr>
          <p:spPr>
            <a:xfrm>
              <a:off x="4401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1" name="pg161">
              <a:extLst>
                <a:ext uri="{FF2B5EF4-FFF2-40B4-BE49-F238E27FC236}">
                  <a16:creationId xmlns:a16="http://schemas.microsoft.com/office/drawing/2014/main" id="{5E6A63DD-844C-D114-3142-F7D0266B7C3F}"/>
                </a:ext>
              </a:extLst>
            </p:cNvPr>
            <p:cNvSpPr/>
            <p:nvPr/>
          </p:nvSpPr>
          <p:spPr>
            <a:xfrm>
              <a:off x="23302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2" name="pg162">
              <a:extLst>
                <a:ext uri="{FF2B5EF4-FFF2-40B4-BE49-F238E27FC236}">
                  <a16:creationId xmlns:a16="http://schemas.microsoft.com/office/drawing/2014/main" id="{56E5066F-0D84-26CC-10EB-E96023CEC4AA}"/>
                </a:ext>
              </a:extLst>
            </p:cNvPr>
            <p:cNvSpPr/>
            <p:nvPr/>
          </p:nvSpPr>
          <p:spPr>
            <a:xfrm>
              <a:off x="31935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3" name="pg163">
              <a:extLst>
                <a:ext uri="{FF2B5EF4-FFF2-40B4-BE49-F238E27FC236}">
                  <a16:creationId xmlns:a16="http://schemas.microsoft.com/office/drawing/2014/main" id="{90A808B2-9063-2B38-4382-1BECCF04F0A2}"/>
                </a:ext>
              </a:extLst>
            </p:cNvPr>
            <p:cNvSpPr/>
            <p:nvPr/>
          </p:nvSpPr>
          <p:spPr>
            <a:xfrm>
              <a:off x="503299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4" name="pg164">
              <a:extLst>
                <a:ext uri="{FF2B5EF4-FFF2-40B4-BE49-F238E27FC236}">
                  <a16:creationId xmlns:a16="http://schemas.microsoft.com/office/drawing/2014/main" id="{1308C473-55E0-AB67-A0FA-625368EE43F1}"/>
                </a:ext>
              </a:extLst>
            </p:cNvPr>
            <p:cNvSpPr/>
            <p:nvPr/>
          </p:nvSpPr>
          <p:spPr>
            <a:xfrm>
              <a:off x="4555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5" name="pt165">
              <a:extLst>
                <a:ext uri="{FF2B5EF4-FFF2-40B4-BE49-F238E27FC236}">
                  <a16:creationId xmlns:a16="http://schemas.microsoft.com/office/drawing/2014/main" id="{E1625A2F-BCB3-C659-6740-25B563A5112F}"/>
                </a:ext>
              </a:extLst>
            </p:cNvPr>
            <p:cNvSpPr/>
            <p:nvPr/>
          </p:nvSpPr>
          <p:spPr>
            <a:xfrm>
              <a:off x="35836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6" name="pt166">
              <a:extLst>
                <a:ext uri="{FF2B5EF4-FFF2-40B4-BE49-F238E27FC236}">
                  <a16:creationId xmlns:a16="http://schemas.microsoft.com/office/drawing/2014/main" id="{BB8E313B-4146-0CA2-AA47-BD589026B4BE}"/>
                </a:ext>
              </a:extLst>
            </p:cNvPr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7" name="pt167">
              <a:extLst>
                <a:ext uri="{FF2B5EF4-FFF2-40B4-BE49-F238E27FC236}">
                  <a16:creationId xmlns:a16="http://schemas.microsoft.com/office/drawing/2014/main" id="{6AB3DBF9-DA28-0557-191D-95C153B22A16}"/>
                </a:ext>
              </a:extLst>
            </p:cNvPr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8" name="pt168">
              <a:extLst>
                <a:ext uri="{FF2B5EF4-FFF2-40B4-BE49-F238E27FC236}">
                  <a16:creationId xmlns:a16="http://schemas.microsoft.com/office/drawing/2014/main" id="{9F263032-976B-CB19-2F7C-CD4D8C4E0730}"/>
                </a:ext>
              </a:extLst>
            </p:cNvPr>
            <p:cNvSpPr/>
            <p:nvPr/>
          </p:nvSpPr>
          <p:spPr>
            <a:xfrm>
              <a:off x="49917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59" name="pt169">
              <a:extLst>
                <a:ext uri="{FF2B5EF4-FFF2-40B4-BE49-F238E27FC236}">
                  <a16:creationId xmlns:a16="http://schemas.microsoft.com/office/drawing/2014/main" id="{C1CCF988-107B-4F5F-A640-C46CD2A15C51}"/>
                </a:ext>
              </a:extLst>
            </p:cNvPr>
            <p:cNvSpPr/>
            <p:nvPr/>
          </p:nvSpPr>
          <p:spPr>
            <a:xfrm>
              <a:off x="449759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0" name="pt170">
              <a:extLst>
                <a:ext uri="{FF2B5EF4-FFF2-40B4-BE49-F238E27FC236}">
                  <a16:creationId xmlns:a16="http://schemas.microsoft.com/office/drawing/2014/main" id="{F32A3914-8E05-591A-5069-CB47F4EBFDAF}"/>
                </a:ext>
              </a:extLst>
            </p:cNvPr>
            <p:cNvSpPr/>
            <p:nvPr/>
          </p:nvSpPr>
          <p:spPr>
            <a:xfrm>
              <a:off x="37748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1" name="pt171">
              <a:extLst>
                <a:ext uri="{FF2B5EF4-FFF2-40B4-BE49-F238E27FC236}">
                  <a16:creationId xmlns:a16="http://schemas.microsoft.com/office/drawing/2014/main" id="{6D310986-730F-5FB0-BBFB-B100E4984739}"/>
                </a:ext>
              </a:extLst>
            </p:cNvPr>
            <p:cNvSpPr/>
            <p:nvPr/>
          </p:nvSpPr>
          <p:spPr>
            <a:xfrm>
              <a:off x="3559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2" name="pt172">
              <a:extLst>
                <a:ext uri="{FF2B5EF4-FFF2-40B4-BE49-F238E27FC236}">
                  <a16:creationId xmlns:a16="http://schemas.microsoft.com/office/drawing/2014/main" id="{DA6F1256-5C55-4A24-2C1C-BD919F8E0B50}"/>
                </a:ext>
              </a:extLst>
            </p:cNvPr>
            <p:cNvSpPr/>
            <p:nvPr/>
          </p:nvSpPr>
          <p:spPr>
            <a:xfrm>
              <a:off x="42760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3" name="pt173">
              <a:extLst>
                <a:ext uri="{FF2B5EF4-FFF2-40B4-BE49-F238E27FC236}">
                  <a16:creationId xmlns:a16="http://schemas.microsoft.com/office/drawing/2014/main" id="{9B1C61B6-C2E9-15EA-736F-6472EE252EBC}"/>
                </a:ext>
              </a:extLst>
            </p:cNvPr>
            <p:cNvSpPr/>
            <p:nvPr/>
          </p:nvSpPr>
          <p:spPr>
            <a:xfrm>
              <a:off x="4115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4" name="pt174">
              <a:extLst>
                <a:ext uri="{FF2B5EF4-FFF2-40B4-BE49-F238E27FC236}">
                  <a16:creationId xmlns:a16="http://schemas.microsoft.com/office/drawing/2014/main" id="{52E79B55-AEE7-7B8D-13EA-6452F2F1958E}"/>
                </a:ext>
              </a:extLst>
            </p:cNvPr>
            <p:cNvSpPr/>
            <p:nvPr/>
          </p:nvSpPr>
          <p:spPr>
            <a:xfrm>
              <a:off x="38044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5" name="pt175">
              <a:extLst>
                <a:ext uri="{FF2B5EF4-FFF2-40B4-BE49-F238E27FC236}">
                  <a16:creationId xmlns:a16="http://schemas.microsoft.com/office/drawing/2014/main" id="{B2FD895C-BC6D-B912-6DD1-B365ACE20D49}"/>
                </a:ext>
              </a:extLst>
            </p:cNvPr>
            <p:cNvSpPr/>
            <p:nvPr/>
          </p:nvSpPr>
          <p:spPr>
            <a:xfrm>
              <a:off x="42176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6" name="pt176">
              <a:extLst>
                <a:ext uri="{FF2B5EF4-FFF2-40B4-BE49-F238E27FC236}">
                  <a16:creationId xmlns:a16="http://schemas.microsoft.com/office/drawing/2014/main" id="{90F29FE7-AD81-0986-EF81-BF5FF4D0E27B}"/>
                </a:ext>
              </a:extLst>
            </p:cNvPr>
            <p:cNvSpPr/>
            <p:nvPr/>
          </p:nvSpPr>
          <p:spPr>
            <a:xfrm>
              <a:off x="2623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7" name="pt177">
              <a:extLst>
                <a:ext uri="{FF2B5EF4-FFF2-40B4-BE49-F238E27FC236}">
                  <a16:creationId xmlns:a16="http://schemas.microsoft.com/office/drawing/2014/main" id="{0C5CB971-F903-A305-D885-16358394A99D}"/>
                </a:ext>
              </a:extLst>
            </p:cNvPr>
            <p:cNvSpPr/>
            <p:nvPr/>
          </p:nvSpPr>
          <p:spPr>
            <a:xfrm>
              <a:off x="45143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8" name="pt178">
              <a:extLst>
                <a:ext uri="{FF2B5EF4-FFF2-40B4-BE49-F238E27FC236}">
                  <a16:creationId xmlns:a16="http://schemas.microsoft.com/office/drawing/2014/main" id="{E1682933-1A95-69B9-03FC-28D3AC5FA2CB}"/>
                </a:ext>
              </a:extLst>
            </p:cNvPr>
            <p:cNvSpPr/>
            <p:nvPr/>
          </p:nvSpPr>
          <p:spPr>
            <a:xfrm>
              <a:off x="50030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69" name="pt179">
              <a:extLst>
                <a:ext uri="{FF2B5EF4-FFF2-40B4-BE49-F238E27FC236}">
                  <a16:creationId xmlns:a16="http://schemas.microsoft.com/office/drawing/2014/main" id="{23AF0D4D-0E3D-2A24-9DB1-72CE9FC3F9C4}"/>
                </a:ext>
              </a:extLst>
            </p:cNvPr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0" name="pt180">
              <a:extLst>
                <a:ext uri="{FF2B5EF4-FFF2-40B4-BE49-F238E27FC236}">
                  <a16:creationId xmlns:a16="http://schemas.microsoft.com/office/drawing/2014/main" id="{0F08D52A-D319-0686-0924-76F5DD3B4B0F}"/>
                </a:ext>
              </a:extLst>
            </p:cNvPr>
            <p:cNvSpPr/>
            <p:nvPr/>
          </p:nvSpPr>
          <p:spPr>
            <a:xfrm>
              <a:off x="42174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1" name="pt181">
              <a:extLst>
                <a:ext uri="{FF2B5EF4-FFF2-40B4-BE49-F238E27FC236}">
                  <a16:creationId xmlns:a16="http://schemas.microsoft.com/office/drawing/2014/main" id="{3C5623DB-9439-D622-54A4-CB76254BB366}"/>
                </a:ext>
              </a:extLst>
            </p:cNvPr>
            <p:cNvSpPr/>
            <p:nvPr/>
          </p:nvSpPr>
          <p:spPr>
            <a:xfrm>
              <a:off x="35662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2" name="pt182">
              <a:extLst>
                <a:ext uri="{FF2B5EF4-FFF2-40B4-BE49-F238E27FC236}">
                  <a16:creationId xmlns:a16="http://schemas.microsoft.com/office/drawing/2014/main" id="{6F232B7D-E09C-0268-714B-9E34CA840971}"/>
                </a:ext>
              </a:extLst>
            </p:cNvPr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3" name="pt183">
              <a:extLst>
                <a:ext uri="{FF2B5EF4-FFF2-40B4-BE49-F238E27FC236}">
                  <a16:creationId xmlns:a16="http://schemas.microsoft.com/office/drawing/2014/main" id="{FB95C6D9-D46C-45D6-28AB-5E307EF21DDA}"/>
                </a:ext>
              </a:extLst>
            </p:cNvPr>
            <p:cNvSpPr/>
            <p:nvPr/>
          </p:nvSpPr>
          <p:spPr>
            <a:xfrm>
              <a:off x="44648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4" name="pt184">
              <a:extLst>
                <a:ext uri="{FF2B5EF4-FFF2-40B4-BE49-F238E27FC236}">
                  <a16:creationId xmlns:a16="http://schemas.microsoft.com/office/drawing/2014/main" id="{C02948BA-3289-2FC9-9FD5-60C7E9331A8F}"/>
                </a:ext>
              </a:extLst>
            </p:cNvPr>
            <p:cNvSpPr/>
            <p:nvPr/>
          </p:nvSpPr>
          <p:spPr>
            <a:xfrm>
              <a:off x="26702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5" name="pt185">
              <a:extLst>
                <a:ext uri="{FF2B5EF4-FFF2-40B4-BE49-F238E27FC236}">
                  <a16:creationId xmlns:a16="http://schemas.microsoft.com/office/drawing/2014/main" id="{BF76DBF8-91EC-8FFB-1CB1-6F5D528ACB62}"/>
                </a:ext>
              </a:extLst>
            </p:cNvPr>
            <p:cNvSpPr/>
            <p:nvPr/>
          </p:nvSpPr>
          <p:spPr>
            <a:xfrm>
              <a:off x="43109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6" name="pt186">
              <a:extLst>
                <a:ext uri="{FF2B5EF4-FFF2-40B4-BE49-F238E27FC236}">
                  <a16:creationId xmlns:a16="http://schemas.microsoft.com/office/drawing/2014/main" id="{65991AB5-C29D-C8F9-11D0-D8F35604BB94}"/>
                </a:ext>
              </a:extLst>
            </p:cNvPr>
            <p:cNvSpPr/>
            <p:nvPr/>
          </p:nvSpPr>
          <p:spPr>
            <a:xfrm>
              <a:off x="2087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7" name="pt187">
              <a:extLst>
                <a:ext uri="{FF2B5EF4-FFF2-40B4-BE49-F238E27FC236}">
                  <a16:creationId xmlns:a16="http://schemas.microsoft.com/office/drawing/2014/main" id="{FF6C815D-CA74-DD9E-181D-16C42E09E3E2}"/>
                </a:ext>
              </a:extLst>
            </p:cNvPr>
            <p:cNvSpPr/>
            <p:nvPr/>
          </p:nvSpPr>
          <p:spPr>
            <a:xfrm>
              <a:off x="36823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8" name="pt188">
              <a:extLst>
                <a:ext uri="{FF2B5EF4-FFF2-40B4-BE49-F238E27FC236}">
                  <a16:creationId xmlns:a16="http://schemas.microsoft.com/office/drawing/2014/main" id="{6939A526-5B9B-3C92-D7AF-505596E57046}"/>
                </a:ext>
              </a:extLst>
            </p:cNvPr>
            <p:cNvSpPr/>
            <p:nvPr/>
          </p:nvSpPr>
          <p:spPr>
            <a:xfrm>
              <a:off x="20378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79" name="pt189">
              <a:extLst>
                <a:ext uri="{FF2B5EF4-FFF2-40B4-BE49-F238E27FC236}">
                  <a16:creationId xmlns:a16="http://schemas.microsoft.com/office/drawing/2014/main" id="{C858FB5B-B895-2914-7A36-22605542E071}"/>
                </a:ext>
              </a:extLst>
            </p:cNvPr>
            <p:cNvSpPr/>
            <p:nvPr/>
          </p:nvSpPr>
          <p:spPr>
            <a:xfrm>
              <a:off x="35977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0" name="pt190">
              <a:extLst>
                <a:ext uri="{FF2B5EF4-FFF2-40B4-BE49-F238E27FC236}">
                  <a16:creationId xmlns:a16="http://schemas.microsoft.com/office/drawing/2014/main" id="{ECFC0B0E-9C32-D71A-D1E5-6A36F6EE878C}"/>
                </a:ext>
              </a:extLst>
            </p:cNvPr>
            <p:cNvSpPr/>
            <p:nvPr/>
          </p:nvSpPr>
          <p:spPr>
            <a:xfrm>
              <a:off x="3674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1" name="pt191">
              <a:extLst>
                <a:ext uri="{FF2B5EF4-FFF2-40B4-BE49-F238E27FC236}">
                  <a16:creationId xmlns:a16="http://schemas.microsoft.com/office/drawing/2014/main" id="{D5657211-AEF3-7D55-CB8E-38957D941961}"/>
                </a:ext>
              </a:extLst>
            </p:cNvPr>
            <p:cNvSpPr/>
            <p:nvPr/>
          </p:nvSpPr>
          <p:spPr>
            <a:xfrm>
              <a:off x="439454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2" name="pt192">
              <a:extLst>
                <a:ext uri="{FF2B5EF4-FFF2-40B4-BE49-F238E27FC236}">
                  <a16:creationId xmlns:a16="http://schemas.microsoft.com/office/drawing/2014/main" id="{A498F127-BC13-038B-B6B9-CCF170E367D6}"/>
                </a:ext>
              </a:extLst>
            </p:cNvPr>
            <p:cNvSpPr/>
            <p:nvPr/>
          </p:nvSpPr>
          <p:spPr>
            <a:xfrm>
              <a:off x="44080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3" name="pt193">
              <a:extLst>
                <a:ext uri="{FF2B5EF4-FFF2-40B4-BE49-F238E27FC236}">
                  <a16:creationId xmlns:a16="http://schemas.microsoft.com/office/drawing/2014/main" id="{1E945809-4DB6-EEDD-727A-D2D0EAB4A2C8}"/>
                </a:ext>
              </a:extLst>
            </p:cNvPr>
            <p:cNvSpPr/>
            <p:nvPr/>
          </p:nvSpPr>
          <p:spPr>
            <a:xfrm>
              <a:off x="4762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4" name="pt194">
              <a:extLst>
                <a:ext uri="{FF2B5EF4-FFF2-40B4-BE49-F238E27FC236}">
                  <a16:creationId xmlns:a16="http://schemas.microsoft.com/office/drawing/2014/main" id="{B410D998-1507-B02E-C57D-373B85695A0C}"/>
                </a:ext>
              </a:extLst>
            </p:cNvPr>
            <p:cNvSpPr/>
            <p:nvPr/>
          </p:nvSpPr>
          <p:spPr>
            <a:xfrm>
              <a:off x="20877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5" name="pt195">
              <a:extLst>
                <a:ext uri="{FF2B5EF4-FFF2-40B4-BE49-F238E27FC236}">
                  <a16:creationId xmlns:a16="http://schemas.microsoft.com/office/drawing/2014/main" id="{2328C448-CF9B-B423-9577-AA8F6060C842}"/>
                </a:ext>
              </a:extLst>
            </p:cNvPr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6" name="pt196">
              <a:extLst>
                <a:ext uri="{FF2B5EF4-FFF2-40B4-BE49-F238E27FC236}">
                  <a16:creationId xmlns:a16="http://schemas.microsoft.com/office/drawing/2014/main" id="{CECA2CA3-35B3-FAFF-7FDE-DBC8B4389DD9}"/>
                </a:ext>
              </a:extLst>
            </p:cNvPr>
            <p:cNvSpPr/>
            <p:nvPr/>
          </p:nvSpPr>
          <p:spPr>
            <a:xfrm>
              <a:off x="427632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7" name="pt197">
              <a:extLst>
                <a:ext uri="{FF2B5EF4-FFF2-40B4-BE49-F238E27FC236}">
                  <a16:creationId xmlns:a16="http://schemas.microsoft.com/office/drawing/2014/main" id="{82D57D97-79B8-E518-5210-5C6B1AE9C825}"/>
                </a:ext>
              </a:extLst>
            </p:cNvPr>
            <p:cNvSpPr/>
            <p:nvPr/>
          </p:nvSpPr>
          <p:spPr>
            <a:xfrm>
              <a:off x="2624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8" name="pt198">
              <a:extLst>
                <a:ext uri="{FF2B5EF4-FFF2-40B4-BE49-F238E27FC236}">
                  <a16:creationId xmlns:a16="http://schemas.microsoft.com/office/drawing/2014/main" id="{FAE85959-E193-E110-8D5F-FC75BCAE28C7}"/>
                </a:ext>
              </a:extLst>
            </p:cNvPr>
            <p:cNvSpPr/>
            <p:nvPr/>
          </p:nvSpPr>
          <p:spPr>
            <a:xfrm>
              <a:off x="4188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89" name="pt199">
              <a:extLst>
                <a:ext uri="{FF2B5EF4-FFF2-40B4-BE49-F238E27FC236}">
                  <a16:creationId xmlns:a16="http://schemas.microsoft.com/office/drawing/2014/main" id="{E6B920AC-002F-D58C-7EA7-0C5F1ADA73AB}"/>
                </a:ext>
              </a:extLst>
            </p:cNvPr>
            <p:cNvSpPr/>
            <p:nvPr/>
          </p:nvSpPr>
          <p:spPr>
            <a:xfrm>
              <a:off x="24086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0" name="pt200">
              <a:extLst>
                <a:ext uri="{FF2B5EF4-FFF2-40B4-BE49-F238E27FC236}">
                  <a16:creationId xmlns:a16="http://schemas.microsoft.com/office/drawing/2014/main" id="{6B598731-4BE7-CB65-B214-067167F93514}"/>
                </a:ext>
              </a:extLst>
            </p:cNvPr>
            <p:cNvSpPr/>
            <p:nvPr/>
          </p:nvSpPr>
          <p:spPr>
            <a:xfrm>
              <a:off x="456097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1" name="pt201">
              <a:extLst>
                <a:ext uri="{FF2B5EF4-FFF2-40B4-BE49-F238E27FC236}">
                  <a16:creationId xmlns:a16="http://schemas.microsoft.com/office/drawing/2014/main" id="{2E8233B0-7B55-FA79-F0DD-FA67DA8EC218}"/>
                </a:ext>
              </a:extLst>
            </p:cNvPr>
            <p:cNvSpPr/>
            <p:nvPr/>
          </p:nvSpPr>
          <p:spPr>
            <a:xfrm>
              <a:off x="37710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2" name="pt202">
              <a:extLst>
                <a:ext uri="{FF2B5EF4-FFF2-40B4-BE49-F238E27FC236}">
                  <a16:creationId xmlns:a16="http://schemas.microsoft.com/office/drawing/2014/main" id="{55AB7296-E033-8927-70B1-3315B53F5F67}"/>
                </a:ext>
              </a:extLst>
            </p:cNvPr>
            <p:cNvSpPr/>
            <p:nvPr/>
          </p:nvSpPr>
          <p:spPr>
            <a:xfrm>
              <a:off x="45547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3" name="pt203">
              <a:extLst>
                <a:ext uri="{FF2B5EF4-FFF2-40B4-BE49-F238E27FC236}">
                  <a16:creationId xmlns:a16="http://schemas.microsoft.com/office/drawing/2014/main" id="{3272C231-C6F1-2623-015A-E63ECBD53DFA}"/>
                </a:ext>
              </a:extLst>
            </p:cNvPr>
            <p:cNvSpPr/>
            <p:nvPr/>
          </p:nvSpPr>
          <p:spPr>
            <a:xfrm>
              <a:off x="26706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4" name="pt204">
              <a:extLst>
                <a:ext uri="{FF2B5EF4-FFF2-40B4-BE49-F238E27FC236}">
                  <a16:creationId xmlns:a16="http://schemas.microsoft.com/office/drawing/2014/main" id="{78A3F302-069C-678B-D9E2-D8C39A6879C8}"/>
                </a:ext>
              </a:extLst>
            </p:cNvPr>
            <p:cNvSpPr/>
            <p:nvPr/>
          </p:nvSpPr>
          <p:spPr>
            <a:xfrm>
              <a:off x="20429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5" name="pt205">
              <a:extLst>
                <a:ext uri="{FF2B5EF4-FFF2-40B4-BE49-F238E27FC236}">
                  <a16:creationId xmlns:a16="http://schemas.microsoft.com/office/drawing/2014/main" id="{A0670471-3442-2F8C-B97B-40602FD20630}"/>
                </a:ext>
              </a:extLst>
            </p:cNvPr>
            <p:cNvSpPr/>
            <p:nvPr/>
          </p:nvSpPr>
          <p:spPr>
            <a:xfrm>
              <a:off x="20378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6" name="pt206">
              <a:extLst>
                <a:ext uri="{FF2B5EF4-FFF2-40B4-BE49-F238E27FC236}">
                  <a16:creationId xmlns:a16="http://schemas.microsoft.com/office/drawing/2014/main" id="{4FC62A71-768B-C549-E8B5-B3058DB91E78}"/>
                </a:ext>
              </a:extLst>
            </p:cNvPr>
            <p:cNvSpPr/>
            <p:nvPr/>
          </p:nvSpPr>
          <p:spPr>
            <a:xfrm>
              <a:off x="377513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7" name="pt207">
              <a:extLst>
                <a:ext uri="{FF2B5EF4-FFF2-40B4-BE49-F238E27FC236}">
                  <a16:creationId xmlns:a16="http://schemas.microsoft.com/office/drawing/2014/main" id="{7B2ACED7-5B57-D740-FB53-6CF40CE7A3D2}"/>
                </a:ext>
              </a:extLst>
            </p:cNvPr>
            <p:cNvSpPr/>
            <p:nvPr/>
          </p:nvSpPr>
          <p:spPr>
            <a:xfrm>
              <a:off x="35748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8" name="pt208">
              <a:extLst>
                <a:ext uri="{FF2B5EF4-FFF2-40B4-BE49-F238E27FC236}">
                  <a16:creationId xmlns:a16="http://schemas.microsoft.com/office/drawing/2014/main" id="{521343D5-2704-53BA-DA36-C1C3066E0650}"/>
                </a:ext>
              </a:extLst>
            </p:cNvPr>
            <p:cNvSpPr/>
            <p:nvPr/>
          </p:nvSpPr>
          <p:spPr>
            <a:xfrm>
              <a:off x="35432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99" name="pt209">
              <a:extLst>
                <a:ext uri="{FF2B5EF4-FFF2-40B4-BE49-F238E27FC236}">
                  <a16:creationId xmlns:a16="http://schemas.microsoft.com/office/drawing/2014/main" id="{1EBC46BB-9324-A3D8-615A-C36D67406142}"/>
                </a:ext>
              </a:extLst>
            </p:cNvPr>
            <p:cNvSpPr/>
            <p:nvPr/>
          </p:nvSpPr>
          <p:spPr>
            <a:xfrm>
              <a:off x="44678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0" name="pt210">
              <a:extLst>
                <a:ext uri="{FF2B5EF4-FFF2-40B4-BE49-F238E27FC236}">
                  <a16:creationId xmlns:a16="http://schemas.microsoft.com/office/drawing/2014/main" id="{671ECA5D-6F3E-4557-D8EE-FBA35EB76C4F}"/>
                </a:ext>
              </a:extLst>
            </p:cNvPr>
            <p:cNvSpPr/>
            <p:nvPr/>
          </p:nvSpPr>
          <p:spPr>
            <a:xfrm>
              <a:off x="40216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1" name="pt211">
              <a:extLst>
                <a:ext uri="{FF2B5EF4-FFF2-40B4-BE49-F238E27FC236}">
                  <a16:creationId xmlns:a16="http://schemas.microsoft.com/office/drawing/2014/main" id="{AD2A53A3-5378-69CE-55FB-8B9D5580BDE8}"/>
                </a:ext>
              </a:extLst>
            </p:cNvPr>
            <p:cNvSpPr/>
            <p:nvPr/>
          </p:nvSpPr>
          <p:spPr>
            <a:xfrm>
              <a:off x="41139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2" name="pt212">
              <a:extLst>
                <a:ext uri="{FF2B5EF4-FFF2-40B4-BE49-F238E27FC236}">
                  <a16:creationId xmlns:a16="http://schemas.microsoft.com/office/drawing/2014/main" id="{85A00376-B44D-6673-D8B4-072917D51D6B}"/>
                </a:ext>
              </a:extLst>
            </p:cNvPr>
            <p:cNvSpPr/>
            <p:nvPr/>
          </p:nvSpPr>
          <p:spPr>
            <a:xfrm>
              <a:off x="24088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3" name="pt213">
              <a:extLst>
                <a:ext uri="{FF2B5EF4-FFF2-40B4-BE49-F238E27FC236}">
                  <a16:creationId xmlns:a16="http://schemas.microsoft.com/office/drawing/2014/main" id="{8779D37B-71A1-BC2D-1107-73197B5D7002}"/>
                </a:ext>
              </a:extLst>
            </p:cNvPr>
            <p:cNvSpPr/>
            <p:nvPr/>
          </p:nvSpPr>
          <p:spPr>
            <a:xfrm>
              <a:off x="391333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4" name="pt214">
              <a:extLst>
                <a:ext uri="{FF2B5EF4-FFF2-40B4-BE49-F238E27FC236}">
                  <a16:creationId xmlns:a16="http://schemas.microsoft.com/office/drawing/2014/main" id="{8A9861F5-ACAD-0523-8802-3528DEEAD38E}"/>
                </a:ext>
              </a:extLst>
            </p:cNvPr>
            <p:cNvSpPr/>
            <p:nvPr/>
          </p:nvSpPr>
          <p:spPr>
            <a:xfrm>
              <a:off x="36722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5" name="pt215">
              <a:extLst>
                <a:ext uri="{FF2B5EF4-FFF2-40B4-BE49-F238E27FC236}">
                  <a16:creationId xmlns:a16="http://schemas.microsoft.com/office/drawing/2014/main" id="{5519D5A3-8310-35ED-29DF-A1EF7C0A1001}"/>
                </a:ext>
              </a:extLst>
            </p:cNvPr>
            <p:cNvSpPr/>
            <p:nvPr/>
          </p:nvSpPr>
          <p:spPr>
            <a:xfrm>
              <a:off x="36878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6" name="pt216">
              <a:extLst>
                <a:ext uri="{FF2B5EF4-FFF2-40B4-BE49-F238E27FC236}">
                  <a16:creationId xmlns:a16="http://schemas.microsoft.com/office/drawing/2014/main" id="{D48E3969-5D46-9FF0-5D79-F575CC92F9DA}"/>
                </a:ext>
              </a:extLst>
            </p:cNvPr>
            <p:cNvSpPr/>
            <p:nvPr/>
          </p:nvSpPr>
          <p:spPr>
            <a:xfrm>
              <a:off x="42393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7" name="pt217">
              <a:extLst>
                <a:ext uri="{FF2B5EF4-FFF2-40B4-BE49-F238E27FC236}">
                  <a16:creationId xmlns:a16="http://schemas.microsoft.com/office/drawing/2014/main" id="{E772A4E4-1409-9715-B87E-C1C31B1AA04F}"/>
                </a:ext>
              </a:extLst>
            </p:cNvPr>
            <p:cNvSpPr/>
            <p:nvPr/>
          </p:nvSpPr>
          <p:spPr>
            <a:xfrm>
              <a:off x="3742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8" name="pt218">
              <a:extLst>
                <a:ext uri="{FF2B5EF4-FFF2-40B4-BE49-F238E27FC236}">
                  <a16:creationId xmlns:a16="http://schemas.microsoft.com/office/drawing/2014/main" id="{5A277EF6-B2C7-8A51-7105-EBCBB7D9EC47}"/>
                </a:ext>
              </a:extLst>
            </p:cNvPr>
            <p:cNvSpPr/>
            <p:nvPr/>
          </p:nvSpPr>
          <p:spPr>
            <a:xfrm>
              <a:off x="35509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09" name="pt219">
              <a:extLst>
                <a:ext uri="{FF2B5EF4-FFF2-40B4-BE49-F238E27FC236}">
                  <a16:creationId xmlns:a16="http://schemas.microsoft.com/office/drawing/2014/main" id="{8D21D38F-F326-8696-8D0D-C91F86175FEC}"/>
                </a:ext>
              </a:extLst>
            </p:cNvPr>
            <p:cNvSpPr/>
            <p:nvPr/>
          </p:nvSpPr>
          <p:spPr>
            <a:xfrm>
              <a:off x="16566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0" name="pt220">
              <a:extLst>
                <a:ext uri="{FF2B5EF4-FFF2-40B4-BE49-F238E27FC236}">
                  <a16:creationId xmlns:a16="http://schemas.microsoft.com/office/drawing/2014/main" id="{B4ACA94E-0FCF-EA59-401C-8F6B07691FE4}"/>
                </a:ext>
              </a:extLst>
            </p:cNvPr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1" name="pt221">
              <a:extLst>
                <a:ext uri="{FF2B5EF4-FFF2-40B4-BE49-F238E27FC236}">
                  <a16:creationId xmlns:a16="http://schemas.microsoft.com/office/drawing/2014/main" id="{20C10156-672F-E5AC-6CD2-94FA3E83CB5E}"/>
                </a:ext>
              </a:extLst>
            </p:cNvPr>
            <p:cNvSpPr/>
            <p:nvPr/>
          </p:nvSpPr>
          <p:spPr>
            <a:xfrm>
              <a:off x="45144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2" name="pt222">
              <a:extLst>
                <a:ext uri="{FF2B5EF4-FFF2-40B4-BE49-F238E27FC236}">
                  <a16:creationId xmlns:a16="http://schemas.microsoft.com/office/drawing/2014/main" id="{EF9493ED-72FE-B96E-542A-375D596899F1}"/>
                </a:ext>
              </a:extLst>
            </p:cNvPr>
            <p:cNvSpPr/>
            <p:nvPr/>
          </p:nvSpPr>
          <p:spPr>
            <a:xfrm>
              <a:off x="420705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3" name="pt223">
              <a:extLst>
                <a:ext uri="{FF2B5EF4-FFF2-40B4-BE49-F238E27FC236}">
                  <a16:creationId xmlns:a16="http://schemas.microsoft.com/office/drawing/2014/main" id="{C6232A18-C112-6E19-DD2F-F90026591875}"/>
                </a:ext>
              </a:extLst>
            </p:cNvPr>
            <p:cNvSpPr/>
            <p:nvPr/>
          </p:nvSpPr>
          <p:spPr>
            <a:xfrm>
              <a:off x="35552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4" name="pt224">
              <a:extLst>
                <a:ext uri="{FF2B5EF4-FFF2-40B4-BE49-F238E27FC236}">
                  <a16:creationId xmlns:a16="http://schemas.microsoft.com/office/drawing/2014/main" id="{EECB14C0-5FFE-0183-54A8-5E1CB0D352B7}"/>
                </a:ext>
              </a:extLst>
            </p:cNvPr>
            <p:cNvSpPr/>
            <p:nvPr/>
          </p:nvSpPr>
          <p:spPr>
            <a:xfrm>
              <a:off x="39136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5" name="pt225">
              <a:extLst>
                <a:ext uri="{FF2B5EF4-FFF2-40B4-BE49-F238E27FC236}">
                  <a16:creationId xmlns:a16="http://schemas.microsoft.com/office/drawing/2014/main" id="{43218D0F-7AFA-0809-6B4E-C858D760AB1A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6" name="pt226">
              <a:extLst>
                <a:ext uri="{FF2B5EF4-FFF2-40B4-BE49-F238E27FC236}">
                  <a16:creationId xmlns:a16="http://schemas.microsoft.com/office/drawing/2014/main" id="{2B2EF002-B837-7EB4-6C07-9DD4F71A7E5A}"/>
                </a:ext>
              </a:extLst>
            </p:cNvPr>
            <p:cNvSpPr/>
            <p:nvPr/>
          </p:nvSpPr>
          <p:spPr>
            <a:xfrm>
              <a:off x="3723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7" name="pt227">
              <a:extLst>
                <a:ext uri="{FF2B5EF4-FFF2-40B4-BE49-F238E27FC236}">
                  <a16:creationId xmlns:a16="http://schemas.microsoft.com/office/drawing/2014/main" id="{756E4192-5B35-77DD-66F7-52B357BE2575}"/>
                </a:ext>
              </a:extLst>
            </p:cNvPr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8" name="pt228">
              <a:extLst>
                <a:ext uri="{FF2B5EF4-FFF2-40B4-BE49-F238E27FC236}">
                  <a16:creationId xmlns:a16="http://schemas.microsoft.com/office/drawing/2014/main" id="{2DA3377D-2E03-5FA8-9DE1-BF9061F73384}"/>
                </a:ext>
              </a:extLst>
            </p:cNvPr>
            <p:cNvSpPr/>
            <p:nvPr/>
          </p:nvSpPr>
          <p:spPr>
            <a:xfrm>
              <a:off x="34678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19" name="pt229">
              <a:extLst>
                <a:ext uri="{FF2B5EF4-FFF2-40B4-BE49-F238E27FC236}">
                  <a16:creationId xmlns:a16="http://schemas.microsoft.com/office/drawing/2014/main" id="{F7EB78C9-E2C5-E7A4-32CB-A1C728C43444}"/>
                </a:ext>
              </a:extLst>
            </p:cNvPr>
            <p:cNvSpPr/>
            <p:nvPr/>
          </p:nvSpPr>
          <p:spPr>
            <a:xfrm>
              <a:off x="39419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0" name="pt230">
              <a:extLst>
                <a:ext uri="{FF2B5EF4-FFF2-40B4-BE49-F238E27FC236}">
                  <a16:creationId xmlns:a16="http://schemas.microsoft.com/office/drawing/2014/main" id="{49D82CDD-ABC8-A14F-494A-9AFDE8BA2929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1" name="pt231">
              <a:extLst>
                <a:ext uri="{FF2B5EF4-FFF2-40B4-BE49-F238E27FC236}">
                  <a16:creationId xmlns:a16="http://schemas.microsoft.com/office/drawing/2014/main" id="{A5ED4949-2EA2-C3BC-51F5-895A607E9EB0}"/>
                </a:ext>
              </a:extLst>
            </p:cNvPr>
            <p:cNvSpPr/>
            <p:nvPr/>
          </p:nvSpPr>
          <p:spPr>
            <a:xfrm>
              <a:off x="21090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2" name="pt232">
              <a:extLst>
                <a:ext uri="{FF2B5EF4-FFF2-40B4-BE49-F238E27FC236}">
                  <a16:creationId xmlns:a16="http://schemas.microsoft.com/office/drawing/2014/main" id="{62912188-C8AB-56F5-E6FF-4D37A5A3DAB3}"/>
                </a:ext>
              </a:extLst>
            </p:cNvPr>
            <p:cNvSpPr/>
            <p:nvPr/>
          </p:nvSpPr>
          <p:spPr>
            <a:xfrm>
              <a:off x="423388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3" name="pt233">
              <a:extLst>
                <a:ext uri="{FF2B5EF4-FFF2-40B4-BE49-F238E27FC236}">
                  <a16:creationId xmlns:a16="http://schemas.microsoft.com/office/drawing/2014/main" id="{E67E9568-4EE3-94B2-E9D2-BCD4591FA45C}"/>
                </a:ext>
              </a:extLst>
            </p:cNvPr>
            <p:cNvSpPr/>
            <p:nvPr/>
          </p:nvSpPr>
          <p:spPr>
            <a:xfrm>
              <a:off x="3941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4" name="pt234">
              <a:extLst>
                <a:ext uri="{FF2B5EF4-FFF2-40B4-BE49-F238E27FC236}">
                  <a16:creationId xmlns:a16="http://schemas.microsoft.com/office/drawing/2014/main" id="{42F43E6F-B5E3-59A4-6702-0668AAE37053}"/>
                </a:ext>
              </a:extLst>
            </p:cNvPr>
            <p:cNvSpPr/>
            <p:nvPr/>
          </p:nvSpPr>
          <p:spPr>
            <a:xfrm>
              <a:off x="42604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5" name="pt235">
              <a:extLst>
                <a:ext uri="{FF2B5EF4-FFF2-40B4-BE49-F238E27FC236}">
                  <a16:creationId xmlns:a16="http://schemas.microsoft.com/office/drawing/2014/main" id="{BF4C3DB8-BC51-C844-837E-B1AE68E2EF14}"/>
                </a:ext>
              </a:extLst>
            </p:cNvPr>
            <p:cNvSpPr/>
            <p:nvPr/>
          </p:nvSpPr>
          <p:spPr>
            <a:xfrm>
              <a:off x="35031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6" name="pt236">
              <a:extLst>
                <a:ext uri="{FF2B5EF4-FFF2-40B4-BE49-F238E27FC236}">
                  <a16:creationId xmlns:a16="http://schemas.microsoft.com/office/drawing/2014/main" id="{8CEFAD9C-B040-C2EC-2F40-73019E122988}"/>
                </a:ext>
              </a:extLst>
            </p:cNvPr>
            <p:cNvSpPr/>
            <p:nvPr/>
          </p:nvSpPr>
          <p:spPr>
            <a:xfrm>
              <a:off x="38352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7" name="pt237">
              <a:extLst>
                <a:ext uri="{FF2B5EF4-FFF2-40B4-BE49-F238E27FC236}">
                  <a16:creationId xmlns:a16="http://schemas.microsoft.com/office/drawing/2014/main" id="{2B459681-E5F1-5DE0-8E45-A1D1A2683C8A}"/>
                </a:ext>
              </a:extLst>
            </p:cNvPr>
            <p:cNvSpPr/>
            <p:nvPr/>
          </p:nvSpPr>
          <p:spPr>
            <a:xfrm>
              <a:off x="407066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8" name="pt238">
              <a:extLst>
                <a:ext uri="{FF2B5EF4-FFF2-40B4-BE49-F238E27FC236}">
                  <a16:creationId xmlns:a16="http://schemas.microsoft.com/office/drawing/2014/main" id="{1F7901AE-8FDB-72D9-A690-69606D4B5D95}"/>
                </a:ext>
              </a:extLst>
            </p:cNvPr>
            <p:cNvSpPr/>
            <p:nvPr/>
          </p:nvSpPr>
          <p:spPr>
            <a:xfrm>
              <a:off x="40742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29" name="pt239">
              <a:extLst>
                <a:ext uri="{FF2B5EF4-FFF2-40B4-BE49-F238E27FC236}">
                  <a16:creationId xmlns:a16="http://schemas.microsoft.com/office/drawing/2014/main" id="{C47BB99B-13E8-679E-0E08-DD1C282A7667}"/>
                </a:ext>
              </a:extLst>
            </p:cNvPr>
            <p:cNvSpPr/>
            <p:nvPr/>
          </p:nvSpPr>
          <p:spPr>
            <a:xfrm>
              <a:off x="45146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0" name="pt240">
              <a:extLst>
                <a:ext uri="{FF2B5EF4-FFF2-40B4-BE49-F238E27FC236}">
                  <a16:creationId xmlns:a16="http://schemas.microsoft.com/office/drawing/2014/main" id="{AFA9475E-3F7A-48FB-EBAF-7379A12DF09C}"/>
                </a:ext>
              </a:extLst>
            </p:cNvPr>
            <p:cNvSpPr/>
            <p:nvPr/>
          </p:nvSpPr>
          <p:spPr>
            <a:xfrm>
              <a:off x="42579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1" name="pt241">
              <a:extLst>
                <a:ext uri="{FF2B5EF4-FFF2-40B4-BE49-F238E27FC236}">
                  <a16:creationId xmlns:a16="http://schemas.microsoft.com/office/drawing/2014/main" id="{EEC39AEC-8A73-F1BE-3CF3-4CF6CBE4746D}"/>
                </a:ext>
              </a:extLst>
            </p:cNvPr>
            <p:cNvSpPr/>
            <p:nvPr/>
          </p:nvSpPr>
          <p:spPr>
            <a:xfrm>
              <a:off x="16566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2" name="pt242">
              <a:extLst>
                <a:ext uri="{FF2B5EF4-FFF2-40B4-BE49-F238E27FC236}">
                  <a16:creationId xmlns:a16="http://schemas.microsoft.com/office/drawing/2014/main" id="{2D44EB09-84AC-6ADB-FD3C-0598225D983A}"/>
                </a:ext>
              </a:extLst>
            </p:cNvPr>
            <p:cNvSpPr/>
            <p:nvPr/>
          </p:nvSpPr>
          <p:spPr>
            <a:xfrm>
              <a:off x="236732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3" name="pt243">
              <a:extLst>
                <a:ext uri="{FF2B5EF4-FFF2-40B4-BE49-F238E27FC236}">
                  <a16:creationId xmlns:a16="http://schemas.microsoft.com/office/drawing/2014/main" id="{0BCD4512-A2FE-0B5E-9E2B-13FD99ECAD9D}"/>
                </a:ext>
              </a:extLst>
            </p:cNvPr>
            <p:cNvSpPr/>
            <p:nvPr/>
          </p:nvSpPr>
          <p:spPr>
            <a:xfrm>
              <a:off x="37430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4" name="pt244">
              <a:extLst>
                <a:ext uri="{FF2B5EF4-FFF2-40B4-BE49-F238E27FC236}">
                  <a16:creationId xmlns:a16="http://schemas.microsoft.com/office/drawing/2014/main" id="{145AE8B5-7C7F-A01C-1488-CDC727818B8C}"/>
                </a:ext>
              </a:extLst>
            </p:cNvPr>
            <p:cNvSpPr/>
            <p:nvPr/>
          </p:nvSpPr>
          <p:spPr>
            <a:xfrm>
              <a:off x="34781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5" name="pt245">
              <a:extLst>
                <a:ext uri="{FF2B5EF4-FFF2-40B4-BE49-F238E27FC236}">
                  <a16:creationId xmlns:a16="http://schemas.microsoft.com/office/drawing/2014/main" id="{1435CFBB-8868-E83E-8602-EF14EE20E338}"/>
                </a:ext>
              </a:extLst>
            </p:cNvPr>
            <p:cNvSpPr/>
            <p:nvPr/>
          </p:nvSpPr>
          <p:spPr>
            <a:xfrm>
              <a:off x="38351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6" name="pt246">
              <a:extLst>
                <a:ext uri="{FF2B5EF4-FFF2-40B4-BE49-F238E27FC236}">
                  <a16:creationId xmlns:a16="http://schemas.microsoft.com/office/drawing/2014/main" id="{0CC2E6B9-5638-CEBD-2089-C35E74BF75BE}"/>
                </a:ext>
              </a:extLst>
            </p:cNvPr>
            <p:cNvSpPr/>
            <p:nvPr/>
          </p:nvSpPr>
          <p:spPr>
            <a:xfrm>
              <a:off x="47734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7" name="pt247">
              <a:extLst>
                <a:ext uri="{FF2B5EF4-FFF2-40B4-BE49-F238E27FC236}">
                  <a16:creationId xmlns:a16="http://schemas.microsoft.com/office/drawing/2014/main" id="{666CB733-0985-E8F9-3AF5-76BFFD02E22C}"/>
                </a:ext>
              </a:extLst>
            </p:cNvPr>
            <p:cNvSpPr/>
            <p:nvPr/>
          </p:nvSpPr>
          <p:spPr>
            <a:xfrm>
              <a:off x="15875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8" name="pt248">
              <a:extLst>
                <a:ext uri="{FF2B5EF4-FFF2-40B4-BE49-F238E27FC236}">
                  <a16:creationId xmlns:a16="http://schemas.microsoft.com/office/drawing/2014/main" id="{F2BD3B1F-6E9F-EFCD-A1F3-32BCE0CD9DAA}"/>
                </a:ext>
              </a:extLst>
            </p:cNvPr>
            <p:cNvSpPr/>
            <p:nvPr/>
          </p:nvSpPr>
          <p:spPr>
            <a:xfrm>
              <a:off x="34798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39" name="pt249">
              <a:extLst>
                <a:ext uri="{FF2B5EF4-FFF2-40B4-BE49-F238E27FC236}">
                  <a16:creationId xmlns:a16="http://schemas.microsoft.com/office/drawing/2014/main" id="{2225872E-EE40-0154-D14E-6C2F9F639420}"/>
                </a:ext>
              </a:extLst>
            </p:cNvPr>
            <p:cNvSpPr/>
            <p:nvPr/>
          </p:nvSpPr>
          <p:spPr>
            <a:xfrm>
              <a:off x="15875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0" name="pt250">
              <a:extLst>
                <a:ext uri="{FF2B5EF4-FFF2-40B4-BE49-F238E27FC236}">
                  <a16:creationId xmlns:a16="http://schemas.microsoft.com/office/drawing/2014/main" id="{3F7AE458-B0D7-C1BB-7D6F-F83FE9C23EA9}"/>
                </a:ext>
              </a:extLst>
            </p:cNvPr>
            <p:cNvSpPr/>
            <p:nvPr/>
          </p:nvSpPr>
          <p:spPr>
            <a:xfrm>
              <a:off x="363711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1" name="pt251">
              <a:extLst>
                <a:ext uri="{FF2B5EF4-FFF2-40B4-BE49-F238E27FC236}">
                  <a16:creationId xmlns:a16="http://schemas.microsoft.com/office/drawing/2014/main" id="{39E0E86D-568E-4A30-81D6-1CB46719BD2A}"/>
                </a:ext>
              </a:extLst>
            </p:cNvPr>
            <p:cNvSpPr/>
            <p:nvPr/>
          </p:nvSpPr>
          <p:spPr>
            <a:xfrm>
              <a:off x="41476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2" name="pt252">
              <a:extLst>
                <a:ext uri="{FF2B5EF4-FFF2-40B4-BE49-F238E27FC236}">
                  <a16:creationId xmlns:a16="http://schemas.microsoft.com/office/drawing/2014/main" id="{89F69E45-61D6-6454-E675-7A8E86708B22}"/>
                </a:ext>
              </a:extLst>
            </p:cNvPr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3" name="pt253">
              <a:extLst>
                <a:ext uri="{FF2B5EF4-FFF2-40B4-BE49-F238E27FC236}">
                  <a16:creationId xmlns:a16="http://schemas.microsoft.com/office/drawing/2014/main" id="{7CA71D1B-D5DC-EF22-A97C-AC00B309578F}"/>
                </a:ext>
              </a:extLst>
            </p:cNvPr>
            <p:cNvSpPr/>
            <p:nvPr/>
          </p:nvSpPr>
          <p:spPr>
            <a:xfrm>
              <a:off x="40060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4" name="pt254">
              <a:extLst>
                <a:ext uri="{FF2B5EF4-FFF2-40B4-BE49-F238E27FC236}">
                  <a16:creationId xmlns:a16="http://schemas.microsoft.com/office/drawing/2014/main" id="{F7EDB8D9-E52E-D4BD-869A-11846AB64996}"/>
                </a:ext>
              </a:extLst>
            </p:cNvPr>
            <p:cNvSpPr/>
            <p:nvPr/>
          </p:nvSpPr>
          <p:spPr>
            <a:xfrm>
              <a:off x="43071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5" name="pt255">
              <a:extLst>
                <a:ext uri="{FF2B5EF4-FFF2-40B4-BE49-F238E27FC236}">
                  <a16:creationId xmlns:a16="http://schemas.microsoft.com/office/drawing/2014/main" id="{452B237F-0D55-7B59-A3D5-B281AE879B37}"/>
                </a:ext>
              </a:extLst>
            </p:cNvPr>
            <p:cNvSpPr/>
            <p:nvPr/>
          </p:nvSpPr>
          <p:spPr>
            <a:xfrm>
              <a:off x="34969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6" name="pt256">
              <a:extLst>
                <a:ext uri="{FF2B5EF4-FFF2-40B4-BE49-F238E27FC236}">
                  <a16:creationId xmlns:a16="http://schemas.microsoft.com/office/drawing/2014/main" id="{3EEC86D6-219C-B21D-6F36-8990EF65705C}"/>
                </a:ext>
              </a:extLst>
            </p:cNvPr>
            <p:cNvSpPr/>
            <p:nvPr/>
          </p:nvSpPr>
          <p:spPr>
            <a:xfrm>
              <a:off x="21092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7" name="pt257">
              <a:extLst>
                <a:ext uri="{FF2B5EF4-FFF2-40B4-BE49-F238E27FC236}">
                  <a16:creationId xmlns:a16="http://schemas.microsoft.com/office/drawing/2014/main" id="{72E899F4-DF2A-E682-AE6F-109FA27ECC32}"/>
                </a:ext>
              </a:extLst>
            </p:cNvPr>
            <p:cNvSpPr/>
            <p:nvPr/>
          </p:nvSpPr>
          <p:spPr>
            <a:xfrm>
              <a:off x="24160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8" name="pt258">
              <a:extLst>
                <a:ext uri="{FF2B5EF4-FFF2-40B4-BE49-F238E27FC236}">
                  <a16:creationId xmlns:a16="http://schemas.microsoft.com/office/drawing/2014/main" id="{7BA15054-0CFC-3DFC-B088-50253AB686F3}"/>
                </a:ext>
              </a:extLst>
            </p:cNvPr>
            <p:cNvSpPr/>
            <p:nvPr/>
          </p:nvSpPr>
          <p:spPr>
            <a:xfrm>
              <a:off x="42924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49" name="pt259">
              <a:extLst>
                <a:ext uri="{FF2B5EF4-FFF2-40B4-BE49-F238E27FC236}">
                  <a16:creationId xmlns:a16="http://schemas.microsoft.com/office/drawing/2014/main" id="{54F97149-A15C-218E-4375-FF7788D3103C}"/>
                </a:ext>
              </a:extLst>
            </p:cNvPr>
            <p:cNvSpPr/>
            <p:nvPr/>
          </p:nvSpPr>
          <p:spPr>
            <a:xfrm>
              <a:off x="34804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0" name="pt260">
              <a:extLst>
                <a:ext uri="{FF2B5EF4-FFF2-40B4-BE49-F238E27FC236}">
                  <a16:creationId xmlns:a16="http://schemas.microsoft.com/office/drawing/2014/main" id="{AAABD380-B34E-D964-46C1-81C7F57DB8FF}"/>
                </a:ext>
              </a:extLst>
            </p:cNvPr>
            <p:cNvSpPr/>
            <p:nvPr/>
          </p:nvSpPr>
          <p:spPr>
            <a:xfrm>
              <a:off x="477921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1" name="pt261">
              <a:extLst>
                <a:ext uri="{FF2B5EF4-FFF2-40B4-BE49-F238E27FC236}">
                  <a16:creationId xmlns:a16="http://schemas.microsoft.com/office/drawing/2014/main" id="{922B1485-4D1E-6BD8-FBC8-24CF61060D10}"/>
                </a:ext>
              </a:extLst>
            </p:cNvPr>
            <p:cNvSpPr/>
            <p:nvPr/>
          </p:nvSpPr>
          <p:spPr>
            <a:xfrm>
              <a:off x="44658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2" name="pt262">
              <a:extLst>
                <a:ext uri="{FF2B5EF4-FFF2-40B4-BE49-F238E27FC236}">
                  <a16:creationId xmlns:a16="http://schemas.microsoft.com/office/drawing/2014/main" id="{C2FA5067-B2A5-E8DF-A4D5-251ECD9EBA97}"/>
                </a:ext>
              </a:extLst>
            </p:cNvPr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3" name="pt263">
              <a:extLst>
                <a:ext uri="{FF2B5EF4-FFF2-40B4-BE49-F238E27FC236}">
                  <a16:creationId xmlns:a16="http://schemas.microsoft.com/office/drawing/2014/main" id="{417DF70C-5D87-DBF7-8868-137B70CFE52A}"/>
                </a:ext>
              </a:extLst>
            </p:cNvPr>
            <p:cNvSpPr/>
            <p:nvPr/>
          </p:nvSpPr>
          <p:spPr>
            <a:xfrm>
              <a:off x="42452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4" name="pt264">
              <a:extLst>
                <a:ext uri="{FF2B5EF4-FFF2-40B4-BE49-F238E27FC236}">
                  <a16:creationId xmlns:a16="http://schemas.microsoft.com/office/drawing/2014/main" id="{B8FB5EAE-B76D-5B31-6C00-709251E914D8}"/>
                </a:ext>
              </a:extLst>
            </p:cNvPr>
            <p:cNvSpPr/>
            <p:nvPr/>
          </p:nvSpPr>
          <p:spPr>
            <a:xfrm>
              <a:off x="18844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5" name="pt265">
              <a:extLst>
                <a:ext uri="{FF2B5EF4-FFF2-40B4-BE49-F238E27FC236}">
                  <a16:creationId xmlns:a16="http://schemas.microsoft.com/office/drawing/2014/main" id="{1188CC99-E88B-CDB5-C163-5431ECC9944C}"/>
                </a:ext>
              </a:extLst>
            </p:cNvPr>
            <p:cNvSpPr/>
            <p:nvPr/>
          </p:nvSpPr>
          <p:spPr>
            <a:xfrm>
              <a:off x="43728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6" name="pt266">
              <a:extLst>
                <a:ext uri="{FF2B5EF4-FFF2-40B4-BE49-F238E27FC236}">
                  <a16:creationId xmlns:a16="http://schemas.microsoft.com/office/drawing/2014/main" id="{E3E19AAC-14A4-CB05-7817-0DC83EFC8541}"/>
                </a:ext>
              </a:extLst>
            </p:cNvPr>
            <p:cNvSpPr/>
            <p:nvPr/>
          </p:nvSpPr>
          <p:spPr>
            <a:xfrm>
              <a:off x="269914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7" name="pt267">
              <a:extLst>
                <a:ext uri="{FF2B5EF4-FFF2-40B4-BE49-F238E27FC236}">
                  <a16:creationId xmlns:a16="http://schemas.microsoft.com/office/drawing/2014/main" id="{1BBBB167-898D-E851-1D93-150C0B1D234C}"/>
                </a:ext>
              </a:extLst>
            </p:cNvPr>
            <p:cNvSpPr/>
            <p:nvPr/>
          </p:nvSpPr>
          <p:spPr>
            <a:xfrm>
              <a:off x="34240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8" name="pt268">
              <a:extLst>
                <a:ext uri="{FF2B5EF4-FFF2-40B4-BE49-F238E27FC236}">
                  <a16:creationId xmlns:a16="http://schemas.microsoft.com/office/drawing/2014/main" id="{EC3B6E80-2709-94B1-BBCA-284565E68DCF}"/>
                </a:ext>
              </a:extLst>
            </p:cNvPr>
            <p:cNvSpPr/>
            <p:nvPr/>
          </p:nvSpPr>
          <p:spPr>
            <a:xfrm>
              <a:off x="42457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59" name="pt269">
              <a:extLst>
                <a:ext uri="{FF2B5EF4-FFF2-40B4-BE49-F238E27FC236}">
                  <a16:creationId xmlns:a16="http://schemas.microsoft.com/office/drawing/2014/main" id="{2D325624-56DF-1F89-185E-D353195FA612}"/>
                </a:ext>
              </a:extLst>
            </p:cNvPr>
            <p:cNvSpPr/>
            <p:nvPr/>
          </p:nvSpPr>
          <p:spPr>
            <a:xfrm>
              <a:off x="44571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0" name="pt270">
              <a:extLst>
                <a:ext uri="{FF2B5EF4-FFF2-40B4-BE49-F238E27FC236}">
                  <a16:creationId xmlns:a16="http://schemas.microsoft.com/office/drawing/2014/main" id="{570E599A-821F-1FED-01E2-D89423A7C4FD}"/>
                </a:ext>
              </a:extLst>
            </p:cNvPr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1" name="pt271">
              <a:extLst>
                <a:ext uri="{FF2B5EF4-FFF2-40B4-BE49-F238E27FC236}">
                  <a16:creationId xmlns:a16="http://schemas.microsoft.com/office/drawing/2014/main" id="{3C724B00-2929-521E-B327-34A06259054D}"/>
                </a:ext>
              </a:extLst>
            </p:cNvPr>
            <p:cNvSpPr/>
            <p:nvPr/>
          </p:nvSpPr>
          <p:spPr>
            <a:xfrm>
              <a:off x="355454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2" name="pt272">
              <a:extLst>
                <a:ext uri="{FF2B5EF4-FFF2-40B4-BE49-F238E27FC236}">
                  <a16:creationId xmlns:a16="http://schemas.microsoft.com/office/drawing/2014/main" id="{04F8718F-0E90-8151-7C4D-C1835337A48E}"/>
                </a:ext>
              </a:extLst>
            </p:cNvPr>
            <p:cNvSpPr/>
            <p:nvPr/>
          </p:nvSpPr>
          <p:spPr>
            <a:xfrm>
              <a:off x="42792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3" name="pt273">
              <a:extLst>
                <a:ext uri="{FF2B5EF4-FFF2-40B4-BE49-F238E27FC236}">
                  <a16:creationId xmlns:a16="http://schemas.microsoft.com/office/drawing/2014/main" id="{F57EB3B8-C9A3-6ECE-08FD-E20186FDFCB8}"/>
                </a:ext>
              </a:extLst>
            </p:cNvPr>
            <p:cNvSpPr/>
            <p:nvPr/>
          </p:nvSpPr>
          <p:spPr>
            <a:xfrm>
              <a:off x="43725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4" name="pt274">
              <a:extLst>
                <a:ext uri="{FF2B5EF4-FFF2-40B4-BE49-F238E27FC236}">
                  <a16:creationId xmlns:a16="http://schemas.microsoft.com/office/drawing/2014/main" id="{000DE2B9-57F4-1C57-0EDE-24E365DD1F39}"/>
                </a:ext>
              </a:extLst>
            </p:cNvPr>
            <p:cNvSpPr/>
            <p:nvPr/>
          </p:nvSpPr>
          <p:spPr>
            <a:xfrm>
              <a:off x="26519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5" name="pt275">
              <a:extLst>
                <a:ext uri="{FF2B5EF4-FFF2-40B4-BE49-F238E27FC236}">
                  <a16:creationId xmlns:a16="http://schemas.microsoft.com/office/drawing/2014/main" id="{C36075A8-6404-2FD3-FFEF-E9DDBBA7E1FC}"/>
                </a:ext>
              </a:extLst>
            </p:cNvPr>
            <p:cNvSpPr/>
            <p:nvPr/>
          </p:nvSpPr>
          <p:spPr>
            <a:xfrm>
              <a:off x="19843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6" name="pt276">
              <a:extLst>
                <a:ext uri="{FF2B5EF4-FFF2-40B4-BE49-F238E27FC236}">
                  <a16:creationId xmlns:a16="http://schemas.microsoft.com/office/drawing/2014/main" id="{14824289-349B-41F7-FEFD-D42B8ED78D30}"/>
                </a:ext>
              </a:extLst>
            </p:cNvPr>
            <p:cNvSpPr/>
            <p:nvPr/>
          </p:nvSpPr>
          <p:spPr>
            <a:xfrm>
              <a:off x="37408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7" name="pt277">
              <a:extLst>
                <a:ext uri="{FF2B5EF4-FFF2-40B4-BE49-F238E27FC236}">
                  <a16:creationId xmlns:a16="http://schemas.microsoft.com/office/drawing/2014/main" id="{7554CCA0-D79B-0217-3048-80474FB11231}"/>
                </a:ext>
              </a:extLst>
            </p:cNvPr>
            <p:cNvSpPr/>
            <p:nvPr/>
          </p:nvSpPr>
          <p:spPr>
            <a:xfrm>
              <a:off x="48092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8" name="pt278">
              <a:extLst>
                <a:ext uri="{FF2B5EF4-FFF2-40B4-BE49-F238E27FC236}">
                  <a16:creationId xmlns:a16="http://schemas.microsoft.com/office/drawing/2014/main" id="{B3260D02-D450-6606-ADDA-BA1BE6DC596B}"/>
                </a:ext>
              </a:extLst>
            </p:cNvPr>
            <p:cNvSpPr/>
            <p:nvPr/>
          </p:nvSpPr>
          <p:spPr>
            <a:xfrm>
              <a:off x="454488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69" name="pt279">
              <a:extLst>
                <a:ext uri="{FF2B5EF4-FFF2-40B4-BE49-F238E27FC236}">
                  <a16:creationId xmlns:a16="http://schemas.microsoft.com/office/drawing/2014/main" id="{DD4A46EA-0A4E-B659-2826-00AE4F561670}"/>
                </a:ext>
              </a:extLst>
            </p:cNvPr>
            <p:cNvSpPr/>
            <p:nvPr/>
          </p:nvSpPr>
          <p:spPr>
            <a:xfrm>
              <a:off x="19873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0" name="pt280">
              <a:extLst>
                <a:ext uri="{FF2B5EF4-FFF2-40B4-BE49-F238E27FC236}">
                  <a16:creationId xmlns:a16="http://schemas.microsoft.com/office/drawing/2014/main" id="{6FB09B2E-528E-9873-F959-2781C87DF47F}"/>
                </a:ext>
              </a:extLst>
            </p:cNvPr>
            <p:cNvSpPr/>
            <p:nvPr/>
          </p:nvSpPr>
          <p:spPr>
            <a:xfrm>
              <a:off x="44581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1" name="pt281">
              <a:extLst>
                <a:ext uri="{FF2B5EF4-FFF2-40B4-BE49-F238E27FC236}">
                  <a16:creationId xmlns:a16="http://schemas.microsoft.com/office/drawing/2014/main" id="{D19C4F2A-6C48-2888-194C-1B708F8DF9C4}"/>
                </a:ext>
              </a:extLst>
            </p:cNvPr>
            <p:cNvSpPr/>
            <p:nvPr/>
          </p:nvSpPr>
          <p:spPr>
            <a:xfrm>
              <a:off x="41404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2" name="pt282">
              <a:extLst>
                <a:ext uri="{FF2B5EF4-FFF2-40B4-BE49-F238E27FC236}">
                  <a16:creationId xmlns:a16="http://schemas.microsoft.com/office/drawing/2014/main" id="{2FD50B91-A79A-12D8-7CE8-45ED68BD9063}"/>
                </a:ext>
              </a:extLst>
            </p:cNvPr>
            <p:cNvSpPr/>
            <p:nvPr/>
          </p:nvSpPr>
          <p:spPr>
            <a:xfrm>
              <a:off x="18844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3" name="pt283">
              <a:extLst>
                <a:ext uri="{FF2B5EF4-FFF2-40B4-BE49-F238E27FC236}">
                  <a16:creationId xmlns:a16="http://schemas.microsoft.com/office/drawing/2014/main" id="{D6DDF88C-7003-6C62-3040-F9394872D176}"/>
                </a:ext>
              </a:extLst>
            </p:cNvPr>
            <p:cNvSpPr/>
            <p:nvPr/>
          </p:nvSpPr>
          <p:spPr>
            <a:xfrm>
              <a:off x="4308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4" name="pt284">
              <a:extLst>
                <a:ext uri="{FF2B5EF4-FFF2-40B4-BE49-F238E27FC236}">
                  <a16:creationId xmlns:a16="http://schemas.microsoft.com/office/drawing/2014/main" id="{F2550AE4-9A6E-D2BF-1808-A9ACBAD15DAB}"/>
                </a:ext>
              </a:extLst>
            </p:cNvPr>
            <p:cNvSpPr/>
            <p:nvPr/>
          </p:nvSpPr>
          <p:spPr>
            <a:xfrm>
              <a:off x="41407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5" name="pt285">
              <a:extLst>
                <a:ext uri="{FF2B5EF4-FFF2-40B4-BE49-F238E27FC236}">
                  <a16:creationId xmlns:a16="http://schemas.microsoft.com/office/drawing/2014/main" id="{52E495A8-096C-1C97-3F22-4313CED91699}"/>
                </a:ext>
              </a:extLst>
            </p:cNvPr>
            <p:cNvSpPr/>
            <p:nvPr/>
          </p:nvSpPr>
          <p:spPr>
            <a:xfrm>
              <a:off x="33659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6" name="pt286">
              <a:extLst>
                <a:ext uri="{FF2B5EF4-FFF2-40B4-BE49-F238E27FC236}">
                  <a16:creationId xmlns:a16="http://schemas.microsoft.com/office/drawing/2014/main" id="{E5CF636D-5904-A0F1-FD25-AFB066B06FCE}"/>
                </a:ext>
              </a:extLst>
            </p:cNvPr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7" name="pt287">
              <a:extLst>
                <a:ext uri="{FF2B5EF4-FFF2-40B4-BE49-F238E27FC236}">
                  <a16:creationId xmlns:a16="http://schemas.microsoft.com/office/drawing/2014/main" id="{08CCD403-01C9-D799-7B90-6144FF3A1841}"/>
                </a:ext>
              </a:extLst>
            </p:cNvPr>
            <p:cNvSpPr/>
            <p:nvPr/>
          </p:nvSpPr>
          <p:spPr>
            <a:xfrm>
              <a:off x="501073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8" name="pt288">
              <a:extLst>
                <a:ext uri="{FF2B5EF4-FFF2-40B4-BE49-F238E27FC236}">
                  <a16:creationId xmlns:a16="http://schemas.microsoft.com/office/drawing/2014/main" id="{8FCEE615-005B-7CE4-FFFB-5C2750E5A723}"/>
                </a:ext>
              </a:extLst>
            </p:cNvPr>
            <p:cNvSpPr/>
            <p:nvPr/>
          </p:nvSpPr>
          <p:spPr>
            <a:xfrm>
              <a:off x="269915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79" name="pt289">
              <a:extLst>
                <a:ext uri="{FF2B5EF4-FFF2-40B4-BE49-F238E27FC236}">
                  <a16:creationId xmlns:a16="http://schemas.microsoft.com/office/drawing/2014/main" id="{FAA42A46-DB75-1FA7-40B8-C962698E62DE}"/>
                </a:ext>
              </a:extLst>
            </p:cNvPr>
            <p:cNvSpPr/>
            <p:nvPr/>
          </p:nvSpPr>
          <p:spPr>
            <a:xfrm>
              <a:off x="42174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0" name="pt290">
              <a:extLst>
                <a:ext uri="{FF2B5EF4-FFF2-40B4-BE49-F238E27FC236}">
                  <a16:creationId xmlns:a16="http://schemas.microsoft.com/office/drawing/2014/main" id="{0B89A971-F560-6D23-9162-A7DBA28CB070}"/>
                </a:ext>
              </a:extLst>
            </p:cNvPr>
            <p:cNvSpPr/>
            <p:nvPr/>
          </p:nvSpPr>
          <p:spPr>
            <a:xfrm>
              <a:off x="3432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1" name="pt291">
              <a:extLst>
                <a:ext uri="{FF2B5EF4-FFF2-40B4-BE49-F238E27FC236}">
                  <a16:creationId xmlns:a16="http://schemas.microsoft.com/office/drawing/2014/main" id="{AF1C90C0-673B-222A-A5BB-89BA13EA672B}"/>
                </a:ext>
              </a:extLst>
            </p:cNvPr>
            <p:cNvSpPr/>
            <p:nvPr/>
          </p:nvSpPr>
          <p:spPr>
            <a:xfrm>
              <a:off x="43080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2" name="pt292">
              <a:extLst>
                <a:ext uri="{FF2B5EF4-FFF2-40B4-BE49-F238E27FC236}">
                  <a16:creationId xmlns:a16="http://schemas.microsoft.com/office/drawing/2014/main" id="{9BC9DE29-05B1-77D6-4596-258E4FE27059}"/>
                </a:ext>
              </a:extLst>
            </p:cNvPr>
            <p:cNvSpPr/>
            <p:nvPr/>
          </p:nvSpPr>
          <p:spPr>
            <a:xfrm>
              <a:off x="42171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3" name="pt293">
              <a:extLst>
                <a:ext uri="{FF2B5EF4-FFF2-40B4-BE49-F238E27FC236}">
                  <a16:creationId xmlns:a16="http://schemas.microsoft.com/office/drawing/2014/main" id="{CD37F77E-A0D7-0546-AC72-247B6734EF0F}"/>
                </a:ext>
              </a:extLst>
            </p:cNvPr>
            <p:cNvSpPr/>
            <p:nvPr/>
          </p:nvSpPr>
          <p:spPr>
            <a:xfrm>
              <a:off x="4998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4" name="pt294">
              <a:extLst>
                <a:ext uri="{FF2B5EF4-FFF2-40B4-BE49-F238E27FC236}">
                  <a16:creationId xmlns:a16="http://schemas.microsoft.com/office/drawing/2014/main" id="{B8A66E48-7353-6629-A2EA-A8B2D4C91D83}"/>
                </a:ext>
              </a:extLst>
            </p:cNvPr>
            <p:cNvSpPr/>
            <p:nvPr/>
          </p:nvSpPr>
          <p:spPr>
            <a:xfrm>
              <a:off x="358079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5" name="pt295">
              <a:extLst>
                <a:ext uri="{FF2B5EF4-FFF2-40B4-BE49-F238E27FC236}">
                  <a16:creationId xmlns:a16="http://schemas.microsoft.com/office/drawing/2014/main" id="{40559E5F-1D55-083E-15F8-F61D96F2C6A1}"/>
                </a:ext>
              </a:extLst>
            </p:cNvPr>
            <p:cNvSpPr/>
            <p:nvPr/>
          </p:nvSpPr>
          <p:spPr>
            <a:xfrm>
              <a:off x="34156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6" name="pt296">
              <a:extLst>
                <a:ext uri="{FF2B5EF4-FFF2-40B4-BE49-F238E27FC236}">
                  <a16:creationId xmlns:a16="http://schemas.microsoft.com/office/drawing/2014/main" id="{52FA99A9-5BF7-4839-7B57-805A22DE90A4}"/>
                </a:ext>
              </a:extLst>
            </p:cNvPr>
            <p:cNvSpPr/>
            <p:nvPr/>
          </p:nvSpPr>
          <p:spPr>
            <a:xfrm>
              <a:off x="340234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7" name="pt297">
              <a:extLst>
                <a:ext uri="{FF2B5EF4-FFF2-40B4-BE49-F238E27FC236}">
                  <a16:creationId xmlns:a16="http://schemas.microsoft.com/office/drawing/2014/main" id="{8D2E13D9-A4D4-0BA5-3A57-0B78462796D9}"/>
                </a:ext>
              </a:extLst>
            </p:cNvPr>
            <p:cNvSpPr/>
            <p:nvPr/>
          </p:nvSpPr>
          <p:spPr>
            <a:xfrm>
              <a:off x="42832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8" name="pt298">
              <a:extLst>
                <a:ext uri="{FF2B5EF4-FFF2-40B4-BE49-F238E27FC236}">
                  <a16:creationId xmlns:a16="http://schemas.microsoft.com/office/drawing/2014/main" id="{68C48972-4DBE-3AD3-99D8-73FD35CE53A1}"/>
                </a:ext>
              </a:extLst>
            </p:cNvPr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89" name="pt299">
              <a:extLst>
                <a:ext uri="{FF2B5EF4-FFF2-40B4-BE49-F238E27FC236}">
                  <a16:creationId xmlns:a16="http://schemas.microsoft.com/office/drawing/2014/main" id="{DD19A08E-9091-3D56-BCCA-1064C6FFBBE3}"/>
                </a:ext>
              </a:extLst>
            </p:cNvPr>
            <p:cNvSpPr/>
            <p:nvPr/>
          </p:nvSpPr>
          <p:spPr>
            <a:xfrm>
              <a:off x="18758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0" name="pt300">
              <a:extLst>
                <a:ext uri="{FF2B5EF4-FFF2-40B4-BE49-F238E27FC236}">
                  <a16:creationId xmlns:a16="http://schemas.microsoft.com/office/drawing/2014/main" id="{6F99907A-8C13-1D96-8B09-751B18C5CEC7}"/>
                </a:ext>
              </a:extLst>
            </p:cNvPr>
            <p:cNvSpPr/>
            <p:nvPr/>
          </p:nvSpPr>
          <p:spPr>
            <a:xfrm>
              <a:off x="40482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1" name="pt301">
              <a:extLst>
                <a:ext uri="{FF2B5EF4-FFF2-40B4-BE49-F238E27FC236}">
                  <a16:creationId xmlns:a16="http://schemas.microsoft.com/office/drawing/2014/main" id="{392EB439-9EAA-4911-AF4D-BD6F07A9AF91}"/>
                </a:ext>
              </a:extLst>
            </p:cNvPr>
            <p:cNvSpPr/>
            <p:nvPr/>
          </p:nvSpPr>
          <p:spPr>
            <a:xfrm>
              <a:off x="26533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2" name="pt302">
              <a:extLst>
                <a:ext uri="{FF2B5EF4-FFF2-40B4-BE49-F238E27FC236}">
                  <a16:creationId xmlns:a16="http://schemas.microsoft.com/office/drawing/2014/main" id="{749229AD-6C63-FB67-02E8-59EB5D19C94A}"/>
                </a:ext>
              </a:extLst>
            </p:cNvPr>
            <p:cNvSpPr/>
            <p:nvPr/>
          </p:nvSpPr>
          <p:spPr>
            <a:xfrm>
              <a:off x="373490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3" name="pt303">
              <a:extLst>
                <a:ext uri="{FF2B5EF4-FFF2-40B4-BE49-F238E27FC236}">
                  <a16:creationId xmlns:a16="http://schemas.microsoft.com/office/drawing/2014/main" id="{F6576A57-8716-7577-5F77-25A90441312F}"/>
                </a:ext>
              </a:extLst>
            </p:cNvPr>
            <p:cNvSpPr/>
            <p:nvPr/>
          </p:nvSpPr>
          <p:spPr>
            <a:xfrm>
              <a:off x="371218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4" name="pt304">
              <a:extLst>
                <a:ext uri="{FF2B5EF4-FFF2-40B4-BE49-F238E27FC236}">
                  <a16:creationId xmlns:a16="http://schemas.microsoft.com/office/drawing/2014/main" id="{D58B8CED-0F5D-A2A3-1B40-9C66B085066E}"/>
                </a:ext>
              </a:extLst>
            </p:cNvPr>
            <p:cNvSpPr/>
            <p:nvPr/>
          </p:nvSpPr>
          <p:spPr>
            <a:xfrm>
              <a:off x="36060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5" name="pt305">
              <a:extLst>
                <a:ext uri="{FF2B5EF4-FFF2-40B4-BE49-F238E27FC236}">
                  <a16:creationId xmlns:a16="http://schemas.microsoft.com/office/drawing/2014/main" id="{C5B59FD6-3D4F-1116-E3AF-FB3FF4A189C6}"/>
                </a:ext>
              </a:extLst>
            </p:cNvPr>
            <p:cNvSpPr/>
            <p:nvPr/>
          </p:nvSpPr>
          <p:spPr>
            <a:xfrm>
              <a:off x="240608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6" name="pt306">
              <a:extLst>
                <a:ext uri="{FF2B5EF4-FFF2-40B4-BE49-F238E27FC236}">
                  <a16:creationId xmlns:a16="http://schemas.microsoft.com/office/drawing/2014/main" id="{6E826576-79EF-EE88-46AF-5F4A66D4D451}"/>
                </a:ext>
              </a:extLst>
            </p:cNvPr>
            <p:cNvSpPr/>
            <p:nvPr/>
          </p:nvSpPr>
          <p:spPr>
            <a:xfrm>
              <a:off x="1879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7" name="pt307">
              <a:extLst>
                <a:ext uri="{FF2B5EF4-FFF2-40B4-BE49-F238E27FC236}">
                  <a16:creationId xmlns:a16="http://schemas.microsoft.com/office/drawing/2014/main" id="{D9A409B0-3F42-C10E-9461-3C626918A176}"/>
                </a:ext>
              </a:extLst>
            </p:cNvPr>
            <p:cNvSpPr/>
            <p:nvPr/>
          </p:nvSpPr>
          <p:spPr>
            <a:xfrm>
              <a:off x="453639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8" name="pt308">
              <a:extLst>
                <a:ext uri="{FF2B5EF4-FFF2-40B4-BE49-F238E27FC236}">
                  <a16:creationId xmlns:a16="http://schemas.microsoft.com/office/drawing/2014/main" id="{7D91C34F-0799-BB45-61F1-3DEF4AAD48EC}"/>
                </a:ext>
              </a:extLst>
            </p:cNvPr>
            <p:cNvSpPr/>
            <p:nvPr/>
          </p:nvSpPr>
          <p:spPr>
            <a:xfrm>
              <a:off x="4466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99" name="pg309">
              <a:extLst>
                <a:ext uri="{FF2B5EF4-FFF2-40B4-BE49-F238E27FC236}">
                  <a16:creationId xmlns:a16="http://schemas.microsoft.com/office/drawing/2014/main" id="{19257F3C-3313-575A-3886-B8CFD982331B}"/>
                </a:ext>
              </a:extLst>
            </p:cNvPr>
            <p:cNvSpPr/>
            <p:nvPr/>
          </p:nvSpPr>
          <p:spPr>
            <a:xfrm>
              <a:off x="44034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0" name="pg310">
              <a:extLst>
                <a:ext uri="{FF2B5EF4-FFF2-40B4-BE49-F238E27FC236}">
                  <a16:creationId xmlns:a16="http://schemas.microsoft.com/office/drawing/2014/main" id="{447F5299-0D77-C413-B7A3-C919B5102185}"/>
                </a:ext>
              </a:extLst>
            </p:cNvPr>
            <p:cNvSpPr/>
            <p:nvPr/>
          </p:nvSpPr>
          <p:spPr>
            <a:xfrm>
              <a:off x="331321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1" name="pg311">
              <a:extLst>
                <a:ext uri="{FF2B5EF4-FFF2-40B4-BE49-F238E27FC236}">
                  <a16:creationId xmlns:a16="http://schemas.microsoft.com/office/drawing/2014/main" id="{3C2AF9C3-F511-ABBF-1A69-495B6E47746D}"/>
                </a:ext>
              </a:extLst>
            </p:cNvPr>
            <p:cNvSpPr/>
            <p:nvPr/>
          </p:nvSpPr>
          <p:spPr>
            <a:xfrm>
              <a:off x="46026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2" name="pg312">
              <a:extLst>
                <a:ext uri="{FF2B5EF4-FFF2-40B4-BE49-F238E27FC236}">
                  <a16:creationId xmlns:a16="http://schemas.microsoft.com/office/drawing/2014/main" id="{38701143-140E-20EC-C3E9-2A880E395AC1}"/>
                </a:ext>
              </a:extLst>
            </p:cNvPr>
            <p:cNvSpPr/>
            <p:nvPr/>
          </p:nvSpPr>
          <p:spPr>
            <a:xfrm>
              <a:off x="307294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3" name="pg313">
              <a:extLst>
                <a:ext uri="{FF2B5EF4-FFF2-40B4-BE49-F238E27FC236}">
                  <a16:creationId xmlns:a16="http://schemas.microsoft.com/office/drawing/2014/main" id="{6C70E6A4-1490-C620-206F-5D099AE54EB3}"/>
                </a:ext>
              </a:extLst>
            </p:cNvPr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4" name="pg314">
              <a:extLst>
                <a:ext uri="{FF2B5EF4-FFF2-40B4-BE49-F238E27FC236}">
                  <a16:creationId xmlns:a16="http://schemas.microsoft.com/office/drawing/2014/main" id="{22FBE95B-537C-F943-1CE4-75BEE2146C25}"/>
                </a:ext>
              </a:extLst>
            </p:cNvPr>
            <p:cNvSpPr/>
            <p:nvPr/>
          </p:nvSpPr>
          <p:spPr>
            <a:xfrm>
              <a:off x="45892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5" name="pg315">
              <a:extLst>
                <a:ext uri="{FF2B5EF4-FFF2-40B4-BE49-F238E27FC236}">
                  <a16:creationId xmlns:a16="http://schemas.microsoft.com/office/drawing/2014/main" id="{B953FCBC-4D6F-B6AD-4205-C0BFB9D24FB1}"/>
                </a:ext>
              </a:extLst>
            </p:cNvPr>
            <p:cNvSpPr/>
            <p:nvPr/>
          </p:nvSpPr>
          <p:spPr>
            <a:xfrm>
              <a:off x="47982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6" name="pg316">
              <a:extLst>
                <a:ext uri="{FF2B5EF4-FFF2-40B4-BE49-F238E27FC236}">
                  <a16:creationId xmlns:a16="http://schemas.microsoft.com/office/drawing/2014/main" id="{B250B2B7-E0B2-A313-D6DB-FDB2DAE5BA73}"/>
                </a:ext>
              </a:extLst>
            </p:cNvPr>
            <p:cNvSpPr/>
            <p:nvPr/>
          </p:nvSpPr>
          <p:spPr>
            <a:xfrm>
              <a:off x="4416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7" name="pg317">
              <a:extLst>
                <a:ext uri="{FF2B5EF4-FFF2-40B4-BE49-F238E27FC236}">
                  <a16:creationId xmlns:a16="http://schemas.microsoft.com/office/drawing/2014/main" id="{B247CECF-4F7C-134E-46D6-B73E94A257E5}"/>
                </a:ext>
              </a:extLst>
            </p:cNvPr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8" name="pg318">
              <a:extLst>
                <a:ext uri="{FF2B5EF4-FFF2-40B4-BE49-F238E27FC236}">
                  <a16:creationId xmlns:a16="http://schemas.microsoft.com/office/drawing/2014/main" id="{D42CD0EA-299D-1A52-5934-73161A9B6D8A}"/>
                </a:ext>
              </a:extLst>
            </p:cNvPr>
            <p:cNvSpPr/>
            <p:nvPr/>
          </p:nvSpPr>
          <p:spPr>
            <a:xfrm>
              <a:off x="311585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09" name="pg319">
              <a:extLst>
                <a:ext uri="{FF2B5EF4-FFF2-40B4-BE49-F238E27FC236}">
                  <a16:creationId xmlns:a16="http://schemas.microsoft.com/office/drawing/2014/main" id="{73E25943-18EB-EA6F-35ED-1ABEED53CA01}"/>
                </a:ext>
              </a:extLst>
            </p:cNvPr>
            <p:cNvSpPr/>
            <p:nvPr/>
          </p:nvSpPr>
          <p:spPr>
            <a:xfrm>
              <a:off x="511432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0" name="pg320">
              <a:extLst>
                <a:ext uri="{FF2B5EF4-FFF2-40B4-BE49-F238E27FC236}">
                  <a16:creationId xmlns:a16="http://schemas.microsoft.com/office/drawing/2014/main" id="{5B3EF2AD-63E1-7824-AEBD-339F9D284619}"/>
                </a:ext>
              </a:extLst>
            </p:cNvPr>
            <p:cNvSpPr/>
            <p:nvPr/>
          </p:nvSpPr>
          <p:spPr>
            <a:xfrm>
              <a:off x="462659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1" name="pg321">
              <a:extLst>
                <a:ext uri="{FF2B5EF4-FFF2-40B4-BE49-F238E27FC236}">
                  <a16:creationId xmlns:a16="http://schemas.microsoft.com/office/drawing/2014/main" id="{AC6E0DC4-65DB-01CB-F138-815A2EE16D2E}"/>
                </a:ext>
              </a:extLst>
            </p:cNvPr>
            <p:cNvSpPr/>
            <p:nvPr/>
          </p:nvSpPr>
          <p:spPr>
            <a:xfrm>
              <a:off x="29196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2" name="pg322">
              <a:extLst>
                <a:ext uri="{FF2B5EF4-FFF2-40B4-BE49-F238E27FC236}">
                  <a16:creationId xmlns:a16="http://schemas.microsoft.com/office/drawing/2014/main" id="{C7173DAF-75A5-1147-1BA2-940F2C0082EE}"/>
                </a:ext>
              </a:extLst>
            </p:cNvPr>
            <p:cNvSpPr/>
            <p:nvPr/>
          </p:nvSpPr>
          <p:spPr>
            <a:xfrm>
              <a:off x="2951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3" name="pg323">
              <a:extLst>
                <a:ext uri="{FF2B5EF4-FFF2-40B4-BE49-F238E27FC236}">
                  <a16:creationId xmlns:a16="http://schemas.microsoft.com/office/drawing/2014/main" id="{C64F23D7-98C3-11F7-ADA0-FA5AF81E99DC}"/>
                </a:ext>
              </a:extLst>
            </p:cNvPr>
            <p:cNvSpPr/>
            <p:nvPr/>
          </p:nvSpPr>
          <p:spPr>
            <a:xfrm>
              <a:off x="5290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4" name="pg324">
              <a:extLst>
                <a:ext uri="{FF2B5EF4-FFF2-40B4-BE49-F238E27FC236}">
                  <a16:creationId xmlns:a16="http://schemas.microsoft.com/office/drawing/2014/main" id="{3D1EB5BA-1699-022C-0156-024A5FBA6C63}"/>
                </a:ext>
              </a:extLst>
            </p:cNvPr>
            <p:cNvSpPr/>
            <p:nvPr/>
          </p:nvSpPr>
          <p:spPr>
            <a:xfrm>
              <a:off x="45048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5" name="pg325">
              <a:extLst>
                <a:ext uri="{FF2B5EF4-FFF2-40B4-BE49-F238E27FC236}">
                  <a16:creationId xmlns:a16="http://schemas.microsoft.com/office/drawing/2014/main" id="{7BA45332-E6A1-2B19-7172-FABED518F1EB}"/>
                </a:ext>
              </a:extLst>
            </p:cNvPr>
            <p:cNvSpPr/>
            <p:nvPr/>
          </p:nvSpPr>
          <p:spPr>
            <a:xfrm>
              <a:off x="33047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6" name="pg326">
              <a:extLst>
                <a:ext uri="{FF2B5EF4-FFF2-40B4-BE49-F238E27FC236}">
                  <a16:creationId xmlns:a16="http://schemas.microsoft.com/office/drawing/2014/main" id="{6864049B-2BA8-9926-69F1-3D3479DF2A47}"/>
                </a:ext>
              </a:extLst>
            </p:cNvPr>
            <p:cNvSpPr/>
            <p:nvPr/>
          </p:nvSpPr>
          <p:spPr>
            <a:xfrm>
              <a:off x="3300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7" name="pg327">
              <a:extLst>
                <a:ext uri="{FF2B5EF4-FFF2-40B4-BE49-F238E27FC236}">
                  <a16:creationId xmlns:a16="http://schemas.microsoft.com/office/drawing/2014/main" id="{49220996-9CA5-6723-E0A8-BE32BAE7115F}"/>
                </a:ext>
              </a:extLst>
            </p:cNvPr>
            <p:cNvSpPr/>
            <p:nvPr/>
          </p:nvSpPr>
          <p:spPr>
            <a:xfrm>
              <a:off x="347000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8" name="pg328">
              <a:extLst>
                <a:ext uri="{FF2B5EF4-FFF2-40B4-BE49-F238E27FC236}">
                  <a16:creationId xmlns:a16="http://schemas.microsoft.com/office/drawing/2014/main" id="{59C80AFC-62A7-57B9-31BC-DD5D99553D70}"/>
                </a:ext>
              </a:extLst>
            </p:cNvPr>
            <p:cNvSpPr/>
            <p:nvPr/>
          </p:nvSpPr>
          <p:spPr>
            <a:xfrm>
              <a:off x="529396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19" name="pg329">
              <a:extLst>
                <a:ext uri="{FF2B5EF4-FFF2-40B4-BE49-F238E27FC236}">
                  <a16:creationId xmlns:a16="http://schemas.microsoft.com/office/drawing/2014/main" id="{A9A0857F-F54E-22F7-5CAE-B88A9C3315BD}"/>
                </a:ext>
              </a:extLst>
            </p:cNvPr>
            <p:cNvSpPr/>
            <p:nvPr/>
          </p:nvSpPr>
          <p:spPr>
            <a:xfrm>
              <a:off x="456519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0" name="pg330">
              <a:extLst>
                <a:ext uri="{FF2B5EF4-FFF2-40B4-BE49-F238E27FC236}">
                  <a16:creationId xmlns:a16="http://schemas.microsoft.com/office/drawing/2014/main" id="{B4C44030-B4B1-A5A0-A75F-EEA68F34CB29}"/>
                </a:ext>
              </a:extLst>
            </p:cNvPr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1" name="pg331">
              <a:extLst>
                <a:ext uri="{FF2B5EF4-FFF2-40B4-BE49-F238E27FC236}">
                  <a16:creationId xmlns:a16="http://schemas.microsoft.com/office/drawing/2014/main" id="{7400DB57-E0A1-C5D6-F1AC-4B90AEA14C0A}"/>
                </a:ext>
              </a:extLst>
            </p:cNvPr>
            <p:cNvSpPr/>
            <p:nvPr/>
          </p:nvSpPr>
          <p:spPr>
            <a:xfrm>
              <a:off x="47103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2" name="pg332">
              <a:extLst>
                <a:ext uri="{FF2B5EF4-FFF2-40B4-BE49-F238E27FC236}">
                  <a16:creationId xmlns:a16="http://schemas.microsoft.com/office/drawing/2014/main" id="{474E605F-E96F-1F29-65E0-C859334C7D1A}"/>
                </a:ext>
              </a:extLst>
            </p:cNvPr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3" name="pg333">
              <a:extLst>
                <a:ext uri="{FF2B5EF4-FFF2-40B4-BE49-F238E27FC236}">
                  <a16:creationId xmlns:a16="http://schemas.microsoft.com/office/drawing/2014/main" id="{C53AD6E3-2DE7-BFC4-3992-1E9470BD9726}"/>
                </a:ext>
              </a:extLst>
            </p:cNvPr>
            <p:cNvSpPr/>
            <p:nvPr/>
          </p:nvSpPr>
          <p:spPr>
            <a:xfrm>
              <a:off x="48508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4" name="pg334">
              <a:extLst>
                <a:ext uri="{FF2B5EF4-FFF2-40B4-BE49-F238E27FC236}">
                  <a16:creationId xmlns:a16="http://schemas.microsoft.com/office/drawing/2014/main" id="{93AF184B-2B19-1D98-99A7-62CEB0541DEE}"/>
                </a:ext>
              </a:extLst>
            </p:cNvPr>
            <p:cNvSpPr/>
            <p:nvPr/>
          </p:nvSpPr>
          <p:spPr>
            <a:xfrm>
              <a:off x="30671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5" name="pg335">
              <a:extLst>
                <a:ext uri="{FF2B5EF4-FFF2-40B4-BE49-F238E27FC236}">
                  <a16:creationId xmlns:a16="http://schemas.microsoft.com/office/drawing/2014/main" id="{40B19088-03D5-1098-9B12-44F37FA2615C}"/>
                </a:ext>
              </a:extLst>
            </p:cNvPr>
            <p:cNvSpPr/>
            <p:nvPr/>
          </p:nvSpPr>
          <p:spPr>
            <a:xfrm>
              <a:off x="2966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6" name="pg336">
              <a:extLst>
                <a:ext uri="{FF2B5EF4-FFF2-40B4-BE49-F238E27FC236}">
                  <a16:creationId xmlns:a16="http://schemas.microsoft.com/office/drawing/2014/main" id="{A10EB8E8-8A2D-67ED-1B48-61F35EF9CC71}"/>
                </a:ext>
              </a:extLst>
            </p:cNvPr>
            <p:cNvSpPr/>
            <p:nvPr/>
          </p:nvSpPr>
          <p:spPr>
            <a:xfrm>
              <a:off x="3494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7" name="pg337">
              <a:extLst>
                <a:ext uri="{FF2B5EF4-FFF2-40B4-BE49-F238E27FC236}">
                  <a16:creationId xmlns:a16="http://schemas.microsoft.com/office/drawing/2014/main" id="{03A6A03C-3A6D-B1F6-814B-D1742212D50C}"/>
                </a:ext>
              </a:extLst>
            </p:cNvPr>
            <p:cNvSpPr/>
            <p:nvPr/>
          </p:nvSpPr>
          <p:spPr>
            <a:xfrm>
              <a:off x="45724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8" name="pg338">
              <a:extLst>
                <a:ext uri="{FF2B5EF4-FFF2-40B4-BE49-F238E27FC236}">
                  <a16:creationId xmlns:a16="http://schemas.microsoft.com/office/drawing/2014/main" id="{F950BB7D-3A68-71E0-0AAF-96396958A7F7}"/>
                </a:ext>
              </a:extLst>
            </p:cNvPr>
            <p:cNvSpPr/>
            <p:nvPr/>
          </p:nvSpPr>
          <p:spPr>
            <a:xfrm>
              <a:off x="330243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29" name="pg339">
              <a:extLst>
                <a:ext uri="{FF2B5EF4-FFF2-40B4-BE49-F238E27FC236}">
                  <a16:creationId xmlns:a16="http://schemas.microsoft.com/office/drawing/2014/main" id="{E788ACBE-A51D-4244-321F-7494341ACD90}"/>
                </a:ext>
              </a:extLst>
            </p:cNvPr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0" name="pg340">
              <a:extLst>
                <a:ext uri="{FF2B5EF4-FFF2-40B4-BE49-F238E27FC236}">
                  <a16:creationId xmlns:a16="http://schemas.microsoft.com/office/drawing/2014/main" id="{0567695D-0C6D-C035-5925-F2E4C1D40499}"/>
                </a:ext>
              </a:extLst>
            </p:cNvPr>
            <p:cNvSpPr/>
            <p:nvPr/>
          </p:nvSpPr>
          <p:spPr>
            <a:xfrm>
              <a:off x="310428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1" name="pg341">
              <a:extLst>
                <a:ext uri="{FF2B5EF4-FFF2-40B4-BE49-F238E27FC236}">
                  <a16:creationId xmlns:a16="http://schemas.microsoft.com/office/drawing/2014/main" id="{7EAFB119-2944-50AA-BBBF-D98BCB0BD332}"/>
                </a:ext>
              </a:extLst>
            </p:cNvPr>
            <p:cNvSpPr/>
            <p:nvPr/>
          </p:nvSpPr>
          <p:spPr>
            <a:xfrm>
              <a:off x="307886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2" name="pg342">
              <a:extLst>
                <a:ext uri="{FF2B5EF4-FFF2-40B4-BE49-F238E27FC236}">
                  <a16:creationId xmlns:a16="http://schemas.microsoft.com/office/drawing/2014/main" id="{27DF2D0B-DD18-2F63-F6D6-316EAA2AF3BC}"/>
                </a:ext>
              </a:extLst>
            </p:cNvPr>
            <p:cNvSpPr/>
            <p:nvPr/>
          </p:nvSpPr>
          <p:spPr>
            <a:xfrm>
              <a:off x="47724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3" name="pg343">
              <a:extLst>
                <a:ext uri="{FF2B5EF4-FFF2-40B4-BE49-F238E27FC236}">
                  <a16:creationId xmlns:a16="http://schemas.microsoft.com/office/drawing/2014/main" id="{29FF2A6D-C21F-2AF7-037C-395D44AE8873}"/>
                </a:ext>
              </a:extLst>
            </p:cNvPr>
            <p:cNvSpPr/>
            <p:nvPr/>
          </p:nvSpPr>
          <p:spPr>
            <a:xfrm>
              <a:off x="316968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4" name="pg344">
              <a:extLst>
                <a:ext uri="{FF2B5EF4-FFF2-40B4-BE49-F238E27FC236}">
                  <a16:creationId xmlns:a16="http://schemas.microsoft.com/office/drawing/2014/main" id="{E05D932D-3B74-4D4A-8F89-E02E47E6FC4A}"/>
                </a:ext>
              </a:extLst>
            </p:cNvPr>
            <p:cNvSpPr/>
            <p:nvPr/>
          </p:nvSpPr>
          <p:spPr>
            <a:xfrm>
              <a:off x="31644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5" name="pg345">
              <a:extLst>
                <a:ext uri="{FF2B5EF4-FFF2-40B4-BE49-F238E27FC236}">
                  <a16:creationId xmlns:a16="http://schemas.microsoft.com/office/drawing/2014/main" id="{199287CA-A100-617B-4ED5-1DB3FB0DB851}"/>
                </a:ext>
              </a:extLst>
            </p:cNvPr>
            <p:cNvSpPr/>
            <p:nvPr/>
          </p:nvSpPr>
          <p:spPr>
            <a:xfrm>
              <a:off x="450106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6" name="pg346">
              <a:extLst>
                <a:ext uri="{FF2B5EF4-FFF2-40B4-BE49-F238E27FC236}">
                  <a16:creationId xmlns:a16="http://schemas.microsoft.com/office/drawing/2014/main" id="{2C620CA7-892B-35C5-9BA5-8CEFF79B2708}"/>
                </a:ext>
              </a:extLst>
            </p:cNvPr>
            <p:cNvSpPr/>
            <p:nvPr/>
          </p:nvSpPr>
          <p:spPr>
            <a:xfrm>
              <a:off x="48008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7" name="pg347">
              <a:extLst>
                <a:ext uri="{FF2B5EF4-FFF2-40B4-BE49-F238E27FC236}">
                  <a16:creationId xmlns:a16="http://schemas.microsoft.com/office/drawing/2014/main" id="{EC54EE3F-0EBF-4963-C030-76CD0846AB3E}"/>
                </a:ext>
              </a:extLst>
            </p:cNvPr>
            <p:cNvSpPr/>
            <p:nvPr/>
          </p:nvSpPr>
          <p:spPr>
            <a:xfrm>
              <a:off x="46534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8" name="pg348">
              <a:extLst>
                <a:ext uri="{FF2B5EF4-FFF2-40B4-BE49-F238E27FC236}">
                  <a16:creationId xmlns:a16="http://schemas.microsoft.com/office/drawing/2014/main" id="{C0A95352-600C-CEA2-B66F-EE3DAE2F67B2}"/>
                </a:ext>
              </a:extLst>
            </p:cNvPr>
            <p:cNvSpPr/>
            <p:nvPr/>
          </p:nvSpPr>
          <p:spPr>
            <a:xfrm>
              <a:off x="465581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39" name="pg349">
              <a:extLst>
                <a:ext uri="{FF2B5EF4-FFF2-40B4-BE49-F238E27FC236}">
                  <a16:creationId xmlns:a16="http://schemas.microsoft.com/office/drawing/2014/main" id="{F54CD6AC-5589-17D4-286B-ADCF0031A1B0}"/>
                </a:ext>
              </a:extLst>
            </p:cNvPr>
            <p:cNvSpPr/>
            <p:nvPr/>
          </p:nvSpPr>
          <p:spPr>
            <a:xfrm>
              <a:off x="3329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0" name="pg350">
              <a:extLst>
                <a:ext uri="{FF2B5EF4-FFF2-40B4-BE49-F238E27FC236}">
                  <a16:creationId xmlns:a16="http://schemas.microsoft.com/office/drawing/2014/main" id="{A4366485-4007-37B0-2309-21D5119BC028}"/>
                </a:ext>
              </a:extLst>
            </p:cNvPr>
            <p:cNvSpPr/>
            <p:nvPr/>
          </p:nvSpPr>
          <p:spPr>
            <a:xfrm>
              <a:off x="47750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1" name="pg351">
              <a:extLst>
                <a:ext uri="{FF2B5EF4-FFF2-40B4-BE49-F238E27FC236}">
                  <a16:creationId xmlns:a16="http://schemas.microsoft.com/office/drawing/2014/main" id="{626A6BC3-3B44-0B29-18EA-676D3E1CB2CB}"/>
                </a:ext>
              </a:extLst>
            </p:cNvPr>
            <p:cNvSpPr/>
            <p:nvPr/>
          </p:nvSpPr>
          <p:spPr>
            <a:xfrm>
              <a:off x="29114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2" name="pg352">
              <a:extLst>
                <a:ext uri="{FF2B5EF4-FFF2-40B4-BE49-F238E27FC236}">
                  <a16:creationId xmlns:a16="http://schemas.microsoft.com/office/drawing/2014/main" id="{15413BEC-501F-8A92-2059-61033D1A4A67}"/>
                </a:ext>
              </a:extLst>
            </p:cNvPr>
            <p:cNvSpPr/>
            <p:nvPr/>
          </p:nvSpPr>
          <p:spPr>
            <a:xfrm>
              <a:off x="46293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3" name="pg353">
              <a:extLst>
                <a:ext uri="{FF2B5EF4-FFF2-40B4-BE49-F238E27FC236}">
                  <a16:creationId xmlns:a16="http://schemas.microsoft.com/office/drawing/2014/main" id="{7C665C10-B12D-4620-0227-DBFA47EBDF16}"/>
                </a:ext>
              </a:extLst>
            </p:cNvPr>
            <p:cNvSpPr/>
            <p:nvPr/>
          </p:nvSpPr>
          <p:spPr>
            <a:xfrm>
              <a:off x="345726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4" name="pg354">
              <a:extLst>
                <a:ext uri="{FF2B5EF4-FFF2-40B4-BE49-F238E27FC236}">
                  <a16:creationId xmlns:a16="http://schemas.microsoft.com/office/drawing/2014/main" id="{275E0AF2-7FA4-4437-F3D4-0938899A76C9}"/>
                </a:ext>
              </a:extLst>
            </p:cNvPr>
            <p:cNvSpPr/>
            <p:nvPr/>
          </p:nvSpPr>
          <p:spPr>
            <a:xfrm>
              <a:off x="34572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5" name="pg355">
              <a:extLst>
                <a:ext uri="{FF2B5EF4-FFF2-40B4-BE49-F238E27FC236}">
                  <a16:creationId xmlns:a16="http://schemas.microsoft.com/office/drawing/2014/main" id="{99DE630D-CF69-51E9-FDDE-96E293F2D61F}"/>
                </a:ext>
              </a:extLst>
            </p:cNvPr>
            <p:cNvSpPr/>
            <p:nvPr/>
          </p:nvSpPr>
          <p:spPr>
            <a:xfrm>
              <a:off x="30794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6" name="pg356">
              <a:extLst>
                <a:ext uri="{FF2B5EF4-FFF2-40B4-BE49-F238E27FC236}">
                  <a16:creationId xmlns:a16="http://schemas.microsoft.com/office/drawing/2014/main" id="{AFECDF7B-6811-FBAB-BE1D-701D469D2C63}"/>
                </a:ext>
              </a:extLst>
            </p:cNvPr>
            <p:cNvSpPr/>
            <p:nvPr/>
          </p:nvSpPr>
          <p:spPr>
            <a:xfrm>
              <a:off x="4205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7" name="pg357">
              <a:extLst>
                <a:ext uri="{FF2B5EF4-FFF2-40B4-BE49-F238E27FC236}">
                  <a16:creationId xmlns:a16="http://schemas.microsoft.com/office/drawing/2014/main" id="{FA9294C4-01ED-E4A0-BE8C-6E39CFF48360}"/>
                </a:ext>
              </a:extLst>
            </p:cNvPr>
            <p:cNvSpPr/>
            <p:nvPr/>
          </p:nvSpPr>
          <p:spPr>
            <a:xfrm>
              <a:off x="2592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8" name="pg358">
              <a:extLst>
                <a:ext uri="{FF2B5EF4-FFF2-40B4-BE49-F238E27FC236}">
                  <a16:creationId xmlns:a16="http://schemas.microsoft.com/office/drawing/2014/main" id="{6CB1B81A-9EC1-7EA7-DD2D-3A7EE3B33979}"/>
                </a:ext>
              </a:extLst>
            </p:cNvPr>
            <p:cNvSpPr/>
            <p:nvPr/>
          </p:nvSpPr>
          <p:spPr>
            <a:xfrm>
              <a:off x="50213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49" name="pg359">
              <a:extLst>
                <a:ext uri="{FF2B5EF4-FFF2-40B4-BE49-F238E27FC236}">
                  <a16:creationId xmlns:a16="http://schemas.microsoft.com/office/drawing/2014/main" id="{CC0BF81D-522E-BCBF-1EC3-709B4E4E85D6}"/>
                </a:ext>
              </a:extLst>
            </p:cNvPr>
            <p:cNvSpPr/>
            <p:nvPr/>
          </p:nvSpPr>
          <p:spPr>
            <a:xfrm>
              <a:off x="258401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0" name="pg360">
              <a:extLst>
                <a:ext uri="{FF2B5EF4-FFF2-40B4-BE49-F238E27FC236}">
                  <a16:creationId xmlns:a16="http://schemas.microsoft.com/office/drawing/2014/main" id="{089E662D-6499-178A-4387-CD3850F83E5F}"/>
                </a:ext>
              </a:extLst>
            </p:cNvPr>
            <p:cNvSpPr/>
            <p:nvPr/>
          </p:nvSpPr>
          <p:spPr>
            <a:xfrm>
              <a:off x="28756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1" name="pg361">
              <a:extLst>
                <a:ext uri="{FF2B5EF4-FFF2-40B4-BE49-F238E27FC236}">
                  <a16:creationId xmlns:a16="http://schemas.microsoft.com/office/drawing/2014/main" id="{FD9F4F6B-6BA5-82EF-0086-770CECA3FA7E}"/>
                </a:ext>
              </a:extLst>
            </p:cNvPr>
            <p:cNvSpPr/>
            <p:nvPr/>
          </p:nvSpPr>
          <p:spPr>
            <a:xfrm>
              <a:off x="44606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2" name="pg362">
              <a:extLst>
                <a:ext uri="{FF2B5EF4-FFF2-40B4-BE49-F238E27FC236}">
                  <a16:creationId xmlns:a16="http://schemas.microsoft.com/office/drawing/2014/main" id="{C50FAA1E-4828-2352-17C0-8EDD878B7225}"/>
                </a:ext>
              </a:extLst>
            </p:cNvPr>
            <p:cNvSpPr/>
            <p:nvPr/>
          </p:nvSpPr>
          <p:spPr>
            <a:xfrm>
              <a:off x="308760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3" name="pg363">
              <a:extLst>
                <a:ext uri="{FF2B5EF4-FFF2-40B4-BE49-F238E27FC236}">
                  <a16:creationId xmlns:a16="http://schemas.microsoft.com/office/drawing/2014/main" id="{FE3B0D64-EF71-AD4E-6962-264402A6C316}"/>
                </a:ext>
              </a:extLst>
            </p:cNvPr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4" name="pg364">
              <a:extLst>
                <a:ext uri="{FF2B5EF4-FFF2-40B4-BE49-F238E27FC236}">
                  <a16:creationId xmlns:a16="http://schemas.microsoft.com/office/drawing/2014/main" id="{74262134-EB07-8EBC-B5FD-609FC9E06F5E}"/>
                </a:ext>
              </a:extLst>
            </p:cNvPr>
            <p:cNvSpPr/>
            <p:nvPr/>
          </p:nvSpPr>
          <p:spPr>
            <a:xfrm>
              <a:off x="26023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5" name="pg365">
              <a:extLst>
                <a:ext uri="{FF2B5EF4-FFF2-40B4-BE49-F238E27FC236}">
                  <a16:creationId xmlns:a16="http://schemas.microsoft.com/office/drawing/2014/main" id="{A441BEA1-A900-8C9C-C48C-7C02EA2517A5}"/>
                </a:ext>
              </a:extLst>
            </p:cNvPr>
            <p:cNvSpPr/>
            <p:nvPr/>
          </p:nvSpPr>
          <p:spPr>
            <a:xfrm>
              <a:off x="41150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6" name="pg366">
              <a:extLst>
                <a:ext uri="{FF2B5EF4-FFF2-40B4-BE49-F238E27FC236}">
                  <a16:creationId xmlns:a16="http://schemas.microsoft.com/office/drawing/2014/main" id="{ED3A6649-E266-3FC9-25ED-0CC6CEEA396F}"/>
                </a:ext>
              </a:extLst>
            </p:cNvPr>
            <p:cNvSpPr/>
            <p:nvPr/>
          </p:nvSpPr>
          <p:spPr>
            <a:xfrm>
              <a:off x="30712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7" name="pg367">
              <a:extLst>
                <a:ext uri="{FF2B5EF4-FFF2-40B4-BE49-F238E27FC236}">
                  <a16:creationId xmlns:a16="http://schemas.microsoft.com/office/drawing/2014/main" id="{E5B5A06F-6121-8946-2A45-8D488EF20F6F}"/>
                </a:ext>
              </a:extLst>
            </p:cNvPr>
            <p:cNvSpPr/>
            <p:nvPr/>
          </p:nvSpPr>
          <p:spPr>
            <a:xfrm>
              <a:off x="26044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8" name="pg368">
              <a:extLst>
                <a:ext uri="{FF2B5EF4-FFF2-40B4-BE49-F238E27FC236}">
                  <a16:creationId xmlns:a16="http://schemas.microsoft.com/office/drawing/2014/main" id="{E552B7BB-D7A8-41D7-6C88-809F1201D560}"/>
                </a:ext>
              </a:extLst>
            </p:cNvPr>
            <p:cNvSpPr/>
            <p:nvPr/>
          </p:nvSpPr>
          <p:spPr>
            <a:xfrm>
              <a:off x="29689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59" name="pg369">
              <a:extLst>
                <a:ext uri="{FF2B5EF4-FFF2-40B4-BE49-F238E27FC236}">
                  <a16:creationId xmlns:a16="http://schemas.microsoft.com/office/drawing/2014/main" id="{C41DABEB-1F58-922D-319B-F5288ADBDD75}"/>
                </a:ext>
              </a:extLst>
            </p:cNvPr>
            <p:cNvSpPr/>
            <p:nvPr/>
          </p:nvSpPr>
          <p:spPr>
            <a:xfrm>
              <a:off x="25746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0" name="pg370">
              <a:extLst>
                <a:ext uri="{FF2B5EF4-FFF2-40B4-BE49-F238E27FC236}">
                  <a16:creationId xmlns:a16="http://schemas.microsoft.com/office/drawing/2014/main" id="{65AD1C1D-688E-61F4-05C0-691BE33ABCF7}"/>
                </a:ext>
              </a:extLst>
            </p:cNvPr>
            <p:cNvSpPr/>
            <p:nvPr/>
          </p:nvSpPr>
          <p:spPr>
            <a:xfrm>
              <a:off x="502024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1" name="pg371">
              <a:extLst>
                <a:ext uri="{FF2B5EF4-FFF2-40B4-BE49-F238E27FC236}">
                  <a16:creationId xmlns:a16="http://schemas.microsoft.com/office/drawing/2014/main" id="{FF126ED0-64D4-27D2-5CD9-6DA0CB6DCAC5}"/>
                </a:ext>
              </a:extLst>
            </p:cNvPr>
            <p:cNvSpPr/>
            <p:nvPr/>
          </p:nvSpPr>
          <p:spPr>
            <a:xfrm>
              <a:off x="43090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2" name="pg372">
              <a:extLst>
                <a:ext uri="{FF2B5EF4-FFF2-40B4-BE49-F238E27FC236}">
                  <a16:creationId xmlns:a16="http://schemas.microsoft.com/office/drawing/2014/main" id="{FF600B8C-596A-31F0-557F-13F15108778D}"/>
                </a:ext>
              </a:extLst>
            </p:cNvPr>
            <p:cNvSpPr/>
            <p:nvPr/>
          </p:nvSpPr>
          <p:spPr>
            <a:xfrm>
              <a:off x="25870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3" name="pg373">
              <a:extLst>
                <a:ext uri="{FF2B5EF4-FFF2-40B4-BE49-F238E27FC236}">
                  <a16:creationId xmlns:a16="http://schemas.microsoft.com/office/drawing/2014/main" id="{C70BB9AA-4523-A8E8-8589-1C59A54CA742}"/>
                </a:ext>
              </a:extLst>
            </p:cNvPr>
            <p:cNvSpPr/>
            <p:nvPr/>
          </p:nvSpPr>
          <p:spPr>
            <a:xfrm>
              <a:off x="3137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4" name="pg374">
              <a:extLst>
                <a:ext uri="{FF2B5EF4-FFF2-40B4-BE49-F238E27FC236}">
                  <a16:creationId xmlns:a16="http://schemas.microsoft.com/office/drawing/2014/main" id="{08F13AB7-1E67-2787-8913-D22450CD7ACE}"/>
                </a:ext>
              </a:extLst>
            </p:cNvPr>
            <p:cNvSpPr/>
            <p:nvPr/>
          </p:nvSpPr>
          <p:spPr>
            <a:xfrm>
              <a:off x="439121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5" name="pg375">
              <a:extLst>
                <a:ext uri="{FF2B5EF4-FFF2-40B4-BE49-F238E27FC236}">
                  <a16:creationId xmlns:a16="http://schemas.microsoft.com/office/drawing/2014/main" id="{D859BB02-6EE9-8BD5-ED54-F3F886679503}"/>
                </a:ext>
              </a:extLst>
            </p:cNvPr>
            <p:cNvSpPr/>
            <p:nvPr/>
          </p:nvSpPr>
          <p:spPr>
            <a:xfrm>
              <a:off x="43046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6" name="pg376">
              <a:extLst>
                <a:ext uri="{FF2B5EF4-FFF2-40B4-BE49-F238E27FC236}">
                  <a16:creationId xmlns:a16="http://schemas.microsoft.com/office/drawing/2014/main" id="{172C1F16-007B-1C5C-B45B-338260EC25D4}"/>
                </a:ext>
              </a:extLst>
            </p:cNvPr>
            <p:cNvSpPr/>
            <p:nvPr/>
          </p:nvSpPr>
          <p:spPr>
            <a:xfrm>
              <a:off x="26442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7" name="pg377">
              <a:extLst>
                <a:ext uri="{FF2B5EF4-FFF2-40B4-BE49-F238E27FC236}">
                  <a16:creationId xmlns:a16="http://schemas.microsoft.com/office/drawing/2014/main" id="{3DAEC60E-12AC-D757-B58A-5E8B416508C2}"/>
                </a:ext>
              </a:extLst>
            </p:cNvPr>
            <p:cNvSpPr/>
            <p:nvPr/>
          </p:nvSpPr>
          <p:spPr>
            <a:xfrm>
              <a:off x="42041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8" name="pg378">
              <a:extLst>
                <a:ext uri="{FF2B5EF4-FFF2-40B4-BE49-F238E27FC236}">
                  <a16:creationId xmlns:a16="http://schemas.microsoft.com/office/drawing/2014/main" id="{51831E8B-29C4-4B3F-49D3-791E894D6176}"/>
                </a:ext>
              </a:extLst>
            </p:cNvPr>
            <p:cNvSpPr/>
            <p:nvPr/>
          </p:nvSpPr>
          <p:spPr>
            <a:xfrm>
              <a:off x="43676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69" name="pg379">
              <a:extLst>
                <a:ext uri="{FF2B5EF4-FFF2-40B4-BE49-F238E27FC236}">
                  <a16:creationId xmlns:a16="http://schemas.microsoft.com/office/drawing/2014/main" id="{1DCB322F-6CFC-5E42-489B-7EC2224EB82A}"/>
                </a:ext>
              </a:extLst>
            </p:cNvPr>
            <p:cNvSpPr/>
            <p:nvPr/>
          </p:nvSpPr>
          <p:spPr>
            <a:xfrm>
              <a:off x="30917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0" name="pg380">
              <a:extLst>
                <a:ext uri="{FF2B5EF4-FFF2-40B4-BE49-F238E27FC236}">
                  <a16:creationId xmlns:a16="http://schemas.microsoft.com/office/drawing/2014/main" id="{8AD731BD-FC6F-29EA-8EF3-8E8605B521BC}"/>
                </a:ext>
              </a:extLst>
            </p:cNvPr>
            <p:cNvSpPr/>
            <p:nvPr/>
          </p:nvSpPr>
          <p:spPr>
            <a:xfrm>
              <a:off x="28902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1" name="pg381">
              <a:extLst>
                <a:ext uri="{FF2B5EF4-FFF2-40B4-BE49-F238E27FC236}">
                  <a16:creationId xmlns:a16="http://schemas.microsoft.com/office/drawing/2014/main" id="{2808A5B3-33FA-A2FC-065F-ACB699035954}"/>
                </a:ext>
              </a:extLst>
            </p:cNvPr>
            <p:cNvSpPr/>
            <p:nvPr/>
          </p:nvSpPr>
          <p:spPr>
            <a:xfrm>
              <a:off x="3132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2" name="pg382">
              <a:extLst>
                <a:ext uri="{FF2B5EF4-FFF2-40B4-BE49-F238E27FC236}">
                  <a16:creationId xmlns:a16="http://schemas.microsoft.com/office/drawing/2014/main" id="{56A4B32E-8FA4-D227-4B60-972F135C77A4}"/>
                </a:ext>
              </a:extLst>
            </p:cNvPr>
            <p:cNvSpPr/>
            <p:nvPr/>
          </p:nvSpPr>
          <p:spPr>
            <a:xfrm>
              <a:off x="448915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3" name="pg383">
              <a:extLst>
                <a:ext uri="{FF2B5EF4-FFF2-40B4-BE49-F238E27FC236}">
                  <a16:creationId xmlns:a16="http://schemas.microsoft.com/office/drawing/2014/main" id="{02F95421-E436-D40F-549A-5DF76446B305}"/>
                </a:ext>
              </a:extLst>
            </p:cNvPr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4" name="pg384">
              <a:extLst>
                <a:ext uri="{FF2B5EF4-FFF2-40B4-BE49-F238E27FC236}">
                  <a16:creationId xmlns:a16="http://schemas.microsoft.com/office/drawing/2014/main" id="{7909C4EF-6A4E-39CC-F113-BFE99A7A407F}"/>
                </a:ext>
              </a:extLst>
            </p:cNvPr>
            <p:cNvSpPr/>
            <p:nvPr/>
          </p:nvSpPr>
          <p:spPr>
            <a:xfrm>
              <a:off x="26323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5" name="pg385">
              <a:extLst>
                <a:ext uri="{FF2B5EF4-FFF2-40B4-BE49-F238E27FC236}">
                  <a16:creationId xmlns:a16="http://schemas.microsoft.com/office/drawing/2014/main" id="{6514D428-0372-6C65-5931-E0BF6CE05C61}"/>
                </a:ext>
              </a:extLst>
            </p:cNvPr>
            <p:cNvSpPr/>
            <p:nvPr/>
          </p:nvSpPr>
          <p:spPr>
            <a:xfrm>
              <a:off x="42810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6" name="pg386">
              <a:extLst>
                <a:ext uri="{FF2B5EF4-FFF2-40B4-BE49-F238E27FC236}">
                  <a16:creationId xmlns:a16="http://schemas.microsoft.com/office/drawing/2014/main" id="{336BDBE9-68BC-CC8B-3577-238A79719B31}"/>
                </a:ext>
              </a:extLst>
            </p:cNvPr>
            <p:cNvSpPr/>
            <p:nvPr/>
          </p:nvSpPr>
          <p:spPr>
            <a:xfrm>
              <a:off x="4308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7" name="pg387">
              <a:extLst>
                <a:ext uri="{FF2B5EF4-FFF2-40B4-BE49-F238E27FC236}">
                  <a16:creationId xmlns:a16="http://schemas.microsoft.com/office/drawing/2014/main" id="{DF7FC011-8951-70A6-FC98-C8CFFA6ADEC0}"/>
                </a:ext>
              </a:extLst>
            </p:cNvPr>
            <p:cNvSpPr/>
            <p:nvPr/>
          </p:nvSpPr>
          <p:spPr>
            <a:xfrm>
              <a:off x="2647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8" name="pg388">
              <a:extLst>
                <a:ext uri="{FF2B5EF4-FFF2-40B4-BE49-F238E27FC236}">
                  <a16:creationId xmlns:a16="http://schemas.microsoft.com/office/drawing/2014/main" id="{971A0192-B41F-CCE9-0999-084198D27FF0}"/>
                </a:ext>
              </a:extLst>
            </p:cNvPr>
            <p:cNvSpPr/>
            <p:nvPr/>
          </p:nvSpPr>
          <p:spPr>
            <a:xfrm>
              <a:off x="48711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79" name="pg389">
              <a:extLst>
                <a:ext uri="{FF2B5EF4-FFF2-40B4-BE49-F238E27FC236}">
                  <a16:creationId xmlns:a16="http://schemas.microsoft.com/office/drawing/2014/main" id="{E74F806D-12AF-FF5F-4DE0-1D560EB479DA}"/>
                </a:ext>
              </a:extLst>
            </p:cNvPr>
            <p:cNvSpPr/>
            <p:nvPr/>
          </p:nvSpPr>
          <p:spPr>
            <a:xfrm>
              <a:off x="43724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0" name="pg390">
              <a:extLst>
                <a:ext uri="{FF2B5EF4-FFF2-40B4-BE49-F238E27FC236}">
                  <a16:creationId xmlns:a16="http://schemas.microsoft.com/office/drawing/2014/main" id="{D45DDDB8-B0B6-71D0-F81C-C31FCFFEA7F0}"/>
                </a:ext>
              </a:extLst>
            </p:cNvPr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1" name="pg391">
              <a:extLst>
                <a:ext uri="{FF2B5EF4-FFF2-40B4-BE49-F238E27FC236}">
                  <a16:creationId xmlns:a16="http://schemas.microsoft.com/office/drawing/2014/main" id="{FECC900D-35E6-636C-3E58-887D97423A0F}"/>
                </a:ext>
              </a:extLst>
            </p:cNvPr>
            <p:cNvSpPr/>
            <p:nvPr/>
          </p:nvSpPr>
          <p:spPr>
            <a:xfrm>
              <a:off x="44864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2" name="pg392">
              <a:extLst>
                <a:ext uri="{FF2B5EF4-FFF2-40B4-BE49-F238E27FC236}">
                  <a16:creationId xmlns:a16="http://schemas.microsoft.com/office/drawing/2014/main" id="{FEE28574-ED8D-8499-FCBD-270BC12BC7D5}"/>
                </a:ext>
              </a:extLst>
            </p:cNvPr>
            <p:cNvSpPr/>
            <p:nvPr/>
          </p:nvSpPr>
          <p:spPr>
            <a:xfrm>
              <a:off x="43066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3" name="pg393">
              <a:extLst>
                <a:ext uri="{FF2B5EF4-FFF2-40B4-BE49-F238E27FC236}">
                  <a16:creationId xmlns:a16="http://schemas.microsoft.com/office/drawing/2014/main" id="{F8952A78-EC1A-4027-36E2-E79481E57F96}"/>
                </a:ext>
              </a:extLst>
            </p:cNvPr>
            <p:cNvSpPr/>
            <p:nvPr/>
          </p:nvSpPr>
          <p:spPr>
            <a:xfrm>
              <a:off x="41146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4" name="pg394">
              <a:extLst>
                <a:ext uri="{FF2B5EF4-FFF2-40B4-BE49-F238E27FC236}">
                  <a16:creationId xmlns:a16="http://schemas.microsoft.com/office/drawing/2014/main" id="{35F8EC83-5C5A-B3E7-37EF-05915A3F9C84}"/>
                </a:ext>
              </a:extLst>
            </p:cNvPr>
            <p:cNvSpPr/>
            <p:nvPr/>
          </p:nvSpPr>
          <p:spPr>
            <a:xfrm>
              <a:off x="43926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5" name="pg395">
              <a:extLst>
                <a:ext uri="{FF2B5EF4-FFF2-40B4-BE49-F238E27FC236}">
                  <a16:creationId xmlns:a16="http://schemas.microsoft.com/office/drawing/2014/main" id="{D181E43D-67B5-2E3C-96FA-BA2C2CD5F79A}"/>
                </a:ext>
              </a:extLst>
            </p:cNvPr>
            <p:cNvSpPr/>
            <p:nvPr/>
          </p:nvSpPr>
          <p:spPr>
            <a:xfrm>
              <a:off x="4279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6" name="pg396">
              <a:extLst>
                <a:ext uri="{FF2B5EF4-FFF2-40B4-BE49-F238E27FC236}">
                  <a16:creationId xmlns:a16="http://schemas.microsoft.com/office/drawing/2014/main" id="{00B8177C-90D8-C070-3901-FAE1C2F828F0}"/>
                </a:ext>
              </a:extLst>
            </p:cNvPr>
            <p:cNvSpPr/>
            <p:nvPr/>
          </p:nvSpPr>
          <p:spPr>
            <a:xfrm>
              <a:off x="30876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7" name="pg397">
              <a:extLst>
                <a:ext uri="{FF2B5EF4-FFF2-40B4-BE49-F238E27FC236}">
                  <a16:creationId xmlns:a16="http://schemas.microsoft.com/office/drawing/2014/main" id="{1E806E4B-C53E-5235-B43A-805628FDCED6}"/>
                </a:ext>
              </a:extLst>
            </p:cNvPr>
            <p:cNvSpPr/>
            <p:nvPr/>
          </p:nvSpPr>
          <p:spPr>
            <a:xfrm>
              <a:off x="29049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8" name="pg398">
              <a:extLst>
                <a:ext uri="{FF2B5EF4-FFF2-40B4-BE49-F238E27FC236}">
                  <a16:creationId xmlns:a16="http://schemas.microsoft.com/office/drawing/2014/main" id="{5131EF92-F3E2-7EC7-33EE-15DC6E0140A7}"/>
                </a:ext>
              </a:extLst>
            </p:cNvPr>
            <p:cNvSpPr/>
            <p:nvPr/>
          </p:nvSpPr>
          <p:spPr>
            <a:xfrm>
              <a:off x="30747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89" name="pg399">
              <a:extLst>
                <a:ext uri="{FF2B5EF4-FFF2-40B4-BE49-F238E27FC236}">
                  <a16:creationId xmlns:a16="http://schemas.microsoft.com/office/drawing/2014/main" id="{287B4E1F-3C8A-EAFD-1E1B-3699AA3E0BB8}"/>
                </a:ext>
              </a:extLst>
            </p:cNvPr>
            <p:cNvSpPr/>
            <p:nvPr/>
          </p:nvSpPr>
          <p:spPr>
            <a:xfrm>
              <a:off x="446336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0" name="pg400">
              <a:extLst>
                <a:ext uri="{FF2B5EF4-FFF2-40B4-BE49-F238E27FC236}">
                  <a16:creationId xmlns:a16="http://schemas.microsoft.com/office/drawing/2014/main" id="{F61E0F6B-1C9E-309D-E20A-6DE0A9BE75EF}"/>
                </a:ext>
              </a:extLst>
            </p:cNvPr>
            <p:cNvSpPr/>
            <p:nvPr/>
          </p:nvSpPr>
          <p:spPr>
            <a:xfrm>
              <a:off x="25899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1" name="pg401">
              <a:extLst>
                <a:ext uri="{FF2B5EF4-FFF2-40B4-BE49-F238E27FC236}">
                  <a16:creationId xmlns:a16="http://schemas.microsoft.com/office/drawing/2014/main" id="{F2FED3AA-62D5-B520-19B7-36AD54EE33C1}"/>
                </a:ext>
              </a:extLst>
            </p:cNvPr>
            <p:cNvSpPr/>
            <p:nvPr/>
          </p:nvSpPr>
          <p:spPr>
            <a:xfrm>
              <a:off x="26592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2" name="pg402">
              <a:extLst>
                <a:ext uri="{FF2B5EF4-FFF2-40B4-BE49-F238E27FC236}">
                  <a16:creationId xmlns:a16="http://schemas.microsoft.com/office/drawing/2014/main" id="{D476E1F9-B331-297B-0C8C-6054B9896999}"/>
                </a:ext>
              </a:extLst>
            </p:cNvPr>
            <p:cNvSpPr/>
            <p:nvPr/>
          </p:nvSpPr>
          <p:spPr>
            <a:xfrm>
              <a:off x="45476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3" name="pg403">
              <a:extLst>
                <a:ext uri="{FF2B5EF4-FFF2-40B4-BE49-F238E27FC236}">
                  <a16:creationId xmlns:a16="http://schemas.microsoft.com/office/drawing/2014/main" id="{F7D681F3-3B00-5E39-63D3-9221163FBFF9}"/>
                </a:ext>
              </a:extLst>
            </p:cNvPr>
            <p:cNvSpPr/>
            <p:nvPr/>
          </p:nvSpPr>
          <p:spPr>
            <a:xfrm>
              <a:off x="2584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4" name="pg404">
              <a:extLst>
                <a:ext uri="{FF2B5EF4-FFF2-40B4-BE49-F238E27FC236}">
                  <a16:creationId xmlns:a16="http://schemas.microsoft.com/office/drawing/2014/main" id="{39775ACC-1620-80F8-3FFF-E90CFB5E5D47}"/>
                </a:ext>
              </a:extLst>
            </p:cNvPr>
            <p:cNvSpPr/>
            <p:nvPr/>
          </p:nvSpPr>
          <p:spPr>
            <a:xfrm>
              <a:off x="1623483" y="2006226"/>
              <a:ext cx="3899276" cy="1374865"/>
            </a:xfrm>
            <a:custGeom>
              <a:avLst/>
              <a:gdLst/>
              <a:ahLst/>
              <a:cxnLst/>
              <a:rect l="0" t="0" r="0" b="0"/>
              <a:pathLst>
                <a:path w="3899276" h="1374865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  <a:lnTo>
                    <a:pt x="3899276" y="1374865"/>
                  </a:lnTo>
                  <a:lnTo>
                    <a:pt x="3849918" y="1361242"/>
                  </a:lnTo>
                  <a:lnTo>
                    <a:pt x="3800560" y="1347490"/>
                  </a:lnTo>
                  <a:lnTo>
                    <a:pt x="3751202" y="1333613"/>
                  </a:lnTo>
                  <a:lnTo>
                    <a:pt x="3701844" y="1319621"/>
                  </a:lnTo>
                  <a:lnTo>
                    <a:pt x="3652486" y="1305520"/>
                  </a:lnTo>
                  <a:lnTo>
                    <a:pt x="3603128" y="1291320"/>
                  </a:lnTo>
                  <a:lnTo>
                    <a:pt x="3553770" y="1277029"/>
                  </a:lnTo>
                  <a:lnTo>
                    <a:pt x="3504412" y="1262658"/>
                  </a:lnTo>
                  <a:lnTo>
                    <a:pt x="3455055" y="1248218"/>
                  </a:lnTo>
                  <a:lnTo>
                    <a:pt x="3405697" y="1233719"/>
                  </a:lnTo>
                  <a:lnTo>
                    <a:pt x="3356339" y="1219176"/>
                  </a:lnTo>
                  <a:lnTo>
                    <a:pt x="3306981" y="1204601"/>
                  </a:lnTo>
                  <a:lnTo>
                    <a:pt x="3257623" y="1190008"/>
                  </a:lnTo>
                  <a:lnTo>
                    <a:pt x="3208265" y="1175414"/>
                  </a:lnTo>
                  <a:lnTo>
                    <a:pt x="3158907" y="1160833"/>
                  </a:lnTo>
                  <a:lnTo>
                    <a:pt x="3109549" y="1146285"/>
                  </a:lnTo>
                  <a:lnTo>
                    <a:pt x="3060191" y="1131788"/>
                  </a:lnTo>
                  <a:lnTo>
                    <a:pt x="3010833" y="1117363"/>
                  </a:lnTo>
                  <a:lnTo>
                    <a:pt x="2961475" y="1103029"/>
                  </a:lnTo>
                  <a:lnTo>
                    <a:pt x="2912117" y="1088811"/>
                  </a:lnTo>
                  <a:lnTo>
                    <a:pt x="2862759" y="1074732"/>
                  </a:lnTo>
                  <a:lnTo>
                    <a:pt x="2813401" y="1060817"/>
                  </a:lnTo>
                  <a:lnTo>
                    <a:pt x="2764044" y="1047092"/>
                  </a:lnTo>
                  <a:lnTo>
                    <a:pt x="2714686" y="1033586"/>
                  </a:lnTo>
                  <a:lnTo>
                    <a:pt x="2665328" y="1020325"/>
                  </a:lnTo>
                  <a:lnTo>
                    <a:pt x="2615970" y="1007339"/>
                  </a:lnTo>
                  <a:lnTo>
                    <a:pt x="2566612" y="994656"/>
                  </a:lnTo>
                  <a:lnTo>
                    <a:pt x="2517254" y="982305"/>
                  </a:lnTo>
                  <a:lnTo>
                    <a:pt x="2467896" y="970314"/>
                  </a:lnTo>
                  <a:lnTo>
                    <a:pt x="2418538" y="958710"/>
                  </a:lnTo>
                  <a:lnTo>
                    <a:pt x="2369180" y="947517"/>
                  </a:lnTo>
                  <a:lnTo>
                    <a:pt x="2319822" y="936757"/>
                  </a:lnTo>
                  <a:lnTo>
                    <a:pt x="2270464" y="926450"/>
                  </a:lnTo>
                  <a:lnTo>
                    <a:pt x="2221106" y="916612"/>
                  </a:lnTo>
                  <a:lnTo>
                    <a:pt x="2171748" y="907252"/>
                  </a:lnTo>
                  <a:lnTo>
                    <a:pt x="2122390" y="898379"/>
                  </a:lnTo>
                  <a:lnTo>
                    <a:pt x="2073033" y="889994"/>
                  </a:lnTo>
                  <a:lnTo>
                    <a:pt x="2023675" y="882094"/>
                  </a:lnTo>
                  <a:lnTo>
                    <a:pt x="1974317" y="874675"/>
                  </a:lnTo>
                  <a:lnTo>
                    <a:pt x="1924959" y="867723"/>
                  </a:lnTo>
                  <a:lnTo>
                    <a:pt x="1875601" y="861227"/>
                  </a:lnTo>
                  <a:lnTo>
                    <a:pt x="1826243" y="855168"/>
                  </a:lnTo>
                  <a:lnTo>
                    <a:pt x="1776885" y="849528"/>
                  </a:lnTo>
                  <a:lnTo>
                    <a:pt x="1727527" y="844285"/>
                  </a:lnTo>
                  <a:lnTo>
                    <a:pt x="1678169" y="839419"/>
                  </a:lnTo>
                  <a:lnTo>
                    <a:pt x="1628811" y="834906"/>
                  </a:lnTo>
                  <a:lnTo>
                    <a:pt x="1579453" y="830725"/>
                  </a:lnTo>
                  <a:lnTo>
                    <a:pt x="1530095" y="826854"/>
                  </a:lnTo>
                  <a:lnTo>
                    <a:pt x="1480737" y="823270"/>
                  </a:lnTo>
                  <a:lnTo>
                    <a:pt x="1431379" y="819954"/>
                  </a:lnTo>
                  <a:lnTo>
                    <a:pt x="1382022" y="816887"/>
                  </a:lnTo>
                  <a:lnTo>
                    <a:pt x="1332664" y="814049"/>
                  </a:lnTo>
                  <a:lnTo>
                    <a:pt x="1283306" y="811423"/>
                  </a:lnTo>
                  <a:lnTo>
                    <a:pt x="1233948" y="808994"/>
                  </a:lnTo>
                  <a:lnTo>
                    <a:pt x="1184590" y="806747"/>
                  </a:lnTo>
                  <a:lnTo>
                    <a:pt x="1135232" y="804667"/>
                  </a:lnTo>
                  <a:lnTo>
                    <a:pt x="1085874" y="802743"/>
                  </a:lnTo>
                  <a:lnTo>
                    <a:pt x="1036516" y="800961"/>
                  </a:lnTo>
                  <a:lnTo>
                    <a:pt x="987158" y="799312"/>
                  </a:lnTo>
                  <a:lnTo>
                    <a:pt x="937800" y="797786"/>
                  </a:lnTo>
                  <a:lnTo>
                    <a:pt x="888442" y="796373"/>
                  </a:lnTo>
                  <a:lnTo>
                    <a:pt x="839084" y="795066"/>
                  </a:lnTo>
                  <a:lnTo>
                    <a:pt x="789726" y="793856"/>
                  </a:lnTo>
                  <a:lnTo>
                    <a:pt x="740368" y="792737"/>
                  </a:lnTo>
                  <a:lnTo>
                    <a:pt x="691011" y="791702"/>
                  </a:lnTo>
                  <a:lnTo>
                    <a:pt x="641653" y="790745"/>
                  </a:lnTo>
                  <a:lnTo>
                    <a:pt x="592295" y="789861"/>
                  </a:lnTo>
                  <a:lnTo>
                    <a:pt x="542937" y="789045"/>
                  </a:lnTo>
                  <a:lnTo>
                    <a:pt x="493579" y="788292"/>
                  </a:lnTo>
                  <a:lnTo>
                    <a:pt x="444221" y="787599"/>
                  </a:lnTo>
                  <a:lnTo>
                    <a:pt x="394863" y="786961"/>
                  </a:lnTo>
                  <a:lnTo>
                    <a:pt x="345505" y="786375"/>
                  </a:lnTo>
                  <a:lnTo>
                    <a:pt x="296147" y="785838"/>
                  </a:lnTo>
                  <a:lnTo>
                    <a:pt x="246789" y="785346"/>
                  </a:lnTo>
                  <a:lnTo>
                    <a:pt x="197431" y="784897"/>
                  </a:lnTo>
                  <a:lnTo>
                    <a:pt x="148073" y="784488"/>
                  </a:lnTo>
                  <a:lnTo>
                    <a:pt x="98715" y="784117"/>
                  </a:lnTo>
                  <a:lnTo>
                    <a:pt x="49357" y="783781"/>
                  </a:lnTo>
                  <a:lnTo>
                    <a:pt x="0" y="78347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995" name="pl405">
              <a:extLst>
                <a:ext uri="{FF2B5EF4-FFF2-40B4-BE49-F238E27FC236}">
                  <a16:creationId xmlns:a16="http://schemas.microsoft.com/office/drawing/2014/main" id="{0692D4F8-99FC-A2AB-2464-1F556528823B}"/>
                </a:ext>
              </a:extLst>
            </p:cNvPr>
            <p:cNvSpPr/>
            <p:nvPr/>
          </p:nvSpPr>
          <p:spPr>
            <a:xfrm>
              <a:off x="1623483" y="2006226"/>
              <a:ext cx="3899276" cy="661606"/>
            </a:xfrm>
            <a:custGeom>
              <a:avLst/>
              <a:gdLst/>
              <a:ahLst/>
              <a:cxnLst/>
              <a:rect l="0" t="0" r="0" b="0"/>
              <a:pathLst>
                <a:path w="3899276" h="661606">
                  <a:moveTo>
                    <a:pt x="0" y="0"/>
                  </a:moveTo>
                  <a:lnTo>
                    <a:pt x="49357" y="11232"/>
                  </a:lnTo>
                  <a:lnTo>
                    <a:pt x="98715" y="22636"/>
                  </a:lnTo>
                  <a:lnTo>
                    <a:pt x="148073" y="34209"/>
                  </a:lnTo>
                  <a:lnTo>
                    <a:pt x="197431" y="45949"/>
                  </a:lnTo>
                  <a:lnTo>
                    <a:pt x="246789" y="57852"/>
                  </a:lnTo>
                  <a:lnTo>
                    <a:pt x="296147" y="69916"/>
                  </a:lnTo>
                  <a:lnTo>
                    <a:pt x="345505" y="82137"/>
                  </a:lnTo>
                  <a:lnTo>
                    <a:pt x="394863" y="94512"/>
                  </a:lnTo>
                  <a:lnTo>
                    <a:pt x="444221" y="107034"/>
                  </a:lnTo>
                  <a:lnTo>
                    <a:pt x="493579" y="119701"/>
                  </a:lnTo>
                  <a:lnTo>
                    <a:pt x="542937" y="132505"/>
                  </a:lnTo>
                  <a:lnTo>
                    <a:pt x="592295" y="145442"/>
                  </a:lnTo>
                  <a:lnTo>
                    <a:pt x="641653" y="158505"/>
                  </a:lnTo>
                  <a:lnTo>
                    <a:pt x="691011" y="171685"/>
                  </a:lnTo>
                  <a:lnTo>
                    <a:pt x="740368" y="184976"/>
                  </a:lnTo>
                  <a:lnTo>
                    <a:pt x="789726" y="198369"/>
                  </a:lnTo>
                  <a:lnTo>
                    <a:pt x="839084" y="211855"/>
                  </a:lnTo>
                  <a:lnTo>
                    <a:pt x="888442" y="225422"/>
                  </a:lnTo>
                  <a:lnTo>
                    <a:pt x="937800" y="239061"/>
                  </a:lnTo>
                  <a:lnTo>
                    <a:pt x="987158" y="252760"/>
                  </a:lnTo>
                  <a:lnTo>
                    <a:pt x="1036516" y="266504"/>
                  </a:lnTo>
                  <a:lnTo>
                    <a:pt x="1085874" y="280281"/>
                  </a:lnTo>
                  <a:lnTo>
                    <a:pt x="1135232" y="294075"/>
                  </a:lnTo>
                  <a:lnTo>
                    <a:pt x="1184590" y="307870"/>
                  </a:lnTo>
                  <a:lnTo>
                    <a:pt x="1233948" y="321648"/>
                  </a:lnTo>
                  <a:lnTo>
                    <a:pt x="1283306" y="335391"/>
                  </a:lnTo>
                  <a:lnTo>
                    <a:pt x="1332664" y="349078"/>
                  </a:lnTo>
                  <a:lnTo>
                    <a:pt x="1382022" y="362688"/>
                  </a:lnTo>
                  <a:lnTo>
                    <a:pt x="1431379" y="376198"/>
                  </a:lnTo>
                  <a:lnTo>
                    <a:pt x="1480737" y="389584"/>
                  </a:lnTo>
                  <a:lnTo>
                    <a:pt x="1530095" y="402819"/>
                  </a:lnTo>
                  <a:lnTo>
                    <a:pt x="1579453" y="415879"/>
                  </a:lnTo>
                  <a:lnTo>
                    <a:pt x="1628811" y="428734"/>
                  </a:lnTo>
                  <a:lnTo>
                    <a:pt x="1678169" y="441357"/>
                  </a:lnTo>
                  <a:lnTo>
                    <a:pt x="1727527" y="453717"/>
                  </a:lnTo>
                  <a:lnTo>
                    <a:pt x="1776885" y="465787"/>
                  </a:lnTo>
                  <a:lnTo>
                    <a:pt x="1826243" y="477537"/>
                  </a:lnTo>
                  <a:lnTo>
                    <a:pt x="1875601" y="488940"/>
                  </a:lnTo>
                  <a:lnTo>
                    <a:pt x="1924959" y="499968"/>
                  </a:lnTo>
                  <a:lnTo>
                    <a:pt x="1974317" y="510598"/>
                  </a:lnTo>
                  <a:lnTo>
                    <a:pt x="2023675" y="520809"/>
                  </a:lnTo>
                  <a:lnTo>
                    <a:pt x="2073033" y="530581"/>
                  </a:lnTo>
                  <a:lnTo>
                    <a:pt x="2122390" y="539901"/>
                  </a:lnTo>
                  <a:lnTo>
                    <a:pt x="2171748" y="548759"/>
                  </a:lnTo>
                  <a:lnTo>
                    <a:pt x="2221106" y="557149"/>
                  </a:lnTo>
                  <a:lnTo>
                    <a:pt x="2270464" y="565071"/>
                  </a:lnTo>
                  <a:lnTo>
                    <a:pt x="2319822" y="572527"/>
                  </a:lnTo>
                  <a:lnTo>
                    <a:pt x="2369180" y="579526"/>
                  </a:lnTo>
                  <a:lnTo>
                    <a:pt x="2418538" y="586079"/>
                  </a:lnTo>
                  <a:lnTo>
                    <a:pt x="2467896" y="592200"/>
                  </a:lnTo>
                  <a:lnTo>
                    <a:pt x="2517254" y="597906"/>
                  </a:lnTo>
                  <a:lnTo>
                    <a:pt x="2566612" y="603216"/>
                  </a:lnTo>
                  <a:lnTo>
                    <a:pt x="2615970" y="608151"/>
                  </a:lnTo>
                  <a:lnTo>
                    <a:pt x="2665328" y="612732"/>
                  </a:lnTo>
                  <a:lnTo>
                    <a:pt x="2714686" y="616980"/>
                  </a:lnTo>
                  <a:lnTo>
                    <a:pt x="2764044" y="620916"/>
                  </a:lnTo>
                  <a:lnTo>
                    <a:pt x="2813401" y="624562"/>
                  </a:lnTo>
                  <a:lnTo>
                    <a:pt x="2862759" y="627937"/>
                  </a:lnTo>
                  <a:lnTo>
                    <a:pt x="2912117" y="631062"/>
                  </a:lnTo>
                  <a:lnTo>
                    <a:pt x="2961475" y="633953"/>
                  </a:lnTo>
                  <a:lnTo>
                    <a:pt x="3010833" y="636628"/>
                  </a:lnTo>
                  <a:lnTo>
                    <a:pt x="3060191" y="639105"/>
                  </a:lnTo>
                  <a:lnTo>
                    <a:pt x="3109549" y="641396"/>
                  </a:lnTo>
                  <a:lnTo>
                    <a:pt x="3158907" y="643517"/>
                  </a:lnTo>
                  <a:lnTo>
                    <a:pt x="3208265" y="645481"/>
                  </a:lnTo>
                  <a:lnTo>
                    <a:pt x="3257623" y="647298"/>
                  </a:lnTo>
                  <a:lnTo>
                    <a:pt x="3306981" y="648981"/>
                  </a:lnTo>
                  <a:lnTo>
                    <a:pt x="3356339" y="650539"/>
                  </a:lnTo>
                  <a:lnTo>
                    <a:pt x="3405697" y="651982"/>
                  </a:lnTo>
                  <a:lnTo>
                    <a:pt x="3455055" y="653317"/>
                  </a:lnTo>
                  <a:lnTo>
                    <a:pt x="3504412" y="654553"/>
                  </a:lnTo>
                  <a:lnTo>
                    <a:pt x="3553770" y="655696"/>
                  </a:lnTo>
                  <a:lnTo>
                    <a:pt x="3603128" y="656754"/>
                  </a:lnTo>
                  <a:lnTo>
                    <a:pt x="3652486" y="657733"/>
                  </a:lnTo>
                  <a:lnTo>
                    <a:pt x="3701844" y="658637"/>
                  </a:lnTo>
                  <a:lnTo>
                    <a:pt x="3751202" y="659471"/>
                  </a:lnTo>
                  <a:lnTo>
                    <a:pt x="3800560" y="660242"/>
                  </a:lnTo>
                  <a:lnTo>
                    <a:pt x="3849918" y="660952"/>
                  </a:lnTo>
                  <a:lnTo>
                    <a:pt x="3899276" y="661606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996" name="pl406">
              <a:extLst>
                <a:ext uri="{FF2B5EF4-FFF2-40B4-BE49-F238E27FC236}">
                  <a16:creationId xmlns:a16="http://schemas.microsoft.com/office/drawing/2014/main" id="{873D64E6-0A46-F68F-9873-D16E7F46A667}"/>
                </a:ext>
              </a:extLst>
            </p:cNvPr>
            <p:cNvSpPr/>
            <p:nvPr/>
          </p:nvSpPr>
          <p:spPr>
            <a:xfrm>
              <a:off x="1623483" y="2789705"/>
              <a:ext cx="3899276" cy="591385"/>
            </a:xfrm>
            <a:custGeom>
              <a:avLst/>
              <a:gdLst/>
              <a:ahLst/>
              <a:cxnLst/>
              <a:rect l="0" t="0" r="0" b="0"/>
              <a:pathLst>
                <a:path w="3899276" h="591385">
                  <a:moveTo>
                    <a:pt x="3899276" y="591385"/>
                  </a:moveTo>
                  <a:lnTo>
                    <a:pt x="3849918" y="577763"/>
                  </a:lnTo>
                  <a:lnTo>
                    <a:pt x="3800560" y="564010"/>
                  </a:lnTo>
                  <a:lnTo>
                    <a:pt x="3751202" y="550134"/>
                  </a:lnTo>
                  <a:lnTo>
                    <a:pt x="3701844" y="536141"/>
                  </a:lnTo>
                  <a:lnTo>
                    <a:pt x="3652486" y="522040"/>
                  </a:lnTo>
                  <a:lnTo>
                    <a:pt x="3603128" y="507840"/>
                  </a:lnTo>
                  <a:lnTo>
                    <a:pt x="3553770" y="493549"/>
                  </a:lnTo>
                  <a:lnTo>
                    <a:pt x="3504412" y="479178"/>
                  </a:lnTo>
                  <a:lnTo>
                    <a:pt x="3455055" y="464738"/>
                  </a:lnTo>
                  <a:lnTo>
                    <a:pt x="3405697" y="450240"/>
                  </a:lnTo>
                  <a:lnTo>
                    <a:pt x="3356339" y="435697"/>
                  </a:lnTo>
                  <a:lnTo>
                    <a:pt x="3306981" y="421121"/>
                  </a:lnTo>
                  <a:lnTo>
                    <a:pt x="3257623" y="406529"/>
                  </a:lnTo>
                  <a:lnTo>
                    <a:pt x="3208265" y="391934"/>
                  </a:lnTo>
                  <a:lnTo>
                    <a:pt x="3158907" y="377354"/>
                  </a:lnTo>
                  <a:lnTo>
                    <a:pt x="3109549" y="362806"/>
                  </a:lnTo>
                  <a:lnTo>
                    <a:pt x="3060191" y="348309"/>
                  </a:lnTo>
                  <a:lnTo>
                    <a:pt x="3010833" y="333883"/>
                  </a:lnTo>
                  <a:lnTo>
                    <a:pt x="2961475" y="319550"/>
                  </a:lnTo>
                  <a:lnTo>
                    <a:pt x="2912117" y="305331"/>
                  </a:lnTo>
                  <a:lnTo>
                    <a:pt x="2862759" y="291252"/>
                  </a:lnTo>
                  <a:lnTo>
                    <a:pt x="2813401" y="277337"/>
                  </a:lnTo>
                  <a:lnTo>
                    <a:pt x="2764044" y="263613"/>
                  </a:lnTo>
                  <a:lnTo>
                    <a:pt x="2714686" y="250106"/>
                  </a:lnTo>
                  <a:lnTo>
                    <a:pt x="2665328" y="236845"/>
                  </a:lnTo>
                  <a:lnTo>
                    <a:pt x="2615970" y="223859"/>
                  </a:lnTo>
                  <a:lnTo>
                    <a:pt x="2566612" y="211176"/>
                  </a:lnTo>
                  <a:lnTo>
                    <a:pt x="2517254" y="198825"/>
                  </a:lnTo>
                  <a:lnTo>
                    <a:pt x="2467896" y="186834"/>
                  </a:lnTo>
                  <a:lnTo>
                    <a:pt x="2418538" y="175230"/>
                  </a:lnTo>
                  <a:lnTo>
                    <a:pt x="2369180" y="164037"/>
                  </a:lnTo>
                  <a:lnTo>
                    <a:pt x="2319822" y="153278"/>
                  </a:lnTo>
                  <a:lnTo>
                    <a:pt x="2270464" y="142971"/>
                  </a:lnTo>
                  <a:lnTo>
                    <a:pt x="2221106" y="133132"/>
                  </a:lnTo>
                  <a:lnTo>
                    <a:pt x="2171748" y="123773"/>
                  </a:lnTo>
                  <a:lnTo>
                    <a:pt x="2122390" y="114899"/>
                  </a:lnTo>
                  <a:lnTo>
                    <a:pt x="2073033" y="106514"/>
                  </a:lnTo>
                  <a:lnTo>
                    <a:pt x="2023675" y="98615"/>
                  </a:lnTo>
                  <a:lnTo>
                    <a:pt x="1974317" y="91195"/>
                  </a:lnTo>
                  <a:lnTo>
                    <a:pt x="1924959" y="84244"/>
                  </a:lnTo>
                  <a:lnTo>
                    <a:pt x="1875601" y="77747"/>
                  </a:lnTo>
                  <a:lnTo>
                    <a:pt x="1826243" y="71688"/>
                  </a:lnTo>
                  <a:lnTo>
                    <a:pt x="1776885" y="66048"/>
                  </a:lnTo>
                  <a:lnTo>
                    <a:pt x="1727527" y="60806"/>
                  </a:lnTo>
                  <a:lnTo>
                    <a:pt x="1678169" y="55939"/>
                  </a:lnTo>
                  <a:lnTo>
                    <a:pt x="1628811" y="51427"/>
                  </a:lnTo>
                  <a:lnTo>
                    <a:pt x="1579453" y="47246"/>
                  </a:lnTo>
                  <a:lnTo>
                    <a:pt x="1530095" y="43374"/>
                  </a:lnTo>
                  <a:lnTo>
                    <a:pt x="1480737" y="39791"/>
                  </a:lnTo>
                  <a:lnTo>
                    <a:pt x="1431379" y="36475"/>
                  </a:lnTo>
                  <a:lnTo>
                    <a:pt x="1382022" y="33407"/>
                  </a:lnTo>
                  <a:lnTo>
                    <a:pt x="1332664" y="30569"/>
                  </a:lnTo>
                  <a:lnTo>
                    <a:pt x="1283306" y="27944"/>
                  </a:lnTo>
                  <a:lnTo>
                    <a:pt x="1233948" y="25515"/>
                  </a:lnTo>
                  <a:lnTo>
                    <a:pt x="1184590" y="23267"/>
                  </a:lnTo>
                  <a:lnTo>
                    <a:pt x="1135232" y="21188"/>
                  </a:lnTo>
                  <a:lnTo>
                    <a:pt x="1085874" y="19263"/>
                  </a:lnTo>
                  <a:lnTo>
                    <a:pt x="1036516" y="17482"/>
                  </a:lnTo>
                  <a:lnTo>
                    <a:pt x="987158" y="15833"/>
                  </a:lnTo>
                  <a:lnTo>
                    <a:pt x="937800" y="14307"/>
                  </a:lnTo>
                  <a:lnTo>
                    <a:pt x="888442" y="12894"/>
                  </a:lnTo>
                  <a:lnTo>
                    <a:pt x="839084" y="11586"/>
                  </a:lnTo>
                  <a:lnTo>
                    <a:pt x="789726" y="10376"/>
                  </a:lnTo>
                  <a:lnTo>
                    <a:pt x="740368" y="9257"/>
                  </a:lnTo>
                  <a:lnTo>
                    <a:pt x="691011" y="8222"/>
                  </a:lnTo>
                  <a:lnTo>
                    <a:pt x="641653" y="7265"/>
                  </a:lnTo>
                  <a:lnTo>
                    <a:pt x="592295" y="6381"/>
                  </a:lnTo>
                  <a:lnTo>
                    <a:pt x="542937" y="5565"/>
                  </a:lnTo>
                  <a:lnTo>
                    <a:pt x="493579" y="4813"/>
                  </a:lnTo>
                  <a:lnTo>
                    <a:pt x="444221" y="4120"/>
                  </a:lnTo>
                  <a:lnTo>
                    <a:pt x="394863" y="3482"/>
                  </a:lnTo>
                  <a:lnTo>
                    <a:pt x="345505" y="2896"/>
                  </a:lnTo>
                  <a:lnTo>
                    <a:pt x="296147" y="2358"/>
                  </a:lnTo>
                  <a:lnTo>
                    <a:pt x="246789" y="1866"/>
                  </a:lnTo>
                  <a:lnTo>
                    <a:pt x="197431" y="1417"/>
                  </a:lnTo>
                  <a:lnTo>
                    <a:pt x="148073" y="1008"/>
                  </a:lnTo>
                  <a:lnTo>
                    <a:pt x="98715" y="637"/>
                  </a:lnTo>
                  <a:lnTo>
                    <a:pt x="49357" y="3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997" name="pl407">
              <a:extLst>
                <a:ext uri="{FF2B5EF4-FFF2-40B4-BE49-F238E27FC236}">
                  <a16:creationId xmlns:a16="http://schemas.microsoft.com/office/drawing/2014/main" id="{366CFB17-6F7A-B1EF-F9B0-02578A30699D}"/>
                </a:ext>
              </a:extLst>
            </p:cNvPr>
            <p:cNvSpPr/>
            <p:nvPr/>
          </p:nvSpPr>
          <p:spPr>
            <a:xfrm>
              <a:off x="1623483" y="2352114"/>
              <a:ext cx="3899276" cy="694357"/>
            </a:xfrm>
            <a:custGeom>
              <a:avLst/>
              <a:gdLst/>
              <a:ahLst/>
              <a:cxnLst/>
              <a:rect l="0" t="0" r="0" b="0"/>
              <a:pathLst>
                <a:path w="3899276" h="694357">
                  <a:moveTo>
                    <a:pt x="0" y="0"/>
                  </a:moveTo>
                  <a:lnTo>
                    <a:pt x="49357" y="8041"/>
                  </a:lnTo>
                  <a:lnTo>
                    <a:pt x="98715" y="16120"/>
                  </a:lnTo>
                  <a:lnTo>
                    <a:pt x="148073" y="24238"/>
                  </a:lnTo>
                  <a:lnTo>
                    <a:pt x="197431" y="32392"/>
                  </a:lnTo>
                  <a:lnTo>
                    <a:pt x="246789" y="40584"/>
                  </a:lnTo>
                  <a:lnTo>
                    <a:pt x="296147" y="48812"/>
                  </a:lnTo>
                  <a:lnTo>
                    <a:pt x="345505" y="57075"/>
                  </a:lnTo>
                  <a:lnTo>
                    <a:pt x="394863" y="65373"/>
                  </a:lnTo>
                  <a:lnTo>
                    <a:pt x="444221" y="73705"/>
                  </a:lnTo>
                  <a:lnTo>
                    <a:pt x="493579" y="82071"/>
                  </a:lnTo>
                  <a:lnTo>
                    <a:pt x="542937" y="90470"/>
                  </a:lnTo>
                  <a:lnTo>
                    <a:pt x="592295" y="98901"/>
                  </a:lnTo>
                  <a:lnTo>
                    <a:pt x="641653" y="107363"/>
                  </a:lnTo>
                  <a:lnTo>
                    <a:pt x="691011" y="115857"/>
                  </a:lnTo>
                  <a:lnTo>
                    <a:pt x="740368" y="124381"/>
                  </a:lnTo>
                  <a:lnTo>
                    <a:pt x="789726" y="132934"/>
                  </a:lnTo>
                  <a:lnTo>
                    <a:pt x="839084" y="141516"/>
                  </a:lnTo>
                  <a:lnTo>
                    <a:pt x="888442" y="150126"/>
                  </a:lnTo>
                  <a:lnTo>
                    <a:pt x="937800" y="158763"/>
                  </a:lnTo>
                  <a:lnTo>
                    <a:pt x="987158" y="167427"/>
                  </a:lnTo>
                  <a:lnTo>
                    <a:pt x="1036516" y="176116"/>
                  </a:lnTo>
                  <a:lnTo>
                    <a:pt x="1085874" y="184830"/>
                  </a:lnTo>
                  <a:lnTo>
                    <a:pt x="1135232" y="193569"/>
                  </a:lnTo>
                  <a:lnTo>
                    <a:pt x="1184590" y="202330"/>
                  </a:lnTo>
                  <a:lnTo>
                    <a:pt x="1233948" y="211114"/>
                  </a:lnTo>
                  <a:lnTo>
                    <a:pt x="1283306" y="219920"/>
                  </a:lnTo>
                  <a:lnTo>
                    <a:pt x="1332664" y="228747"/>
                  </a:lnTo>
                  <a:lnTo>
                    <a:pt x="1382022" y="237594"/>
                  </a:lnTo>
                  <a:lnTo>
                    <a:pt x="1431379" y="246460"/>
                  </a:lnTo>
                  <a:lnTo>
                    <a:pt x="1480737" y="255344"/>
                  </a:lnTo>
                  <a:lnTo>
                    <a:pt x="1530095" y="264246"/>
                  </a:lnTo>
                  <a:lnTo>
                    <a:pt x="1579453" y="273165"/>
                  </a:lnTo>
                  <a:lnTo>
                    <a:pt x="1628811" y="282099"/>
                  </a:lnTo>
                  <a:lnTo>
                    <a:pt x="1678169" y="291048"/>
                  </a:lnTo>
                  <a:lnTo>
                    <a:pt x="1727527" y="300011"/>
                  </a:lnTo>
                  <a:lnTo>
                    <a:pt x="1776885" y="308987"/>
                  </a:lnTo>
                  <a:lnTo>
                    <a:pt x="1826243" y="317975"/>
                  </a:lnTo>
                  <a:lnTo>
                    <a:pt x="1875601" y="326975"/>
                  </a:lnTo>
                  <a:lnTo>
                    <a:pt x="1924959" y="335985"/>
                  </a:lnTo>
                  <a:lnTo>
                    <a:pt x="1974317" y="345005"/>
                  </a:lnTo>
                  <a:lnTo>
                    <a:pt x="2023675" y="354033"/>
                  </a:lnTo>
                  <a:lnTo>
                    <a:pt x="2073033" y="363068"/>
                  </a:lnTo>
                  <a:lnTo>
                    <a:pt x="2122390" y="372111"/>
                  </a:lnTo>
                  <a:lnTo>
                    <a:pt x="2171748" y="381159"/>
                  </a:lnTo>
                  <a:lnTo>
                    <a:pt x="2221106" y="390212"/>
                  </a:lnTo>
                  <a:lnTo>
                    <a:pt x="2270464" y="399269"/>
                  </a:lnTo>
                  <a:lnTo>
                    <a:pt x="2319822" y="408330"/>
                  </a:lnTo>
                  <a:lnTo>
                    <a:pt x="2369180" y="417392"/>
                  </a:lnTo>
                  <a:lnTo>
                    <a:pt x="2418538" y="426455"/>
                  </a:lnTo>
                  <a:lnTo>
                    <a:pt x="2467896" y="435519"/>
                  </a:lnTo>
                  <a:lnTo>
                    <a:pt x="2517254" y="444582"/>
                  </a:lnTo>
                  <a:lnTo>
                    <a:pt x="2566612" y="453643"/>
                  </a:lnTo>
                  <a:lnTo>
                    <a:pt x="2615970" y="462702"/>
                  </a:lnTo>
                  <a:lnTo>
                    <a:pt x="2665328" y="471757"/>
                  </a:lnTo>
                  <a:lnTo>
                    <a:pt x="2714686" y="480808"/>
                  </a:lnTo>
                  <a:lnTo>
                    <a:pt x="2764044" y="489854"/>
                  </a:lnTo>
                  <a:lnTo>
                    <a:pt x="2813401" y="498893"/>
                  </a:lnTo>
                  <a:lnTo>
                    <a:pt x="2862759" y="507925"/>
                  </a:lnTo>
                  <a:lnTo>
                    <a:pt x="2912117" y="516949"/>
                  </a:lnTo>
                  <a:lnTo>
                    <a:pt x="2961475" y="525964"/>
                  </a:lnTo>
                  <a:lnTo>
                    <a:pt x="3010833" y="534969"/>
                  </a:lnTo>
                  <a:lnTo>
                    <a:pt x="3060191" y="543964"/>
                  </a:lnTo>
                  <a:lnTo>
                    <a:pt x="3109549" y="552946"/>
                  </a:lnTo>
                  <a:lnTo>
                    <a:pt x="3158907" y="561916"/>
                  </a:lnTo>
                  <a:lnTo>
                    <a:pt x="3208265" y="570872"/>
                  </a:lnTo>
                  <a:lnTo>
                    <a:pt x="3257623" y="579814"/>
                  </a:lnTo>
                  <a:lnTo>
                    <a:pt x="3306981" y="588741"/>
                  </a:lnTo>
                  <a:lnTo>
                    <a:pt x="3356339" y="597652"/>
                  </a:lnTo>
                  <a:lnTo>
                    <a:pt x="3405697" y="606545"/>
                  </a:lnTo>
                  <a:lnTo>
                    <a:pt x="3455055" y="615421"/>
                  </a:lnTo>
                  <a:lnTo>
                    <a:pt x="3504412" y="624277"/>
                  </a:lnTo>
                  <a:lnTo>
                    <a:pt x="3553770" y="633115"/>
                  </a:lnTo>
                  <a:lnTo>
                    <a:pt x="3603128" y="641931"/>
                  </a:lnTo>
                  <a:lnTo>
                    <a:pt x="3652486" y="650727"/>
                  </a:lnTo>
                  <a:lnTo>
                    <a:pt x="3701844" y="659500"/>
                  </a:lnTo>
                  <a:lnTo>
                    <a:pt x="3751202" y="668251"/>
                  </a:lnTo>
                  <a:lnTo>
                    <a:pt x="3800560" y="676977"/>
                  </a:lnTo>
                  <a:lnTo>
                    <a:pt x="3849918" y="685680"/>
                  </a:lnTo>
                  <a:lnTo>
                    <a:pt x="3899276" y="694357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98" name="pg408">
              <a:extLst>
                <a:ext uri="{FF2B5EF4-FFF2-40B4-BE49-F238E27FC236}">
                  <a16:creationId xmlns:a16="http://schemas.microsoft.com/office/drawing/2014/main" id="{7DE62D08-8C66-6B33-76D1-35A27D6BFAC4}"/>
                </a:ext>
              </a:extLst>
            </p:cNvPr>
            <p:cNvSpPr/>
            <p:nvPr/>
          </p:nvSpPr>
          <p:spPr>
            <a:xfrm>
              <a:off x="2391056" y="1818445"/>
              <a:ext cx="2963719" cy="1892990"/>
            </a:xfrm>
            <a:custGeom>
              <a:avLst/>
              <a:gdLst/>
              <a:ahLst/>
              <a:cxnLst/>
              <a:rect l="0" t="0" r="0" b="0"/>
              <a:pathLst>
                <a:path w="2963719" h="1892990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  <a:lnTo>
                    <a:pt x="2963719" y="1892990"/>
                  </a:lnTo>
                  <a:lnTo>
                    <a:pt x="2926203" y="1879604"/>
                  </a:lnTo>
                  <a:lnTo>
                    <a:pt x="2888688" y="1865794"/>
                  </a:lnTo>
                  <a:lnTo>
                    <a:pt x="2851172" y="1851555"/>
                  </a:lnTo>
                  <a:lnTo>
                    <a:pt x="2813657" y="1836884"/>
                  </a:lnTo>
                  <a:lnTo>
                    <a:pt x="2776141" y="1821778"/>
                  </a:lnTo>
                  <a:lnTo>
                    <a:pt x="2738626" y="1806236"/>
                  </a:lnTo>
                  <a:lnTo>
                    <a:pt x="2701111" y="1790258"/>
                  </a:lnTo>
                  <a:lnTo>
                    <a:pt x="2663595" y="1773844"/>
                  </a:lnTo>
                  <a:lnTo>
                    <a:pt x="2626080" y="1756996"/>
                  </a:lnTo>
                  <a:lnTo>
                    <a:pt x="2588564" y="1739718"/>
                  </a:lnTo>
                  <a:lnTo>
                    <a:pt x="2551049" y="1722014"/>
                  </a:lnTo>
                  <a:lnTo>
                    <a:pt x="2513533" y="1703891"/>
                  </a:lnTo>
                  <a:lnTo>
                    <a:pt x="2476018" y="1685355"/>
                  </a:lnTo>
                  <a:lnTo>
                    <a:pt x="2438503" y="1666418"/>
                  </a:lnTo>
                  <a:lnTo>
                    <a:pt x="2400987" y="1647089"/>
                  </a:lnTo>
                  <a:lnTo>
                    <a:pt x="2363472" y="1627382"/>
                  </a:lnTo>
                  <a:lnTo>
                    <a:pt x="2325956" y="1607311"/>
                  </a:lnTo>
                  <a:lnTo>
                    <a:pt x="2288441" y="1586893"/>
                  </a:lnTo>
                  <a:lnTo>
                    <a:pt x="2250925" y="1566146"/>
                  </a:lnTo>
                  <a:lnTo>
                    <a:pt x="2213410" y="1545093"/>
                  </a:lnTo>
                  <a:lnTo>
                    <a:pt x="2175895" y="1523754"/>
                  </a:lnTo>
                  <a:lnTo>
                    <a:pt x="2138379" y="1502155"/>
                  </a:lnTo>
                  <a:lnTo>
                    <a:pt x="2100864" y="1480322"/>
                  </a:lnTo>
                  <a:lnTo>
                    <a:pt x="2063348" y="1458284"/>
                  </a:lnTo>
                  <a:lnTo>
                    <a:pt x="2025833" y="1436071"/>
                  </a:lnTo>
                  <a:lnTo>
                    <a:pt x="1988317" y="1413716"/>
                  </a:lnTo>
                  <a:lnTo>
                    <a:pt x="1950802" y="1391252"/>
                  </a:lnTo>
                  <a:lnTo>
                    <a:pt x="1913287" y="1368714"/>
                  </a:lnTo>
                  <a:lnTo>
                    <a:pt x="1875771" y="1346137"/>
                  </a:lnTo>
                  <a:lnTo>
                    <a:pt x="1838256" y="1323560"/>
                  </a:lnTo>
                  <a:lnTo>
                    <a:pt x="1800740" y="1301018"/>
                  </a:lnTo>
                  <a:lnTo>
                    <a:pt x="1763225" y="1278548"/>
                  </a:lnTo>
                  <a:lnTo>
                    <a:pt x="1725709" y="1256189"/>
                  </a:lnTo>
                  <a:lnTo>
                    <a:pt x="1688194" y="1233974"/>
                  </a:lnTo>
                  <a:lnTo>
                    <a:pt x="1650678" y="1211938"/>
                  </a:lnTo>
                  <a:lnTo>
                    <a:pt x="1613163" y="1190114"/>
                  </a:lnTo>
                  <a:lnTo>
                    <a:pt x="1575648" y="1168531"/>
                  </a:lnTo>
                  <a:lnTo>
                    <a:pt x="1538132" y="1147215"/>
                  </a:lnTo>
                  <a:lnTo>
                    <a:pt x="1500617" y="1126191"/>
                  </a:lnTo>
                  <a:lnTo>
                    <a:pt x="1463101" y="1105479"/>
                  </a:lnTo>
                  <a:lnTo>
                    <a:pt x="1425586" y="1085094"/>
                  </a:lnTo>
                  <a:lnTo>
                    <a:pt x="1388070" y="1065049"/>
                  </a:lnTo>
                  <a:lnTo>
                    <a:pt x="1350555" y="1045354"/>
                  </a:lnTo>
                  <a:lnTo>
                    <a:pt x="1313040" y="1026013"/>
                  </a:lnTo>
                  <a:lnTo>
                    <a:pt x="1275524" y="1007028"/>
                  </a:lnTo>
                  <a:lnTo>
                    <a:pt x="1238009" y="988399"/>
                  </a:lnTo>
                  <a:lnTo>
                    <a:pt x="1200493" y="970121"/>
                  </a:lnTo>
                  <a:lnTo>
                    <a:pt x="1162978" y="952188"/>
                  </a:lnTo>
                  <a:lnTo>
                    <a:pt x="1125462" y="934593"/>
                  </a:lnTo>
                  <a:lnTo>
                    <a:pt x="1087947" y="917326"/>
                  </a:lnTo>
                  <a:lnTo>
                    <a:pt x="1050432" y="900377"/>
                  </a:lnTo>
                  <a:lnTo>
                    <a:pt x="1012916" y="883735"/>
                  </a:lnTo>
                  <a:lnTo>
                    <a:pt x="975401" y="867388"/>
                  </a:lnTo>
                  <a:lnTo>
                    <a:pt x="937885" y="851324"/>
                  </a:lnTo>
                  <a:lnTo>
                    <a:pt x="900370" y="835532"/>
                  </a:lnTo>
                  <a:lnTo>
                    <a:pt x="862854" y="820000"/>
                  </a:lnTo>
                  <a:lnTo>
                    <a:pt x="825339" y="804718"/>
                  </a:lnTo>
                  <a:lnTo>
                    <a:pt x="787824" y="789673"/>
                  </a:lnTo>
                  <a:lnTo>
                    <a:pt x="750308" y="774857"/>
                  </a:lnTo>
                  <a:lnTo>
                    <a:pt x="712793" y="760260"/>
                  </a:lnTo>
                  <a:lnTo>
                    <a:pt x="675277" y="745871"/>
                  </a:lnTo>
                  <a:lnTo>
                    <a:pt x="637762" y="731684"/>
                  </a:lnTo>
                  <a:lnTo>
                    <a:pt x="600246" y="717690"/>
                  </a:lnTo>
                  <a:lnTo>
                    <a:pt x="562731" y="703882"/>
                  </a:lnTo>
                  <a:lnTo>
                    <a:pt x="525216" y="690253"/>
                  </a:lnTo>
                  <a:lnTo>
                    <a:pt x="487700" y="676797"/>
                  </a:lnTo>
                  <a:lnTo>
                    <a:pt x="450185" y="663507"/>
                  </a:lnTo>
                  <a:lnTo>
                    <a:pt x="412669" y="650380"/>
                  </a:lnTo>
                  <a:lnTo>
                    <a:pt x="375154" y="637410"/>
                  </a:lnTo>
                  <a:lnTo>
                    <a:pt x="337638" y="624592"/>
                  </a:lnTo>
                  <a:lnTo>
                    <a:pt x="300123" y="611923"/>
                  </a:lnTo>
                  <a:lnTo>
                    <a:pt x="262608" y="599399"/>
                  </a:lnTo>
                  <a:lnTo>
                    <a:pt x="225092" y="587016"/>
                  </a:lnTo>
                  <a:lnTo>
                    <a:pt x="187577" y="574772"/>
                  </a:lnTo>
                  <a:lnTo>
                    <a:pt x="150061" y="562664"/>
                  </a:lnTo>
                  <a:lnTo>
                    <a:pt x="112546" y="550689"/>
                  </a:lnTo>
                  <a:lnTo>
                    <a:pt x="75030" y="538845"/>
                  </a:lnTo>
                  <a:lnTo>
                    <a:pt x="37515" y="527130"/>
                  </a:lnTo>
                  <a:lnTo>
                    <a:pt x="0" y="515541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999" name="pl409">
              <a:extLst>
                <a:ext uri="{FF2B5EF4-FFF2-40B4-BE49-F238E27FC236}">
                  <a16:creationId xmlns:a16="http://schemas.microsoft.com/office/drawing/2014/main" id="{20811E8F-E18E-62FB-14BC-A2965630C29F}"/>
                </a:ext>
              </a:extLst>
            </p:cNvPr>
            <p:cNvSpPr/>
            <p:nvPr/>
          </p:nvSpPr>
          <p:spPr>
            <a:xfrm>
              <a:off x="2391056" y="1818445"/>
              <a:ext cx="2963719" cy="1338965"/>
            </a:xfrm>
            <a:custGeom>
              <a:avLst/>
              <a:gdLst/>
              <a:ahLst/>
              <a:cxnLst/>
              <a:rect l="0" t="0" r="0" b="0"/>
              <a:pathLst>
                <a:path w="2963719" h="1338965">
                  <a:moveTo>
                    <a:pt x="0" y="0"/>
                  </a:moveTo>
                  <a:lnTo>
                    <a:pt x="37515" y="12282"/>
                  </a:lnTo>
                  <a:lnTo>
                    <a:pt x="75030" y="24967"/>
                  </a:lnTo>
                  <a:lnTo>
                    <a:pt x="112546" y="38062"/>
                  </a:lnTo>
                  <a:lnTo>
                    <a:pt x="150061" y="51571"/>
                  </a:lnTo>
                  <a:lnTo>
                    <a:pt x="187577" y="65496"/>
                  </a:lnTo>
                  <a:lnTo>
                    <a:pt x="225092" y="79842"/>
                  </a:lnTo>
                  <a:lnTo>
                    <a:pt x="262608" y="94609"/>
                  </a:lnTo>
                  <a:lnTo>
                    <a:pt x="300123" y="109799"/>
                  </a:lnTo>
                  <a:lnTo>
                    <a:pt x="337638" y="125412"/>
                  </a:lnTo>
                  <a:lnTo>
                    <a:pt x="375154" y="141445"/>
                  </a:lnTo>
                  <a:lnTo>
                    <a:pt x="412669" y="157897"/>
                  </a:lnTo>
                  <a:lnTo>
                    <a:pt x="450185" y="174764"/>
                  </a:lnTo>
                  <a:lnTo>
                    <a:pt x="487700" y="192039"/>
                  </a:lnTo>
                  <a:lnTo>
                    <a:pt x="525216" y="209716"/>
                  </a:lnTo>
                  <a:lnTo>
                    <a:pt x="562731" y="227786"/>
                  </a:lnTo>
                  <a:lnTo>
                    <a:pt x="600246" y="246239"/>
                  </a:lnTo>
                  <a:lnTo>
                    <a:pt x="637762" y="265062"/>
                  </a:lnTo>
                  <a:lnTo>
                    <a:pt x="675277" y="284241"/>
                  </a:lnTo>
                  <a:lnTo>
                    <a:pt x="712793" y="303759"/>
                  </a:lnTo>
                  <a:lnTo>
                    <a:pt x="750308" y="323600"/>
                  </a:lnTo>
                  <a:lnTo>
                    <a:pt x="787824" y="343743"/>
                  </a:lnTo>
                  <a:lnTo>
                    <a:pt x="825339" y="364165"/>
                  </a:lnTo>
                  <a:lnTo>
                    <a:pt x="862854" y="384843"/>
                  </a:lnTo>
                  <a:lnTo>
                    <a:pt x="900370" y="405750"/>
                  </a:lnTo>
                  <a:lnTo>
                    <a:pt x="937885" y="426858"/>
                  </a:lnTo>
                  <a:lnTo>
                    <a:pt x="975401" y="448138"/>
                  </a:lnTo>
                  <a:lnTo>
                    <a:pt x="1012916" y="469557"/>
                  </a:lnTo>
                  <a:lnTo>
                    <a:pt x="1050432" y="491083"/>
                  </a:lnTo>
                  <a:lnTo>
                    <a:pt x="1087947" y="512682"/>
                  </a:lnTo>
                  <a:lnTo>
                    <a:pt x="1125462" y="534318"/>
                  </a:lnTo>
                  <a:lnTo>
                    <a:pt x="1162978" y="555956"/>
                  </a:lnTo>
                  <a:lnTo>
                    <a:pt x="1200493" y="577560"/>
                  </a:lnTo>
                  <a:lnTo>
                    <a:pt x="1238009" y="599094"/>
                  </a:lnTo>
                  <a:lnTo>
                    <a:pt x="1275524" y="620525"/>
                  </a:lnTo>
                  <a:lnTo>
                    <a:pt x="1313040" y="641818"/>
                  </a:lnTo>
                  <a:lnTo>
                    <a:pt x="1350555" y="662942"/>
                  </a:lnTo>
                  <a:lnTo>
                    <a:pt x="1388070" y="683868"/>
                  </a:lnTo>
                  <a:lnTo>
                    <a:pt x="1425586" y="704569"/>
                  </a:lnTo>
                  <a:lnTo>
                    <a:pt x="1463101" y="725023"/>
                  </a:lnTo>
                  <a:lnTo>
                    <a:pt x="1500617" y="745208"/>
                  </a:lnTo>
                  <a:lnTo>
                    <a:pt x="1538132" y="765109"/>
                  </a:lnTo>
                  <a:lnTo>
                    <a:pt x="1575648" y="784713"/>
                  </a:lnTo>
                  <a:lnTo>
                    <a:pt x="1613163" y="804010"/>
                  </a:lnTo>
                  <a:lnTo>
                    <a:pt x="1650678" y="822995"/>
                  </a:lnTo>
                  <a:lnTo>
                    <a:pt x="1688194" y="841665"/>
                  </a:lnTo>
                  <a:lnTo>
                    <a:pt x="1725709" y="860019"/>
                  </a:lnTo>
                  <a:lnTo>
                    <a:pt x="1763225" y="878062"/>
                  </a:lnTo>
                  <a:lnTo>
                    <a:pt x="1800740" y="895797"/>
                  </a:lnTo>
                  <a:lnTo>
                    <a:pt x="1838256" y="913232"/>
                  </a:lnTo>
                  <a:lnTo>
                    <a:pt x="1875771" y="930374"/>
                  </a:lnTo>
                  <a:lnTo>
                    <a:pt x="1913287" y="947232"/>
                  </a:lnTo>
                  <a:lnTo>
                    <a:pt x="1950802" y="963817"/>
                  </a:lnTo>
                  <a:lnTo>
                    <a:pt x="1988317" y="980139"/>
                  </a:lnTo>
                  <a:lnTo>
                    <a:pt x="2025833" y="996207"/>
                  </a:lnTo>
                  <a:lnTo>
                    <a:pt x="2063348" y="1012033"/>
                  </a:lnTo>
                  <a:lnTo>
                    <a:pt x="2100864" y="1027627"/>
                  </a:lnTo>
                  <a:lnTo>
                    <a:pt x="2138379" y="1042998"/>
                  </a:lnTo>
                  <a:lnTo>
                    <a:pt x="2175895" y="1058156"/>
                  </a:lnTo>
                  <a:lnTo>
                    <a:pt x="2213410" y="1073110"/>
                  </a:lnTo>
                  <a:lnTo>
                    <a:pt x="2250925" y="1087868"/>
                  </a:lnTo>
                  <a:lnTo>
                    <a:pt x="2288441" y="1102440"/>
                  </a:lnTo>
                  <a:lnTo>
                    <a:pt x="2325956" y="1116832"/>
                  </a:lnTo>
                  <a:lnTo>
                    <a:pt x="2363472" y="1131050"/>
                  </a:lnTo>
                  <a:lnTo>
                    <a:pt x="2400987" y="1145103"/>
                  </a:lnTo>
                  <a:lnTo>
                    <a:pt x="2438503" y="1158995"/>
                  </a:lnTo>
                  <a:lnTo>
                    <a:pt x="2476018" y="1172732"/>
                  </a:lnTo>
                  <a:lnTo>
                    <a:pt x="2513533" y="1186319"/>
                  </a:lnTo>
                  <a:lnTo>
                    <a:pt x="2551049" y="1199761"/>
                  </a:lnTo>
                  <a:lnTo>
                    <a:pt x="2588564" y="1213061"/>
                  </a:lnTo>
                  <a:lnTo>
                    <a:pt x="2626080" y="1226224"/>
                  </a:lnTo>
                  <a:lnTo>
                    <a:pt x="2663595" y="1239252"/>
                  </a:lnTo>
                  <a:lnTo>
                    <a:pt x="2701111" y="1252150"/>
                  </a:lnTo>
                  <a:lnTo>
                    <a:pt x="2738626" y="1264919"/>
                  </a:lnTo>
                  <a:lnTo>
                    <a:pt x="2776141" y="1277563"/>
                  </a:lnTo>
                  <a:lnTo>
                    <a:pt x="2813657" y="1290083"/>
                  </a:lnTo>
                  <a:lnTo>
                    <a:pt x="2851172" y="1302481"/>
                  </a:lnTo>
                  <a:lnTo>
                    <a:pt x="2888688" y="1314760"/>
                  </a:lnTo>
                  <a:lnTo>
                    <a:pt x="2926203" y="1326921"/>
                  </a:lnTo>
                  <a:lnTo>
                    <a:pt x="2963719" y="133896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000" name="pl410">
              <a:extLst>
                <a:ext uri="{FF2B5EF4-FFF2-40B4-BE49-F238E27FC236}">
                  <a16:creationId xmlns:a16="http://schemas.microsoft.com/office/drawing/2014/main" id="{0C449935-BA5A-1C0E-3DF8-87C413B7E714}"/>
                </a:ext>
              </a:extLst>
            </p:cNvPr>
            <p:cNvSpPr/>
            <p:nvPr/>
          </p:nvSpPr>
          <p:spPr>
            <a:xfrm>
              <a:off x="2391056" y="2333987"/>
              <a:ext cx="2963719" cy="1377448"/>
            </a:xfrm>
            <a:custGeom>
              <a:avLst/>
              <a:gdLst/>
              <a:ahLst/>
              <a:cxnLst/>
              <a:rect l="0" t="0" r="0" b="0"/>
              <a:pathLst>
                <a:path w="2963719" h="1377448">
                  <a:moveTo>
                    <a:pt x="2963719" y="1377448"/>
                  </a:moveTo>
                  <a:lnTo>
                    <a:pt x="2926203" y="1364062"/>
                  </a:lnTo>
                  <a:lnTo>
                    <a:pt x="2888688" y="1350252"/>
                  </a:lnTo>
                  <a:lnTo>
                    <a:pt x="2851172" y="1336013"/>
                  </a:lnTo>
                  <a:lnTo>
                    <a:pt x="2813657" y="1321342"/>
                  </a:lnTo>
                  <a:lnTo>
                    <a:pt x="2776141" y="1306236"/>
                  </a:lnTo>
                  <a:lnTo>
                    <a:pt x="2738626" y="1290694"/>
                  </a:lnTo>
                  <a:lnTo>
                    <a:pt x="2701111" y="1274716"/>
                  </a:lnTo>
                  <a:lnTo>
                    <a:pt x="2663595" y="1258302"/>
                  </a:lnTo>
                  <a:lnTo>
                    <a:pt x="2626080" y="1241454"/>
                  </a:lnTo>
                  <a:lnTo>
                    <a:pt x="2588564" y="1224176"/>
                  </a:lnTo>
                  <a:lnTo>
                    <a:pt x="2551049" y="1206472"/>
                  </a:lnTo>
                  <a:lnTo>
                    <a:pt x="2513533" y="1188349"/>
                  </a:lnTo>
                  <a:lnTo>
                    <a:pt x="2476018" y="1169814"/>
                  </a:lnTo>
                  <a:lnTo>
                    <a:pt x="2438503" y="1150876"/>
                  </a:lnTo>
                  <a:lnTo>
                    <a:pt x="2400987" y="1131547"/>
                  </a:lnTo>
                  <a:lnTo>
                    <a:pt x="2363472" y="1111840"/>
                  </a:lnTo>
                  <a:lnTo>
                    <a:pt x="2325956" y="1091769"/>
                  </a:lnTo>
                  <a:lnTo>
                    <a:pt x="2288441" y="1071351"/>
                  </a:lnTo>
                  <a:lnTo>
                    <a:pt x="2250925" y="1050604"/>
                  </a:lnTo>
                  <a:lnTo>
                    <a:pt x="2213410" y="1029551"/>
                  </a:lnTo>
                  <a:lnTo>
                    <a:pt x="2175895" y="1008212"/>
                  </a:lnTo>
                  <a:lnTo>
                    <a:pt x="2138379" y="986613"/>
                  </a:lnTo>
                  <a:lnTo>
                    <a:pt x="2100864" y="964780"/>
                  </a:lnTo>
                  <a:lnTo>
                    <a:pt x="2063348" y="942742"/>
                  </a:lnTo>
                  <a:lnTo>
                    <a:pt x="2025833" y="920529"/>
                  </a:lnTo>
                  <a:lnTo>
                    <a:pt x="1988317" y="898174"/>
                  </a:lnTo>
                  <a:lnTo>
                    <a:pt x="1950802" y="875710"/>
                  </a:lnTo>
                  <a:lnTo>
                    <a:pt x="1913287" y="853172"/>
                  </a:lnTo>
                  <a:lnTo>
                    <a:pt x="1875771" y="830595"/>
                  </a:lnTo>
                  <a:lnTo>
                    <a:pt x="1838256" y="808018"/>
                  </a:lnTo>
                  <a:lnTo>
                    <a:pt x="1800740" y="785476"/>
                  </a:lnTo>
                  <a:lnTo>
                    <a:pt x="1763225" y="763006"/>
                  </a:lnTo>
                  <a:lnTo>
                    <a:pt x="1725709" y="740647"/>
                  </a:lnTo>
                  <a:lnTo>
                    <a:pt x="1688194" y="718432"/>
                  </a:lnTo>
                  <a:lnTo>
                    <a:pt x="1650678" y="696396"/>
                  </a:lnTo>
                  <a:lnTo>
                    <a:pt x="1613163" y="674572"/>
                  </a:lnTo>
                  <a:lnTo>
                    <a:pt x="1575648" y="652989"/>
                  </a:lnTo>
                  <a:lnTo>
                    <a:pt x="1538132" y="631673"/>
                  </a:lnTo>
                  <a:lnTo>
                    <a:pt x="1500617" y="610649"/>
                  </a:lnTo>
                  <a:lnTo>
                    <a:pt x="1463101" y="589937"/>
                  </a:lnTo>
                  <a:lnTo>
                    <a:pt x="1425586" y="569552"/>
                  </a:lnTo>
                  <a:lnTo>
                    <a:pt x="1388070" y="549507"/>
                  </a:lnTo>
                  <a:lnTo>
                    <a:pt x="1350555" y="529812"/>
                  </a:lnTo>
                  <a:lnTo>
                    <a:pt x="1313040" y="510471"/>
                  </a:lnTo>
                  <a:lnTo>
                    <a:pt x="1275524" y="491486"/>
                  </a:lnTo>
                  <a:lnTo>
                    <a:pt x="1238009" y="472857"/>
                  </a:lnTo>
                  <a:lnTo>
                    <a:pt x="1200493" y="454579"/>
                  </a:lnTo>
                  <a:lnTo>
                    <a:pt x="1162978" y="436646"/>
                  </a:lnTo>
                  <a:lnTo>
                    <a:pt x="1125462" y="419051"/>
                  </a:lnTo>
                  <a:lnTo>
                    <a:pt x="1087947" y="401784"/>
                  </a:lnTo>
                  <a:lnTo>
                    <a:pt x="1050432" y="384835"/>
                  </a:lnTo>
                  <a:lnTo>
                    <a:pt x="1012916" y="368193"/>
                  </a:lnTo>
                  <a:lnTo>
                    <a:pt x="975401" y="351846"/>
                  </a:lnTo>
                  <a:lnTo>
                    <a:pt x="937885" y="335782"/>
                  </a:lnTo>
                  <a:lnTo>
                    <a:pt x="900370" y="319990"/>
                  </a:lnTo>
                  <a:lnTo>
                    <a:pt x="862854" y="304458"/>
                  </a:lnTo>
                  <a:lnTo>
                    <a:pt x="825339" y="289176"/>
                  </a:lnTo>
                  <a:lnTo>
                    <a:pt x="787824" y="274131"/>
                  </a:lnTo>
                  <a:lnTo>
                    <a:pt x="750308" y="259315"/>
                  </a:lnTo>
                  <a:lnTo>
                    <a:pt x="712793" y="244718"/>
                  </a:lnTo>
                  <a:lnTo>
                    <a:pt x="675277" y="230329"/>
                  </a:lnTo>
                  <a:lnTo>
                    <a:pt x="637762" y="216142"/>
                  </a:lnTo>
                  <a:lnTo>
                    <a:pt x="600246" y="202148"/>
                  </a:lnTo>
                  <a:lnTo>
                    <a:pt x="562731" y="188340"/>
                  </a:lnTo>
                  <a:lnTo>
                    <a:pt x="525216" y="174711"/>
                  </a:lnTo>
                  <a:lnTo>
                    <a:pt x="487700" y="161255"/>
                  </a:lnTo>
                  <a:lnTo>
                    <a:pt x="450185" y="147965"/>
                  </a:lnTo>
                  <a:lnTo>
                    <a:pt x="412669" y="134838"/>
                  </a:lnTo>
                  <a:lnTo>
                    <a:pt x="375154" y="121868"/>
                  </a:lnTo>
                  <a:lnTo>
                    <a:pt x="337638" y="109050"/>
                  </a:lnTo>
                  <a:lnTo>
                    <a:pt x="300123" y="96381"/>
                  </a:lnTo>
                  <a:lnTo>
                    <a:pt x="262608" y="83857"/>
                  </a:lnTo>
                  <a:lnTo>
                    <a:pt x="225092" y="71474"/>
                  </a:lnTo>
                  <a:lnTo>
                    <a:pt x="187577" y="59231"/>
                  </a:lnTo>
                  <a:lnTo>
                    <a:pt x="150061" y="47122"/>
                  </a:lnTo>
                  <a:lnTo>
                    <a:pt x="112546" y="35147"/>
                  </a:lnTo>
                  <a:lnTo>
                    <a:pt x="75030" y="23303"/>
                  </a:lnTo>
                  <a:lnTo>
                    <a:pt x="37515" y="115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001" name="pl411">
              <a:extLst>
                <a:ext uri="{FF2B5EF4-FFF2-40B4-BE49-F238E27FC236}">
                  <a16:creationId xmlns:a16="http://schemas.microsoft.com/office/drawing/2014/main" id="{5E4F233F-A0C7-7B41-CE26-8CDAC68B9F60}"/>
                </a:ext>
              </a:extLst>
            </p:cNvPr>
            <p:cNvSpPr/>
            <p:nvPr/>
          </p:nvSpPr>
          <p:spPr>
            <a:xfrm>
              <a:off x="2391056" y="2029551"/>
              <a:ext cx="2963719" cy="1451974"/>
            </a:xfrm>
            <a:custGeom>
              <a:avLst/>
              <a:gdLst/>
              <a:ahLst/>
              <a:cxnLst/>
              <a:rect l="0" t="0" r="0" b="0"/>
              <a:pathLst>
                <a:path w="2963719" h="1451974">
                  <a:moveTo>
                    <a:pt x="0" y="0"/>
                  </a:moveTo>
                  <a:lnTo>
                    <a:pt x="37515" y="13682"/>
                  </a:lnTo>
                  <a:lnTo>
                    <a:pt x="75030" y="27632"/>
                  </a:lnTo>
                  <a:lnTo>
                    <a:pt x="112546" y="41848"/>
                  </a:lnTo>
                  <a:lnTo>
                    <a:pt x="150061" y="56331"/>
                  </a:lnTo>
                  <a:lnTo>
                    <a:pt x="187577" y="71080"/>
                  </a:lnTo>
                  <a:lnTo>
                    <a:pt x="225092" y="86094"/>
                  </a:lnTo>
                  <a:lnTo>
                    <a:pt x="262608" y="101372"/>
                  </a:lnTo>
                  <a:lnTo>
                    <a:pt x="300123" y="116913"/>
                  </a:lnTo>
                  <a:lnTo>
                    <a:pt x="337638" y="132713"/>
                  </a:lnTo>
                  <a:lnTo>
                    <a:pt x="375154" y="148772"/>
                  </a:lnTo>
                  <a:lnTo>
                    <a:pt x="412669" y="165086"/>
                  </a:lnTo>
                  <a:lnTo>
                    <a:pt x="450185" y="181652"/>
                  </a:lnTo>
                  <a:lnTo>
                    <a:pt x="487700" y="198468"/>
                  </a:lnTo>
                  <a:lnTo>
                    <a:pt x="525216" y="215529"/>
                  </a:lnTo>
                  <a:lnTo>
                    <a:pt x="562731" y="232830"/>
                  </a:lnTo>
                  <a:lnTo>
                    <a:pt x="600246" y="250368"/>
                  </a:lnTo>
                  <a:lnTo>
                    <a:pt x="637762" y="268138"/>
                  </a:lnTo>
                  <a:lnTo>
                    <a:pt x="675277" y="286134"/>
                  </a:lnTo>
                  <a:lnTo>
                    <a:pt x="712793" y="304351"/>
                  </a:lnTo>
                  <a:lnTo>
                    <a:pt x="750308" y="322782"/>
                  </a:lnTo>
                  <a:lnTo>
                    <a:pt x="787824" y="341421"/>
                  </a:lnTo>
                  <a:lnTo>
                    <a:pt x="825339" y="360262"/>
                  </a:lnTo>
                  <a:lnTo>
                    <a:pt x="862854" y="379296"/>
                  </a:lnTo>
                  <a:lnTo>
                    <a:pt x="900370" y="398517"/>
                  </a:lnTo>
                  <a:lnTo>
                    <a:pt x="937885" y="417916"/>
                  </a:lnTo>
                  <a:lnTo>
                    <a:pt x="975401" y="437485"/>
                  </a:lnTo>
                  <a:lnTo>
                    <a:pt x="1012916" y="457215"/>
                  </a:lnTo>
                  <a:lnTo>
                    <a:pt x="1050432" y="477098"/>
                  </a:lnTo>
                  <a:lnTo>
                    <a:pt x="1087947" y="497125"/>
                  </a:lnTo>
                  <a:lnTo>
                    <a:pt x="1125462" y="517285"/>
                  </a:lnTo>
                  <a:lnTo>
                    <a:pt x="1162978" y="537569"/>
                  </a:lnTo>
                  <a:lnTo>
                    <a:pt x="1200493" y="557967"/>
                  </a:lnTo>
                  <a:lnTo>
                    <a:pt x="1238009" y="578469"/>
                  </a:lnTo>
                  <a:lnTo>
                    <a:pt x="1275524" y="599064"/>
                  </a:lnTo>
                  <a:lnTo>
                    <a:pt x="1313040" y="619740"/>
                  </a:lnTo>
                  <a:lnTo>
                    <a:pt x="1350555" y="640489"/>
                  </a:lnTo>
                  <a:lnTo>
                    <a:pt x="1388070" y="661297"/>
                  </a:lnTo>
                  <a:lnTo>
                    <a:pt x="1425586" y="682155"/>
                  </a:lnTo>
                  <a:lnTo>
                    <a:pt x="1463101" y="703051"/>
                  </a:lnTo>
                  <a:lnTo>
                    <a:pt x="1500617" y="723973"/>
                  </a:lnTo>
                  <a:lnTo>
                    <a:pt x="1538132" y="744910"/>
                  </a:lnTo>
                  <a:lnTo>
                    <a:pt x="1575648" y="765850"/>
                  </a:lnTo>
                  <a:lnTo>
                    <a:pt x="1613163" y="786783"/>
                  </a:lnTo>
                  <a:lnTo>
                    <a:pt x="1650678" y="807696"/>
                  </a:lnTo>
                  <a:lnTo>
                    <a:pt x="1688194" y="828578"/>
                  </a:lnTo>
                  <a:lnTo>
                    <a:pt x="1725709" y="849418"/>
                  </a:lnTo>
                  <a:lnTo>
                    <a:pt x="1763225" y="870205"/>
                  </a:lnTo>
                  <a:lnTo>
                    <a:pt x="1800740" y="890927"/>
                  </a:lnTo>
                  <a:lnTo>
                    <a:pt x="1838256" y="911574"/>
                  </a:lnTo>
                  <a:lnTo>
                    <a:pt x="1875771" y="932134"/>
                  </a:lnTo>
                  <a:lnTo>
                    <a:pt x="1913287" y="952597"/>
                  </a:lnTo>
                  <a:lnTo>
                    <a:pt x="1950802" y="972952"/>
                  </a:lnTo>
                  <a:lnTo>
                    <a:pt x="1988317" y="993190"/>
                  </a:lnTo>
                  <a:lnTo>
                    <a:pt x="2025833" y="1013300"/>
                  </a:lnTo>
                  <a:lnTo>
                    <a:pt x="2063348" y="1033272"/>
                  </a:lnTo>
                  <a:lnTo>
                    <a:pt x="2100864" y="1053098"/>
                  </a:lnTo>
                  <a:lnTo>
                    <a:pt x="2138379" y="1072767"/>
                  </a:lnTo>
                  <a:lnTo>
                    <a:pt x="2175895" y="1092272"/>
                  </a:lnTo>
                  <a:lnTo>
                    <a:pt x="2213410" y="1111603"/>
                  </a:lnTo>
                  <a:lnTo>
                    <a:pt x="2250925" y="1130753"/>
                  </a:lnTo>
                  <a:lnTo>
                    <a:pt x="2288441" y="1149713"/>
                  </a:lnTo>
                  <a:lnTo>
                    <a:pt x="2325956" y="1168477"/>
                  </a:lnTo>
                  <a:lnTo>
                    <a:pt x="2363472" y="1187037"/>
                  </a:lnTo>
                  <a:lnTo>
                    <a:pt x="2400987" y="1205386"/>
                  </a:lnTo>
                  <a:lnTo>
                    <a:pt x="2438503" y="1223518"/>
                  </a:lnTo>
                  <a:lnTo>
                    <a:pt x="2476018" y="1241428"/>
                  </a:lnTo>
                  <a:lnTo>
                    <a:pt x="2513533" y="1259109"/>
                  </a:lnTo>
                  <a:lnTo>
                    <a:pt x="2551049" y="1276557"/>
                  </a:lnTo>
                  <a:lnTo>
                    <a:pt x="2588564" y="1293766"/>
                  </a:lnTo>
                  <a:lnTo>
                    <a:pt x="2626080" y="1310733"/>
                  </a:lnTo>
                  <a:lnTo>
                    <a:pt x="2663595" y="1327453"/>
                  </a:lnTo>
                  <a:lnTo>
                    <a:pt x="2701111" y="1343923"/>
                  </a:lnTo>
                  <a:lnTo>
                    <a:pt x="2738626" y="1360139"/>
                  </a:lnTo>
                  <a:lnTo>
                    <a:pt x="2776141" y="1376098"/>
                  </a:lnTo>
                  <a:lnTo>
                    <a:pt x="2813657" y="1391799"/>
                  </a:lnTo>
                  <a:lnTo>
                    <a:pt x="2851172" y="1407238"/>
                  </a:lnTo>
                  <a:lnTo>
                    <a:pt x="2888688" y="1422415"/>
                  </a:lnTo>
                  <a:lnTo>
                    <a:pt x="2926203" y="1437327"/>
                  </a:lnTo>
                  <a:lnTo>
                    <a:pt x="2963719" y="1451974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02" name="tx412">
              <a:extLst>
                <a:ext uri="{FF2B5EF4-FFF2-40B4-BE49-F238E27FC236}">
                  <a16:creationId xmlns:a16="http://schemas.microsoft.com/office/drawing/2014/main" id="{4F3483A9-9122-1225-4171-F94A271F70F4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003" name="tx413">
              <a:extLst>
                <a:ext uri="{FF2B5EF4-FFF2-40B4-BE49-F238E27FC236}">
                  <a16:creationId xmlns:a16="http://schemas.microsoft.com/office/drawing/2014/main" id="{506D2882-300B-D338-6B69-7C73C2344E68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004" name="tx414">
              <a:extLst>
                <a:ext uri="{FF2B5EF4-FFF2-40B4-BE49-F238E27FC236}">
                  <a16:creationId xmlns:a16="http://schemas.microsoft.com/office/drawing/2014/main" id="{F53E16B5-538E-D32F-66DF-AA6BEDADC8EF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5" name="tx415">
              <a:extLst>
                <a:ext uri="{FF2B5EF4-FFF2-40B4-BE49-F238E27FC236}">
                  <a16:creationId xmlns:a16="http://schemas.microsoft.com/office/drawing/2014/main" id="{8D736DF5-06F4-51FF-D618-4F24FC2EDC22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06" name="tx416">
              <a:extLst>
                <a:ext uri="{FF2B5EF4-FFF2-40B4-BE49-F238E27FC236}">
                  <a16:creationId xmlns:a16="http://schemas.microsoft.com/office/drawing/2014/main" id="{E827EB18-6E6D-4386-A15E-FD8E4FF559DF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07" name="tx417">
              <a:extLst>
                <a:ext uri="{FF2B5EF4-FFF2-40B4-BE49-F238E27FC236}">
                  <a16:creationId xmlns:a16="http://schemas.microsoft.com/office/drawing/2014/main" id="{1AAE68CE-48AB-55FA-08DB-D042FBBE0700}"/>
                </a:ext>
              </a:extLst>
            </p:cNvPr>
            <p:cNvSpPr/>
            <p:nvPr/>
          </p:nvSpPr>
          <p:spPr>
            <a:xfrm>
              <a:off x="1361060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3008" name="tx418">
              <a:extLst>
                <a:ext uri="{FF2B5EF4-FFF2-40B4-BE49-F238E27FC236}">
                  <a16:creationId xmlns:a16="http://schemas.microsoft.com/office/drawing/2014/main" id="{5A262FD9-A5A8-6E03-3AD4-BFA9761AD331}"/>
                </a:ext>
              </a:extLst>
            </p:cNvPr>
            <p:cNvSpPr/>
            <p:nvPr/>
          </p:nvSpPr>
          <p:spPr>
            <a:xfrm>
              <a:off x="242752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3009" name="tx419">
              <a:extLst>
                <a:ext uri="{FF2B5EF4-FFF2-40B4-BE49-F238E27FC236}">
                  <a16:creationId xmlns:a16="http://schemas.microsoft.com/office/drawing/2014/main" id="{FB9BF624-DE79-28A9-7A27-0AFD93F1AA1D}"/>
                </a:ext>
              </a:extLst>
            </p:cNvPr>
            <p:cNvSpPr/>
            <p:nvPr/>
          </p:nvSpPr>
          <p:spPr>
            <a:xfrm>
              <a:off x="349398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3010" name="tx420">
              <a:extLst>
                <a:ext uri="{FF2B5EF4-FFF2-40B4-BE49-F238E27FC236}">
                  <a16:creationId xmlns:a16="http://schemas.microsoft.com/office/drawing/2014/main" id="{D0162469-3817-CEF7-C2BA-06615E7DA8D5}"/>
                </a:ext>
              </a:extLst>
            </p:cNvPr>
            <p:cNvSpPr/>
            <p:nvPr/>
          </p:nvSpPr>
          <p:spPr>
            <a:xfrm>
              <a:off x="456045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3011" name="tx421">
              <a:extLst>
                <a:ext uri="{FF2B5EF4-FFF2-40B4-BE49-F238E27FC236}">
                  <a16:creationId xmlns:a16="http://schemas.microsoft.com/office/drawing/2014/main" id="{53D6E22A-925B-5EED-3649-85214A3C13A0}"/>
                </a:ext>
              </a:extLst>
            </p:cNvPr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3012" name="tx422">
              <a:extLst>
                <a:ext uri="{FF2B5EF4-FFF2-40B4-BE49-F238E27FC236}">
                  <a16:creationId xmlns:a16="http://schemas.microsoft.com/office/drawing/2014/main" id="{03885FE4-6FF9-0B7F-B3EF-3E9B3AEEC2D7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022" name="tx432">
              <a:extLst>
                <a:ext uri="{FF2B5EF4-FFF2-40B4-BE49-F238E27FC236}">
                  <a16:creationId xmlns:a16="http://schemas.microsoft.com/office/drawing/2014/main" id="{1A743726-71DF-6828-F205-58D1B1326117}"/>
                </a:ext>
              </a:extLst>
            </p:cNvPr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3023" name="tx433">
              <a:extLst>
                <a:ext uri="{FF2B5EF4-FFF2-40B4-BE49-F238E27FC236}">
                  <a16:creationId xmlns:a16="http://schemas.microsoft.com/office/drawing/2014/main" id="{31A161EC-5643-8CEA-C2C5-B5227B9F6AEA}"/>
                </a:ext>
              </a:extLst>
            </p:cNvPr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  <p:grpSp>
        <p:nvGrpSpPr>
          <p:cNvPr id="3456" name="Group 3455">
            <a:extLst>
              <a:ext uri="{FF2B5EF4-FFF2-40B4-BE49-F238E27FC236}">
                <a16:creationId xmlns:a16="http://schemas.microsoft.com/office/drawing/2014/main" id="{BE02EA0B-EB5B-D035-E5A4-0042962CA453}"/>
              </a:ext>
            </a:extLst>
          </p:cNvPr>
          <p:cNvGrpSpPr/>
          <p:nvPr/>
        </p:nvGrpSpPr>
        <p:grpSpPr>
          <a:xfrm>
            <a:off x="6388092" y="5171941"/>
            <a:ext cx="4733735" cy="3488977"/>
            <a:chOff x="6388092" y="5171941"/>
            <a:chExt cx="4733735" cy="3488977"/>
          </a:xfrm>
        </p:grpSpPr>
        <p:sp>
          <p:nvSpPr>
            <p:cNvPr id="3027" name="pl5">
              <a:extLst>
                <a:ext uri="{FF2B5EF4-FFF2-40B4-BE49-F238E27FC236}">
                  <a16:creationId xmlns:a16="http://schemas.microsoft.com/office/drawing/2014/main" id="{22DC026C-1800-A837-CCBE-807A00F1B6DB}"/>
                </a:ext>
              </a:extLst>
            </p:cNvPr>
            <p:cNvSpPr/>
            <p:nvPr/>
          </p:nvSpPr>
          <p:spPr>
            <a:xfrm>
              <a:off x="6832623" y="791732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8" name="pl6">
              <a:extLst>
                <a:ext uri="{FF2B5EF4-FFF2-40B4-BE49-F238E27FC236}">
                  <a16:creationId xmlns:a16="http://schemas.microsoft.com/office/drawing/2014/main" id="{372F0071-7561-6414-092A-C31A3C3B06B3}"/>
                </a:ext>
              </a:extLst>
            </p:cNvPr>
            <p:cNvSpPr/>
            <p:nvPr/>
          </p:nvSpPr>
          <p:spPr>
            <a:xfrm>
              <a:off x="6832623" y="728501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29" name="pl7">
              <a:extLst>
                <a:ext uri="{FF2B5EF4-FFF2-40B4-BE49-F238E27FC236}">
                  <a16:creationId xmlns:a16="http://schemas.microsoft.com/office/drawing/2014/main" id="{27DB4729-4EED-A55D-D697-FD03BA94F214}"/>
                </a:ext>
              </a:extLst>
            </p:cNvPr>
            <p:cNvSpPr/>
            <p:nvPr/>
          </p:nvSpPr>
          <p:spPr>
            <a:xfrm>
              <a:off x="6832623" y="665269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0" name="pl8">
              <a:extLst>
                <a:ext uri="{FF2B5EF4-FFF2-40B4-BE49-F238E27FC236}">
                  <a16:creationId xmlns:a16="http://schemas.microsoft.com/office/drawing/2014/main" id="{E20128DF-B824-0CDF-9CEE-19C24D3ED000}"/>
                </a:ext>
              </a:extLst>
            </p:cNvPr>
            <p:cNvSpPr/>
            <p:nvPr/>
          </p:nvSpPr>
          <p:spPr>
            <a:xfrm>
              <a:off x="6832623" y="602037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1" name="pl9">
              <a:extLst>
                <a:ext uri="{FF2B5EF4-FFF2-40B4-BE49-F238E27FC236}">
                  <a16:creationId xmlns:a16="http://schemas.microsoft.com/office/drawing/2014/main" id="{B95A6202-9D30-8864-4ABC-16C7C6ADD6AD}"/>
                </a:ext>
              </a:extLst>
            </p:cNvPr>
            <p:cNvSpPr/>
            <p:nvPr/>
          </p:nvSpPr>
          <p:spPr>
            <a:xfrm>
              <a:off x="7387468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2" name="pl10">
              <a:extLst>
                <a:ext uri="{FF2B5EF4-FFF2-40B4-BE49-F238E27FC236}">
                  <a16:creationId xmlns:a16="http://schemas.microsoft.com/office/drawing/2014/main" id="{508B7B73-6488-6286-585B-1C484339D9E5}"/>
                </a:ext>
              </a:extLst>
            </p:cNvPr>
            <p:cNvSpPr/>
            <p:nvPr/>
          </p:nvSpPr>
          <p:spPr>
            <a:xfrm>
              <a:off x="8478978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3" name="pl11">
              <a:extLst>
                <a:ext uri="{FF2B5EF4-FFF2-40B4-BE49-F238E27FC236}">
                  <a16:creationId xmlns:a16="http://schemas.microsoft.com/office/drawing/2014/main" id="{D64AC643-366D-6805-87A1-1C44F53E9FC0}"/>
                </a:ext>
              </a:extLst>
            </p:cNvPr>
            <p:cNvSpPr/>
            <p:nvPr/>
          </p:nvSpPr>
          <p:spPr>
            <a:xfrm>
              <a:off x="9570489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4" name="pl12">
              <a:extLst>
                <a:ext uri="{FF2B5EF4-FFF2-40B4-BE49-F238E27FC236}">
                  <a16:creationId xmlns:a16="http://schemas.microsoft.com/office/drawing/2014/main" id="{F404365F-6F95-A6F2-03E7-CAC8197AFDD4}"/>
                </a:ext>
              </a:extLst>
            </p:cNvPr>
            <p:cNvSpPr/>
            <p:nvPr/>
          </p:nvSpPr>
          <p:spPr>
            <a:xfrm>
              <a:off x="10661999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5" name="pl13">
              <a:extLst>
                <a:ext uri="{FF2B5EF4-FFF2-40B4-BE49-F238E27FC236}">
                  <a16:creationId xmlns:a16="http://schemas.microsoft.com/office/drawing/2014/main" id="{FD6657E6-606C-1AF4-BA3E-5FB1B0AA7045}"/>
                </a:ext>
              </a:extLst>
            </p:cNvPr>
            <p:cNvSpPr/>
            <p:nvPr/>
          </p:nvSpPr>
          <p:spPr>
            <a:xfrm>
              <a:off x="6832623" y="823348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6" name="pl14">
              <a:extLst>
                <a:ext uri="{FF2B5EF4-FFF2-40B4-BE49-F238E27FC236}">
                  <a16:creationId xmlns:a16="http://schemas.microsoft.com/office/drawing/2014/main" id="{884E040C-A022-B591-C61C-41415A465747}"/>
                </a:ext>
              </a:extLst>
            </p:cNvPr>
            <p:cNvSpPr/>
            <p:nvPr/>
          </p:nvSpPr>
          <p:spPr>
            <a:xfrm>
              <a:off x="6832623" y="760116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7" name="pl15">
              <a:extLst>
                <a:ext uri="{FF2B5EF4-FFF2-40B4-BE49-F238E27FC236}">
                  <a16:creationId xmlns:a16="http://schemas.microsoft.com/office/drawing/2014/main" id="{A41FB16E-1DF5-A932-7E0E-94946DF3EC74}"/>
                </a:ext>
              </a:extLst>
            </p:cNvPr>
            <p:cNvSpPr/>
            <p:nvPr/>
          </p:nvSpPr>
          <p:spPr>
            <a:xfrm>
              <a:off x="6832623" y="696885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8" name="pl16">
              <a:extLst>
                <a:ext uri="{FF2B5EF4-FFF2-40B4-BE49-F238E27FC236}">
                  <a16:creationId xmlns:a16="http://schemas.microsoft.com/office/drawing/2014/main" id="{18AAD701-49F0-586A-8E7C-1DF80EC08E1A}"/>
                </a:ext>
              </a:extLst>
            </p:cNvPr>
            <p:cNvSpPr/>
            <p:nvPr/>
          </p:nvSpPr>
          <p:spPr>
            <a:xfrm>
              <a:off x="6832623" y="633653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39" name="pl17">
              <a:extLst>
                <a:ext uri="{FF2B5EF4-FFF2-40B4-BE49-F238E27FC236}">
                  <a16:creationId xmlns:a16="http://schemas.microsoft.com/office/drawing/2014/main" id="{DCAEB867-354B-473D-F23A-CE498C296BBA}"/>
                </a:ext>
              </a:extLst>
            </p:cNvPr>
            <p:cNvSpPr/>
            <p:nvPr/>
          </p:nvSpPr>
          <p:spPr>
            <a:xfrm>
              <a:off x="6832623" y="570421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0" name="pl18">
              <a:extLst>
                <a:ext uri="{FF2B5EF4-FFF2-40B4-BE49-F238E27FC236}">
                  <a16:creationId xmlns:a16="http://schemas.microsoft.com/office/drawing/2014/main" id="{8DBB5A00-1584-E3B5-2BEF-3FFB9D40FCF5}"/>
                </a:ext>
              </a:extLst>
            </p:cNvPr>
            <p:cNvSpPr/>
            <p:nvPr/>
          </p:nvSpPr>
          <p:spPr>
            <a:xfrm>
              <a:off x="6841713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1" name="pl19">
              <a:extLst>
                <a:ext uri="{FF2B5EF4-FFF2-40B4-BE49-F238E27FC236}">
                  <a16:creationId xmlns:a16="http://schemas.microsoft.com/office/drawing/2014/main" id="{FCEF9548-7D89-37EF-3AA7-56D78C7E2990}"/>
                </a:ext>
              </a:extLst>
            </p:cNvPr>
            <p:cNvSpPr/>
            <p:nvPr/>
          </p:nvSpPr>
          <p:spPr>
            <a:xfrm>
              <a:off x="7933223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2" name="pl20">
              <a:extLst>
                <a:ext uri="{FF2B5EF4-FFF2-40B4-BE49-F238E27FC236}">
                  <a16:creationId xmlns:a16="http://schemas.microsoft.com/office/drawing/2014/main" id="{C36D05DB-FED4-1A83-EE59-F3718C21D38F}"/>
                </a:ext>
              </a:extLst>
            </p:cNvPr>
            <p:cNvSpPr/>
            <p:nvPr/>
          </p:nvSpPr>
          <p:spPr>
            <a:xfrm>
              <a:off x="9024734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3" name="pl21">
              <a:extLst>
                <a:ext uri="{FF2B5EF4-FFF2-40B4-BE49-F238E27FC236}">
                  <a16:creationId xmlns:a16="http://schemas.microsoft.com/office/drawing/2014/main" id="{C564A23A-D582-FF30-6E21-7F0AF0820326}"/>
                </a:ext>
              </a:extLst>
            </p:cNvPr>
            <p:cNvSpPr/>
            <p:nvPr/>
          </p:nvSpPr>
          <p:spPr>
            <a:xfrm>
              <a:off x="10116244" y="5577754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4" name="pg22">
              <a:extLst>
                <a:ext uri="{FF2B5EF4-FFF2-40B4-BE49-F238E27FC236}">
                  <a16:creationId xmlns:a16="http://schemas.microsoft.com/office/drawing/2014/main" id="{B448A95A-B0AF-76CA-2C54-FFD7BA8D7F3B}"/>
                </a:ext>
              </a:extLst>
            </p:cNvPr>
            <p:cNvSpPr/>
            <p:nvPr/>
          </p:nvSpPr>
          <p:spPr>
            <a:xfrm>
              <a:off x="749060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5" name="pg23">
              <a:extLst>
                <a:ext uri="{FF2B5EF4-FFF2-40B4-BE49-F238E27FC236}">
                  <a16:creationId xmlns:a16="http://schemas.microsoft.com/office/drawing/2014/main" id="{6E76102A-602B-9E57-4C3E-7499FE7B7FE6}"/>
                </a:ext>
              </a:extLst>
            </p:cNvPr>
            <p:cNvSpPr/>
            <p:nvPr/>
          </p:nvSpPr>
          <p:spPr>
            <a:xfrm>
              <a:off x="982630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6" name="pg24">
              <a:extLst>
                <a:ext uri="{FF2B5EF4-FFF2-40B4-BE49-F238E27FC236}">
                  <a16:creationId xmlns:a16="http://schemas.microsoft.com/office/drawing/2014/main" id="{9C510EDC-F843-018D-045D-B40C6187E311}"/>
                </a:ext>
              </a:extLst>
            </p:cNvPr>
            <p:cNvSpPr/>
            <p:nvPr/>
          </p:nvSpPr>
          <p:spPr>
            <a:xfrm>
              <a:off x="977057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7" name="pg25">
              <a:extLst>
                <a:ext uri="{FF2B5EF4-FFF2-40B4-BE49-F238E27FC236}">
                  <a16:creationId xmlns:a16="http://schemas.microsoft.com/office/drawing/2014/main" id="{BE64A6DA-7D2C-D972-724D-63140C0537C2}"/>
                </a:ext>
              </a:extLst>
            </p:cNvPr>
            <p:cNvSpPr/>
            <p:nvPr/>
          </p:nvSpPr>
          <p:spPr>
            <a:xfrm>
              <a:off x="9789720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8" name="pg26">
              <a:extLst>
                <a:ext uri="{FF2B5EF4-FFF2-40B4-BE49-F238E27FC236}">
                  <a16:creationId xmlns:a16="http://schemas.microsoft.com/office/drawing/2014/main" id="{D7F5302F-81D8-EB7F-01F3-353FE7BFD8F6}"/>
                </a:ext>
              </a:extLst>
            </p:cNvPr>
            <p:cNvSpPr/>
            <p:nvPr/>
          </p:nvSpPr>
          <p:spPr>
            <a:xfrm>
              <a:off x="971306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49" name="pg27">
              <a:extLst>
                <a:ext uri="{FF2B5EF4-FFF2-40B4-BE49-F238E27FC236}">
                  <a16:creationId xmlns:a16="http://schemas.microsoft.com/office/drawing/2014/main" id="{074E71D1-C0F0-1507-05A4-0CBD9A9BC190}"/>
                </a:ext>
              </a:extLst>
            </p:cNvPr>
            <p:cNvSpPr/>
            <p:nvPr/>
          </p:nvSpPr>
          <p:spPr>
            <a:xfrm>
              <a:off x="971306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0" name="pg28">
              <a:extLst>
                <a:ext uri="{FF2B5EF4-FFF2-40B4-BE49-F238E27FC236}">
                  <a16:creationId xmlns:a16="http://schemas.microsoft.com/office/drawing/2014/main" id="{76DF593F-6EA3-8464-1A1D-70042FCD194C}"/>
                </a:ext>
              </a:extLst>
            </p:cNvPr>
            <p:cNvSpPr/>
            <p:nvPr/>
          </p:nvSpPr>
          <p:spPr>
            <a:xfrm>
              <a:off x="843162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1" name="pg29">
              <a:extLst>
                <a:ext uri="{FF2B5EF4-FFF2-40B4-BE49-F238E27FC236}">
                  <a16:creationId xmlns:a16="http://schemas.microsoft.com/office/drawing/2014/main" id="{C671DB7C-EF6E-2A2C-5154-4A1BEC432B4E}"/>
                </a:ext>
              </a:extLst>
            </p:cNvPr>
            <p:cNvSpPr/>
            <p:nvPr/>
          </p:nvSpPr>
          <p:spPr>
            <a:xfrm>
              <a:off x="1035008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2" name="pg30">
              <a:extLst>
                <a:ext uri="{FF2B5EF4-FFF2-40B4-BE49-F238E27FC236}">
                  <a16:creationId xmlns:a16="http://schemas.microsoft.com/office/drawing/2014/main" id="{00F7159F-1929-EECF-0337-764FF63FD796}"/>
                </a:ext>
              </a:extLst>
            </p:cNvPr>
            <p:cNvSpPr/>
            <p:nvPr/>
          </p:nvSpPr>
          <p:spPr>
            <a:xfrm>
              <a:off x="981974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3" name="pg31">
              <a:extLst>
                <a:ext uri="{FF2B5EF4-FFF2-40B4-BE49-F238E27FC236}">
                  <a16:creationId xmlns:a16="http://schemas.microsoft.com/office/drawing/2014/main" id="{06A9DE8A-F5F6-0731-C826-89717B3CBD26}"/>
                </a:ext>
              </a:extLst>
            </p:cNvPr>
            <p:cNvSpPr/>
            <p:nvPr/>
          </p:nvSpPr>
          <p:spPr>
            <a:xfrm>
              <a:off x="805923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4" name="pg32">
              <a:extLst>
                <a:ext uri="{FF2B5EF4-FFF2-40B4-BE49-F238E27FC236}">
                  <a16:creationId xmlns:a16="http://schemas.microsoft.com/office/drawing/2014/main" id="{CA162AD0-BF54-55D4-67CF-D27CEED5EACB}"/>
                </a:ext>
              </a:extLst>
            </p:cNvPr>
            <p:cNvSpPr/>
            <p:nvPr/>
          </p:nvSpPr>
          <p:spPr>
            <a:xfrm>
              <a:off x="749336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5" name="pg33">
              <a:extLst>
                <a:ext uri="{FF2B5EF4-FFF2-40B4-BE49-F238E27FC236}">
                  <a16:creationId xmlns:a16="http://schemas.microsoft.com/office/drawing/2014/main" id="{9639202B-357F-7186-4822-1A9417151ECA}"/>
                </a:ext>
              </a:extLst>
            </p:cNvPr>
            <p:cNvSpPr/>
            <p:nvPr/>
          </p:nvSpPr>
          <p:spPr>
            <a:xfrm>
              <a:off x="810572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6" name="pg34">
              <a:extLst>
                <a:ext uri="{FF2B5EF4-FFF2-40B4-BE49-F238E27FC236}">
                  <a16:creationId xmlns:a16="http://schemas.microsoft.com/office/drawing/2014/main" id="{D47D8373-D280-B66F-62F0-077699B34260}"/>
                </a:ext>
              </a:extLst>
            </p:cNvPr>
            <p:cNvSpPr/>
            <p:nvPr/>
          </p:nvSpPr>
          <p:spPr>
            <a:xfrm>
              <a:off x="868554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7" name="pg35">
              <a:extLst>
                <a:ext uri="{FF2B5EF4-FFF2-40B4-BE49-F238E27FC236}">
                  <a16:creationId xmlns:a16="http://schemas.microsoft.com/office/drawing/2014/main" id="{F570AA52-409D-F96C-E47A-46A93EC9DEAC}"/>
                </a:ext>
              </a:extLst>
            </p:cNvPr>
            <p:cNvSpPr/>
            <p:nvPr/>
          </p:nvSpPr>
          <p:spPr>
            <a:xfrm>
              <a:off x="856836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8" name="pg36">
              <a:extLst>
                <a:ext uri="{FF2B5EF4-FFF2-40B4-BE49-F238E27FC236}">
                  <a16:creationId xmlns:a16="http://schemas.microsoft.com/office/drawing/2014/main" id="{3B6F551F-ED10-7CD5-EADC-820B788BC205}"/>
                </a:ext>
              </a:extLst>
            </p:cNvPr>
            <p:cNvSpPr/>
            <p:nvPr/>
          </p:nvSpPr>
          <p:spPr>
            <a:xfrm>
              <a:off x="988169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59" name="pg37">
              <a:extLst>
                <a:ext uri="{FF2B5EF4-FFF2-40B4-BE49-F238E27FC236}">
                  <a16:creationId xmlns:a16="http://schemas.microsoft.com/office/drawing/2014/main" id="{B8A8CEC5-5A3B-F3ED-4E2A-49AFFA5E241D}"/>
                </a:ext>
              </a:extLst>
            </p:cNvPr>
            <p:cNvSpPr/>
            <p:nvPr/>
          </p:nvSpPr>
          <p:spPr>
            <a:xfrm>
              <a:off x="857748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0" name="pg38">
              <a:extLst>
                <a:ext uri="{FF2B5EF4-FFF2-40B4-BE49-F238E27FC236}">
                  <a16:creationId xmlns:a16="http://schemas.microsoft.com/office/drawing/2014/main" id="{71C0F900-4C90-6C95-4462-B15B798C0D58}"/>
                </a:ext>
              </a:extLst>
            </p:cNvPr>
            <p:cNvSpPr/>
            <p:nvPr/>
          </p:nvSpPr>
          <p:spPr>
            <a:xfrm>
              <a:off x="749618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1" name="pg39">
              <a:extLst>
                <a:ext uri="{FF2B5EF4-FFF2-40B4-BE49-F238E27FC236}">
                  <a16:creationId xmlns:a16="http://schemas.microsoft.com/office/drawing/2014/main" id="{D99728F7-1705-0A81-27B5-7957A31ECD26}"/>
                </a:ext>
              </a:extLst>
            </p:cNvPr>
            <p:cNvSpPr/>
            <p:nvPr/>
          </p:nvSpPr>
          <p:spPr>
            <a:xfrm>
              <a:off x="1025685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2" name="pg40">
              <a:extLst>
                <a:ext uri="{FF2B5EF4-FFF2-40B4-BE49-F238E27FC236}">
                  <a16:creationId xmlns:a16="http://schemas.microsoft.com/office/drawing/2014/main" id="{D7D56732-580C-D887-5C36-C0019AF4B4FA}"/>
                </a:ext>
              </a:extLst>
            </p:cNvPr>
            <p:cNvSpPr/>
            <p:nvPr/>
          </p:nvSpPr>
          <p:spPr>
            <a:xfrm>
              <a:off x="783786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3" name="pg41">
              <a:extLst>
                <a:ext uri="{FF2B5EF4-FFF2-40B4-BE49-F238E27FC236}">
                  <a16:creationId xmlns:a16="http://schemas.microsoft.com/office/drawing/2014/main" id="{37CB1696-F177-8309-10D5-2C0647BE1504}"/>
                </a:ext>
              </a:extLst>
            </p:cNvPr>
            <p:cNvSpPr/>
            <p:nvPr/>
          </p:nvSpPr>
          <p:spPr>
            <a:xfrm>
              <a:off x="839959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4" name="pg42">
              <a:extLst>
                <a:ext uri="{FF2B5EF4-FFF2-40B4-BE49-F238E27FC236}">
                  <a16:creationId xmlns:a16="http://schemas.microsoft.com/office/drawing/2014/main" id="{9D38563C-BE05-A99A-5D23-94FF00D4A366}"/>
                </a:ext>
              </a:extLst>
            </p:cNvPr>
            <p:cNvSpPr/>
            <p:nvPr/>
          </p:nvSpPr>
          <p:spPr>
            <a:xfrm>
              <a:off x="840913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5" name="pg43">
              <a:extLst>
                <a:ext uri="{FF2B5EF4-FFF2-40B4-BE49-F238E27FC236}">
                  <a16:creationId xmlns:a16="http://schemas.microsoft.com/office/drawing/2014/main" id="{240AC940-A8F3-EF8E-3E2F-FDBB4B2420BA}"/>
                </a:ext>
              </a:extLst>
            </p:cNvPr>
            <p:cNvSpPr/>
            <p:nvPr/>
          </p:nvSpPr>
          <p:spPr>
            <a:xfrm>
              <a:off x="756533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6" name="pg44">
              <a:extLst>
                <a:ext uri="{FF2B5EF4-FFF2-40B4-BE49-F238E27FC236}">
                  <a16:creationId xmlns:a16="http://schemas.microsoft.com/office/drawing/2014/main" id="{14F86E53-A6C2-3654-9A39-B00FF160FE4A}"/>
                </a:ext>
              </a:extLst>
            </p:cNvPr>
            <p:cNvSpPr/>
            <p:nvPr/>
          </p:nvSpPr>
          <p:spPr>
            <a:xfrm>
              <a:off x="1025685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7" name="pg45">
              <a:extLst>
                <a:ext uri="{FF2B5EF4-FFF2-40B4-BE49-F238E27FC236}">
                  <a16:creationId xmlns:a16="http://schemas.microsoft.com/office/drawing/2014/main" id="{CA920B7E-907F-FC89-E3D3-B8797AF8E1C9}"/>
                </a:ext>
              </a:extLst>
            </p:cNvPr>
            <p:cNvSpPr/>
            <p:nvPr/>
          </p:nvSpPr>
          <p:spPr>
            <a:xfrm>
              <a:off x="962685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8" name="pg46">
              <a:extLst>
                <a:ext uri="{FF2B5EF4-FFF2-40B4-BE49-F238E27FC236}">
                  <a16:creationId xmlns:a16="http://schemas.microsoft.com/office/drawing/2014/main" id="{99129BD1-3FD5-1830-C922-150D6AAA8A98}"/>
                </a:ext>
              </a:extLst>
            </p:cNvPr>
            <p:cNvSpPr/>
            <p:nvPr/>
          </p:nvSpPr>
          <p:spPr>
            <a:xfrm>
              <a:off x="9610465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69" name="pg47">
              <a:extLst>
                <a:ext uri="{FF2B5EF4-FFF2-40B4-BE49-F238E27FC236}">
                  <a16:creationId xmlns:a16="http://schemas.microsoft.com/office/drawing/2014/main" id="{232DFC74-16E3-7110-F169-66EA24413FA1}"/>
                </a:ext>
              </a:extLst>
            </p:cNvPr>
            <p:cNvSpPr/>
            <p:nvPr/>
          </p:nvSpPr>
          <p:spPr>
            <a:xfrm>
              <a:off x="963033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0" name="pg48">
              <a:extLst>
                <a:ext uri="{FF2B5EF4-FFF2-40B4-BE49-F238E27FC236}">
                  <a16:creationId xmlns:a16="http://schemas.microsoft.com/office/drawing/2014/main" id="{8A9F68C1-D0A5-517B-1712-26BD89901C4F}"/>
                </a:ext>
              </a:extLst>
            </p:cNvPr>
            <p:cNvSpPr/>
            <p:nvPr/>
          </p:nvSpPr>
          <p:spPr>
            <a:xfrm>
              <a:off x="840913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1" name="pg49">
              <a:extLst>
                <a:ext uri="{FF2B5EF4-FFF2-40B4-BE49-F238E27FC236}">
                  <a16:creationId xmlns:a16="http://schemas.microsoft.com/office/drawing/2014/main" id="{BC7B8D61-C04B-82AD-B94B-53EAB765663F}"/>
                </a:ext>
              </a:extLst>
            </p:cNvPr>
            <p:cNvSpPr/>
            <p:nvPr/>
          </p:nvSpPr>
          <p:spPr>
            <a:xfrm>
              <a:off x="978973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2" name="pg50">
              <a:extLst>
                <a:ext uri="{FF2B5EF4-FFF2-40B4-BE49-F238E27FC236}">
                  <a16:creationId xmlns:a16="http://schemas.microsoft.com/office/drawing/2014/main" id="{679A664B-EABD-9081-2BA4-E732874C6CFD}"/>
                </a:ext>
              </a:extLst>
            </p:cNvPr>
            <p:cNvSpPr/>
            <p:nvPr/>
          </p:nvSpPr>
          <p:spPr>
            <a:xfrm>
              <a:off x="872504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3" name="pg51">
              <a:extLst>
                <a:ext uri="{FF2B5EF4-FFF2-40B4-BE49-F238E27FC236}">
                  <a16:creationId xmlns:a16="http://schemas.microsoft.com/office/drawing/2014/main" id="{BCC79EE7-5EA6-C386-0F80-ABACA8EEB695}"/>
                </a:ext>
              </a:extLst>
            </p:cNvPr>
            <p:cNvSpPr/>
            <p:nvPr/>
          </p:nvSpPr>
          <p:spPr>
            <a:xfrm>
              <a:off x="1034731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4" name="pg52">
              <a:extLst>
                <a:ext uri="{FF2B5EF4-FFF2-40B4-BE49-F238E27FC236}">
                  <a16:creationId xmlns:a16="http://schemas.microsoft.com/office/drawing/2014/main" id="{9DC50FB5-15A3-FB71-BD66-826A217FFCEF}"/>
                </a:ext>
              </a:extLst>
            </p:cNvPr>
            <p:cNvSpPr/>
            <p:nvPr/>
          </p:nvSpPr>
          <p:spPr>
            <a:xfrm>
              <a:off x="951265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5" name="pg53">
              <a:extLst>
                <a:ext uri="{FF2B5EF4-FFF2-40B4-BE49-F238E27FC236}">
                  <a16:creationId xmlns:a16="http://schemas.microsoft.com/office/drawing/2014/main" id="{1F810584-F7E2-1481-F36C-596806744DDB}"/>
                </a:ext>
              </a:extLst>
            </p:cNvPr>
            <p:cNvSpPr/>
            <p:nvPr/>
          </p:nvSpPr>
          <p:spPr>
            <a:xfrm>
              <a:off x="783786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6" name="pg54">
              <a:extLst>
                <a:ext uri="{FF2B5EF4-FFF2-40B4-BE49-F238E27FC236}">
                  <a16:creationId xmlns:a16="http://schemas.microsoft.com/office/drawing/2014/main" id="{B7765A69-D4F9-4315-FD3E-75AAA5B0B0A0}"/>
                </a:ext>
              </a:extLst>
            </p:cNvPr>
            <p:cNvSpPr/>
            <p:nvPr/>
          </p:nvSpPr>
          <p:spPr>
            <a:xfrm>
              <a:off x="756533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7" name="pg55">
              <a:extLst>
                <a:ext uri="{FF2B5EF4-FFF2-40B4-BE49-F238E27FC236}">
                  <a16:creationId xmlns:a16="http://schemas.microsoft.com/office/drawing/2014/main" id="{958AF332-A34F-50E6-1F18-C5888B31DA60}"/>
                </a:ext>
              </a:extLst>
            </p:cNvPr>
            <p:cNvSpPr/>
            <p:nvPr/>
          </p:nvSpPr>
          <p:spPr>
            <a:xfrm>
              <a:off x="972328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8" name="pg56">
              <a:extLst>
                <a:ext uri="{FF2B5EF4-FFF2-40B4-BE49-F238E27FC236}">
                  <a16:creationId xmlns:a16="http://schemas.microsoft.com/office/drawing/2014/main" id="{2BFAE014-BA9D-0361-4A3F-2DA5F7386557}"/>
                </a:ext>
              </a:extLst>
            </p:cNvPr>
            <p:cNvSpPr/>
            <p:nvPr/>
          </p:nvSpPr>
          <p:spPr>
            <a:xfrm>
              <a:off x="968193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79" name="pg57">
              <a:extLst>
                <a:ext uri="{FF2B5EF4-FFF2-40B4-BE49-F238E27FC236}">
                  <a16:creationId xmlns:a16="http://schemas.microsoft.com/office/drawing/2014/main" id="{0F3B09D5-0AA9-549F-34F5-1486BA09EE9B}"/>
                </a:ext>
              </a:extLst>
            </p:cNvPr>
            <p:cNvSpPr/>
            <p:nvPr/>
          </p:nvSpPr>
          <p:spPr>
            <a:xfrm>
              <a:off x="951221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0" name="pg58">
              <a:extLst>
                <a:ext uri="{FF2B5EF4-FFF2-40B4-BE49-F238E27FC236}">
                  <a16:creationId xmlns:a16="http://schemas.microsoft.com/office/drawing/2014/main" id="{0F0659D5-9647-F240-A6AA-02C4018346C3}"/>
                </a:ext>
              </a:extLst>
            </p:cNvPr>
            <p:cNvSpPr/>
            <p:nvPr/>
          </p:nvSpPr>
          <p:spPr>
            <a:xfrm>
              <a:off x="842167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1" name="pg59">
              <a:extLst>
                <a:ext uri="{FF2B5EF4-FFF2-40B4-BE49-F238E27FC236}">
                  <a16:creationId xmlns:a16="http://schemas.microsoft.com/office/drawing/2014/main" id="{1E7619FC-99FF-2D9D-1D32-58E79C51750E}"/>
                </a:ext>
              </a:extLst>
            </p:cNvPr>
            <p:cNvSpPr/>
            <p:nvPr/>
          </p:nvSpPr>
          <p:spPr>
            <a:xfrm>
              <a:off x="987845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2" name="pg60">
              <a:extLst>
                <a:ext uri="{FF2B5EF4-FFF2-40B4-BE49-F238E27FC236}">
                  <a16:creationId xmlns:a16="http://schemas.microsoft.com/office/drawing/2014/main" id="{04CC88C1-79D2-4B21-8E16-F5BC6FE6D683}"/>
                </a:ext>
              </a:extLst>
            </p:cNvPr>
            <p:cNvSpPr/>
            <p:nvPr/>
          </p:nvSpPr>
          <p:spPr>
            <a:xfrm>
              <a:off x="971990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3" name="pg61">
              <a:extLst>
                <a:ext uri="{FF2B5EF4-FFF2-40B4-BE49-F238E27FC236}">
                  <a16:creationId xmlns:a16="http://schemas.microsoft.com/office/drawing/2014/main" id="{6B4902B7-62A7-4DB5-DEC6-D13786B06D9B}"/>
                </a:ext>
              </a:extLst>
            </p:cNvPr>
            <p:cNvSpPr/>
            <p:nvPr/>
          </p:nvSpPr>
          <p:spPr>
            <a:xfrm>
              <a:off x="805923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4" name="pg62">
              <a:extLst>
                <a:ext uri="{FF2B5EF4-FFF2-40B4-BE49-F238E27FC236}">
                  <a16:creationId xmlns:a16="http://schemas.microsoft.com/office/drawing/2014/main" id="{AA10C917-F38A-F2D6-F61F-40A08DB717CF}"/>
                </a:ext>
              </a:extLst>
            </p:cNvPr>
            <p:cNvSpPr/>
            <p:nvPr/>
          </p:nvSpPr>
          <p:spPr>
            <a:xfrm>
              <a:off x="968250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5" name="pg63">
              <a:extLst>
                <a:ext uri="{FF2B5EF4-FFF2-40B4-BE49-F238E27FC236}">
                  <a16:creationId xmlns:a16="http://schemas.microsoft.com/office/drawing/2014/main" id="{DE48E0E8-BC6E-77AF-6975-0FA3E430A5B9}"/>
                </a:ext>
              </a:extLst>
            </p:cNvPr>
            <p:cNvSpPr/>
            <p:nvPr/>
          </p:nvSpPr>
          <p:spPr>
            <a:xfrm>
              <a:off x="749406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6" name="pg64">
              <a:extLst>
                <a:ext uri="{FF2B5EF4-FFF2-40B4-BE49-F238E27FC236}">
                  <a16:creationId xmlns:a16="http://schemas.microsoft.com/office/drawing/2014/main" id="{EC53F480-FDE3-77AA-6AF4-54E02C261215}"/>
                </a:ext>
              </a:extLst>
            </p:cNvPr>
            <p:cNvSpPr/>
            <p:nvPr/>
          </p:nvSpPr>
          <p:spPr>
            <a:xfrm>
              <a:off x="810686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7" name="pg65">
              <a:extLst>
                <a:ext uri="{FF2B5EF4-FFF2-40B4-BE49-F238E27FC236}">
                  <a16:creationId xmlns:a16="http://schemas.microsoft.com/office/drawing/2014/main" id="{C869208D-F865-3985-9684-14510900A649}"/>
                </a:ext>
              </a:extLst>
            </p:cNvPr>
            <p:cNvSpPr/>
            <p:nvPr/>
          </p:nvSpPr>
          <p:spPr>
            <a:xfrm>
              <a:off x="9610465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8" name="pg66">
              <a:extLst>
                <a:ext uri="{FF2B5EF4-FFF2-40B4-BE49-F238E27FC236}">
                  <a16:creationId xmlns:a16="http://schemas.microsoft.com/office/drawing/2014/main" id="{6E954B6B-D122-5D20-5137-38118116DB3E}"/>
                </a:ext>
              </a:extLst>
            </p:cNvPr>
            <p:cNvSpPr/>
            <p:nvPr/>
          </p:nvSpPr>
          <p:spPr>
            <a:xfrm>
              <a:off x="838975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89" name="pg67">
              <a:extLst>
                <a:ext uri="{FF2B5EF4-FFF2-40B4-BE49-F238E27FC236}">
                  <a16:creationId xmlns:a16="http://schemas.microsoft.com/office/drawing/2014/main" id="{25D0BC68-FD09-281E-470B-4647029BE032}"/>
                </a:ext>
              </a:extLst>
            </p:cNvPr>
            <p:cNvSpPr/>
            <p:nvPr/>
          </p:nvSpPr>
          <p:spPr>
            <a:xfrm>
              <a:off x="872504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0" name="pg68">
              <a:extLst>
                <a:ext uri="{FF2B5EF4-FFF2-40B4-BE49-F238E27FC236}">
                  <a16:creationId xmlns:a16="http://schemas.microsoft.com/office/drawing/2014/main" id="{B482CC84-44FE-16EA-CCDC-F1CA6EE25F07}"/>
                </a:ext>
              </a:extLst>
            </p:cNvPr>
            <p:cNvSpPr/>
            <p:nvPr/>
          </p:nvSpPr>
          <p:spPr>
            <a:xfrm>
              <a:off x="977017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1" name="pg69">
              <a:extLst>
                <a:ext uri="{FF2B5EF4-FFF2-40B4-BE49-F238E27FC236}">
                  <a16:creationId xmlns:a16="http://schemas.microsoft.com/office/drawing/2014/main" id="{040D8500-1495-5182-E15F-9B2237FFEAE1}"/>
                </a:ext>
              </a:extLst>
            </p:cNvPr>
            <p:cNvSpPr/>
            <p:nvPr/>
          </p:nvSpPr>
          <p:spPr>
            <a:xfrm>
              <a:off x="875541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2" name="pt70">
              <a:extLst>
                <a:ext uri="{FF2B5EF4-FFF2-40B4-BE49-F238E27FC236}">
                  <a16:creationId xmlns:a16="http://schemas.microsoft.com/office/drawing/2014/main" id="{2FB72470-3579-FCCE-D211-998822B84C11}"/>
                </a:ext>
              </a:extLst>
            </p:cNvPr>
            <p:cNvSpPr/>
            <p:nvPr/>
          </p:nvSpPr>
          <p:spPr>
            <a:xfrm>
              <a:off x="989799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3" name="pt71">
              <a:extLst>
                <a:ext uri="{FF2B5EF4-FFF2-40B4-BE49-F238E27FC236}">
                  <a16:creationId xmlns:a16="http://schemas.microsoft.com/office/drawing/2014/main" id="{59F713B8-CA2B-B4BB-79D9-5CA71088ACEE}"/>
                </a:ext>
              </a:extLst>
            </p:cNvPr>
            <p:cNvSpPr/>
            <p:nvPr/>
          </p:nvSpPr>
          <p:spPr>
            <a:xfrm>
              <a:off x="845932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4" name="pt72">
              <a:extLst>
                <a:ext uri="{FF2B5EF4-FFF2-40B4-BE49-F238E27FC236}">
                  <a16:creationId xmlns:a16="http://schemas.microsoft.com/office/drawing/2014/main" id="{50D7E5A9-67D5-6848-A729-234B6A05C89C}"/>
                </a:ext>
              </a:extLst>
            </p:cNvPr>
            <p:cNvSpPr/>
            <p:nvPr/>
          </p:nvSpPr>
          <p:spPr>
            <a:xfrm>
              <a:off x="1066178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5" name="pt73">
              <a:extLst>
                <a:ext uri="{FF2B5EF4-FFF2-40B4-BE49-F238E27FC236}">
                  <a16:creationId xmlns:a16="http://schemas.microsoft.com/office/drawing/2014/main" id="{1338ACD0-68B3-DA77-046C-8511DA39EE71}"/>
                </a:ext>
              </a:extLst>
            </p:cNvPr>
            <p:cNvSpPr/>
            <p:nvPr/>
          </p:nvSpPr>
          <p:spPr>
            <a:xfrm>
              <a:off x="888703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6" name="pt74">
              <a:extLst>
                <a:ext uri="{FF2B5EF4-FFF2-40B4-BE49-F238E27FC236}">
                  <a16:creationId xmlns:a16="http://schemas.microsoft.com/office/drawing/2014/main" id="{AE6DDE99-DC26-0651-8778-D4AAD3F1645F}"/>
                </a:ext>
              </a:extLst>
            </p:cNvPr>
            <p:cNvSpPr/>
            <p:nvPr/>
          </p:nvSpPr>
          <p:spPr>
            <a:xfrm>
              <a:off x="1066178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7" name="pt75">
              <a:extLst>
                <a:ext uri="{FF2B5EF4-FFF2-40B4-BE49-F238E27FC236}">
                  <a16:creationId xmlns:a16="http://schemas.microsoft.com/office/drawing/2014/main" id="{0D8340DF-9D65-6BC0-E4B7-6E5A1101C59B}"/>
                </a:ext>
              </a:extLst>
            </p:cNvPr>
            <p:cNvSpPr/>
            <p:nvPr/>
          </p:nvSpPr>
          <p:spPr>
            <a:xfrm>
              <a:off x="887857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8" name="pt76">
              <a:extLst>
                <a:ext uri="{FF2B5EF4-FFF2-40B4-BE49-F238E27FC236}">
                  <a16:creationId xmlns:a16="http://schemas.microsoft.com/office/drawing/2014/main" id="{F2B0860F-6093-E39E-193F-8777C7F22624}"/>
                </a:ext>
              </a:extLst>
            </p:cNvPr>
            <p:cNvSpPr/>
            <p:nvPr/>
          </p:nvSpPr>
          <p:spPr>
            <a:xfrm>
              <a:off x="912082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99" name="pt77">
              <a:extLst>
                <a:ext uri="{FF2B5EF4-FFF2-40B4-BE49-F238E27FC236}">
                  <a16:creationId xmlns:a16="http://schemas.microsoft.com/office/drawing/2014/main" id="{487D6984-FB8B-9910-9347-37BF79E56EA9}"/>
                </a:ext>
              </a:extLst>
            </p:cNvPr>
            <p:cNvSpPr/>
            <p:nvPr/>
          </p:nvSpPr>
          <p:spPr>
            <a:xfrm>
              <a:off x="821502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0" name="pt78">
              <a:extLst>
                <a:ext uri="{FF2B5EF4-FFF2-40B4-BE49-F238E27FC236}">
                  <a16:creationId xmlns:a16="http://schemas.microsoft.com/office/drawing/2014/main" id="{06D82989-ED1E-2D83-1B7A-A957EA844535}"/>
                </a:ext>
              </a:extLst>
            </p:cNvPr>
            <p:cNvSpPr/>
            <p:nvPr/>
          </p:nvSpPr>
          <p:spPr>
            <a:xfrm>
              <a:off x="1016338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1" name="pt79">
              <a:extLst>
                <a:ext uri="{FF2B5EF4-FFF2-40B4-BE49-F238E27FC236}">
                  <a16:creationId xmlns:a16="http://schemas.microsoft.com/office/drawing/2014/main" id="{37824A2F-E5A0-E3A3-0D34-626DB1429D6E}"/>
                </a:ext>
              </a:extLst>
            </p:cNvPr>
            <p:cNvSpPr/>
            <p:nvPr/>
          </p:nvSpPr>
          <p:spPr>
            <a:xfrm>
              <a:off x="1016298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2" name="pt80">
              <a:extLst>
                <a:ext uri="{FF2B5EF4-FFF2-40B4-BE49-F238E27FC236}">
                  <a16:creationId xmlns:a16="http://schemas.microsoft.com/office/drawing/2014/main" id="{CD694B4D-B6E0-3C3A-0716-B9280580171E}"/>
                </a:ext>
              </a:extLst>
            </p:cNvPr>
            <p:cNvSpPr/>
            <p:nvPr/>
          </p:nvSpPr>
          <p:spPr>
            <a:xfrm>
              <a:off x="821723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3" name="pt81">
              <a:extLst>
                <a:ext uri="{FF2B5EF4-FFF2-40B4-BE49-F238E27FC236}">
                  <a16:creationId xmlns:a16="http://schemas.microsoft.com/office/drawing/2014/main" id="{E1BE50B2-B296-B3C7-EE5E-5479FC05572E}"/>
                </a:ext>
              </a:extLst>
            </p:cNvPr>
            <p:cNvSpPr/>
            <p:nvPr/>
          </p:nvSpPr>
          <p:spPr>
            <a:xfrm>
              <a:off x="1039253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4" name="pt82">
              <a:extLst>
                <a:ext uri="{FF2B5EF4-FFF2-40B4-BE49-F238E27FC236}">
                  <a16:creationId xmlns:a16="http://schemas.microsoft.com/office/drawing/2014/main" id="{0E684DA6-58DB-A3B5-24AE-45318DC886C3}"/>
                </a:ext>
              </a:extLst>
            </p:cNvPr>
            <p:cNvSpPr/>
            <p:nvPr/>
          </p:nvSpPr>
          <p:spPr>
            <a:xfrm>
              <a:off x="1087752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5" name="pt83">
              <a:extLst>
                <a:ext uri="{FF2B5EF4-FFF2-40B4-BE49-F238E27FC236}">
                  <a16:creationId xmlns:a16="http://schemas.microsoft.com/office/drawing/2014/main" id="{E3A4BE07-1796-70F7-4426-F4A65A94AAF7}"/>
                </a:ext>
              </a:extLst>
            </p:cNvPr>
            <p:cNvSpPr/>
            <p:nvPr/>
          </p:nvSpPr>
          <p:spPr>
            <a:xfrm>
              <a:off x="926444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6" name="pt84">
              <a:extLst>
                <a:ext uri="{FF2B5EF4-FFF2-40B4-BE49-F238E27FC236}">
                  <a16:creationId xmlns:a16="http://schemas.microsoft.com/office/drawing/2014/main" id="{ACEB9593-8682-A7C7-382D-5BB129FB7077}"/>
                </a:ext>
              </a:extLst>
            </p:cNvPr>
            <p:cNvSpPr/>
            <p:nvPr/>
          </p:nvSpPr>
          <p:spPr>
            <a:xfrm>
              <a:off x="1025836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7" name="pt85">
              <a:extLst>
                <a:ext uri="{FF2B5EF4-FFF2-40B4-BE49-F238E27FC236}">
                  <a16:creationId xmlns:a16="http://schemas.microsoft.com/office/drawing/2014/main" id="{7146A0B9-231A-05C4-D33B-06C15F1EE29D}"/>
                </a:ext>
              </a:extLst>
            </p:cNvPr>
            <p:cNvSpPr/>
            <p:nvPr/>
          </p:nvSpPr>
          <p:spPr>
            <a:xfrm>
              <a:off x="850812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8" name="pt86">
              <a:extLst>
                <a:ext uri="{FF2B5EF4-FFF2-40B4-BE49-F238E27FC236}">
                  <a16:creationId xmlns:a16="http://schemas.microsoft.com/office/drawing/2014/main" id="{679083D6-177C-AEF9-A56F-7EB76462F54C}"/>
                </a:ext>
              </a:extLst>
            </p:cNvPr>
            <p:cNvSpPr/>
            <p:nvPr/>
          </p:nvSpPr>
          <p:spPr>
            <a:xfrm>
              <a:off x="889597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09" name="pt87">
              <a:extLst>
                <a:ext uri="{FF2B5EF4-FFF2-40B4-BE49-F238E27FC236}">
                  <a16:creationId xmlns:a16="http://schemas.microsoft.com/office/drawing/2014/main" id="{8ED7321E-6E5C-C63C-C153-7B2456D90029}"/>
                </a:ext>
              </a:extLst>
            </p:cNvPr>
            <p:cNvSpPr/>
            <p:nvPr/>
          </p:nvSpPr>
          <p:spPr>
            <a:xfrm>
              <a:off x="778229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0" name="pt88">
              <a:extLst>
                <a:ext uri="{FF2B5EF4-FFF2-40B4-BE49-F238E27FC236}">
                  <a16:creationId xmlns:a16="http://schemas.microsoft.com/office/drawing/2014/main" id="{45E28300-A3B5-6975-860C-D3810351DD70}"/>
                </a:ext>
              </a:extLst>
            </p:cNvPr>
            <p:cNvSpPr/>
            <p:nvPr/>
          </p:nvSpPr>
          <p:spPr>
            <a:xfrm>
              <a:off x="1010259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1" name="pt89">
              <a:extLst>
                <a:ext uri="{FF2B5EF4-FFF2-40B4-BE49-F238E27FC236}">
                  <a16:creationId xmlns:a16="http://schemas.microsoft.com/office/drawing/2014/main" id="{8B02F3F5-7575-EF74-1C74-F579DB97B401}"/>
                </a:ext>
              </a:extLst>
            </p:cNvPr>
            <p:cNvSpPr/>
            <p:nvPr/>
          </p:nvSpPr>
          <p:spPr>
            <a:xfrm>
              <a:off x="850812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2" name="pt90">
              <a:extLst>
                <a:ext uri="{FF2B5EF4-FFF2-40B4-BE49-F238E27FC236}">
                  <a16:creationId xmlns:a16="http://schemas.microsoft.com/office/drawing/2014/main" id="{7E64CB7C-68D9-89A6-CE6C-7CE50A19C1C1}"/>
                </a:ext>
              </a:extLst>
            </p:cNvPr>
            <p:cNvSpPr/>
            <p:nvPr/>
          </p:nvSpPr>
          <p:spPr>
            <a:xfrm>
              <a:off x="1010259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3" name="pt91">
              <a:extLst>
                <a:ext uri="{FF2B5EF4-FFF2-40B4-BE49-F238E27FC236}">
                  <a16:creationId xmlns:a16="http://schemas.microsoft.com/office/drawing/2014/main" id="{823E8BDA-1797-827E-CB29-4DCD0487CC9C}"/>
                </a:ext>
              </a:extLst>
            </p:cNvPr>
            <p:cNvSpPr/>
            <p:nvPr/>
          </p:nvSpPr>
          <p:spPr>
            <a:xfrm>
              <a:off x="1032490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4" name="pt92">
              <a:extLst>
                <a:ext uri="{FF2B5EF4-FFF2-40B4-BE49-F238E27FC236}">
                  <a16:creationId xmlns:a16="http://schemas.microsoft.com/office/drawing/2014/main" id="{79EEB884-A055-A8A3-EE6F-664FBB2DD82D}"/>
                </a:ext>
              </a:extLst>
            </p:cNvPr>
            <p:cNvSpPr/>
            <p:nvPr/>
          </p:nvSpPr>
          <p:spPr>
            <a:xfrm>
              <a:off x="9996228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5" name="pt93">
              <a:extLst>
                <a:ext uri="{FF2B5EF4-FFF2-40B4-BE49-F238E27FC236}">
                  <a16:creationId xmlns:a16="http://schemas.microsoft.com/office/drawing/2014/main" id="{B5DB836A-BF7A-29BB-BA95-6A9053DC50F0}"/>
                </a:ext>
              </a:extLst>
            </p:cNvPr>
            <p:cNvSpPr/>
            <p:nvPr/>
          </p:nvSpPr>
          <p:spPr>
            <a:xfrm>
              <a:off x="1016298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6" name="pt94">
              <a:extLst>
                <a:ext uri="{FF2B5EF4-FFF2-40B4-BE49-F238E27FC236}">
                  <a16:creationId xmlns:a16="http://schemas.microsoft.com/office/drawing/2014/main" id="{D094AA17-2876-5923-89A1-D4487CA084DC}"/>
                </a:ext>
              </a:extLst>
            </p:cNvPr>
            <p:cNvSpPr/>
            <p:nvPr/>
          </p:nvSpPr>
          <p:spPr>
            <a:xfrm>
              <a:off x="891856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7" name="pt95">
              <a:extLst>
                <a:ext uri="{FF2B5EF4-FFF2-40B4-BE49-F238E27FC236}">
                  <a16:creationId xmlns:a16="http://schemas.microsoft.com/office/drawing/2014/main" id="{1601D519-37AC-4265-11E1-746D46C5B476}"/>
                </a:ext>
              </a:extLst>
            </p:cNvPr>
            <p:cNvSpPr/>
            <p:nvPr/>
          </p:nvSpPr>
          <p:spPr>
            <a:xfrm>
              <a:off x="788450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8" name="pt96">
              <a:extLst>
                <a:ext uri="{FF2B5EF4-FFF2-40B4-BE49-F238E27FC236}">
                  <a16:creationId xmlns:a16="http://schemas.microsoft.com/office/drawing/2014/main" id="{25BD8942-FEEE-DEA7-8E3B-C05E79C9031D}"/>
                </a:ext>
              </a:extLst>
            </p:cNvPr>
            <p:cNvSpPr/>
            <p:nvPr/>
          </p:nvSpPr>
          <p:spPr>
            <a:xfrm>
              <a:off x="845932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19" name="pt97">
              <a:extLst>
                <a:ext uri="{FF2B5EF4-FFF2-40B4-BE49-F238E27FC236}">
                  <a16:creationId xmlns:a16="http://schemas.microsoft.com/office/drawing/2014/main" id="{1DCF2E97-2CF4-1303-2DDF-B7BE5C118070}"/>
                </a:ext>
              </a:extLst>
            </p:cNvPr>
            <p:cNvSpPr/>
            <p:nvPr/>
          </p:nvSpPr>
          <p:spPr>
            <a:xfrm>
              <a:off x="9995938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0" name="pt98">
              <a:extLst>
                <a:ext uri="{FF2B5EF4-FFF2-40B4-BE49-F238E27FC236}">
                  <a16:creationId xmlns:a16="http://schemas.microsoft.com/office/drawing/2014/main" id="{B42697DA-8D5C-AFB9-8665-03F0C0CF22C8}"/>
                </a:ext>
              </a:extLst>
            </p:cNvPr>
            <p:cNvSpPr/>
            <p:nvPr/>
          </p:nvSpPr>
          <p:spPr>
            <a:xfrm>
              <a:off x="930303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1" name="pt99">
              <a:extLst>
                <a:ext uri="{FF2B5EF4-FFF2-40B4-BE49-F238E27FC236}">
                  <a16:creationId xmlns:a16="http://schemas.microsoft.com/office/drawing/2014/main" id="{137F6B23-54F0-9E70-FC11-0C05F228CF64}"/>
                </a:ext>
              </a:extLst>
            </p:cNvPr>
            <p:cNvSpPr/>
            <p:nvPr/>
          </p:nvSpPr>
          <p:spPr>
            <a:xfrm>
              <a:off x="930236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2" name="pt100">
              <a:extLst>
                <a:ext uri="{FF2B5EF4-FFF2-40B4-BE49-F238E27FC236}">
                  <a16:creationId xmlns:a16="http://schemas.microsoft.com/office/drawing/2014/main" id="{6D35D339-6237-861D-8E81-4E55BCFC89A3}"/>
                </a:ext>
              </a:extLst>
            </p:cNvPr>
            <p:cNvSpPr/>
            <p:nvPr/>
          </p:nvSpPr>
          <p:spPr>
            <a:xfrm>
              <a:off x="912082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3" name="pt101">
              <a:extLst>
                <a:ext uri="{FF2B5EF4-FFF2-40B4-BE49-F238E27FC236}">
                  <a16:creationId xmlns:a16="http://schemas.microsoft.com/office/drawing/2014/main" id="{40E4F59C-2995-7AEC-1C48-DF10DB445237}"/>
                </a:ext>
              </a:extLst>
            </p:cNvPr>
            <p:cNvSpPr/>
            <p:nvPr/>
          </p:nvSpPr>
          <p:spPr>
            <a:xfrm>
              <a:off x="1017256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4" name="pt102">
              <a:extLst>
                <a:ext uri="{FF2B5EF4-FFF2-40B4-BE49-F238E27FC236}">
                  <a16:creationId xmlns:a16="http://schemas.microsoft.com/office/drawing/2014/main" id="{592A4313-D460-57EB-FD19-CAE30ECE0370}"/>
                </a:ext>
              </a:extLst>
            </p:cNvPr>
            <p:cNvSpPr/>
            <p:nvPr/>
          </p:nvSpPr>
          <p:spPr>
            <a:xfrm>
              <a:off x="1007131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5" name="pt103">
              <a:extLst>
                <a:ext uri="{FF2B5EF4-FFF2-40B4-BE49-F238E27FC236}">
                  <a16:creationId xmlns:a16="http://schemas.microsoft.com/office/drawing/2014/main" id="{9C850E43-F006-A027-4BD4-B41A7CC8E6B0}"/>
                </a:ext>
              </a:extLst>
            </p:cNvPr>
            <p:cNvSpPr/>
            <p:nvPr/>
          </p:nvSpPr>
          <p:spPr>
            <a:xfrm>
              <a:off x="1007159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6" name="pt104">
              <a:extLst>
                <a:ext uri="{FF2B5EF4-FFF2-40B4-BE49-F238E27FC236}">
                  <a16:creationId xmlns:a16="http://schemas.microsoft.com/office/drawing/2014/main" id="{913DF5D7-3DDE-6425-257C-6E2AD51E8C4D}"/>
                </a:ext>
              </a:extLst>
            </p:cNvPr>
            <p:cNvSpPr/>
            <p:nvPr/>
          </p:nvSpPr>
          <p:spPr>
            <a:xfrm>
              <a:off x="789328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7" name="pt105">
              <a:extLst>
                <a:ext uri="{FF2B5EF4-FFF2-40B4-BE49-F238E27FC236}">
                  <a16:creationId xmlns:a16="http://schemas.microsoft.com/office/drawing/2014/main" id="{E694E73E-AA0E-7CC5-AFB2-A6A79F261EE3}"/>
                </a:ext>
              </a:extLst>
            </p:cNvPr>
            <p:cNvSpPr/>
            <p:nvPr/>
          </p:nvSpPr>
          <p:spPr>
            <a:xfrm>
              <a:off x="894642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8" name="pt106">
              <a:extLst>
                <a:ext uri="{FF2B5EF4-FFF2-40B4-BE49-F238E27FC236}">
                  <a16:creationId xmlns:a16="http://schemas.microsoft.com/office/drawing/2014/main" id="{E69353E9-2BCA-9B92-E235-FF64FC1A6DCB}"/>
                </a:ext>
              </a:extLst>
            </p:cNvPr>
            <p:cNvSpPr/>
            <p:nvPr/>
          </p:nvSpPr>
          <p:spPr>
            <a:xfrm>
              <a:off x="1025014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29" name="pt107">
              <a:extLst>
                <a:ext uri="{FF2B5EF4-FFF2-40B4-BE49-F238E27FC236}">
                  <a16:creationId xmlns:a16="http://schemas.microsoft.com/office/drawing/2014/main" id="{2781FA8B-8157-27C6-A9B7-7C479CB5DE59}"/>
                </a:ext>
              </a:extLst>
            </p:cNvPr>
            <p:cNvSpPr/>
            <p:nvPr/>
          </p:nvSpPr>
          <p:spPr>
            <a:xfrm>
              <a:off x="889676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0" name="pt108">
              <a:extLst>
                <a:ext uri="{FF2B5EF4-FFF2-40B4-BE49-F238E27FC236}">
                  <a16:creationId xmlns:a16="http://schemas.microsoft.com/office/drawing/2014/main" id="{F228F60F-38A1-A2AE-F67E-69A43AD78247}"/>
                </a:ext>
              </a:extLst>
            </p:cNvPr>
            <p:cNvSpPr/>
            <p:nvPr/>
          </p:nvSpPr>
          <p:spPr>
            <a:xfrm>
              <a:off x="989770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1" name="pt109">
              <a:extLst>
                <a:ext uri="{FF2B5EF4-FFF2-40B4-BE49-F238E27FC236}">
                  <a16:creationId xmlns:a16="http://schemas.microsoft.com/office/drawing/2014/main" id="{D4744121-DCD6-E8A5-7F41-2D7E2A2B55B9}"/>
                </a:ext>
              </a:extLst>
            </p:cNvPr>
            <p:cNvSpPr/>
            <p:nvPr/>
          </p:nvSpPr>
          <p:spPr>
            <a:xfrm>
              <a:off x="778340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2" name="pt110">
              <a:extLst>
                <a:ext uri="{FF2B5EF4-FFF2-40B4-BE49-F238E27FC236}">
                  <a16:creationId xmlns:a16="http://schemas.microsoft.com/office/drawing/2014/main" id="{40E77ED5-99A4-15B3-0333-B52B000C3345}"/>
                </a:ext>
              </a:extLst>
            </p:cNvPr>
            <p:cNvSpPr/>
            <p:nvPr/>
          </p:nvSpPr>
          <p:spPr>
            <a:xfrm>
              <a:off x="10357160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3" name="pt111">
              <a:extLst>
                <a:ext uri="{FF2B5EF4-FFF2-40B4-BE49-F238E27FC236}">
                  <a16:creationId xmlns:a16="http://schemas.microsoft.com/office/drawing/2014/main" id="{D177E2C7-077E-49FA-83B2-9620B470ED42}"/>
                </a:ext>
              </a:extLst>
            </p:cNvPr>
            <p:cNvSpPr/>
            <p:nvPr/>
          </p:nvSpPr>
          <p:spPr>
            <a:xfrm>
              <a:off x="778963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4" name="pt112">
              <a:extLst>
                <a:ext uri="{FF2B5EF4-FFF2-40B4-BE49-F238E27FC236}">
                  <a16:creationId xmlns:a16="http://schemas.microsoft.com/office/drawing/2014/main" id="{F89C0663-008E-CD4D-9F2C-B2E3B982A74C}"/>
                </a:ext>
              </a:extLst>
            </p:cNvPr>
            <p:cNvSpPr/>
            <p:nvPr/>
          </p:nvSpPr>
          <p:spPr>
            <a:xfrm>
              <a:off x="1088171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5" name="pt113">
              <a:extLst>
                <a:ext uri="{FF2B5EF4-FFF2-40B4-BE49-F238E27FC236}">
                  <a16:creationId xmlns:a16="http://schemas.microsoft.com/office/drawing/2014/main" id="{13766B80-35DF-6452-667D-8049B51BD20D}"/>
                </a:ext>
              </a:extLst>
            </p:cNvPr>
            <p:cNvSpPr/>
            <p:nvPr/>
          </p:nvSpPr>
          <p:spPr>
            <a:xfrm>
              <a:off x="934343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6" name="pt114">
              <a:extLst>
                <a:ext uri="{FF2B5EF4-FFF2-40B4-BE49-F238E27FC236}">
                  <a16:creationId xmlns:a16="http://schemas.microsoft.com/office/drawing/2014/main" id="{F2833AD9-91CA-7D8E-F156-3DCF3ABC1CE5}"/>
                </a:ext>
              </a:extLst>
            </p:cNvPr>
            <p:cNvSpPr/>
            <p:nvPr/>
          </p:nvSpPr>
          <p:spPr>
            <a:xfrm>
              <a:off x="1041274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7" name="pt115">
              <a:extLst>
                <a:ext uri="{FF2B5EF4-FFF2-40B4-BE49-F238E27FC236}">
                  <a16:creationId xmlns:a16="http://schemas.microsoft.com/office/drawing/2014/main" id="{3E14A151-ABDF-FB88-680C-CFCD0E277A08}"/>
                </a:ext>
              </a:extLst>
            </p:cNvPr>
            <p:cNvSpPr/>
            <p:nvPr/>
          </p:nvSpPr>
          <p:spPr>
            <a:xfrm>
              <a:off x="778563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8" name="pt116">
              <a:extLst>
                <a:ext uri="{FF2B5EF4-FFF2-40B4-BE49-F238E27FC236}">
                  <a16:creationId xmlns:a16="http://schemas.microsoft.com/office/drawing/2014/main" id="{393A1251-296A-B2B8-27F3-49266DE048B1}"/>
                </a:ext>
              </a:extLst>
            </p:cNvPr>
            <p:cNvSpPr/>
            <p:nvPr/>
          </p:nvSpPr>
          <p:spPr>
            <a:xfrm>
              <a:off x="1035748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39" name="pt117">
              <a:extLst>
                <a:ext uri="{FF2B5EF4-FFF2-40B4-BE49-F238E27FC236}">
                  <a16:creationId xmlns:a16="http://schemas.microsoft.com/office/drawing/2014/main" id="{EBA2AEAB-3D03-AEC6-C635-7FD3929C551C}"/>
                </a:ext>
              </a:extLst>
            </p:cNvPr>
            <p:cNvSpPr/>
            <p:nvPr/>
          </p:nvSpPr>
          <p:spPr>
            <a:xfrm>
              <a:off x="1032362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0" name="pg118">
              <a:extLst>
                <a:ext uri="{FF2B5EF4-FFF2-40B4-BE49-F238E27FC236}">
                  <a16:creationId xmlns:a16="http://schemas.microsoft.com/office/drawing/2014/main" id="{23910692-109B-40B6-41BA-B609514974D5}"/>
                </a:ext>
              </a:extLst>
            </p:cNvPr>
            <p:cNvSpPr/>
            <p:nvPr/>
          </p:nvSpPr>
          <p:spPr>
            <a:xfrm>
              <a:off x="967927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1" name="pg119">
              <a:extLst>
                <a:ext uri="{FF2B5EF4-FFF2-40B4-BE49-F238E27FC236}">
                  <a16:creationId xmlns:a16="http://schemas.microsoft.com/office/drawing/2014/main" id="{353789BB-F39F-EB04-1371-76C231ED8A2A}"/>
                </a:ext>
              </a:extLst>
            </p:cNvPr>
            <p:cNvSpPr/>
            <p:nvPr/>
          </p:nvSpPr>
          <p:spPr>
            <a:xfrm>
              <a:off x="978427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2" name="pg120">
              <a:extLst>
                <a:ext uri="{FF2B5EF4-FFF2-40B4-BE49-F238E27FC236}">
                  <a16:creationId xmlns:a16="http://schemas.microsoft.com/office/drawing/2014/main" id="{E40BB2D3-616B-1F9C-088E-841EDFF8AAB4}"/>
                </a:ext>
              </a:extLst>
            </p:cNvPr>
            <p:cNvSpPr/>
            <p:nvPr/>
          </p:nvSpPr>
          <p:spPr>
            <a:xfrm>
              <a:off x="967927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3" name="pg121">
              <a:extLst>
                <a:ext uri="{FF2B5EF4-FFF2-40B4-BE49-F238E27FC236}">
                  <a16:creationId xmlns:a16="http://schemas.microsoft.com/office/drawing/2014/main" id="{3B782AB6-7205-73E7-1B72-FF708717B481}"/>
                </a:ext>
              </a:extLst>
            </p:cNvPr>
            <p:cNvSpPr/>
            <p:nvPr/>
          </p:nvSpPr>
          <p:spPr>
            <a:xfrm>
              <a:off x="834990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4" name="pg122">
              <a:extLst>
                <a:ext uri="{FF2B5EF4-FFF2-40B4-BE49-F238E27FC236}">
                  <a16:creationId xmlns:a16="http://schemas.microsoft.com/office/drawing/2014/main" id="{D311C9AF-11D6-9A34-D34E-B51E281643CD}"/>
                </a:ext>
              </a:extLst>
            </p:cNvPr>
            <p:cNvSpPr/>
            <p:nvPr/>
          </p:nvSpPr>
          <p:spPr>
            <a:xfrm>
              <a:off x="751536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5" name="pg123">
              <a:extLst>
                <a:ext uri="{FF2B5EF4-FFF2-40B4-BE49-F238E27FC236}">
                  <a16:creationId xmlns:a16="http://schemas.microsoft.com/office/drawing/2014/main" id="{08E6CC7F-A66B-AEA6-0AA7-97CC107A194B}"/>
                </a:ext>
              </a:extLst>
            </p:cNvPr>
            <p:cNvSpPr/>
            <p:nvPr/>
          </p:nvSpPr>
          <p:spPr>
            <a:xfrm>
              <a:off x="790490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6" name="pg124">
              <a:extLst>
                <a:ext uri="{FF2B5EF4-FFF2-40B4-BE49-F238E27FC236}">
                  <a16:creationId xmlns:a16="http://schemas.microsoft.com/office/drawing/2014/main" id="{87467CCB-6AFF-9FB5-CD30-28236FF3701A}"/>
                </a:ext>
              </a:extLst>
            </p:cNvPr>
            <p:cNvSpPr/>
            <p:nvPr/>
          </p:nvSpPr>
          <p:spPr>
            <a:xfrm>
              <a:off x="966955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7" name="pg125">
              <a:extLst>
                <a:ext uri="{FF2B5EF4-FFF2-40B4-BE49-F238E27FC236}">
                  <a16:creationId xmlns:a16="http://schemas.microsoft.com/office/drawing/2014/main" id="{C6B33440-84F3-41D7-3F9B-862167FB53CF}"/>
                </a:ext>
              </a:extLst>
            </p:cNvPr>
            <p:cNvSpPr/>
            <p:nvPr/>
          </p:nvSpPr>
          <p:spPr>
            <a:xfrm>
              <a:off x="975333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8" name="pg126">
              <a:extLst>
                <a:ext uri="{FF2B5EF4-FFF2-40B4-BE49-F238E27FC236}">
                  <a16:creationId xmlns:a16="http://schemas.microsoft.com/office/drawing/2014/main" id="{D213E256-E48B-66D7-649A-91CB1C3300EB}"/>
                </a:ext>
              </a:extLst>
            </p:cNvPr>
            <p:cNvSpPr/>
            <p:nvPr/>
          </p:nvSpPr>
          <p:spPr>
            <a:xfrm>
              <a:off x="873887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49" name="pg127">
              <a:extLst>
                <a:ext uri="{FF2B5EF4-FFF2-40B4-BE49-F238E27FC236}">
                  <a16:creationId xmlns:a16="http://schemas.microsoft.com/office/drawing/2014/main" id="{9AFAD7FB-B76B-D1C7-8B39-CF829D06962D}"/>
                </a:ext>
              </a:extLst>
            </p:cNvPr>
            <p:cNvSpPr/>
            <p:nvPr/>
          </p:nvSpPr>
          <p:spPr>
            <a:xfrm>
              <a:off x="8697695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0" name="pg128">
              <a:extLst>
                <a:ext uri="{FF2B5EF4-FFF2-40B4-BE49-F238E27FC236}">
                  <a16:creationId xmlns:a16="http://schemas.microsoft.com/office/drawing/2014/main" id="{CEBA71B4-EBAB-819D-E67B-5799755625AD}"/>
                </a:ext>
              </a:extLst>
            </p:cNvPr>
            <p:cNvSpPr/>
            <p:nvPr/>
          </p:nvSpPr>
          <p:spPr>
            <a:xfrm>
              <a:off x="1033830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1" name="pg129">
              <a:extLst>
                <a:ext uri="{FF2B5EF4-FFF2-40B4-BE49-F238E27FC236}">
                  <a16:creationId xmlns:a16="http://schemas.microsoft.com/office/drawing/2014/main" id="{B4F1F4E2-8AD1-8944-1B2B-F69516912E6A}"/>
                </a:ext>
              </a:extLst>
            </p:cNvPr>
            <p:cNvSpPr/>
            <p:nvPr/>
          </p:nvSpPr>
          <p:spPr>
            <a:xfrm>
              <a:off x="834878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2" name="pg130">
              <a:extLst>
                <a:ext uri="{FF2B5EF4-FFF2-40B4-BE49-F238E27FC236}">
                  <a16:creationId xmlns:a16="http://schemas.microsoft.com/office/drawing/2014/main" id="{FB6CD717-FF6A-3418-684D-A67EA8B0495D}"/>
                </a:ext>
              </a:extLst>
            </p:cNvPr>
            <p:cNvSpPr/>
            <p:nvPr/>
          </p:nvSpPr>
          <p:spPr>
            <a:xfrm>
              <a:off x="976596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3" name="pg131">
              <a:extLst>
                <a:ext uri="{FF2B5EF4-FFF2-40B4-BE49-F238E27FC236}">
                  <a16:creationId xmlns:a16="http://schemas.microsoft.com/office/drawing/2014/main" id="{39F74D90-8A70-F2DE-DAA8-4627E301655C}"/>
                </a:ext>
              </a:extLst>
            </p:cNvPr>
            <p:cNvSpPr/>
            <p:nvPr/>
          </p:nvSpPr>
          <p:spPr>
            <a:xfrm>
              <a:off x="7604335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4" name="pg132">
              <a:extLst>
                <a:ext uri="{FF2B5EF4-FFF2-40B4-BE49-F238E27FC236}">
                  <a16:creationId xmlns:a16="http://schemas.microsoft.com/office/drawing/2014/main" id="{A6DB728D-5ACD-F774-9524-5B585A31C1A2}"/>
                </a:ext>
              </a:extLst>
            </p:cNvPr>
            <p:cNvSpPr/>
            <p:nvPr/>
          </p:nvSpPr>
          <p:spPr>
            <a:xfrm>
              <a:off x="986799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5" name="pg133">
              <a:extLst>
                <a:ext uri="{FF2B5EF4-FFF2-40B4-BE49-F238E27FC236}">
                  <a16:creationId xmlns:a16="http://schemas.microsoft.com/office/drawing/2014/main" id="{E02F28C7-B1BF-ACF5-33D3-AB1123BFB1AC}"/>
                </a:ext>
              </a:extLst>
            </p:cNvPr>
            <p:cNvSpPr/>
            <p:nvPr/>
          </p:nvSpPr>
          <p:spPr>
            <a:xfrm>
              <a:off x="1040673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6" name="pg134">
              <a:extLst>
                <a:ext uri="{FF2B5EF4-FFF2-40B4-BE49-F238E27FC236}">
                  <a16:creationId xmlns:a16="http://schemas.microsoft.com/office/drawing/2014/main" id="{C048273B-91D7-61E1-F93C-3939FFC8BB5C}"/>
                </a:ext>
              </a:extLst>
            </p:cNvPr>
            <p:cNvSpPr/>
            <p:nvPr/>
          </p:nvSpPr>
          <p:spPr>
            <a:xfrm>
              <a:off x="818675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7" name="pg135">
              <a:extLst>
                <a:ext uri="{FF2B5EF4-FFF2-40B4-BE49-F238E27FC236}">
                  <a16:creationId xmlns:a16="http://schemas.microsoft.com/office/drawing/2014/main" id="{7E03C576-84C1-C8EB-FD04-36B01C7E2BFA}"/>
                </a:ext>
              </a:extLst>
            </p:cNvPr>
            <p:cNvSpPr/>
            <p:nvPr/>
          </p:nvSpPr>
          <p:spPr>
            <a:xfrm>
              <a:off x="751536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8" name="pg136">
              <a:extLst>
                <a:ext uri="{FF2B5EF4-FFF2-40B4-BE49-F238E27FC236}">
                  <a16:creationId xmlns:a16="http://schemas.microsoft.com/office/drawing/2014/main" id="{66175A84-1303-BFE3-F3D0-04AA15257A68}"/>
                </a:ext>
              </a:extLst>
            </p:cNvPr>
            <p:cNvSpPr/>
            <p:nvPr/>
          </p:nvSpPr>
          <p:spPr>
            <a:xfrm>
              <a:off x="976592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59" name="pg137">
              <a:extLst>
                <a:ext uri="{FF2B5EF4-FFF2-40B4-BE49-F238E27FC236}">
                  <a16:creationId xmlns:a16="http://schemas.microsoft.com/office/drawing/2014/main" id="{2990738E-14FE-5868-38E5-44334425F966}"/>
                </a:ext>
              </a:extLst>
            </p:cNvPr>
            <p:cNvSpPr/>
            <p:nvPr/>
          </p:nvSpPr>
          <p:spPr>
            <a:xfrm>
              <a:off x="986497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0" name="pg138">
              <a:extLst>
                <a:ext uri="{FF2B5EF4-FFF2-40B4-BE49-F238E27FC236}">
                  <a16:creationId xmlns:a16="http://schemas.microsoft.com/office/drawing/2014/main" id="{1AF7572C-F9C7-806F-5B29-B2C3738D1EB3}"/>
                </a:ext>
              </a:extLst>
            </p:cNvPr>
            <p:cNvSpPr/>
            <p:nvPr/>
          </p:nvSpPr>
          <p:spPr>
            <a:xfrm>
              <a:off x="875684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1" name="pg139">
              <a:extLst>
                <a:ext uri="{FF2B5EF4-FFF2-40B4-BE49-F238E27FC236}">
                  <a16:creationId xmlns:a16="http://schemas.microsoft.com/office/drawing/2014/main" id="{F5B962D0-D129-403E-DD74-152EE87A76AB}"/>
                </a:ext>
              </a:extLst>
            </p:cNvPr>
            <p:cNvSpPr/>
            <p:nvPr/>
          </p:nvSpPr>
          <p:spPr>
            <a:xfrm>
              <a:off x="834848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2" name="pg140">
              <a:extLst>
                <a:ext uri="{FF2B5EF4-FFF2-40B4-BE49-F238E27FC236}">
                  <a16:creationId xmlns:a16="http://schemas.microsoft.com/office/drawing/2014/main" id="{8AA21FC2-592D-74AC-C243-D0047C200D89}"/>
                </a:ext>
              </a:extLst>
            </p:cNvPr>
            <p:cNvSpPr/>
            <p:nvPr/>
          </p:nvSpPr>
          <p:spPr>
            <a:xfrm>
              <a:off x="790502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3" name="pg141">
              <a:extLst>
                <a:ext uri="{FF2B5EF4-FFF2-40B4-BE49-F238E27FC236}">
                  <a16:creationId xmlns:a16="http://schemas.microsoft.com/office/drawing/2014/main" id="{B9AF65A0-6118-37BF-C1F4-ED3775330D9B}"/>
                </a:ext>
              </a:extLst>
            </p:cNvPr>
            <p:cNvSpPr/>
            <p:nvPr/>
          </p:nvSpPr>
          <p:spPr>
            <a:xfrm>
              <a:off x="983525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4" name="pg142">
              <a:extLst>
                <a:ext uri="{FF2B5EF4-FFF2-40B4-BE49-F238E27FC236}">
                  <a16:creationId xmlns:a16="http://schemas.microsoft.com/office/drawing/2014/main" id="{B9D240B8-5CDF-4042-9955-74AB94C5031C}"/>
                </a:ext>
              </a:extLst>
            </p:cNvPr>
            <p:cNvSpPr/>
            <p:nvPr/>
          </p:nvSpPr>
          <p:spPr>
            <a:xfrm>
              <a:off x="873071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5" name="pg143">
              <a:extLst>
                <a:ext uri="{FF2B5EF4-FFF2-40B4-BE49-F238E27FC236}">
                  <a16:creationId xmlns:a16="http://schemas.microsoft.com/office/drawing/2014/main" id="{F00F55EA-45F4-4136-5507-4BAB0CF6EA50}"/>
                </a:ext>
              </a:extLst>
            </p:cNvPr>
            <p:cNvSpPr/>
            <p:nvPr/>
          </p:nvSpPr>
          <p:spPr>
            <a:xfrm>
              <a:off x="978427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6" name="pg144">
              <a:extLst>
                <a:ext uri="{FF2B5EF4-FFF2-40B4-BE49-F238E27FC236}">
                  <a16:creationId xmlns:a16="http://schemas.microsoft.com/office/drawing/2014/main" id="{F54AE536-B34F-8618-3628-9B105A7869BA}"/>
                </a:ext>
              </a:extLst>
            </p:cNvPr>
            <p:cNvSpPr/>
            <p:nvPr/>
          </p:nvSpPr>
          <p:spPr>
            <a:xfrm>
              <a:off x="818520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7" name="pg145">
              <a:extLst>
                <a:ext uri="{FF2B5EF4-FFF2-40B4-BE49-F238E27FC236}">
                  <a16:creationId xmlns:a16="http://schemas.microsoft.com/office/drawing/2014/main" id="{DA47BC7F-826C-9B24-98BE-D3B529829149}"/>
                </a:ext>
              </a:extLst>
            </p:cNvPr>
            <p:cNvSpPr/>
            <p:nvPr/>
          </p:nvSpPr>
          <p:spPr>
            <a:xfrm>
              <a:off x="751232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8" name="pg146">
              <a:extLst>
                <a:ext uri="{FF2B5EF4-FFF2-40B4-BE49-F238E27FC236}">
                  <a16:creationId xmlns:a16="http://schemas.microsoft.com/office/drawing/2014/main" id="{9252F988-DD1E-70E9-5430-2639107A4F17}"/>
                </a:ext>
              </a:extLst>
            </p:cNvPr>
            <p:cNvSpPr/>
            <p:nvPr/>
          </p:nvSpPr>
          <p:spPr>
            <a:xfrm>
              <a:off x="984395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69" name="pg147">
              <a:extLst>
                <a:ext uri="{FF2B5EF4-FFF2-40B4-BE49-F238E27FC236}">
                  <a16:creationId xmlns:a16="http://schemas.microsoft.com/office/drawing/2014/main" id="{89B4DBF1-4763-536B-691F-EC95957D42A1}"/>
                </a:ext>
              </a:extLst>
            </p:cNvPr>
            <p:cNvSpPr/>
            <p:nvPr/>
          </p:nvSpPr>
          <p:spPr>
            <a:xfrm>
              <a:off x="958320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0" name="pg148">
              <a:extLst>
                <a:ext uri="{FF2B5EF4-FFF2-40B4-BE49-F238E27FC236}">
                  <a16:creationId xmlns:a16="http://schemas.microsoft.com/office/drawing/2014/main" id="{9FD0C3E1-5561-375D-21FE-77CA2922AACC}"/>
                </a:ext>
              </a:extLst>
            </p:cNvPr>
            <p:cNvSpPr/>
            <p:nvPr/>
          </p:nvSpPr>
          <p:spPr>
            <a:xfrm>
              <a:off x="967275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1" name="pg149">
              <a:extLst>
                <a:ext uri="{FF2B5EF4-FFF2-40B4-BE49-F238E27FC236}">
                  <a16:creationId xmlns:a16="http://schemas.microsoft.com/office/drawing/2014/main" id="{DC04DF45-B7DE-07F1-F604-92DEE806EB09}"/>
                </a:ext>
              </a:extLst>
            </p:cNvPr>
            <p:cNvSpPr/>
            <p:nvPr/>
          </p:nvSpPr>
          <p:spPr>
            <a:xfrm>
              <a:off x="992312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2" name="pg150">
              <a:extLst>
                <a:ext uri="{FF2B5EF4-FFF2-40B4-BE49-F238E27FC236}">
                  <a16:creationId xmlns:a16="http://schemas.microsoft.com/office/drawing/2014/main" id="{298FB882-5301-0E76-BC94-E37EFA670014}"/>
                </a:ext>
              </a:extLst>
            </p:cNvPr>
            <p:cNvSpPr/>
            <p:nvPr/>
          </p:nvSpPr>
          <p:spPr>
            <a:xfrm>
              <a:off x="839270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3" name="pg151">
              <a:extLst>
                <a:ext uri="{FF2B5EF4-FFF2-40B4-BE49-F238E27FC236}">
                  <a16:creationId xmlns:a16="http://schemas.microsoft.com/office/drawing/2014/main" id="{06D0E19B-03B9-0608-735C-5872AB07B80A}"/>
                </a:ext>
              </a:extLst>
            </p:cNvPr>
            <p:cNvSpPr/>
            <p:nvPr/>
          </p:nvSpPr>
          <p:spPr>
            <a:xfrm>
              <a:off x="837001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4" name="pg152">
              <a:extLst>
                <a:ext uri="{FF2B5EF4-FFF2-40B4-BE49-F238E27FC236}">
                  <a16:creationId xmlns:a16="http://schemas.microsoft.com/office/drawing/2014/main" id="{FF661773-4400-A4B7-F334-EFAA05C0313B}"/>
                </a:ext>
              </a:extLst>
            </p:cNvPr>
            <p:cNvSpPr/>
            <p:nvPr/>
          </p:nvSpPr>
          <p:spPr>
            <a:xfrm>
              <a:off x="983831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5" name="pg153">
              <a:extLst>
                <a:ext uri="{FF2B5EF4-FFF2-40B4-BE49-F238E27FC236}">
                  <a16:creationId xmlns:a16="http://schemas.microsoft.com/office/drawing/2014/main" id="{53A0FD46-894E-A1C1-233E-20943D4B6158}"/>
                </a:ext>
              </a:extLst>
            </p:cNvPr>
            <p:cNvSpPr/>
            <p:nvPr/>
          </p:nvSpPr>
          <p:spPr>
            <a:xfrm>
              <a:off x="984395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6" name="pg154">
              <a:extLst>
                <a:ext uri="{FF2B5EF4-FFF2-40B4-BE49-F238E27FC236}">
                  <a16:creationId xmlns:a16="http://schemas.microsoft.com/office/drawing/2014/main" id="{B813B690-4A6D-9AB7-4912-9B634C320E62}"/>
                </a:ext>
              </a:extLst>
            </p:cNvPr>
            <p:cNvSpPr/>
            <p:nvPr/>
          </p:nvSpPr>
          <p:spPr>
            <a:xfrm>
              <a:off x="760168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7" name="pg155">
              <a:extLst>
                <a:ext uri="{FF2B5EF4-FFF2-40B4-BE49-F238E27FC236}">
                  <a16:creationId xmlns:a16="http://schemas.microsoft.com/office/drawing/2014/main" id="{AED9BAB8-1229-0F5F-EBFF-5AF350129046}"/>
                </a:ext>
              </a:extLst>
            </p:cNvPr>
            <p:cNvSpPr/>
            <p:nvPr/>
          </p:nvSpPr>
          <p:spPr>
            <a:xfrm>
              <a:off x="854841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8" name="pg156">
              <a:extLst>
                <a:ext uri="{FF2B5EF4-FFF2-40B4-BE49-F238E27FC236}">
                  <a16:creationId xmlns:a16="http://schemas.microsoft.com/office/drawing/2014/main" id="{FD248E3A-58A9-2912-231A-46C2EF7F3B9E}"/>
                </a:ext>
              </a:extLst>
            </p:cNvPr>
            <p:cNvSpPr/>
            <p:nvPr/>
          </p:nvSpPr>
          <p:spPr>
            <a:xfrm>
              <a:off x="1034098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79" name="pg157">
              <a:extLst>
                <a:ext uri="{FF2B5EF4-FFF2-40B4-BE49-F238E27FC236}">
                  <a16:creationId xmlns:a16="http://schemas.microsoft.com/office/drawing/2014/main" id="{4A57C896-A7D1-506B-5571-E151B73CA1D7}"/>
                </a:ext>
              </a:extLst>
            </p:cNvPr>
            <p:cNvSpPr/>
            <p:nvPr/>
          </p:nvSpPr>
          <p:spPr>
            <a:xfrm>
              <a:off x="814025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0" name="pg158">
              <a:extLst>
                <a:ext uri="{FF2B5EF4-FFF2-40B4-BE49-F238E27FC236}">
                  <a16:creationId xmlns:a16="http://schemas.microsoft.com/office/drawing/2014/main" id="{630BA7E0-74EF-54C8-9CF4-0DCF5F64A96D}"/>
                </a:ext>
              </a:extLst>
            </p:cNvPr>
            <p:cNvSpPr/>
            <p:nvPr/>
          </p:nvSpPr>
          <p:spPr>
            <a:xfrm>
              <a:off x="958320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1" name="pg159">
              <a:extLst>
                <a:ext uri="{FF2B5EF4-FFF2-40B4-BE49-F238E27FC236}">
                  <a16:creationId xmlns:a16="http://schemas.microsoft.com/office/drawing/2014/main" id="{DD27572C-1E82-780A-D27B-65D2A001B56E}"/>
                </a:ext>
              </a:extLst>
            </p:cNvPr>
            <p:cNvSpPr/>
            <p:nvPr/>
          </p:nvSpPr>
          <p:spPr>
            <a:xfrm>
              <a:off x="975292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2" name="pg160">
              <a:extLst>
                <a:ext uri="{FF2B5EF4-FFF2-40B4-BE49-F238E27FC236}">
                  <a16:creationId xmlns:a16="http://schemas.microsoft.com/office/drawing/2014/main" id="{D0C98B9B-C840-4A42-FBD3-6A7DD32C3945}"/>
                </a:ext>
              </a:extLst>
            </p:cNvPr>
            <p:cNvSpPr/>
            <p:nvPr/>
          </p:nvSpPr>
          <p:spPr>
            <a:xfrm>
              <a:off x="751232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3" name="pg161">
              <a:extLst>
                <a:ext uri="{FF2B5EF4-FFF2-40B4-BE49-F238E27FC236}">
                  <a16:creationId xmlns:a16="http://schemas.microsoft.com/office/drawing/2014/main" id="{2F259745-6990-C512-ACFE-E2DD67E72849}"/>
                </a:ext>
              </a:extLst>
            </p:cNvPr>
            <p:cNvSpPr/>
            <p:nvPr/>
          </p:nvSpPr>
          <p:spPr>
            <a:xfrm>
              <a:off x="840249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4" name="pg162">
              <a:extLst>
                <a:ext uri="{FF2B5EF4-FFF2-40B4-BE49-F238E27FC236}">
                  <a16:creationId xmlns:a16="http://schemas.microsoft.com/office/drawing/2014/main" id="{D4F6DD04-52C7-BD06-D362-DB7F781A1ACB}"/>
                </a:ext>
              </a:extLst>
            </p:cNvPr>
            <p:cNvSpPr/>
            <p:nvPr/>
          </p:nvSpPr>
          <p:spPr>
            <a:xfrm>
              <a:off x="1040924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5" name="pg163">
              <a:extLst>
                <a:ext uri="{FF2B5EF4-FFF2-40B4-BE49-F238E27FC236}">
                  <a16:creationId xmlns:a16="http://schemas.microsoft.com/office/drawing/2014/main" id="{32F68B1B-8FB5-80AE-3146-7249030A25B7}"/>
                </a:ext>
              </a:extLst>
            </p:cNvPr>
            <p:cNvSpPr/>
            <p:nvPr/>
          </p:nvSpPr>
          <p:spPr>
            <a:xfrm>
              <a:off x="813874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6" name="pg164">
              <a:extLst>
                <a:ext uri="{FF2B5EF4-FFF2-40B4-BE49-F238E27FC236}">
                  <a16:creationId xmlns:a16="http://schemas.microsoft.com/office/drawing/2014/main" id="{56CE1E19-25FD-B979-CE8B-A7D93AFFBB02}"/>
                </a:ext>
              </a:extLst>
            </p:cNvPr>
            <p:cNvSpPr/>
            <p:nvPr/>
          </p:nvSpPr>
          <p:spPr>
            <a:xfrm>
              <a:off x="992606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7" name="pt165">
              <a:extLst>
                <a:ext uri="{FF2B5EF4-FFF2-40B4-BE49-F238E27FC236}">
                  <a16:creationId xmlns:a16="http://schemas.microsoft.com/office/drawing/2014/main" id="{39582107-20A8-D922-0F97-3F4358B37E1D}"/>
                </a:ext>
              </a:extLst>
            </p:cNvPr>
            <p:cNvSpPr/>
            <p:nvPr/>
          </p:nvSpPr>
          <p:spPr>
            <a:xfrm>
              <a:off x="866291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8" name="pt166">
              <a:extLst>
                <a:ext uri="{FF2B5EF4-FFF2-40B4-BE49-F238E27FC236}">
                  <a16:creationId xmlns:a16="http://schemas.microsoft.com/office/drawing/2014/main" id="{AAAABEBF-4781-D979-6146-97395A151A45}"/>
                </a:ext>
              </a:extLst>
            </p:cNvPr>
            <p:cNvSpPr/>
            <p:nvPr/>
          </p:nvSpPr>
          <p:spPr>
            <a:xfrm>
              <a:off x="943252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89" name="pt167">
              <a:extLst>
                <a:ext uri="{FF2B5EF4-FFF2-40B4-BE49-F238E27FC236}">
                  <a16:creationId xmlns:a16="http://schemas.microsoft.com/office/drawing/2014/main" id="{3B8A9EEB-6942-F5A8-625F-BFB7C34F151A}"/>
                </a:ext>
              </a:extLst>
            </p:cNvPr>
            <p:cNvSpPr/>
            <p:nvPr/>
          </p:nvSpPr>
          <p:spPr>
            <a:xfrm>
              <a:off x="1034849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0" name="pt168">
              <a:extLst>
                <a:ext uri="{FF2B5EF4-FFF2-40B4-BE49-F238E27FC236}">
                  <a16:creationId xmlns:a16="http://schemas.microsoft.com/office/drawing/2014/main" id="{FE56E4EA-C4C9-9F1C-D4C9-245FC18E5034}"/>
                </a:ext>
              </a:extLst>
            </p:cNvPr>
            <p:cNvSpPr/>
            <p:nvPr/>
          </p:nvSpPr>
          <p:spPr>
            <a:xfrm>
              <a:off x="750575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1" name="pt169">
              <a:extLst>
                <a:ext uri="{FF2B5EF4-FFF2-40B4-BE49-F238E27FC236}">
                  <a16:creationId xmlns:a16="http://schemas.microsoft.com/office/drawing/2014/main" id="{409A46EC-8180-3051-14D2-6522D798379B}"/>
                </a:ext>
              </a:extLst>
            </p:cNvPr>
            <p:cNvSpPr/>
            <p:nvPr/>
          </p:nvSpPr>
          <p:spPr>
            <a:xfrm>
              <a:off x="966180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2" name="pt170">
              <a:extLst>
                <a:ext uri="{FF2B5EF4-FFF2-40B4-BE49-F238E27FC236}">
                  <a16:creationId xmlns:a16="http://schemas.microsoft.com/office/drawing/2014/main" id="{94843653-7499-0441-0A52-8D539C57939F}"/>
                </a:ext>
              </a:extLst>
            </p:cNvPr>
            <p:cNvSpPr/>
            <p:nvPr/>
          </p:nvSpPr>
          <p:spPr>
            <a:xfrm>
              <a:off x="10341830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3" name="pt171">
              <a:extLst>
                <a:ext uri="{FF2B5EF4-FFF2-40B4-BE49-F238E27FC236}">
                  <a16:creationId xmlns:a16="http://schemas.microsoft.com/office/drawing/2014/main" id="{AB622B79-5FA9-9F8E-CD30-969F25E2AC02}"/>
                </a:ext>
              </a:extLst>
            </p:cNvPr>
            <p:cNvSpPr/>
            <p:nvPr/>
          </p:nvSpPr>
          <p:spPr>
            <a:xfrm>
              <a:off x="985151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4" name="pt172">
              <a:extLst>
                <a:ext uri="{FF2B5EF4-FFF2-40B4-BE49-F238E27FC236}">
                  <a16:creationId xmlns:a16="http://schemas.microsoft.com/office/drawing/2014/main" id="{34B48322-CA73-245A-393E-8AA0E1D60F43}"/>
                </a:ext>
              </a:extLst>
            </p:cNvPr>
            <p:cNvSpPr/>
            <p:nvPr/>
          </p:nvSpPr>
          <p:spPr>
            <a:xfrm>
              <a:off x="886029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5" name="pt173">
              <a:extLst>
                <a:ext uri="{FF2B5EF4-FFF2-40B4-BE49-F238E27FC236}">
                  <a16:creationId xmlns:a16="http://schemas.microsoft.com/office/drawing/2014/main" id="{4B19D271-9673-E460-1520-D1ACFE866DDA}"/>
                </a:ext>
              </a:extLst>
            </p:cNvPr>
            <p:cNvSpPr/>
            <p:nvPr/>
          </p:nvSpPr>
          <p:spPr>
            <a:xfrm>
              <a:off x="975284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6" name="pt174">
              <a:extLst>
                <a:ext uri="{FF2B5EF4-FFF2-40B4-BE49-F238E27FC236}">
                  <a16:creationId xmlns:a16="http://schemas.microsoft.com/office/drawing/2014/main" id="{4CBDF45A-6A7C-7B97-5051-00C9A8AA4D11}"/>
                </a:ext>
              </a:extLst>
            </p:cNvPr>
            <p:cNvSpPr/>
            <p:nvPr/>
          </p:nvSpPr>
          <p:spPr>
            <a:xfrm>
              <a:off x="1015924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7" name="pt175">
              <a:extLst>
                <a:ext uri="{FF2B5EF4-FFF2-40B4-BE49-F238E27FC236}">
                  <a16:creationId xmlns:a16="http://schemas.microsoft.com/office/drawing/2014/main" id="{AD6A1E20-09B7-28D2-212E-2B298575FFDC}"/>
                </a:ext>
              </a:extLst>
            </p:cNvPr>
            <p:cNvSpPr/>
            <p:nvPr/>
          </p:nvSpPr>
          <p:spPr>
            <a:xfrm>
              <a:off x="865369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8" name="pt176">
              <a:extLst>
                <a:ext uri="{FF2B5EF4-FFF2-40B4-BE49-F238E27FC236}">
                  <a16:creationId xmlns:a16="http://schemas.microsoft.com/office/drawing/2014/main" id="{6592AFEC-657A-D673-F9EC-E753D6477467}"/>
                </a:ext>
              </a:extLst>
            </p:cNvPr>
            <p:cNvSpPr/>
            <p:nvPr/>
          </p:nvSpPr>
          <p:spPr>
            <a:xfrm>
              <a:off x="953195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99" name="pt177">
              <a:extLst>
                <a:ext uri="{FF2B5EF4-FFF2-40B4-BE49-F238E27FC236}">
                  <a16:creationId xmlns:a16="http://schemas.microsoft.com/office/drawing/2014/main" id="{1DBB7FD1-5FEE-DBD4-4BB5-CBE1AF10D0D6}"/>
                </a:ext>
              </a:extLst>
            </p:cNvPr>
            <p:cNvSpPr/>
            <p:nvPr/>
          </p:nvSpPr>
          <p:spPr>
            <a:xfrm>
              <a:off x="887898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0" name="pt178">
              <a:extLst>
                <a:ext uri="{FF2B5EF4-FFF2-40B4-BE49-F238E27FC236}">
                  <a16:creationId xmlns:a16="http://schemas.microsoft.com/office/drawing/2014/main" id="{8ED1A0C3-3279-2EBE-6F62-CE0FD1847890}"/>
                </a:ext>
              </a:extLst>
            </p:cNvPr>
            <p:cNvSpPr/>
            <p:nvPr/>
          </p:nvSpPr>
          <p:spPr>
            <a:xfrm>
              <a:off x="795680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1" name="pt179">
              <a:extLst>
                <a:ext uri="{FF2B5EF4-FFF2-40B4-BE49-F238E27FC236}">
                  <a16:creationId xmlns:a16="http://schemas.microsoft.com/office/drawing/2014/main" id="{861B6D2C-5449-5DFA-9C20-C4FDBC9DE93C}"/>
                </a:ext>
              </a:extLst>
            </p:cNvPr>
            <p:cNvSpPr/>
            <p:nvPr/>
          </p:nvSpPr>
          <p:spPr>
            <a:xfrm>
              <a:off x="1015924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2" name="pt180">
              <a:extLst>
                <a:ext uri="{FF2B5EF4-FFF2-40B4-BE49-F238E27FC236}">
                  <a16:creationId xmlns:a16="http://schemas.microsoft.com/office/drawing/2014/main" id="{865D8CA6-5A5D-3256-B8FB-1114A57BCC7A}"/>
                </a:ext>
              </a:extLst>
            </p:cNvPr>
            <p:cNvSpPr/>
            <p:nvPr/>
          </p:nvSpPr>
          <p:spPr>
            <a:xfrm>
              <a:off x="966180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3" name="pt181">
              <a:extLst>
                <a:ext uri="{FF2B5EF4-FFF2-40B4-BE49-F238E27FC236}">
                  <a16:creationId xmlns:a16="http://schemas.microsoft.com/office/drawing/2014/main" id="{685F3D3B-6E71-3541-BAFD-56EECEC5BC1D}"/>
                </a:ext>
              </a:extLst>
            </p:cNvPr>
            <p:cNvSpPr/>
            <p:nvPr/>
          </p:nvSpPr>
          <p:spPr>
            <a:xfrm>
              <a:off x="963341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4" name="pt182">
              <a:extLst>
                <a:ext uri="{FF2B5EF4-FFF2-40B4-BE49-F238E27FC236}">
                  <a16:creationId xmlns:a16="http://schemas.microsoft.com/office/drawing/2014/main" id="{886AE9A2-8785-B964-DC43-1E8F3AA4DD92}"/>
                </a:ext>
              </a:extLst>
            </p:cNvPr>
            <p:cNvSpPr/>
            <p:nvPr/>
          </p:nvSpPr>
          <p:spPr>
            <a:xfrm>
              <a:off x="865144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5" name="pt183">
              <a:extLst>
                <a:ext uri="{FF2B5EF4-FFF2-40B4-BE49-F238E27FC236}">
                  <a16:creationId xmlns:a16="http://schemas.microsoft.com/office/drawing/2014/main" id="{C239391F-5A99-8289-E758-C8B6A4E8243C}"/>
                </a:ext>
              </a:extLst>
            </p:cNvPr>
            <p:cNvSpPr/>
            <p:nvPr/>
          </p:nvSpPr>
          <p:spPr>
            <a:xfrm>
              <a:off x="795915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6" name="pt184">
              <a:extLst>
                <a:ext uri="{FF2B5EF4-FFF2-40B4-BE49-F238E27FC236}">
                  <a16:creationId xmlns:a16="http://schemas.microsoft.com/office/drawing/2014/main" id="{EEB5FEA4-57B8-14EF-DBA8-57BC3627DD37}"/>
                </a:ext>
              </a:extLst>
            </p:cNvPr>
            <p:cNvSpPr/>
            <p:nvPr/>
          </p:nvSpPr>
          <p:spPr>
            <a:xfrm>
              <a:off x="875849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7" name="pt185">
              <a:extLst>
                <a:ext uri="{FF2B5EF4-FFF2-40B4-BE49-F238E27FC236}">
                  <a16:creationId xmlns:a16="http://schemas.microsoft.com/office/drawing/2014/main" id="{3A4AE98F-5242-72F5-6342-AB1F14D72521}"/>
                </a:ext>
              </a:extLst>
            </p:cNvPr>
            <p:cNvSpPr/>
            <p:nvPr/>
          </p:nvSpPr>
          <p:spPr>
            <a:xfrm>
              <a:off x="800391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8" name="pt186">
              <a:extLst>
                <a:ext uri="{FF2B5EF4-FFF2-40B4-BE49-F238E27FC236}">
                  <a16:creationId xmlns:a16="http://schemas.microsoft.com/office/drawing/2014/main" id="{71E860DE-2ED5-3BB2-48D3-1E1670B8570C}"/>
                </a:ext>
              </a:extLst>
            </p:cNvPr>
            <p:cNvSpPr/>
            <p:nvPr/>
          </p:nvSpPr>
          <p:spPr>
            <a:xfrm>
              <a:off x="875694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09" name="pt187">
              <a:extLst>
                <a:ext uri="{FF2B5EF4-FFF2-40B4-BE49-F238E27FC236}">
                  <a16:creationId xmlns:a16="http://schemas.microsoft.com/office/drawing/2014/main" id="{0D542978-BA7E-B5B7-3F4A-09B68448041D}"/>
                </a:ext>
              </a:extLst>
            </p:cNvPr>
            <p:cNvSpPr/>
            <p:nvPr/>
          </p:nvSpPr>
          <p:spPr>
            <a:xfrm>
              <a:off x="748958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0" name="pt188">
              <a:extLst>
                <a:ext uri="{FF2B5EF4-FFF2-40B4-BE49-F238E27FC236}">
                  <a16:creationId xmlns:a16="http://schemas.microsoft.com/office/drawing/2014/main" id="{5D3FA514-9B72-F2FC-29AF-55376DC7F3C5}"/>
                </a:ext>
              </a:extLst>
            </p:cNvPr>
            <p:cNvSpPr/>
            <p:nvPr/>
          </p:nvSpPr>
          <p:spPr>
            <a:xfrm>
              <a:off x="867923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1" name="pt189">
              <a:extLst>
                <a:ext uri="{FF2B5EF4-FFF2-40B4-BE49-F238E27FC236}">
                  <a16:creationId xmlns:a16="http://schemas.microsoft.com/office/drawing/2014/main" id="{5D60FE20-8CBF-217A-4F81-A66C103CA61F}"/>
                </a:ext>
              </a:extLst>
            </p:cNvPr>
            <p:cNvSpPr/>
            <p:nvPr/>
          </p:nvSpPr>
          <p:spPr>
            <a:xfrm>
              <a:off x="985964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2" name="pt190">
              <a:extLst>
                <a:ext uri="{FF2B5EF4-FFF2-40B4-BE49-F238E27FC236}">
                  <a16:creationId xmlns:a16="http://schemas.microsoft.com/office/drawing/2014/main" id="{86350010-7193-54FD-132C-346126040AD0}"/>
                </a:ext>
              </a:extLst>
            </p:cNvPr>
            <p:cNvSpPr/>
            <p:nvPr/>
          </p:nvSpPr>
          <p:spPr>
            <a:xfrm>
              <a:off x="750575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3" name="pt191">
              <a:extLst>
                <a:ext uri="{FF2B5EF4-FFF2-40B4-BE49-F238E27FC236}">
                  <a16:creationId xmlns:a16="http://schemas.microsoft.com/office/drawing/2014/main" id="{5EADCAF1-C303-3F0A-1547-E218986E74D7}"/>
                </a:ext>
              </a:extLst>
            </p:cNvPr>
            <p:cNvSpPr/>
            <p:nvPr/>
          </p:nvSpPr>
          <p:spPr>
            <a:xfrm>
              <a:off x="960093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4" name="pt192">
              <a:extLst>
                <a:ext uri="{FF2B5EF4-FFF2-40B4-BE49-F238E27FC236}">
                  <a16:creationId xmlns:a16="http://schemas.microsoft.com/office/drawing/2014/main" id="{F22E0B52-CF55-2BAE-BBC5-A30FF15E949F}"/>
                </a:ext>
              </a:extLst>
            </p:cNvPr>
            <p:cNvSpPr/>
            <p:nvPr/>
          </p:nvSpPr>
          <p:spPr>
            <a:xfrm>
              <a:off x="963347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5" name="pt193">
              <a:extLst>
                <a:ext uri="{FF2B5EF4-FFF2-40B4-BE49-F238E27FC236}">
                  <a16:creationId xmlns:a16="http://schemas.microsoft.com/office/drawing/2014/main" id="{C366580F-770A-8B5A-EC06-F503C56AAD7E}"/>
                </a:ext>
              </a:extLst>
            </p:cNvPr>
            <p:cNvSpPr/>
            <p:nvPr/>
          </p:nvSpPr>
          <p:spPr>
            <a:xfrm>
              <a:off x="866126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6" name="pt194">
              <a:extLst>
                <a:ext uri="{FF2B5EF4-FFF2-40B4-BE49-F238E27FC236}">
                  <a16:creationId xmlns:a16="http://schemas.microsoft.com/office/drawing/2014/main" id="{B0833762-C77B-CC54-EF1E-B04971A2B93D}"/>
                </a:ext>
              </a:extLst>
            </p:cNvPr>
            <p:cNvSpPr/>
            <p:nvPr/>
          </p:nvSpPr>
          <p:spPr>
            <a:xfrm>
              <a:off x="960093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7" name="pt195">
              <a:extLst>
                <a:ext uri="{FF2B5EF4-FFF2-40B4-BE49-F238E27FC236}">
                  <a16:creationId xmlns:a16="http://schemas.microsoft.com/office/drawing/2014/main" id="{E78615D5-D0C6-AD44-EB37-E8E2CEA99E0D}"/>
                </a:ext>
              </a:extLst>
            </p:cNvPr>
            <p:cNvSpPr/>
            <p:nvPr/>
          </p:nvSpPr>
          <p:spPr>
            <a:xfrm>
              <a:off x="753854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8" name="pt196">
              <a:extLst>
                <a:ext uri="{FF2B5EF4-FFF2-40B4-BE49-F238E27FC236}">
                  <a16:creationId xmlns:a16="http://schemas.microsoft.com/office/drawing/2014/main" id="{87B693C3-5C56-C467-102B-9AD464CB62EC}"/>
                </a:ext>
              </a:extLst>
            </p:cNvPr>
            <p:cNvSpPr/>
            <p:nvPr/>
          </p:nvSpPr>
          <p:spPr>
            <a:xfrm>
              <a:off x="990540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19" name="pt197">
              <a:extLst>
                <a:ext uri="{FF2B5EF4-FFF2-40B4-BE49-F238E27FC236}">
                  <a16:creationId xmlns:a16="http://schemas.microsoft.com/office/drawing/2014/main" id="{E7932CA8-8EE0-D04F-025F-6DA592CC022B}"/>
                </a:ext>
              </a:extLst>
            </p:cNvPr>
            <p:cNvSpPr/>
            <p:nvPr/>
          </p:nvSpPr>
          <p:spPr>
            <a:xfrm>
              <a:off x="754049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0" name="pt198">
              <a:extLst>
                <a:ext uri="{FF2B5EF4-FFF2-40B4-BE49-F238E27FC236}">
                  <a16:creationId xmlns:a16="http://schemas.microsoft.com/office/drawing/2014/main" id="{CE2DA7C7-736B-8683-7C08-06797E2BE3CE}"/>
                </a:ext>
              </a:extLst>
            </p:cNvPr>
            <p:cNvSpPr/>
            <p:nvPr/>
          </p:nvSpPr>
          <p:spPr>
            <a:xfrm>
              <a:off x="883643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1" name="pt199">
              <a:extLst>
                <a:ext uri="{FF2B5EF4-FFF2-40B4-BE49-F238E27FC236}">
                  <a16:creationId xmlns:a16="http://schemas.microsoft.com/office/drawing/2014/main" id="{1A8E2BD4-89D1-A87B-1099-90D6CBAE205A}"/>
                </a:ext>
              </a:extLst>
            </p:cNvPr>
            <p:cNvSpPr/>
            <p:nvPr/>
          </p:nvSpPr>
          <p:spPr>
            <a:xfrm>
              <a:off x="800641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2" name="pt200">
              <a:extLst>
                <a:ext uri="{FF2B5EF4-FFF2-40B4-BE49-F238E27FC236}">
                  <a16:creationId xmlns:a16="http://schemas.microsoft.com/office/drawing/2014/main" id="{02AC67A4-0D74-8F71-51FC-CE0BB4D6EBED}"/>
                </a:ext>
              </a:extLst>
            </p:cNvPr>
            <p:cNvSpPr/>
            <p:nvPr/>
          </p:nvSpPr>
          <p:spPr>
            <a:xfrm>
              <a:off x="975781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3" name="pt201">
              <a:extLst>
                <a:ext uri="{FF2B5EF4-FFF2-40B4-BE49-F238E27FC236}">
                  <a16:creationId xmlns:a16="http://schemas.microsoft.com/office/drawing/2014/main" id="{A94053E9-7F23-349B-C109-85BDFDC02F68}"/>
                </a:ext>
              </a:extLst>
            </p:cNvPr>
            <p:cNvSpPr/>
            <p:nvPr/>
          </p:nvSpPr>
          <p:spPr>
            <a:xfrm>
              <a:off x="968685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4" name="pt202">
              <a:extLst>
                <a:ext uri="{FF2B5EF4-FFF2-40B4-BE49-F238E27FC236}">
                  <a16:creationId xmlns:a16="http://schemas.microsoft.com/office/drawing/2014/main" id="{3FF4D3BC-7336-87B0-20EF-22F822FC39C6}"/>
                </a:ext>
              </a:extLst>
            </p:cNvPr>
            <p:cNvSpPr/>
            <p:nvPr/>
          </p:nvSpPr>
          <p:spPr>
            <a:xfrm>
              <a:off x="968648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5" name="pt203">
              <a:extLst>
                <a:ext uri="{FF2B5EF4-FFF2-40B4-BE49-F238E27FC236}">
                  <a16:creationId xmlns:a16="http://schemas.microsoft.com/office/drawing/2014/main" id="{031F915E-550F-4CBF-B010-088C5F86BEFA}"/>
                </a:ext>
              </a:extLst>
            </p:cNvPr>
            <p:cNvSpPr/>
            <p:nvPr/>
          </p:nvSpPr>
          <p:spPr>
            <a:xfrm>
              <a:off x="749609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6" name="pt204">
              <a:extLst>
                <a:ext uri="{FF2B5EF4-FFF2-40B4-BE49-F238E27FC236}">
                  <a16:creationId xmlns:a16="http://schemas.microsoft.com/office/drawing/2014/main" id="{183D331E-7EF1-8708-237F-5FF6AA10862F}"/>
                </a:ext>
              </a:extLst>
            </p:cNvPr>
            <p:cNvSpPr/>
            <p:nvPr/>
          </p:nvSpPr>
          <p:spPr>
            <a:xfrm>
              <a:off x="776240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7" name="pt205">
              <a:extLst>
                <a:ext uri="{FF2B5EF4-FFF2-40B4-BE49-F238E27FC236}">
                  <a16:creationId xmlns:a16="http://schemas.microsoft.com/office/drawing/2014/main" id="{ABA4914B-3405-50FE-2BFF-DF86D534F001}"/>
                </a:ext>
              </a:extLst>
            </p:cNvPr>
            <p:cNvSpPr/>
            <p:nvPr/>
          </p:nvSpPr>
          <p:spPr>
            <a:xfrm>
              <a:off x="953079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8" name="pt206">
              <a:extLst>
                <a:ext uri="{FF2B5EF4-FFF2-40B4-BE49-F238E27FC236}">
                  <a16:creationId xmlns:a16="http://schemas.microsoft.com/office/drawing/2014/main" id="{4E2444FE-4D5E-A5E6-445E-2E673494EE53}"/>
                </a:ext>
              </a:extLst>
            </p:cNvPr>
            <p:cNvSpPr/>
            <p:nvPr/>
          </p:nvSpPr>
          <p:spPr>
            <a:xfrm>
              <a:off x="864326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29" name="pt207">
              <a:extLst>
                <a:ext uri="{FF2B5EF4-FFF2-40B4-BE49-F238E27FC236}">
                  <a16:creationId xmlns:a16="http://schemas.microsoft.com/office/drawing/2014/main" id="{F9787C99-5987-2C04-F50B-77873F88DCB9}"/>
                </a:ext>
              </a:extLst>
            </p:cNvPr>
            <p:cNvSpPr/>
            <p:nvPr/>
          </p:nvSpPr>
          <p:spPr>
            <a:xfrm>
              <a:off x="982099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0" name="pt208">
              <a:extLst>
                <a:ext uri="{FF2B5EF4-FFF2-40B4-BE49-F238E27FC236}">
                  <a16:creationId xmlns:a16="http://schemas.microsoft.com/office/drawing/2014/main" id="{CD743E42-637A-8A82-91A5-65FA46B01A06}"/>
                </a:ext>
              </a:extLst>
            </p:cNvPr>
            <p:cNvSpPr/>
            <p:nvPr/>
          </p:nvSpPr>
          <p:spPr>
            <a:xfrm>
              <a:off x="990476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1" name="pt209">
              <a:extLst>
                <a:ext uri="{FF2B5EF4-FFF2-40B4-BE49-F238E27FC236}">
                  <a16:creationId xmlns:a16="http://schemas.microsoft.com/office/drawing/2014/main" id="{E394616C-6B69-7709-4859-6E3D026A41AF}"/>
                </a:ext>
              </a:extLst>
            </p:cNvPr>
            <p:cNvSpPr/>
            <p:nvPr/>
          </p:nvSpPr>
          <p:spPr>
            <a:xfrm>
              <a:off x="883718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2" name="pt210">
              <a:extLst>
                <a:ext uri="{FF2B5EF4-FFF2-40B4-BE49-F238E27FC236}">
                  <a16:creationId xmlns:a16="http://schemas.microsoft.com/office/drawing/2014/main" id="{AD8789C9-3F04-EACF-A459-9516A75C8805}"/>
                </a:ext>
              </a:extLst>
            </p:cNvPr>
            <p:cNvSpPr/>
            <p:nvPr/>
          </p:nvSpPr>
          <p:spPr>
            <a:xfrm>
              <a:off x="943252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3" name="pt211">
              <a:extLst>
                <a:ext uri="{FF2B5EF4-FFF2-40B4-BE49-F238E27FC236}">
                  <a16:creationId xmlns:a16="http://schemas.microsoft.com/office/drawing/2014/main" id="{86DFAB70-19D4-FAC2-587A-1682FE529EFC}"/>
                </a:ext>
              </a:extLst>
            </p:cNvPr>
            <p:cNvSpPr/>
            <p:nvPr/>
          </p:nvSpPr>
          <p:spPr>
            <a:xfrm>
              <a:off x="98206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4" name="pt212">
              <a:extLst>
                <a:ext uri="{FF2B5EF4-FFF2-40B4-BE49-F238E27FC236}">
                  <a16:creationId xmlns:a16="http://schemas.microsoft.com/office/drawing/2014/main" id="{0FA18825-3C15-2EE4-5AB7-0700E7CBAAA5}"/>
                </a:ext>
              </a:extLst>
            </p:cNvPr>
            <p:cNvSpPr/>
            <p:nvPr/>
          </p:nvSpPr>
          <p:spPr>
            <a:xfrm>
              <a:off x="776390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5" name="pt213">
              <a:extLst>
                <a:ext uri="{FF2B5EF4-FFF2-40B4-BE49-F238E27FC236}">
                  <a16:creationId xmlns:a16="http://schemas.microsoft.com/office/drawing/2014/main" id="{0610333C-9727-F7C6-1879-B05C066F8809}"/>
                </a:ext>
              </a:extLst>
            </p:cNvPr>
            <p:cNvSpPr/>
            <p:nvPr/>
          </p:nvSpPr>
          <p:spPr>
            <a:xfrm>
              <a:off x="902658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6" name="pt214">
              <a:extLst>
                <a:ext uri="{FF2B5EF4-FFF2-40B4-BE49-F238E27FC236}">
                  <a16:creationId xmlns:a16="http://schemas.microsoft.com/office/drawing/2014/main" id="{2A47DDB5-B9EB-DE00-4CB6-9CA444A31EBA}"/>
                </a:ext>
              </a:extLst>
            </p:cNvPr>
            <p:cNvSpPr/>
            <p:nvPr/>
          </p:nvSpPr>
          <p:spPr>
            <a:xfrm>
              <a:off x="867474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7" name="pt215">
              <a:extLst>
                <a:ext uri="{FF2B5EF4-FFF2-40B4-BE49-F238E27FC236}">
                  <a16:creationId xmlns:a16="http://schemas.microsoft.com/office/drawing/2014/main" id="{BA4AFB90-A2DA-19F6-A031-EF91C720EBC6}"/>
                </a:ext>
              </a:extLst>
            </p:cNvPr>
            <p:cNvSpPr/>
            <p:nvPr/>
          </p:nvSpPr>
          <p:spPr>
            <a:xfrm>
              <a:off x="945320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8" name="pt216">
              <a:extLst>
                <a:ext uri="{FF2B5EF4-FFF2-40B4-BE49-F238E27FC236}">
                  <a16:creationId xmlns:a16="http://schemas.microsoft.com/office/drawing/2014/main" id="{28CEF45B-AC88-7135-CD30-D216AF9E9CB8}"/>
                </a:ext>
              </a:extLst>
            </p:cNvPr>
            <p:cNvSpPr/>
            <p:nvPr/>
          </p:nvSpPr>
          <p:spPr>
            <a:xfrm>
              <a:off x="923172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39" name="pt217">
              <a:extLst>
                <a:ext uri="{FF2B5EF4-FFF2-40B4-BE49-F238E27FC236}">
                  <a16:creationId xmlns:a16="http://schemas.microsoft.com/office/drawing/2014/main" id="{79BCF8A0-E631-EC51-B0A3-DAA68CBFDAC4}"/>
                </a:ext>
              </a:extLst>
            </p:cNvPr>
            <p:cNvSpPr/>
            <p:nvPr/>
          </p:nvSpPr>
          <p:spPr>
            <a:xfrm>
              <a:off x="920008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0" name="pt218">
              <a:extLst>
                <a:ext uri="{FF2B5EF4-FFF2-40B4-BE49-F238E27FC236}">
                  <a16:creationId xmlns:a16="http://schemas.microsoft.com/office/drawing/2014/main" id="{B3108520-86E4-AA9E-8B02-6A43406D66BE}"/>
                </a:ext>
              </a:extLst>
            </p:cNvPr>
            <p:cNvSpPr/>
            <p:nvPr/>
          </p:nvSpPr>
          <p:spPr>
            <a:xfrm>
              <a:off x="75747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1" name="pt219">
              <a:extLst>
                <a:ext uri="{FF2B5EF4-FFF2-40B4-BE49-F238E27FC236}">
                  <a16:creationId xmlns:a16="http://schemas.microsoft.com/office/drawing/2014/main" id="{CFC80A1F-0F14-65A4-AC13-631EBCCFC05F}"/>
                </a:ext>
              </a:extLst>
            </p:cNvPr>
            <p:cNvSpPr/>
            <p:nvPr/>
          </p:nvSpPr>
          <p:spPr>
            <a:xfrm>
              <a:off x="866449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2" name="pt220">
              <a:extLst>
                <a:ext uri="{FF2B5EF4-FFF2-40B4-BE49-F238E27FC236}">
                  <a16:creationId xmlns:a16="http://schemas.microsoft.com/office/drawing/2014/main" id="{0BAC2F88-D556-76FF-5183-BDD1A834DD94}"/>
                </a:ext>
              </a:extLst>
            </p:cNvPr>
            <p:cNvSpPr/>
            <p:nvPr/>
          </p:nvSpPr>
          <p:spPr>
            <a:xfrm>
              <a:off x="852055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3" name="pt221">
              <a:extLst>
                <a:ext uri="{FF2B5EF4-FFF2-40B4-BE49-F238E27FC236}">
                  <a16:creationId xmlns:a16="http://schemas.microsoft.com/office/drawing/2014/main" id="{CCF57C89-FE53-B656-6A42-68002134B984}"/>
                </a:ext>
              </a:extLst>
            </p:cNvPr>
            <p:cNvSpPr/>
            <p:nvPr/>
          </p:nvSpPr>
          <p:spPr>
            <a:xfrm>
              <a:off x="85548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4" name="pt222">
              <a:extLst>
                <a:ext uri="{FF2B5EF4-FFF2-40B4-BE49-F238E27FC236}">
                  <a16:creationId xmlns:a16="http://schemas.microsoft.com/office/drawing/2014/main" id="{A36057A2-80B6-0A0B-ECA1-842E194C98C8}"/>
                </a:ext>
              </a:extLst>
            </p:cNvPr>
            <p:cNvSpPr/>
            <p:nvPr/>
          </p:nvSpPr>
          <p:spPr>
            <a:xfrm>
              <a:off x="732409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5" name="pt223">
              <a:extLst>
                <a:ext uri="{FF2B5EF4-FFF2-40B4-BE49-F238E27FC236}">
                  <a16:creationId xmlns:a16="http://schemas.microsoft.com/office/drawing/2014/main" id="{E1E86193-E497-FA5D-D3F6-E0BCD831B58A}"/>
                </a:ext>
              </a:extLst>
            </p:cNvPr>
            <p:cNvSpPr/>
            <p:nvPr/>
          </p:nvSpPr>
          <p:spPr>
            <a:xfrm>
              <a:off x="702056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6" name="pt224">
              <a:extLst>
                <a:ext uri="{FF2B5EF4-FFF2-40B4-BE49-F238E27FC236}">
                  <a16:creationId xmlns:a16="http://schemas.microsoft.com/office/drawing/2014/main" id="{A792FECA-1004-3643-05FD-C53AE622E1CA}"/>
                </a:ext>
              </a:extLst>
            </p:cNvPr>
            <p:cNvSpPr/>
            <p:nvPr/>
          </p:nvSpPr>
          <p:spPr>
            <a:xfrm>
              <a:off x="940269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7" name="pt225">
              <a:extLst>
                <a:ext uri="{FF2B5EF4-FFF2-40B4-BE49-F238E27FC236}">
                  <a16:creationId xmlns:a16="http://schemas.microsoft.com/office/drawing/2014/main" id="{A95D2B43-F0EE-C192-4280-34D8B493482C}"/>
                </a:ext>
              </a:extLst>
            </p:cNvPr>
            <p:cNvSpPr/>
            <p:nvPr/>
          </p:nvSpPr>
          <p:spPr>
            <a:xfrm>
              <a:off x="919991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8" name="pt226">
              <a:extLst>
                <a:ext uri="{FF2B5EF4-FFF2-40B4-BE49-F238E27FC236}">
                  <a16:creationId xmlns:a16="http://schemas.microsoft.com/office/drawing/2014/main" id="{C837857C-6867-78BD-EB24-4C215D4BA394}"/>
                </a:ext>
              </a:extLst>
            </p:cNvPr>
            <p:cNvSpPr/>
            <p:nvPr/>
          </p:nvSpPr>
          <p:spPr>
            <a:xfrm>
              <a:off x="698243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49" name="pt227">
              <a:extLst>
                <a:ext uri="{FF2B5EF4-FFF2-40B4-BE49-F238E27FC236}">
                  <a16:creationId xmlns:a16="http://schemas.microsoft.com/office/drawing/2014/main" id="{D000A460-2FE0-FEF7-472B-A03AA898589D}"/>
                </a:ext>
              </a:extLst>
            </p:cNvPr>
            <p:cNvSpPr/>
            <p:nvPr/>
          </p:nvSpPr>
          <p:spPr>
            <a:xfrm>
              <a:off x="861092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0" name="pt228">
              <a:extLst>
                <a:ext uri="{FF2B5EF4-FFF2-40B4-BE49-F238E27FC236}">
                  <a16:creationId xmlns:a16="http://schemas.microsoft.com/office/drawing/2014/main" id="{0F069D59-0E24-942C-0D49-C6C7D5C90AAF}"/>
                </a:ext>
              </a:extLst>
            </p:cNvPr>
            <p:cNvSpPr/>
            <p:nvPr/>
          </p:nvSpPr>
          <p:spPr>
            <a:xfrm>
              <a:off x="701559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1" name="pt229">
              <a:extLst>
                <a:ext uri="{FF2B5EF4-FFF2-40B4-BE49-F238E27FC236}">
                  <a16:creationId xmlns:a16="http://schemas.microsoft.com/office/drawing/2014/main" id="{83C48A9A-7FB0-11AF-D6A3-2CEF78D80C12}"/>
                </a:ext>
              </a:extLst>
            </p:cNvPr>
            <p:cNvSpPr/>
            <p:nvPr/>
          </p:nvSpPr>
          <p:spPr>
            <a:xfrm>
              <a:off x="698243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2" name="pt230">
              <a:extLst>
                <a:ext uri="{FF2B5EF4-FFF2-40B4-BE49-F238E27FC236}">
                  <a16:creationId xmlns:a16="http://schemas.microsoft.com/office/drawing/2014/main" id="{E1C16A83-060B-3C6F-C1C2-24A9F66A3F7B}"/>
                </a:ext>
              </a:extLst>
            </p:cNvPr>
            <p:cNvSpPr/>
            <p:nvPr/>
          </p:nvSpPr>
          <p:spPr>
            <a:xfrm>
              <a:off x="855402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3" name="pt231">
              <a:extLst>
                <a:ext uri="{FF2B5EF4-FFF2-40B4-BE49-F238E27FC236}">
                  <a16:creationId xmlns:a16="http://schemas.microsoft.com/office/drawing/2014/main" id="{6056509C-84F0-34CA-3938-DA1DA97DB5B6}"/>
                </a:ext>
              </a:extLst>
            </p:cNvPr>
            <p:cNvSpPr/>
            <p:nvPr/>
          </p:nvSpPr>
          <p:spPr>
            <a:xfrm>
              <a:off x="923122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4" name="pt232">
              <a:extLst>
                <a:ext uri="{FF2B5EF4-FFF2-40B4-BE49-F238E27FC236}">
                  <a16:creationId xmlns:a16="http://schemas.microsoft.com/office/drawing/2014/main" id="{CA17ECA8-8F33-1522-40BE-7F0AAA020C40}"/>
                </a:ext>
              </a:extLst>
            </p:cNvPr>
            <p:cNvSpPr/>
            <p:nvPr/>
          </p:nvSpPr>
          <p:spPr>
            <a:xfrm>
              <a:off x="979158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5" name="pt233">
              <a:extLst>
                <a:ext uri="{FF2B5EF4-FFF2-40B4-BE49-F238E27FC236}">
                  <a16:creationId xmlns:a16="http://schemas.microsoft.com/office/drawing/2014/main" id="{68DE7C81-08DC-CBA1-ACA3-0FB6A3224CD8}"/>
                </a:ext>
              </a:extLst>
            </p:cNvPr>
            <p:cNvSpPr/>
            <p:nvPr/>
          </p:nvSpPr>
          <p:spPr>
            <a:xfrm>
              <a:off x="849552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6" name="pt234">
              <a:extLst>
                <a:ext uri="{FF2B5EF4-FFF2-40B4-BE49-F238E27FC236}">
                  <a16:creationId xmlns:a16="http://schemas.microsoft.com/office/drawing/2014/main" id="{9AB7636D-4745-4F58-E453-A191C549251E}"/>
                </a:ext>
              </a:extLst>
            </p:cNvPr>
            <p:cNvSpPr/>
            <p:nvPr/>
          </p:nvSpPr>
          <p:spPr>
            <a:xfrm>
              <a:off x="850480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7" name="pt235">
              <a:extLst>
                <a:ext uri="{FF2B5EF4-FFF2-40B4-BE49-F238E27FC236}">
                  <a16:creationId xmlns:a16="http://schemas.microsoft.com/office/drawing/2014/main" id="{3063FDAD-921A-4322-59A8-9026F6E69818}"/>
                </a:ext>
              </a:extLst>
            </p:cNvPr>
            <p:cNvSpPr/>
            <p:nvPr/>
          </p:nvSpPr>
          <p:spPr>
            <a:xfrm>
              <a:off x="946271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8" name="pt236">
              <a:extLst>
                <a:ext uri="{FF2B5EF4-FFF2-40B4-BE49-F238E27FC236}">
                  <a16:creationId xmlns:a16="http://schemas.microsoft.com/office/drawing/2014/main" id="{D60C4A77-6A83-18BC-5AB3-7298E9F1E7BF}"/>
                </a:ext>
              </a:extLst>
            </p:cNvPr>
            <p:cNvSpPr/>
            <p:nvPr/>
          </p:nvSpPr>
          <p:spPr>
            <a:xfrm>
              <a:off x="979096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59" name="pt237">
              <a:extLst>
                <a:ext uri="{FF2B5EF4-FFF2-40B4-BE49-F238E27FC236}">
                  <a16:creationId xmlns:a16="http://schemas.microsoft.com/office/drawing/2014/main" id="{BD32996F-0041-EC36-7723-BA79D1034BCE}"/>
                </a:ext>
              </a:extLst>
            </p:cNvPr>
            <p:cNvSpPr/>
            <p:nvPr/>
          </p:nvSpPr>
          <p:spPr>
            <a:xfrm>
              <a:off x="928801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0" name="pt238">
              <a:extLst>
                <a:ext uri="{FF2B5EF4-FFF2-40B4-BE49-F238E27FC236}">
                  <a16:creationId xmlns:a16="http://schemas.microsoft.com/office/drawing/2014/main" id="{7FCD1579-8D26-451A-ED0A-7DEB8544D957}"/>
                </a:ext>
              </a:extLst>
            </p:cNvPr>
            <p:cNvSpPr/>
            <p:nvPr/>
          </p:nvSpPr>
          <p:spPr>
            <a:xfrm>
              <a:off x="912526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1" name="pt239">
              <a:extLst>
                <a:ext uri="{FF2B5EF4-FFF2-40B4-BE49-F238E27FC236}">
                  <a16:creationId xmlns:a16="http://schemas.microsoft.com/office/drawing/2014/main" id="{D72F7627-E0CB-4341-75D7-D93ADF4D9D8F}"/>
                </a:ext>
              </a:extLst>
            </p:cNvPr>
            <p:cNvSpPr/>
            <p:nvPr/>
          </p:nvSpPr>
          <p:spPr>
            <a:xfrm>
              <a:off x="762268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2" name="pt240">
              <a:extLst>
                <a:ext uri="{FF2B5EF4-FFF2-40B4-BE49-F238E27FC236}">
                  <a16:creationId xmlns:a16="http://schemas.microsoft.com/office/drawing/2014/main" id="{2E98920C-E968-4668-6CB0-209C341D69F2}"/>
                </a:ext>
              </a:extLst>
            </p:cNvPr>
            <p:cNvSpPr/>
            <p:nvPr/>
          </p:nvSpPr>
          <p:spPr>
            <a:xfrm>
              <a:off x="698607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3" name="pt241">
              <a:extLst>
                <a:ext uri="{FF2B5EF4-FFF2-40B4-BE49-F238E27FC236}">
                  <a16:creationId xmlns:a16="http://schemas.microsoft.com/office/drawing/2014/main" id="{ABDB59B8-D7AF-0E0E-D7E9-82ACA20BA22E}"/>
                </a:ext>
              </a:extLst>
            </p:cNvPr>
            <p:cNvSpPr/>
            <p:nvPr/>
          </p:nvSpPr>
          <p:spPr>
            <a:xfrm>
              <a:off x="912474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4" name="pt242">
              <a:extLst>
                <a:ext uri="{FF2B5EF4-FFF2-40B4-BE49-F238E27FC236}">
                  <a16:creationId xmlns:a16="http://schemas.microsoft.com/office/drawing/2014/main" id="{6B1B0515-71D5-68A2-33F5-415F72A1464D}"/>
                </a:ext>
              </a:extLst>
            </p:cNvPr>
            <p:cNvSpPr/>
            <p:nvPr/>
          </p:nvSpPr>
          <p:spPr>
            <a:xfrm>
              <a:off x="870583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5" name="pt243">
              <a:extLst>
                <a:ext uri="{FF2B5EF4-FFF2-40B4-BE49-F238E27FC236}">
                  <a16:creationId xmlns:a16="http://schemas.microsoft.com/office/drawing/2014/main" id="{1DAB0777-0A5E-74F2-3347-3C65456E7086}"/>
                </a:ext>
              </a:extLst>
            </p:cNvPr>
            <p:cNvSpPr/>
            <p:nvPr/>
          </p:nvSpPr>
          <p:spPr>
            <a:xfrm>
              <a:off x="929094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6" name="pt244">
              <a:extLst>
                <a:ext uri="{FF2B5EF4-FFF2-40B4-BE49-F238E27FC236}">
                  <a16:creationId xmlns:a16="http://schemas.microsoft.com/office/drawing/2014/main" id="{F11DD401-7A49-B113-4CEB-94414A157BCB}"/>
                </a:ext>
              </a:extLst>
            </p:cNvPr>
            <p:cNvSpPr/>
            <p:nvPr/>
          </p:nvSpPr>
          <p:spPr>
            <a:xfrm>
              <a:off x="947745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7" name="pt245">
              <a:extLst>
                <a:ext uri="{FF2B5EF4-FFF2-40B4-BE49-F238E27FC236}">
                  <a16:creationId xmlns:a16="http://schemas.microsoft.com/office/drawing/2014/main" id="{41D44A22-464A-10FF-8E76-C4CE545F61DC}"/>
                </a:ext>
              </a:extLst>
            </p:cNvPr>
            <p:cNvSpPr/>
            <p:nvPr/>
          </p:nvSpPr>
          <p:spPr>
            <a:xfrm>
              <a:off x="937175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8" name="pt246">
              <a:extLst>
                <a:ext uri="{FF2B5EF4-FFF2-40B4-BE49-F238E27FC236}">
                  <a16:creationId xmlns:a16="http://schemas.microsoft.com/office/drawing/2014/main" id="{3E3D66E0-4AD8-A5DB-D487-A5ED5B04840D}"/>
                </a:ext>
              </a:extLst>
            </p:cNvPr>
            <p:cNvSpPr/>
            <p:nvPr/>
          </p:nvSpPr>
          <p:spPr>
            <a:xfrm>
              <a:off x="75747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69" name="pt247">
              <a:extLst>
                <a:ext uri="{FF2B5EF4-FFF2-40B4-BE49-F238E27FC236}">
                  <a16:creationId xmlns:a16="http://schemas.microsoft.com/office/drawing/2014/main" id="{4067469A-2F6D-50CF-46FA-11E5D07B922C}"/>
                </a:ext>
              </a:extLst>
            </p:cNvPr>
            <p:cNvSpPr/>
            <p:nvPr/>
          </p:nvSpPr>
          <p:spPr>
            <a:xfrm>
              <a:off x="929094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0" name="pt248">
              <a:extLst>
                <a:ext uri="{FF2B5EF4-FFF2-40B4-BE49-F238E27FC236}">
                  <a16:creationId xmlns:a16="http://schemas.microsoft.com/office/drawing/2014/main" id="{B11F1682-3E6F-5F86-8BB7-0F011C1357F8}"/>
                </a:ext>
              </a:extLst>
            </p:cNvPr>
            <p:cNvSpPr/>
            <p:nvPr/>
          </p:nvSpPr>
          <p:spPr>
            <a:xfrm>
              <a:off x="945879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1" name="pt249">
              <a:extLst>
                <a:ext uri="{FF2B5EF4-FFF2-40B4-BE49-F238E27FC236}">
                  <a16:creationId xmlns:a16="http://schemas.microsoft.com/office/drawing/2014/main" id="{1ACB1D31-3CC2-B1D6-1504-A57420694BDB}"/>
                </a:ext>
              </a:extLst>
            </p:cNvPr>
            <p:cNvSpPr/>
            <p:nvPr/>
          </p:nvSpPr>
          <p:spPr>
            <a:xfrm>
              <a:off x="849994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2" name="pt250">
              <a:extLst>
                <a:ext uri="{FF2B5EF4-FFF2-40B4-BE49-F238E27FC236}">
                  <a16:creationId xmlns:a16="http://schemas.microsoft.com/office/drawing/2014/main" id="{F5662A0D-D7EF-8F02-0EA5-EA7395229D8A}"/>
                </a:ext>
              </a:extLst>
            </p:cNvPr>
            <p:cNvSpPr/>
            <p:nvPr/>
          </p:nvSpPr>
          <p:spPr>
            <a:xfrm>
              <a:off x="928763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3" name="pt251">
              <a:extLst>
                <a:ext uri="{FF2B5EF4-FFF2-40B4-BE49-F238E27FC236}">
                  <a16:creationId xmlns:a16="http://schemas.microsoft.com/office/drawing/2014/main" id="{E07F6AC0-D074-C3A9-7D2C-82D6CB8C4985}"/>
                </a:ext>
              </a:extLst>
            </p:cNvPr>
            <p:cNvSpPr/>
            <p:nvPr/>
          </p:nvSpPr>
          <p:spPr>
            <a:xfrm>
              <a:off x="999543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4" name="pt252">
              <a:extLst>
                <a:ext uri="{FF2B5EF4-FFF2-40B4-BE49-F238E27FC236}">
                  <a16:creationId xmlns:a16="http://schemas.microsoft.com/office/drawing/2014/main" id="{E8EBE46D-7F4F-A80E-0459-F54DFDA85E17}"/>
                </a:ext>
              </a:extLst>
            </p:cNvPr>
            <p:cNvSpPr/>
            <p:nvPr/>
          </p:nvSpPr>
          <p:spPr>
            <a:xfrm>
              <a:off x="999483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5" name="pt253">
              <a:extLst>
                <a:ext uri="{FF2B5EF4-FFF2-40B4-BE49-F238E27FC236}">
                  <a16:creationId xmlns:a16="http://schemas.microsoft.com/office/drawing/2014/main" id="{9DA605FC-AEF1-4937-72BD-EF82CE8F0ACA}"/>
                </a:ext>
              </a:extLst>
            </p:cNvPr>
            <p:cNvSpPr/>
            <p:nvPr/>
          </p:nvSpPr>
          <p:spPr>
            <a:xfrm>
              <a:off x="850584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6" name="pt254">
              <a:extLst>
                <a:ext uri="{FF2B5EF4-FFF2-40B4-BE49-F238E27FC236}">
                  <a16:creationId xmlns:a16="http://schemas.microsoft.com/office/drawing/2014/main" id="{D2F11C66-5794-BBF7-741C-A1C9A918B1D6}"/>
                </a:ext>
              </a:extLst>
            </p:cNvPr>
            <p:cNvSpPr/>
            <p:nvPr/>
          </p:nvSpPr>
          <p:spPr>
            <a:xfrm>
              <a:off x="902668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7" name="pt255">
              <a:extLst>
                <a:ext uri="{FF2B5EF4-FFF2-40B4-BE49-F238E27FC236}">
                  <a16:creationId xmlns:a16="http://schemas.microsoft.com/office/drawing/2014/main" id="{FF2B8C6D-8B75-8477-F3FC-19E5B75F0239}"/>
                </a:ext>
              </a:extLst>
            </p:cNvPr>
            <p:cNvSpPr/>
            <p:nvPr/>
          </p:nvSpPr>
          <p:spPr>
            <a:xfrm>
              <a:off x="952759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8" name="pt256">
              <a:extLst>
                <a:ext uri="{FF2B5EF4-FFF2-40B4-BE49-F238E27FC236}">
                  <a16:creationId xmlns:a16="http://schemas.microsoft.com/office/drawing/2014/main" id="{59E2EDF0-DE04-A8F1-48EE-34DFCDECB690}"/>
                </a:ext>
              </a:extLst>
            </p:cNvPr>
            <p:cNvSpPr/>
            <p:nvPr/>
          </p:nvSpPr>
          <p:spPr>
            <a:xfrm>
              <a:off x="851601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79" name="pt257">
              <a:extLst>
                <a:ext uri="{FF2B5EF4-FFF2-40B4-BE49-F238E27FC236}">
                  <a16:creationId xmlns:a16="http://schemas.microsoft.com/office/drawing/2014/main" id="{0CD87D78-6669-21D4-7E41-10A5EA52E6B2}"/>
                </a:ext>
              </a:extLst>
            </p:cNvPr>
            <p:cNvSpPr/>
            <p:nvPr/>
          </p:nvSpPr>
          <p:spPr>
            <a:xfrm>
              <a:off x="951845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0" name="pt258">
              <a:extLst>
                <a:ext uri="{FF2B5EF4-FFF2-40B4-BE49-F238E27FC236}">
                  <a16:creationId xmlns:a16="http://schemas.microsoft.com/office/drawing/2014/main" id="{F51EFD5A-1890-4E78-554D-5EDF849D2E2C}"/>
                </a:ext>
              </a:extLst>
            </p:cNvPr>
            <p:cNvSpPr/>
            <p:nvPr/>
          </p:nvSpPr>
          <p:spPr>
            <a:xfrm>
              <a:off x="699179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1" name="pt259">
              <a:extLst>
                <a:ext uri="{FF2B5EF4-FFF2-40B4-BE49-F238E27FC236}">
                  <a16:creationId xmlns:a16="http://schemas.microsoft.com/office/drawing/2014/main" id="{B31477B1-1B29-2859-598C-B9500C5A072A}"/>
                </a:ext>
              </a:extLst>
            </p:cNvPr>
            <p:cNvSpPr/>
            <p:nvPr/>
          </p:nvSpPr>
          <p:spPr>
            <a:xfrm>
              <a:off x="762401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2" name="pt260">
              <a:extLst>
                <a:ext uri="{FF2B5EF4-FFF2-40B4-BE49-F238E27FC236}">
                  <a16:creationId xmlns:a16="http://schemas.microsoft.com/office/drawing/2014/main" id="{FECD39B8-F8BF-5ECF-2E16-77B12E5AB6CD}"/>
                </a:ext>
              </a:extLst>
            </p:cNvPr>
            <p:cNvSpPr/>
            <p:nvPr/>
          </p:nvSpPr>
          <p:spPr>
            <a:xfrm>
              <a:off x="732639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3" name="pt261">
              <a:extLst>
                <a:ext uri="{FF2B5EF4-FFF2-40B4-BE49-F238E27FC236}">
                  <a16:creationId xmlns:a16="http://schemas.microsoft.com/office/drawing/2014/main" id="{B1C14803-9B4A-F16E-5244-EA2A95D88CD4}"/>
                </a:ext>
              </a:extLst>
            </p:cNvPr>
            <p:cNvSpPr/>
            <p:nvPr/>
          </p:nvSpPr>
          <p:spPr>
            <a:xfrm>
              <a:off x="1012485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4" name="pt262">
              <a:extLst>
                <a:ext uri="{FF2B5EF4-FFF2-40B4-BE49-F238E27FC236}">
                  <a16:creationId xmlns:a16="http://schemas.microsoft.com/office/drawing/2014/main" id="{A3BADE5E-9EC5-3A03-F873-08672820A0EC}"/>
                </a:ext>
              </a:extLst>
            </p:cNvPr>
            <p:cNvSpPr/>
            <p:nvPr/>
          </p:nvSpPr>
          <p:spPr>
            <a:xfrm>
              <a:off x="1012485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5" name="pt263">
              <a:extLst>
                <a:ext uri="{FF2B5EF4-FFF2-40B4-BE49-F238E27FC236}">
                  <a16:creationId xmlns:a16="http://schemas.microsoft.com/office/drawing/2014/main" id="{08C105AE-8D7D-8E75-8A9D-879F128508CB}"/>
                </a:ext>
              </a:extLst>
            </p:cNvPr>
            <p:cNvSpPr/>
            <p:nvPr/>
          </p:nvSpPr>
          <p:spPr>
            <a:xfrm>
              <a:off x="844623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6" name="pt264">
              <a:extLst>
                <a:ext uri="{FF2B5EF4-FFF2-40B4-BE49-F238E27FC236}">
                  <a16:creationId xmlns:a16="http://schemas.microsoft.com/office/drawing/2014/main" id="{34B3C81E-FC47-1B6B-6B6E-53BE72843BCA}"/>
                </a:ext>
              </a:extLst>
            </p:cNvPr>
            <p:cNvSpPr/>
            <p:nvPr/>
          </p:nvSpPr>
          <p:spPr>
            <a:xfrm>
              <a:off x="846075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7" name="pt265">
              <a:extLst>
                <a:ext uri="{FF2B5EF4-FFF2-40B4-BE49-F238E27FC236}">
                  <a16:creationId xmlns:a16="http://schemas.microsoft.com/office/drawing/2014/main" id="{A613E192-DDE1-EAA7-5979-1B6D57D0FBD5}"/>
                </a:ext>
              </a:extLst>
            </p:cNvPr>
            <p:cNvSpPr/>
            <p:nvPr/>
          </p:nvSpPr>
          <p:spPr>
            <a:xfrm>
              <a:off x="957063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8" name="pt266">
              <a:extLst>
                <a:ext uri="{FF2B5EF4-FFF2-40B4-BE49-F238E27FC236}">
                  <a16:creationId xmlns:a16="http://schemas.microsoft.com/office/drawing/2014/main" id="{A8874C11-3EAB-7FF3-6BE7-4D36B1EBAC6F}"/>
                </a:ext>
              </a:extLst>
            </p:cNvPr>
            <p:cNvSpPr/>
            <p:nvPr/>
          </p:nvSpPr>
          <p:spPr>
            <a:xfrm>
              <a:off x="732626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89" name="pt267">
              <a:extLst>
                <a:ext uri="{FF2B5EF4-FFF2-40B4-BE49-F238E27FC236}">
                  <a16:creationId xmlns:a16="http://schemas.microsoft.com/office/drawing/2014/main" id="{360660A4-8599-CB8D-F23A-19B90AC38CF2}"/>
                </a:ext>
              </a:extLst>
            </p:cNvPr>
            <p:cNvSpPr/>
            <p:nvPr/>
          </p:nvSpPr>
          <p:spPr>
            <a:xfrm>
              <a:off x="953414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0" name="pt268">
              <a:extLst>
                <a:ext uri="{FF2B5EF4-FFF2-40B4-BE49-F238E27FC236}">
                  <a16:creationId xmlns:a16="http://schemas.microsoft.com/office/drawing/2014/main" id="{2FE22081-84CE-7F3E-E3FC-AD931051B402}"/>
                </a:ext>
              </a:extLst>
            </p:cNvPr>
            <p:cNvSpPr/>
            <p:nvPr/>
          </p:nvSpPr>
          <p:spPr>
            <a:xfrm>
              <a:off x="973007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1" name="pt269">
              <a:extLst>
                <a:ext uri="{FF2B5EF4-FFF2-40B4-BE49-F238E27FC236}">
                  <a16:creationId xmlns:a16="http://schemas.microsoft.com/office/drawing/2014/main" id="{9A882A00-C85D-062A-B8DB-6236D35D9FA8}"/>
                </a:ext>
              </a:extLst>
            </p:cNvPr>
            <p:cNvSpPr/>
            <p:nvPr/>
          </p:nvSpPr>
          <p:spPr>
            <a:xfrm>
              <a:off x="7937675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2" name="pt270">
              <a:extLst>
                <a:ext uri="{FF2B5EF4-FFF2-40B4-BE49-F238E27FC236}">
                  <a16:creationId xmlns:a16="http://schemas.microsoft.com/office/drawing/2014/main" id="{26174246-81F2-6E9A-A493-EF62E34D3152}"/>
                </a:ext>
              </a:extLst>
            </p:cNvPr>
            <p:cNvSpPr/>
            <p:nvPr/>
          </p:nvSpPr>
          <p:spPr>
            <a:xfrm>
              <a:off x="9465858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3" name="pt271">
              <a:extLst>
                <a:ext uri="{FF2B5EF4-FFF2-40B4-BE49-F238E27FC236}">
                  <a16:creationId xmlns:a16="http://schemas.microsoft.com/office/drawing/2014/main" id="{D195C0AD-7B8E-D6E9-746E-1C77D597D8BD}"/>
                </a:ext>
              </a:extLst>
            </p:cNvPr>
            <p:cNvSpPr/>
            <p:nvPr/>
          </p:nvSpPr>
          <p:spPr>
            <a:xfrm>
              <a:off x="963459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4" name="pt272">
              <a:extLst>
                <a:ext uri="{FF2B5EF4-FFF2-40B4-BE49-F238E27FC236}">
                  <a16:creationId xmlns:a16="http://schemas.microsoft.com/office/drawing/2014/main" id="{8D8B2495-564F-5D1B-4050-C8436A791D60}"/>
                </a:ext>
              </a:extLst>
            </p:cNvPr>
            <p:cNvSpPr/>
            <p:nvPr/>
          </p:nvSpPr>
          <p:spPr>
            <a:xfrm>
              <a:off x="788834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5" name="pt273">
              <a:extLst>
                <a:ext uri="{FF2B5EF4-FFF2-40B4-BE49-F238E27FC236}">
                  <a16:creationId xmlns:a16="http://schemas.microsoft.com/office/drawing/2014/main" id="{46881C03-2F11-7B27-0CC2-C3E61F457CDF}"/>
                </a:ext>
              </a:extLst>
            </p:cNvPr>
            <p:cNvSpPr/>
            <p:nvPr/>
          </p:nvSpPr>
          <p:spPr>
            <a:xfrm>
              <a:off x="973034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6" name="pt274">
              <a:extLst>
                <a:ext uri="{FF2B5EF4-FFF2-40B4-BE49-F238E27FC236}">
                  <a16:creationId xmlns:a16="http://schemas.microsoft.com/office/drawing/2014/main" id="{218FF568-3763-F969-0A59-F6F11DB15BC0}"/>
                </a:ext>
              </a:extLst>
            </p:cNvPr>
            <p:cNvSpPr/>
            <p:nvPr/>
          </p:nvSpPr>
          <p:spPr>
            <a:xfrm>
              <a:off x="957145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7" name="pt275">
              <a:extLst>
                <a:ext uri="{FF2B5EF4-FFF2-40B4-BE49-F238E27FC236}">
                  <a16:creationId xmlns:a16="http://schemas.microsoft.com/office/drawing/2014/main" id="{64355FA2-AF94-2326-EDB9-1E8D14343AD7}"/>
                </a:ext>
              </a:extLst>
            </p:cNvPr>
            <p:cNvSpPr/>
            <p:nvPr/>
          </p:nvSpPr>
          <p:spPr>
            <a:xfrm>
              <a:off x="9630368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8" name="pt276">
              <a:extLst>
                <a:ext uri="{FF2B5EF4-FFF2-40B4-BE49-F238E27FC236}">
                  <a16:creationId xmlns:a16="http://schemas.microsoft.com/office/drawing/2014/main" id="{A8C118C5-CE82-2462-6751-D7794D60359B}"/>
                </a:ext>
              </a:extLst>
            </p:cNvPr>
            <p:cNvSpPr/>
            <p:nvPr/>
          </p:nvSpPr>
          <p:spPr>
            <a:xfrm>
              <a:off x="979749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99" name="pt277">
              <a:extLst>
                <a:ext uri="{FF2B5EF4-FFF2-40B4-BE49-F238E27FC236}">
                  <a16:creationId xmlns:a16="http://schemas.microsoft.com/office/drawing/2014/main" id="{32895F4D-3703-5201-E076-1FFAD7981D39}"/>
                </a:ext>
              </a:extLst>
            </p:cNvPr>
            <p:cNvSpPr/>
            <p:nvPr/>
          </p:nvSpPr>
          <p:spPr>
            <a:xfrm>
              <a:off x="8587014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0" name="pt278">
              <a:extLst>
                <a:ext uri="{FF2B5EF4-FFF2-40B4-BE49-F238E27FC236}">
                  <a16:creationId xmlns:a16="http://schemas.microsoft.com/office/drawing/2014/main" id="{B90F987B-4040-53F2-D020-6886448C9444}"/>
                </a:ext>
              </a:extLst>
            </p:cNvPr>
            <p:cNvSpPr/>
            <p:nvPr/>
          </p:nvSpPr>
          <p:spPr>
            <a:xfrm>
              <a:off x="724134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1" name="pt279">
              <a:extLst>
                <a:ext uri="{FF2B5EF4-FFF2-40B4-BE49-F238E27FC236}">
                  <a16:creationId xmlns:a16="http://schemas.microsoft.com/office/drawing/2014/main" id="{8C7DC659-4E69-490B-E83C-9159F559433B}"/>
                </a:ext>
              </a:extLst>
            </p:cNvPr>
            <p:cNvSpPr/>
            <p:nvPr/>
          </p:nvSpPr>
          <p:spPr>
            <a:xfrm>
              <a:off x="971196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2" name="pt280">
              <a:extLst>
                <a:ext uri="{FF2B5EF4-FFF2-40B4-BE49-F238E27FC236}">
                  <a16:creationId xmlns:a16="http://schemas.microsoft.com/office/drawing/2014/main" id="{FB6C0E5A-E025-E268-74C8-C6F828853F81}"/>
                </a:ext>
              </a:extLst>
            </p:cNvPr>
            <p:cNvSpPr/>
            <p:nvPr/>
          </p:nvSpPr>
          <p:spPr>
            <a:xfrm>
              <a:off x="8567977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3" name="pt281">
              <a:extLst>
                <a:ext uri="{FF2B5EF4-FFF2-40B4-BE49-F238E27FC236}">
                  <a16:creationId xmlns:a16="http://schemas.microsoft.com/office/drawing/2014/main" id="{8817B7D2-0044-F249-EA97-3B61BC3446EF}"/>
                </a:ext>
              </a:extLst>
            </p:cNvPr>
            <p:cNvSpPr/>
            <p:nvPr/>
          </p:nvSpPr>
          <p:spPr>
            <a:xfrm>
              <a:off x="970893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4" name="pt282">
              <a:extLst>
                <a:ext uri="{FF2B5EF4-FFF2-40B4-BE49-F238E27FC236}">
                  <a16:creationId xmlns:a16="http://schemas.microsoft.com/office/drawing/2014/main" id="{85EA561F-EBDE-EB2A-6226-8A7E8B985C63}"/>
                </a:ext>
              </a:extLst>
            </p:cNvPr>
            <p:cNvSpPr/>
            <p:nvPr/>
          </p:nvSpPr>
          <p:spPr>
            <a:xfrm>
              <a:off x="874169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5" name="pt283">
              <a:extLst>
                <a:ext uri="{FF2B5EF4-FFF2-40B4-BE49-F238E27FC236}">
                  <a16:creationId xmlns:a16="http://schemas.microsoft.com/office/drawing/2014/main" id="{3D72D887-420F-55EE-138E-24C6743F1AB1}"/>
                </a:ext>
              </a:extLst>
            </p:cNvPr>
            <p:cNvSpPr/>
            <p:nvPr/>
          </p:nvSpPr>
          <p:spPr>
            <a:xfrm>
              <a:off x="7241356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6" name="pt284">
              <a:extLst>
                <a:ext uri="{FF2B5EF4-FFF2-40B4-BE49-F238E27FC236}">
                  <a16:creationId xmlns:a16="http://schemas.microsoft.com/office/drawing/2014/main" id="{7963E8BB-FE11-BAFB-99FF-DB17D0491B3D}"/>
                </a:ext>
              </a:extLst>
            </p:cNvPr>
            <p:cNvSpPr/>
            <p:nvPr/>
          </p:nvSpPr>
          <p:spPr>
            <a:xfrm>
              <a:off x="963430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7" name="pt285">
              <a:extLst>
                <a:ext uri="{FF2B5EF4-FFF2-40B4-BE49-F238E27FC236}">
                  <a16:creationId xmlns:a16="http://schemas.microsoft.com/office/drawing/2014/main" id="{370E9FEC-5792-E2DE-531E-457775437AD3}"/>
                </a:ext>
              </a:extLst>
            </p:cNvPr>
            <p:cNvSpPr/>
            <p:nvPr/>
          </p:nvSpPr>
          <p:spPr>
            <a:xfrm>
              <a:off x="724020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8" name="pt286">
              <a:extLst>
                <a:ext uri="{FF2B5EF4-FFF2-40B4-BE49-F238E27FC236}">
                  <a16:creationId xmlns:a16="http://schemas.microsoft.com/office/drawing/2014/main" id="{4CEDECFD-495A-D1F7-6554-E31D352E4641}"/>
                </a:ext>
              </a:extLst>
            </p:cNvPr>
            <p:cNvSpPr/>
            <p:nvPr/>
          </p:nvSpPr>
          <p:spPr>
            <a:xfrm>
              <a:off x="9793708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09" name="pt287">
              <a:extLst>
                <a:ext uri="{FF2B5EF4-FFF2-40B4-BE49-F238E27FC236}">
                  <a16:creationId xmlns:a16="http://schemas.microsoft.com/office/drawing/2014/main" id="{1977D56B-E2C6-FEED-D40C-87C3EFA7C169}"/>
                </a:ext>
              </a:extLst>
            </p:cNvPr>
            <p:cNvSpPr/>
            <p:nvPr/>
          </p:nvSpPr>
          <p:spPr>
            <a:xfrm>
              <a:off x="84348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0" name="pt288">
              <a:extLst>
                <a:ext uri="{FF2B5EF4-FFF2-40B4-BE49-F238E27FC236}">
                  <a16:creationId xmlns:a16="http://schemas.microsoft.com/office/drawing/2014/main" id="{3CD160AB-FBD4-7782-61C8-BA243E92EBF0}"/>
                </a:ext>
              </a:extLst>
            </p:cNvPr>
            <p:cNvSpPr/>
            <p:nvPr/>
          </p:nvSpPr>
          <p:spPr>
            <a:xfrm>
              <a:off x="839745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1" name="pt289">
              <a:extLst>
                <a:ext uri="{FF2B5EF4-FFF2-40B4-BE49-F238E27FC236}">
                  <a16:creationId xmlns:a16="http://schemas.microsoft.com/office/drawing/2014/main" id="{3898124E-43CA-37D2-4C57-4D525630E733}"/>
                </a:ext>
              </a:extLst>
            </p:cNvPr>
            <p:cNvSpPr/>
            <p:nvPr/>
          </p:nvSpPr>
          <p:spPr>
            <a:xfrm>
              <a:off x="9537855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2" name="pt290">
              <a:extLst>
                <a:ext uri="{FF2B5EF4-FFF2-40B4-BE49-F238E27FC236}">
                  <a16:creationId xmlns:a16="http://schemas.microsoft.com/office/drawing/2014/main" id="{7B3077E0-6244-73B1-29F2-985E465894E0}"/>
                </a:ext>
              </a:extLst>
            </p:cNvPr>
            <p:cNvSpPr/>
            <p:nvPr/>
          </p:nvSpPr>
          <p:spPr>
            <a:xfrm>
              <a:off x="936784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3" name="pt291">
              <a:extLst>
                <a:ext uri="{FF2B5EF4-FFF2-40B4-BE49-F238E27FC236}">
                  <a16:creationId xmlns:a16="http://schemas.microsoft.com/office/drawing/2014/main" id="{9DACCBF3-5066-DFC5-7356-D2EF4EF3AB14}"/>
                </a:ext>
              </a:extLst>
            </p:cNvPr>
            <p:cNvSpPr/>
            <p:nvPr/>
          </p:nvSpPr>
          <p:spPr>
            <a:xfrm>
              <a:off x="7888559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4" name="pt292">
              <a:extLst>
                <a:ext uri="{FF2B5EF4-FFF2-40B4-BE49-F238E27FC236}">
                  <a16:creationId xmlns:a16="http://schemas.microsoft.com/office/drawing/2014/main" id="{3CE887A6-7C94-7328-20B4-7C192C37F5BB}"/>
                </a:ext>
              </a:extLst>
            </p:cNvPr>
            <p:cNvSpPr/>
            <p:nvPr/>
          </p:nvSpPr>
          <p:spPr>
            <a:xfrm>
              <a:off x="7325812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5" name="pt293">
              <a:extLst>
                <a:ext uri="{FF2B5EF4-FFF2-40B4-BE49-F238E27FC236}">
                  <a16:creationId xmlns:a16="http://schemas.microsoft.com/office/drawing/2014/main" id="{906027AA-1BF0-ECC0-ED9D-5EECF7686949}"/>
                </a:ext>
              </a:extLst>
            </p:cNvPr>
            <p:cNvSpPr/>
            <p:nvPr/>
          </p:nvSpPr>
          <p:spPr>
            <a:xfrm>
              <a:off x="946674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6" name="pt294">
              <a:extLst>
                <a:ext uri="{FF2B5EF4-FFF2-40B4-BE49-F238E27FC236}">
                  <a16:creationId xmlns:a16="http://schemas.microsoft.com/office/drawing/2014/main" id="{0566F3D5-5584-71E6-4B26-BED7699C620A}"/>
                </a:ext>
              </a:extLst>
            </p:cNvPr>
            <p:cNvSpPr/>
            <p:nvPr/>
          </p:nvSpPr>
          <p:spPr>
            <a:xfrm>
              <a:off x="8444566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7" name="pt295">
              <a:extLst>
                <a:ext uri="{FF2B5EF4-FFF2-40B4-BE49-F238E27FC236}">
                  <a16:creationId xmlns:a16="http://schemas.microsoft.com/office/drawing/2014/main" id="{D0FCFAEE-70CF-EF0F-03F0-E9A9E36445A4}"/>
                </a:ext>
              </a:extLst>
            </p:cNvPr>
            <p:cNvSpPr/>
            <p:nvPr/>
          </p:nvSpPr>
          <p:spPr>
            <a:xfrm>
              <a:off x="10268571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8" name="pt296">
              <a:extLst>
                <a:ext uri="{FF2B5EF4-FFF2-40B4-BE49-F238E27FC236}">
                  <a16:creationId xmlns:a16="http://schemas.microsoft.com/office/drawing/2014/main" id="{05F1941F-FD32-82B1-6C47-A17302D9724A}"/>
                </a:ext>
              </a:extLst>
            </p:cNvPr>
            <p:cNvSpPr/>
            <p:nvPr/>
          </p:nvSpPr>
          <p:spPr>
            <a:xfrm>
              <a:off x="962968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19" name="pt297">
              <a:extLst>
                <a:ext uri="{FF2B5EF4-FFF2-40B4-BE49-F238E27FC236}">
                  <a16:creationId xmlns:a16="http://schemas.microsoft.com/office/drawing/2014/main" id="{E8FB0FC6-E171-D9C0-CDCC-98E691FF9890}"/>
                </a:ext>
              </a:extLst>
            </p:cNvPr>
            <p:cNvSpPr/>
            <p:nvPr/>
          </p:nvSpPr>
          <p:spPr>
            <a:xfrm>
              <a:off x="9540060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0" name="pt298">
              <a:extLst>
                <a:ext uri="{FF2B5EF4-FFF2-40B4-BE49-F238E27FC236}">
                  <a16:creationId xmlns:a16="http://schemas.microsoft.com/office/drawing/2014/main" id="{4ACE9763-20D4-D0B7-8AEB-212A79B90CA6}"/>
                </a:ext>
              </a:extLst>
            </p:cNvPr>
            <p:cNvSpPr/>
            <p:nvPr/>
          </p:nvSpPr>
          <p:spPr>
            <a:xfrm>
              <a:off x="764472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1" name="pt299">
              <a:extLst>
                <a:ext uri="{FF2B5EF4-FFF2-40B4-BE49-F238E27FC236}">
                  <a16:creationId xmlns:a16="http://schemas.microsoft.com/office/drawing/2014/main" id="{8740FCCF-34D0-C64C-297A-DA05FE8D234F}"/>
                </a:ext>
              </a:extLst>
            </p:cNvPr>
            <p:cNvSpPr/>
            <p:nvPr/>
          </p:nvSpPr>
          <p:spPr>
            <a:xfrm>
              <a:off x="859625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2" name="pt300">
              <a:extLst>
                <a:ext uri="{FF2B5EF4-FFF2-40B4-BE49-F238E27FC236}">
                  <a16:creationId xmlns:a16="http://schemas.microsoft.com/office/drawing/2014/main" id="{8841E1F9-79D5-52CD-1D5F-A53442C18B46}"/>
                </a:ext>
              </a:extLst>
            </p:cNvPr>
            <p:cNvSpPr/>
            <p:nvPr/>
          </p:nvSpPr>
          <p:spPr>
            <a:xfrm>
              <a:off x="9367844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3" name="pt301">
              <a:extLst>
                <a:ext uri="{FF2B5EF4-FFF2-40B4-BE49-F238E27FC236}">
                  <a16:creationId xmlns:a16="http://schemas.microsoft.com/office/drawing/2014/main" id="{F2835D80-6EFA-E368-6D90-6D1F86B25D50}"/>
                </a:ext>
              </a:extLst>
            </p:cNvPr>
            <p:cNvSpPr/>
            <p:nvPr/>
          </p:nvSpPr>
          <p:spPr>
            <a:xfrm>
              <a:off x="846075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4" name="pt302">
              <a:extLst>
                <a:ext uri="{FF2B5EF4-FFF2-40B4-BE49-F238E27FC236}">
                  <a16:creationId xmlns:a16="http://schemas.microsoft.com/office/drawing/2014/main" id="{2E5BEE42-DE22-73D5-EBBF-39A96EB18E38}"/>
                </a:ext>
              </a:extLst>
            </p:cNvPr>
            <p:cNvSpPr/>
            <p:nvPr/>
          </p:nvSpPr>
          <p:spPr>
            <a:xfrm>
              <a:off x="872310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5" name="pt303">
              <a:extLst>
                <a:ext uri="{FF2B5EF4-FFF2-40B4-BE49-F238E27FC236}">
                  <a16:creationId xmlns:a16="http://schemas.microsoft.com/office/drawing/2014/main" id="{4350E900-B863-1A72-CCBC-1DC4AC776501}"/>
                </a:ext>
              </a:extLst>
            </p:cNvPr>
            <p:cNvSpPr/>
            <p:nvPr/>
          </p:nvSpPr>
          <p:spPr>
            <a:xfrm>
              <a:off x="7241213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6" name="pt304">
              <a:extLst>
                <a:ext uri="{FF2B5EF4-FFF2-40B4-BE49-F238E27FC236}">
                  <a16:creationId xmlns:a16="http://schemas.microsoft.com/office/drawing/2014/main" id="{975E9C4E-78CD-B464-E117-6D26EFED826F}"/>
                </a:ext>
              </a:extLst>
            </p:cNvPr>
            <p:cNvSpPr/>
            <p:nvPr/>
          </p:nvSpPr>
          <p:spPr>
            <a:xfrm>
              <a:off x="7644721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7" name="pt305">
              <a:extLst>
                <a:ext uri="{FF2B5EF4-FFF2-40B4-BE49-F238E27FC236}">
                  <a16:creationId xmlns:a16="http://schemas.microsoft.com/office/drawing/2014/main" id="{61E6A8D5-60D3-53D8-9BCE-80F3A3F0DF94}"/>
                </a:ext>
              </a:extLst>
            </p:cNvPr>
            <p:cNvSpPr/>
            <p:nvPr/>
          </p:nvSpPr>
          <p:spPr>
            <a:xfrm>
              <a:off x="7938073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8" name="pt306">
              <a:extLst>
                <a:ext uri="{FF2B5EF4-FFF2-40B4-BE49-F238E27FC236}">
                  <a16:creationId xmlns:a16="http://schemas.microsoft.com/office/drawing/2014/main" id="{6E15A0D0-2FF7-FA90-44BF-F4C63C63DE5E}"/>
                </a:ext>
              </a:extLst>
            </p:cNvPr>
            <p:cNvSpPr/>
            <p:nvPr/>
          </p:nvSpPr>
          <p:spPr>
            <a:xfrm>
              <a:off x="8744572" y="565906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29" name="pt307">
              <a:extLst>
                <a:ext uri="{FF2B5EF4-FFF2-40B4-BE49-F238E27FC236}">
                  <a16:creationId xmlns:a16="http://schemas.microsoft.com/office/drawing/2014/main" id="{30D53F06-EDEB-7828-4904-54C261831A8F}"/>
                </a:ext>
              </a:extLst>
            </p:cNvPr>
            <p:cNvSpPr/>
            <p:nvPr/>
          </p:nvSpPr>
          <p:spPr>
            <a:xfrm>
              <a:off x="9540927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0" name="pt308">
              <a:extLst>
                <a:ext uri="{FF2B5EF4-FFF2-40B4-BE49-F238E27FC236}">
                  <a16:creationId xmlns:a16="http://schemas.microsoft.com/office/drawing/2014/main" id="{11AD43C4-70BE-42CC-9718-0397DF79C333}"/>
                </a:ext>
              </a:extLst>
            </p:cNvPr>
            <p:cNvSpPr/>
            <p:nvPr/>
          </p:nvSpPr>
          <p:spPr>
            <a:xfrm>
              <a:off x="10262299" y="818833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1" name="pg309">
              <a:extLst>
                <a:ext uri="{FF2B5EF4-FFF2-40B4-BE49-F238E27FC236}">
                  <a16:creationId xmlns:a16="http://schemas.microsoft.com/office/drawing/2014/main" id="{11D560F1-CDA7-DFFC-CC4E-864465F1C157}"/>
                </a:ext>
              </a:extLst>
            </p:cNvPr>
            <p:cNvSpPr/>
            <p:nvPr/>
          </p:nvSpPr>
          <p:spPr>
            <a:xfrm>
              <a:off x="1001893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2" name="pg310">
              <a:extLst>
                <a:ext uri="{FF2B5EF4-FFF2-40B4-BE49-F238E27FC236}">
                  <a16:creationId xmlns:a16="http://schemas.microsoft.com/office/drawing/2014/main" id="{6BECAB7F-8056-485D-D1C1-1BBB402553FF}"/>
                </a:ext>
              </a:extLst>
            </p:cNvPr>
            <p:cNvSpPr/>
            <p:nvPr/>
          </p:nvSpPr>
          <p:spPr>
            <a:xfrm>
              <a:off x="982842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3" name="pg311">
              <a:extLst>
                <a:ext uri="{FF2B5EF4-FFF2-40B4-BE49-F238E27FC236}">
                  <a16:creationId xmlns:a16="http://schemas.microsoft.com/office/drawing/2014/main" id="{7DD1B501-4191-20B9-C20D-3EC4BA485E3E}"/>
                </a:ext>
              </a:extLst>
            </p:cNvPr>
            <p:cNvSpPr/>
            <p:nvPr/>
          </p:nvSpPr>
          <p:spPr>
            <a:xfrm>
              <a:off x="1001613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4" name="pg312">
              <a:extLst>
                <a:ext uri="{FF2B5EF4-FFF2-40B4-BE49-F238E27FC236}">
                  <a16:creationId xmlns:a16="http://schemas.microsoft.com/office/drawing/2014/main" id="{F2EF0088-3FFE-10B3-5C3F-2FC4617F6685}"/>
                </a:ext>
              </a:extLst>
            </p:cNvPr>
            <p:cNvSpPr/>
            <p:nvPr/>
          </p:nvSpPr>
          <p:spPr>
            <a:xfrm>
              <a:off x="10533725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5" name="pg313">
              <a:extLst>
                <a:ext uri="{FF2B5EF4-FFF2-40B4-BE49-F238E27FC236}">
                  <a16:creationId xmlns:a16="http://schemas.microsoft.com/office/drawing/2014/main" id="{CD5F42DE-EC7F-C0F9-9ABC-8ACEF359E636}"/>
                </a:ext>
              </a:extLst>
            </p:cNvPr>
            <p:cNvSpPr/>
            <p:nvPr/>
          </p:nvSpPr>
          <p:spPr>
            <a:xfrm>
              <a:off x="8324545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6" name="pg314">
              <a:extLst>
                <a:ext uri="{FF2B5EF4-FFF2-40B4-BE49-F238E27FC236}">
                  <a16:creationId xmlns:a16="http://schemas.microsoft.com/office/drawing/2014/main" id="{0A3CD503-088C-5027-5385-E4354E32D79D}"/>
                </a:ext>
              </a:extLst>
            </p:cNvPr>
            <p:cNvSpPr/>
            <p:nvPr/>
          </p:nvSpPr>
          <p:spPr>
            <a:xfrm>
              <a:off x="982529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7" name="pg315">
              <a:extLst>
                <a:ext uri="{FF2B5EF4-FFF2-40B4-BE49-F238E27FC236}">
                  <a16:creationId xmlns:a16="http://schemas.microsoft.com/office/drawing/2014/main" id="{84A46086-8E70-DD66-9C25-E013896D4C2A}"/>
                </a:ext>
              </a:extLst>
            </p:cNvPr>
            <p:cNvSpPr/>
            <p:nvPr/>
          </p:nvSpPr>
          <p:spPr>
            <a:xfrm>
              <a:off x="804609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8" name="pg316">
              <a:extLst>
                <a:ext uri="{FF2B5EF4-FFF2-40B4-BE49-F238E27FC236}">
                  <a16:creationId xmlns:a16="http://schemas.microsoft.com/office/drawing/2014/main" id="{DF815CE4-6D3B-39C4-EF83-EE7A1486356C}"/>
                </a:ext>
              </a:extLst>
            </p:cNvPr>
            <p:cNvSpPr/>
            <p:nvPr/>
          </p:nvSpPr>
          <p:spPr>
            <a:xfrm>
              <a:off x="829919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39" name="pg317">
              <a:extLst>
                <a:ext uri="{FF2B5EF4-FFF2-40B4-BE49-F238E27FC236}">
                  <a16:creationId xmlns:a16="http://schemas.microsoft.com/office/drawing/2014/main" id="{682D5DFD-88B6-C1E3-2026-D4DA9675907C}"/>
                </a:ext>
              </a:extLst>
            </p:cNvPr>
            <p:cNvSpPr/>
            <p:nvPr/>
          </p:nvSpPr>
          <p:spPr>
            <a:xfrm>
              <a:off x="988954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0" name="pg318">
              <a:extLst>
                <a:ext uri="{FF2B5EF4-FFF2-40B4-BE49-F238E27FC236}">
                  <a16:creationId xmlns:a16="http://schemas.microsoft.com/office/drawing/2014/main" id="{4E9B1260-0631-9620-FD41-93DFC3EB2CB4}"/>
                </a:ext>
              </a:extLst>
            </p:cNvPr>
            <p:cNvSpPr/>
            <p:nvPr/>
          </p:nvSpPr>
          <p:spPr>
            <a:xfrm>
              <a:off x="851523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1" name="pg319">
              <a:extLst>
                <a:ext uri="{FF2B5EF4-FFF2-40B4-BE49-F238E27FC236}">
                  <a16:creationId xmlns:a16="http://schemas.microsoft.com/office/drawing/2014/main" id="{7C05B68E-5F3B-779E-F899-672CF1A2DE47}"/>
                </a:ext>
              </a:extLst>
            </p:cNvPr>
            <p:cNvSpPr/>
            <p:nvPr/>
          </p:nvSpPr>
          <p:spPr>
            <a:xfrm>
              <a:off x="1013142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2" name="pg320">
              <a:extLst>
                <a:ext uri="{FF2B5EF4-FFF2-40B4-BE49-F238E27FC236}">
                  <a16:creationId xmlns:a16="http://schemas.microsoft.com/office/drawing/2014/main" id="{F4387EEC-5699-B8CC-0042-3762346232F6}"/>
                </a:ext>
              </a:extLst>
            </p:cNvPr>
            <p:cNvSpPr/>
            <p:nvPr/>
          </p:nvSpPr>
          <p:spPr>
            <a:xfrm>
              <a:off x="1008025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3" name="pg321">
              <a:extLst>
                <a:ext uri="{FF2B5EF4-FFF2-40B4-BE49-F238E27FC236}">
                  <a16:creationId xmlns:a16="http://schemas.microsoft.com/office/drawing/2014/main" id="{39465819-A2C0-4775-F2F4-56A0A9A22A77}"/>
                </a:ext>
              </a:extLst>
            </p:cNvPr>
            <p:cNvSpPr/>
            <p:nvPr/>
          </p:nvSpPr>
          <p:spPr>
            <a:xfrm>
              <a:off x="1058468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4" name="pg322">
              <a:extLst>
                <a:ext uri="{FF2B5EF4-FFF2-40B4-BE49-F238E27FC236}">
                  <a16:creationId xmlns:a16="http://schemas.microsoft.com/office/drawing/2014/main" id="{0C8A7664-7615-99AF-24E4-3CAC72CD1D03}"/>
                </a:ext>
              </a:extLst>
            </p:cNvPr>
            <p:cNvSpPr/>
            <p:nvPr/>
          </p:nvSpPr>
          <p:spPr>
            <a:xfrm>
              <a:off x="8664009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5" name="pg323">
              <a:extLst>
                <a:ext uri="{FF2B5EF4-FFF2-40B4-BE49-F238E27FC236}">
                  <a16:creationId xmlns:a16="http://schemas.microsoft.com/office/drawing/2014/main" id="{F6AEE528-74A0-DC86-3216-628DDC27B396}"/>
                </a:ext>
              </a:extLst>
            </p:cNvPr>
            <p:cNvSpPr/>
            <p:nvPr/>
          </p:nvSpPr>
          <p:spPr>
            <a:xfrm>
              <a:off x="8093509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6" name="pg324">
              <a:extLst>
                <a:ext uri="{FF2B5EF4-FFF2-40B4-BE49-F238E27FC236}">
                  <a16:creationId xmlns:a16="http://schemas.microsoft.com/office/drawing/2014/main" id="{1FBCF26E-D16A-5753-BF31-923195557D13}"/>
                </a:ext>
              </a:extLst>
            </p:cNvPr>
            <p:cNvSpPr/>
            <p:nvPr/>
          </p:nvSpPr>
          <p:spPr>
            <a:xfrm>
              <a:off x="853240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7" name="pg325">
              <a:extLst>
                <a:ext uri="{FF2B5EF4-FFF2-40B4-BE49-F238E27FC236}">
                  <a16:creationId xmlns:a16="http://schemas.microsoft.com/office/drawing/2014/main" id="{36915E43-42B3-506F-73D4-E8DD89DEF0BC}"/>
                </a:ext>
              </a:extLst>
            </p:cNvPr>
            <p:cNvSpPr/>
            <p:nvPr/>
          </p:nvSpPr>
          <p:spPr>
            <a:xfrm>
              <a:off x="998823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8" name="pg326">
              <a:extLst>
                <a:ext uri="{FF2B5EF4-FFF2-40B4-BE49-F238E27FC236}">
                  <a16:creationId xmlns:a16="http://schemas.microsoft.com/office/drawing/2014/main" id="{A6529C4D-5EE6-B8EF-BFC2-7EA3DEFB5B94}"/>
                </a:ext>
              </a:extLst>
            </p:cNvPr>
            <p:cNvSpPr/>
            <p:nvPr/>
          </p:nvSpPr>
          <p:spPr>
            <a:xfrm>
              <a:off x="866973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49" name="pg327">
              <a:extLst>
                <a:ext uri="{FF2B5EF4-FFF2-40B4-BE49-F238E27FC236}">
                  <a16:creationId xmlns:a16="http://schemas.microsoft.com/office/drawing/2014/main" id="{A0B7D506-9475-23FA-7DA5-561C6C661E73}"/>
                </a:ext>
              </a:extLst>
            </p:cNvPr>
            <p:cNvSpPr/>
            <p:nvPr/>
          </p:nvSpPr>
          <p:spPr>
            <a:xfrm>
              <a:off x="1058698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0" name="pg328">
              <a:extLst>
                <a:ext uri="{FF2B5EF4-FFF2-40B4-BE49-F238E27FC236}">
                  <a16:creationId xmlns:a16="http://schemas.microsoft.com/office/drawing/2014/main" id="{449C3002-9400-E982-F6CF-44DEC1EBFC01}"/>
                </a:ext>
              </a:extLst>
            </p:cNvPr>
            <p:cNvSpPr/>
            <p:nvPr/>
          </p:nvSpPr>
          <p:spPr>
            <a:xfrm>
              <a:off x="998556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1" name="pg329">
              <a:extLst>
                <a:ext uri="{FF2B5EF4-FFF2-40B4-BE49-F238E27FC236}">
                  <a16:creationId xmlns:a16="http://schemas.microsoft.com/office/drawing/2014/main" id="{233436C4-1676-E6DC-36D3-757541E5161E}"/>
                </a:ext>
              </a:extLst>
            </p:cNvPr>
            <p:cNvSpPr/>
            <p:nvPr/>
          </p:nvSpPr>
          <p:spPr>
            <a:xfrm>
              <a:off x="8324545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2" name="pg330">
              <a:extLst>
                <a:ext uri="{FF2B5EF4-FFF2-40B4-BE49-F238E27FC236}">
                  <a16:creationId xmlns:a16="http://schemas.microsoft.com/office/drawing/2014/main" id="{F35A2429-A822-067A-B2A2-E043FCDB3826}"/>
                </a:ext>
              </a:extLst>
            </p:cNvPr>
            <p:cNvSpPr/>
            <p:nvPr/>
          </p:nvSpPr>
          <p:spPr>
            <a:xfrm>
              <a:off x="998556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3" name="pg331">
              <a:extLst>
                <a:ext uri="{FF2B5EF4-FFF2-40B4-BE49-F238E27FC236}">
                  <a16:creationId xmlns:a16="http://schemas.microsoft.com/office/drawing/2014/main" id="{C1362333-A00F-2690-0F30-3F1D67D11E66}"/>
                </a:ext>
              </a:extLst>
            </p:cNvPr>
            <p:cNvSpPr/>
            <p:nvPr/>
          </p:nvSpPr>
          <p:spPr>
            <a:xfrm>
              <a:off x="850687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4" name="pg332">
              <a:extLst>
                <a:ext uri="{FF2B5EF4-FFF2-40B4-BE49-F238E27FC236}">
                  <a16:creationId xmlns:a16="http://schemas.microsoft.com/office/drawing/2014/main" id="{FBFB6028-04AE-108F-89D7-A655E8DC22EE}"/>
                </a:ext>
              </a:extLst>
            </p:cNvPr>
            <p:cNvSpPr/>
            <p:nvPr/>
          </p:nvSpPr>
          <p:spPr>
            <a:xfrm>
              <a:off x="1013142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5" name="pg333">
              <a:extLst>
                <a:ext uri="{FF2B5EF4-FFF2-40B4-BE49-F238E27FC236}">
                  <a16:creationId xmlns:a16="http://schemas.microsoft.com/office/drawing/2014/main" id="{61B4709F-D70D-47F5-6A84-9DD32B2E8558}"/>
                </a:ext>
              </a:extLst>
            </p:cNvPr>
            <p:cNvSpPr/>
            <p:nvPr/>
          </p:nvSpPr>
          <p:spPr>
            <a:xfrm>
              <a:off x="829507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6" name="pg334">
              <a:extLst>
                <a:ext uri="{FF2B5EF4-FFF2-40B4-BE49-F238E27FC236}">
                  <a16:creationId xmlns:a16="http://schemas.microsoft.com/office/drawing/2014/main" id="{725B671D-F410-BE4B-1438-DC6DBFE86D02}"/>
                </a:ext>
              </a:extLst>
            </p:cNvPr>
            <p:cNvSpPr/>
            <p:nvPr/>
          </p:nvSpPr>
          <p:spPr>
            <a:xfrm>
              <a:off x="835696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7" name="pg335">
              <a:extLst>
                <a:ext uri="{FF2B5EF4-FFF2-40B4-BE49-F238E27FC236}">
                  <a16:creationId xmlns:a16="http://schemas.microsoft.com/office/drawing/2014/main" id="{A3CEEE51-18E9-76ED-ECB4-BA127A58FC65}"/>
                </a:ext>
              </a:extLst>
            </p:cNvPr>
            <p:cNvSpPr/>
            <p:nvPr/>
          </p:nvSpPr>
          <p:spPr>
            <a:xfrm>
              <a:off x="803959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8" name="pg336">
              <a:extLst>
                <a:ext uri="{FF2B5EF4-FFF2-40B4-BE49-F238E27FC236}">
                  <a16:creationId xmlns:a16="http://schemas.microsoft.com/office/drawing/2014/main" id="{1A6D8207-891C-1012-4E04-9325E79B24A7}"/>
                </a:ext>
              </a:extLst>
            </p:cNvPr>
            <p:cNvSpPr/>
            <p:nvPr/>
          </p:nvSpPr>
          <p:spPr>
            <a:xfrm>
              <a:off x="847221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59" name="pg337">
              <a:extLst>
                <a:ext uri="{FF2B5EF4-FFF2-40B4-BE49-F238E27FC236}">
                  <a16:creationId xmlns:a16="http://schemas.microsoft.com/office/drawing/2014/main" id="{3E7A8307-FFD2-B06A-D386-F37B436BEB2A}"/>
                </a:ext>
              </a:extLst>
            </p:cNvPr>
            <p:cNvSpPr/>
            <p:nvPr/>
          </p:nvSpPr>
          <p:spPr>
            <a:xfrm>
              <a:off x="869049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0" name="pg338">
              <a:extLst>
                <a:ext uri="{FF2B5EF4-FFF2-40B4-BE49-F238E27FC236}">
                  <a16:creationId xmlns:a16="http://schemas.microsoft.com/office/drawing/2014/main" id="{7E61618F-EFDF-E8F0-6AF6-CA0EF295D81E}"/>
                </a:ext>
              </a:extLst>
            </p:cNvPr>
            <p:cNvSpPr/>
            <p:nvPr/>
          </p:nvSpPr>
          <p:spPr>
            <a:xfrm>
              <a:off x="9918947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1" name="pg339">
              <a:extLst>
                <a:ext uri="{FF2B5EF4-FFF2-40B4-BE49-F238E27FC236}">
                  <a16:creationId xmlns:a16="http://schemas.microsoft.com/office/drawing/2014/main" id="{EA34B3CD-1032-3C9B-224A-18D829889A27}"/>
                </a:ext>
              </a:extLst>
            </p:cNvPr>
            <p:cNvSpPr/>
            <p:nvPr/>
          </p:nvSpPr>
          <p:spPr>
            <a:xfrm>
              <a:off x="998766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2" name="pg340">
              <a:extLst>
                <a:ext uri="{FF2B5EF4-FFF2-40B4-BE49-F238E27FC236}">
                  <a16:creationId xmlns:a16="http://schemas.microsoft.com/office/drawing/2014/main" id="{76552728-88A5-A57C-379B-1FE2438EF55E}"/>
                </a:ext>
              </a:extLst>
            </p:cNvPr>
            <p:cNvSpPr/>
            <p:nvPr/>
          </p:nvSpPr>
          <p:spPr>
            <a:xfrm>
              <a:off x="831915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3" name="pg341">
              <a:extLst>
                <a:ext uri="{FF2B5EF4-FFF2-40B4-BE49-F238E27FC236}">
                  <a16:creationId xmlns:a16="http://schemas.microsoft.com/office/drawing/2014/main" id="{BC3EC595-E349-0CD2-C3B5-BBE748A4A74E}"/>
                </a:ext>
              </a:extLst>
            </p:cNvPr>
            <p:cNvSpPr/>
            <p:nvPr/>
          </p:nvSpPr>
          <p:spPr>
            <a:xfrm>
              <a:off x="837190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4" name="pg342">
              <a:extLst>
                <a:ext uri="{FF2B5EF4-FFF2-40B4-BE49-F238E27FC236}">
                  <a16:creationId xmlns:a16="http://schemas.microsoft.com/office/drawing/2014/main" id="{181B6990-5B8A-5717-222E-C6A7CE86C9DA}"/>
                </a:ext>
              </a:extLst>
            </p:cNvPr>
            <p:cNvSpPr/>
            <p:nvPr/>
          </p:nvSpPr>
          <p:spPr>
            <a:xfrm>
              <a:off x="991924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5" name="pg343">
              <a:extLst>
                <a:ext uri="{FF2B5EF4-FFF2-40B4-BE49-F238E27FC236}">
                  <a16:creationId xmlns:a16="http://schemas.microsoft.com/office/drawing/2014/main" id="{FB342548-3DD0-B004-60B1-C8ADEBBDF63B}"/>
                </a:ext>
              </a:extLst>
            </p:cNvPr>
            <p:cNvSpPr/>
            <p:nvPr/>
          </p:nvSpPr>
          <p:spPr>
            <a:xfrm>
              <a:off x="804757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6" name="pg344">
              <a:extLst>
                <a:ext uri="{FF2B5EF4-FFF2-40B4-BE49-F238E27FC236}">
                  <a16:creationId xmlns:a16="http://schemas.microsoft.com/office/drawing/2014/main" id="{7F98C7D5-3F1F-8CC4-3A63-698EF93D0DC0}"/>
                </a:ext>
              </a:extLst>
            </p:cNvPr>
            <p:cNvSpPr/>
            <p:nvPr/>
          </p:nvSpPr>
          <p:spPr>
            <a:xfrm>
              <a:off x="852575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7" name="pg345">
              <a:extLst>
                <a:ext uri="{FF2B5EF4-FFF2-40B4-BE49-F238E27FC236}">
                  <a16:creationId xmlns:a16="http://schemas.microsoft.com/office/drawing/2014/main" id="{DB5205EA-4282-C764-AA96-0B825BA56BEA}"/>
                </a:ext>
              </a:extLst>
            </p:cNvPr>
            <p:cNvSpPr/>
            <p:nvPr/>
          </p:nvSpPr>
          <p:spPr>
            <a:xfrm>
              <a:off x="809066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8" name="pg346">
              <a:extLst>
                <a:ext uri="{FF2B5EF4-FFF2-40B4-BE49-F238E27FC236}">
                  <a16:creationId xmlns:a16="http://schemas.microsoft.com/office/drawing/2014/main" id="{318025C7-8FB6-6F9D-E212-620F77B52869}"/>
                </a:ext>
              </a:extLst>
            </p:cNvPr>
            <p:cNvSpPr/>
            <p:nvPr/>
          </p:nvSpPr>
          <p:spPr>
            <a:xfrm>
              <a:off x="1008228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69" name="pg347">
              <a:extLst>
                <a:ext uri="{FF2B5EF4-FFF2-40B4-BE49-F238E27FC236}">
                  <a16:creationId xmlns:a16="http://schemas.microsoft.com/office/drawing/2014/main" id="{A3193496-DFC9-DD59-E94E-6CEF49E9383A}"/>
                </a:ext>
              </a:extLst>
            </p:cNvPr>
            <p:cNvSpPr/>
            <p:nvPr/>
          </p:nvSpPr>
          <p:spPr>
            <a:xfrm>
              <a:off x="1004928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0" name="pg348">
              <a:extLst>
                <a:ext uri="{FF2B5EF4-FFF2-40B4-BE49-F238E27FC236}">
                  <a16:creationId xmlns:a16="http://schemas.microsoft.com/office/drawing/2014/main" id="{97A06B80-6300-07E7-9749-20C59AF4EF44}"/>
                </a:ext>
              </a:extLst>
            </p:cNvPr>
            <p:cNvSpPr/>
            <p:nvPr/>
          </p:nvSpPr>
          <p:spPr>
            <a:xfrm>
              <a:off x="831915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1" name="pg349">
              <a:extLst>
                <a:ext uri="{FF2B5EF4-FFF2-40B4-BE49-F238E27FC236}">
                  <a16:creationId xmlns:a16="http://schemas.microsoft.com/office/drawing/2014/main" id="{6BD6D265-6B18-F4A6-0EDC-8363A786AEA8}"/>
                </a:ext>
              </a:extLst>
            </p:cNvPr>
            <p:cNvSpPr/>
            <p:nvPr/>
          </p:nvSpPr>
          <p:spPr>
            <a:xfrm>
              <a:off x="869049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2" name="pg350">
              <a:extLst>
                <a:ext uri="{FF2B5EF4-FFF2-40B4-BE49-F238E27FC236}">
                  <a16:creationId xmlns:a16="http://schemas.microsoft.com/office/drawing/2014/main" id="{362D7BA2-DB60-0A79-6F1D-198A16A56C74}"/>
                </a:ext>
              </a:extLst>
            </p:cNvPr>
            <p:cNvSpPr/>
            <p:nvPr/>
          </p:nvSpPr>
          <p:spPr>
            <a:xfrm>
              <a:off x="1007189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3" name="pg351">
              <a:extLst>
                <a:ext uri="{FF2B5EF4-FFF2-40B4-BE49-F238E27FC236}">
                  <a16:creationId xmlns:a16="http://schemas.microsoft.com/office/drawing/2014/main" id="{88107678-DD8E-123A-609F-55D779D530A0}"/>
                </a:ext>
              </a:extLst>
            </p:cNvPr>
            <p:cNvSpPr/>
            <p:nvPr/>
          </p:nvSpPr>
          <p:spPr>
            <a:xfrm>
              <a:off x="1006979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4" name="pg352">
              <a:extLst>
                <a:ext uri="{FF2B5EF4-FFF2-40B4-BE49-F238E27FC236}">
                  <a16:creationId xmlns:a16="http://schemas.microsoft.com/office/drawing/2014/main" id="{45BB23DD-AD6A-07A5-C74F-FB8B03F16F0F}"/>
                </a:ext>
              </a:extLst>
            </p:cNvPr>
            <p:cNvSpPr/>
            <p:nvPr/>
          </p:nvSpPr>
          <p:spPr>
            <a:xfrm>
              <a:off x="847221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5" name="pg353">
              <a:extLst>
                <a:ext uri="{FF2B5EF4-FFF2-40B4-BE49-F238E27FC236}">
                  <a16:creationId xmlns:a16="http://schemas.microsoft.com/office/drawing/2014/main" id="{5B127B28-41CF-52F7-72BC-72A312148109}"/>
                </a:ext>
              </a:extLst>
            </p:cNvPr>
            <p:cNvSpPr/>
            <p:nvPr/>
          </p:nvSpPr>
          <p:spPr>
            <a:xfrm>
              <a:off x="989170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6" name="pg354">
              <a:extLst>
                <a:ext uri="{FF2B5EF4-FFF2-40B4-BE49-F238E27FC236}">
                  <a16:creationId xmlns:a16="http://schemas.microsoft.com/office/drawing/2014/main" id="{6F604657-D47C-732C-BF57-F3D20BF4DBBF}"/>
                </a:ext>
              </a:extLst>
            </p:cNvPr>
            <p:cNvSpPr/>
            <p:nvPr/>
          </p:nvSpPr>
          <p:spPr>
            <a:xfrm>
              <a:off x="804455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7" name="pg355">
              <a:extLst>
                <a:ext uri="{FF2B5EF4-FFF2-40B4-BE49-F238E27FC236}">
                  <a16:creationId xmlns:a16="http://schemas.microsoft.com/office/drawing/2014/main" id="{25F799A5-AA17-D9DA-5587-EAEF6BB1EC08}"/>
                </a:ext>
              </a:extLst>
            </p:cNvPr>
            <p:cNvSpPr/>
            <p:nvPr/>
          </p:nvSpPr>
          <p:spPr>
            <a:xfrm>
              <a:off x="1005133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8" name="pg356">
              <a:extLst>
                <a:ext uri="{FF2B5EF4-FFF2-40B4-BE49-F238E27FC236}">
                  <a16:creationId xmlns:a16="http://schemas.microsoft.com/office/drawing/2014/main" id="{0F9901D3-9F96-0E02-8DF2-E32D9C1DFEDC}"/>
                </a:ext>
              </a:extLst>
            </p:cNvPr>
            <p:cNvSpPr/>
            <p:nvPr/>
          </p:nvSpPr>
          <p:spPr>
            <a:xfrm>
              <a:off x="1028916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79" name="pg357">
              <a:extLst>
                <a:ext uri="{FF2B5EF4-FFF2-40B4-BE49-F238E27FC236}">
                  <a16:creationId xmlns:a16="http://schemas.microsoft.com/office/drawing/2014/main" id="{42674C48-ED12-92E0-01F0-DE404B7BB6F8}"/>
                </a:ext>
              </a:extLst>
            </p:cNvPr>
            <p:cNvSpPr/>
            <p:nvPr/>
          </p:nvSpPr>
          <p:spPr>
            <a:xfrm>
              <a:off x="1019579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0" name="pg358">
              <a:extLst>
                <a:ext uri="{FF2B5EF4-FFF2-40B4-BE49-F238E27FC236}">
                  <a16:creationId xmlns:a16="http://schemas.microsoft.com/office/drawing/2014/main" id="{318BDEF8-5EC7-4668-A125-67FE473019C2}"/>
                </a:ext>
              </a:extLst>
            </p:cNvPr>
            <p:cNvSpPr/>
            <p:nvPr/>
          </p:nvSpPr>
          <p:spPr>
            <a:xfrm>
              <a:off x="8185750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1" name="pg359">
              <a:extLst>
                <a:ext uri="{FF2B5EF4-FFF2-40B4-BE49-F238E27FC236}">
                  <a16:creationId xmlns:a16="http://schemas.microsoft.com/office/drawing/2014/main" id="{F3B4C06E-B3E6-D544-B62A-428B1ABC0837}"/>
                </a:ext>
              </a:extLst>
            </p:cNvPr>
            <p:cNvSpPr/>
            <p:nvPr/>
          </p:nvSpPr>
          <p:spPr>
            <a:xfrm>
              <a:off x="764516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2" name="pg360">
              <a:extLst>
                <a:ext uri="{FF2B5EF4-FFF2-40B4-BE49-F238E27FC236}">
                  <a16:creationId xmlns:a16="http://schemas.microsoft.com/office/drawing/2014/main" id="{407896D6-280A-40FB-0613-7E768965D513}"/>
                </a:ext>
              </a:extLst>
            </p:cNvPr>
            <p:cNvSpPr/>
            <p:nvPr/>
          </p:nvSpPr>
          <p:spPr>
            <a:xfrm>
              <a:off x="955541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3" name="pg361">
              <a:extLst>
                <a:ext uri="{FF2B5EF4-FFF2-40B4-BE49-F238E27FC236}">
                  <a16:creationId xmlns:a16="http://schemas.microsoft.com/office/drawing/2014/main" id="{185191CF-7565-657D-444A-FB9DE819E314}"/>
                </a:ext>
              </a:extLst>
            </p:cNvPr>
            <p:cNvSpPr/>
            <p:nvPr/>
          </p:nvSpPr>
          <p:spPr>
            <a:xfrm>
              <a:off x="7636425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4" name="pg362">
              <a:extLst>
                <a:ext uri="{FF2B5EF4-FFF2-40B4-BE49-F238E27FC236}">
                  <a16:creationId xmlns:a16="http://schemas.microsoft.com/office/drawing/2014/main" id="{8D0EE5B8-6ED2-5E72-3464-FFB512B77038}"/>
                </a:ext>
              </a:extLst>
            </p:cNvPr>
            <p:cNvSpPr/>
            <p:nvPr/>
          </p:nvSpPr>
          <p:spPr>
            <a:xfrm>
              <a:off x="786542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5" name="pg363">
              <a:extLst>
                <a:ext uri="{FF2B5EF4-FFF2-40B4-BE49-F238E27FC236}">
                  <a16:creationId xmlns:a16="http://schemas.microsoft.com/office/drawing/2014/main" id="{580C1F66-B4BC-FC5A-23C6-8703A17DFD13}"/>
                </a:ext>
              </a:extLst>
            </p:cNvPr>
            <p:cNvSpPr/>
            <p:nvPr/>
          </p:nvSpPr>
          <p:spPr>
            <a:xfrm>
              <a:off x="9551836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6" name="pg364">
              <a:extLst>
                <a:ext uri="{FF2B5EF4-FFF2-40B4-BE49-F238E27FC236}">
                  <a16:creationId xmlns:a16="http://schemas.microsoft.com/office/drawing/2014/main" id="{AB60CAED-9A38-36E1-52DF-3A00F9CA6039}"/>
                </a:ext>
              </a:extLst>
            </p:cNvPr>
            <p:cNvSpPr/>
            <p:nvPr/>
          </p:nvSpPr>
          <p:spPr>
            <a:xfrm>
              <a:off x="971683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7" name="pg365">
              <a:extLst>
                <a:ext uri="{FF2B5EF4-FFF2-40B4-BE49-F238E27FC236}">
                  <a16:creationId xmlns:a16="http://schemas.microsoft.com/office/drawing/2014/main" id="{26253F5A-DE36-CA45-48E2-A644D3A49E76}"/>
                </a:ext>
              </a:extLst>
            </p:cNvPr>
            <p:cNvSpPr/>
            <p:nvPr/>
          </p:nvSpPr>
          <p:spPr>
            <a:xfrm>
              <a:off x="952861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8" name="pg366">
              <a:extLst>
                <a:ext uri="{FF2B5EF4-FFF2-40B4-BE49-F238E27FC236}">
                  <a16:creationId xmlns:a16="http://schemas.microsoft.com/office/drawing/2014/main" id="{570428FD-DACA-6698-DCC4-CFC0D35E11EB}"/>
                </a:ext>
              </a:extLst>
            </p:cNvPr>
            <p:cNvSpPr/>
            <p:nvPr/>
          </p:nvSpPr>
          <p:spPr>
            <a:xfrm>
              <a:off x="943379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89" name="pg367">
              <a:extLst>
                <a:ext uri="{FF2B5EF4-FFF2-40B4-BE49-F238E27FC236}">
                  <a16:creationId xmlns:a16="http://schemas.microsoft.com/office/drawing/2014/main" id="{33958FC4-8922-FC91-6946-09576574C2A6}"/>
                </a:ext>
              </a:extLst>
            </p:cNvPr>
            <p:cNvSpPr/>
            <p:nvPr/>
          </p:nvSpPr>
          <p:spPr>
            <a:xfrm>
              <a:off x="980528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0" name="pg368">
              <a:extLst>
                <a:ext uri="{FF2B5EF4-FFF2-40B4-BE49-F238E27FC236}">
                  <a16:creationId xmlns:a16="http://schemas.microsoft.com/office/drawing/2014/main" id="{51B626E4-E326-6B68-C85D-CAD406B6F47D}"/>
                </a:ext>
              </a:extLst>
            </p:cNvPr>
            <p:cNvSpPr/>
            <p:nvPr/>
          </p:nvSpPr>
          <p:spPr>
            <a:xfrm>
              <a:off x="964704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1" name="pg369">
              <a:extLst>
                <a:ext uri="{FF2B5EF4-FFF2-40B4-BE49-F238E27FC236}">
                  <a16:creationId xmlns:a16="http://schemas.microsoft.com/office/drawing/2014/main" id="{76593F79-58B2-7B78-39F9-2799B56E6A2D}"/>
                </a:ext>
              </a:extLst>
            </p:cNvPr>
            <p:cNvSpPr/>
            <p:nvPr/>
          </p:nvSpPr>
          <p:spPr>
            <a:xfrm>
              <a:off x="8309256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2" name="pg370">
              <a:extLst>
                <a:ext uri="{FF2B5EF4-FFF2-40B4-BE49-F238E27FC236}">
                  <a16:creationId xmlns:a16="http://schemas.microsoft.com/office/drawing/2014/main" id="{3AE8C8EB-1586-741B-B533-68023C47964B}"/>
                </a:ext>
              </a:extLst>
            </p:cNvPr>
            <p:cNvSpPr/>
            <p:nvPr/>
          </p:nvSpPr>
          <p:spPr>
            <a:xfrm>
              <a:off x="1028721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3" name="pg371">
              <a:extLst>
                <a:ext uri="{FF2B5EF4-FFF2-40B4-BE49-F238E27FC236}">
                  <a16:creationId xmlns:a16="http://schemas.microsoft.com/office/drawing/2014/main" id="{E66372BB-F128-818D-05A8-F2B7D2B87842}"/>
                </a:ext>
              </a:extLst>
            </p:cNvPr>
            <p:cNvSpPr/>
            <p:nvPr/>
          </p:nvSpPr>
          <p:spPr>
            <a:xfrm>
              <a:off x="829140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4" name="pg372">
              <a:extLst>
                <a:ext uri="{FF2B5EF4-FFF2-40B4-BE49-F238E27FC236}">
                  <a16:creationId xmlns:a16="http://schemas.microsoft.com/office/drawing/2014/main" id="{D05ABB21-E5FC-EA4D-5370-8276DD72B6E7}"/>
                </a:ext>
              </a:extLst>
            </p:cNvPr>
            <p:cNvSpPr/>
            <p:nvPr/>
          </p:nvSpPr>
          <p:spPr>
            <a:xfrm>
              <a:off x="8107394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5" name="pg373">
              <a:extLst>
                <a:ext uri="{FF2B5EF4-FFF2-40B4-BE49-F238E27FC236}">
                  <a16:creationId xmlns:a16="http://schemas.microsoft.com/office/drawing/2014/main" id="{3095F2DA-0E92-A038-4237-80AA6A8469FB}"/>
                </a:ext>
              </a:extLst>
            </p:cNvPr>
            <p:cNvSpPr/>
            <p:nvPr/>
          </p:nvSpPr>
          <p:spPr>
            <a:xfrm>
              <a:off x="784407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6" name="pg374">
              <a:extLst>
                <a:ext uri="{FF2B5EF4-FFF2-40B4-BE49-F238E27FC236}">
                  <a16:creationId xmlns:a16="http://schemas.microsoft.com/office/drawing/2014/main" id="{661D3C71-8DF9-BFED-2A16-6F1BD91B40BE}"/>
                </a:ext>
              </a:extLst>
            </p:cNvPr>
            <p:cNvSpPr/>
            <p:nvPr/>
          </p:nvSpPr>
          <p:spPr>
            <a:xfrm>
              <a:off x="820996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7" name="pg375">
              <a:extLst>
                <a:ext uri="{FF2B5EF4-FFF2-40B4-BE49-F238E27FC236}">
                  <a16:creationId xmlns:a16="http://schemas.microsoft.com/office/drawing/2014/main" id="{7BA77DFF-60BB-CEB8-9327-0E1D9045F564}"/>
                </a:ext>
              </a:extLst>
            </p:cNvPr>
            <p:cNvSpPr/>
            <p:nvPr/>
          </p:nvSpPr>
          <p:spPr>
            <a:xfrm>
              <a:off x="9748945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8" name="pg376">
              <a:extLst>
                <a:ext uri="{FF2B5EF4-FFF2-40B4-BE49-F238E27FC236}">
                  <a16:creationId xmlns:a16="http://schemas.microsoft.com/office/drawing/2014/main" id="{A31ABF15-DB30-FFF6-CACC-466D5747533F}"/>
                </a:ext>
              </a:extLst>
            </p:cNvPr>
            <p:cNvSpPr/>
            <p:nvPr/>
          </p:nvSpPr>
          <p:spPr>
            <a:xfrm>
              <a:off x="8157918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99" name="pg377">
              <a:extLst>
                <a:ext uri="{FF2B5EF4-FFF2-40B4-BE49-F238E27FC236}">
                  <a16:creationId xmlns:a16="http://schemas.microsoft.com/office/drawing/2014/main" id="{CE0220D2-D462-81E0-1558-965DA2440902}"/>
                </a:ext>
              </a:extLst>
            </p:cNvPr>
            <p:cNvSpPr/>
            <p:nvPr/>
          </p:nvSpPr>
          <p:spPr>
            <a:xfrm>
              <a:off x="789704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0" name="pg378">
              <a:extLst>
                <a:ext uri="{FF2B5EF4-FFF2-40B4-BE49-F238E27FC236}">
                  <a16:creationId xmlns:a16="http://schemas.microsoft.com/office/drawing/2014/main" id="{FB010214-E825-E7CD-21E3-4C387A662524}"/>
                </a:ext>
              </a:extLst>
            </p:cNvPr>
            <p:cNvSpPr/>
            <p:nvPr/>
          </p:nvSpPr>
          <p:spPr>
            <a:xfrm>
              <a:off x="7709327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1" name="pg379">
              <a:extLst>
                <a:ext uri="{FF2B5EF4-FFF2-40B4-BE49-F238E27FC236}">
                  <a16:creationId xmlns:a16="http://schemas.microsoft.com/office/drawing/2014/main" id="{D97AE7CF-4771-D6F1-D54B-B733C8349282}"/>
                </a:ext>
              </a:extLst>
            </p:cNvPr>
            <p:cNvSpPr/>
            <p:nvPr/>
          </p:nvSpPr>
          <p:spPr>
            <a:xfrm>
              <a:off x="785377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2" name="pg380">
              <a:extLst>
                <a:ext uri="{FF2B5EF4-FFF2-40B4-BE49-F238E27FC236}">
                  <a16:creationId xmlns:a16="http://schemas.microsoft.com/office/drawing/2014/main" id="{EC72C5C1-C19E-F4E4-1AF8-51AD934F3496}"/>
                </a:ext>
              </a:extLst>
            </p:cNvPr>
            <p:cNvSpPr/>
            <p:nvPr/>
          </p:nvSpPr>
          <p:spPr>
            <a:xfrm>
              <a:off x="7630443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3" name="pg381">
              <a:extLst>
                <a:ext uri="{FF2B5EF4-FFF2-40B4-BE49-F238E27FC236}">
                  <a16:creationId xmlns:a16="http://schemas.microsoft.com/office/drawing/2014/main" id="{D8DD070F-3E4E-5F11-A510-08FB0BEE021D}"/>
                </a:ext>
              </a:extLst>
            </p:cNvPr>
            <p:cNvSpPr/>
            <p:nvPr/>
          </p:nvSpPr>
          <p:spPr>
            <a:xfrm>
              <a:off x="974610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4" name="pg382">
              <a:extLst>
                <a:ext uri="{FF2B5EF4-FFF2-40B4-BE49-F238E27FC236}">
                  <a16:creationId xmlns:a16="http://schemas.microsoft.com/office/drawing/2014/main" id="{5D94C855-97C7-8C54-12B3-FB0CDC9B4336}"/>
                </a:ext>
              </a:extLst>
            </p:cNvPr>
            <p:cNvSpPr/>
            <p:nvPr/>
          </p:nvSpPr>
          <p:spPr>
            <a:xfrm>
              <a:off x="7906300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5" name="pg383">
              <a:extLst>
                <a:ext uri="{FF2B5EF4-FFF2-40B4-BE49-F238E27FC236}">
                  <a16:creationId xmlns:a16="http://schemas.microsoft.com/office/drawing/2014/main" id="{30BA21F3-2A19-F378-5BB2-31DD3E34030D}"/>
                </a:ext>
              </a:extLst>
            </p:cNvPr>
            <p:cNvSpPr/>
            <p:nvPr/>
          </p:nvSpPr>
          <p:spPr>
            <a:xfrm>
              <a:off x="8205522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6" name="pg384">
              <a:extLst>
                <a:ext uri="{FF2B5EF4-FFF2-40B4-BE49-F238E27FC236}">
                  <a16:creationId xmlns:a16="http://schemas.microsoft.com/office/drawing/2014/main" id="{AFF0DEEA-C38C-462F-27C4-F300BD2B8E27}"/>
                </a:ext>
              </a:extLst>
            </p:cNvPr>
            <p:cNvSpPr/>
            <p:nvPr/>
          </p:nvSpPr>
          <p:spPr>
            <a:xfrm>
              <a:off x="952848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7" name="pg385">
              <a:extLst>
                <a:ext uri="{FF2B5EF4-FFF2-40B4-BE49-F238E27FC236}">
                  <a16:creationId xmlns:a16="http://schemas.microsoft.com/office/drawing/2014/main" id="{252F42C6-67EE-6E77-4C44-21F86441BA40}"/>
                </a:ext>
              </a:extLst>
            </p:cNvPr>
            <p:cNvSpPr/>
            <p:nvPr/>
          </p:nvSpPr>
          <p:spPr>
            <a:xfrm>
              <a:off x="969701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8" name="pg386">
              <a:extLst>
                <a:ext uri="{FF2B5EF4-FFF2-40B4-BE49-F238E27FC236}">
                  <a16:creationId xmlns:a16="http://schemas.microsoft.com/office/drawing/2014/main" id="{6FE26883-7EF0-090D-A94B-E97FB9F02159}"/>
                </a:ext>
              </a:extLst>
            </p:cNvPr>
            <p:cNvSpPr/>
            <p:nvPr/>
          </p:nvSpPr>
          <p:spPr>
            <a:xfrm>
              <a:off x="960420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09" name="pg387">
              <a:extLst>
                <a:ext uri="{FF2B5EF4-FFF2-40B4-BE49-F238E27FC236}">
                  <a16:creationId xmlns:a16="http://schemas.microsoft.com/office/drawing/2014/main" id="{58C67632-A423-E5BC-CF4F-487285C78F96}"/>
                </a:ext>
              </a:extLst>
            </p:cNvPr>
            <p:cNvSpPr/>
            <p:nvPr/>
          </p:nvSpPr>
          <p:spPr>
            <a:xfrm>
              <a:off x="960408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0" name="pg388">
              <a:extLst>
                <a:ext uri="{FF2B5EF4-FFF2-40B4-BE49-F238E27FC236}">
                  <a16:creationId xmlns:a16="http://schemas.microsoft.com/office/drawing/2014/main" id="{3243F56F-932E-2745-9410-6BFF00AEA410}"/>
                </a:ext>
              </a:extLst>
            </p:cNvPr>
            <p:cNvSpPr/>
            <p:nvPr/>
          </p:nvSpPr>
          <p:spPr>
            <a:xfrm>
              <a:off x="9634625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1" name="pg389">
              <a:extLst>
                <a:ext uri="{FF2B5EF4-FFF2-40B4-BE49-F238E27FC236}">
                  <a16:creationId xmlns:a16="http://schemas.microsoft.com/office/drawing/2014/main" id="{A2D6E66E-BDE9-9E03-BD79-FFAA3710549E}"/>
                </a:ext>
              </a:extLst>
            </p:cNvPr>
            <p:cNvSpPr/>
            <p:nvPr/>
          </p:nvSpPr>
          <p:spPr>
            <a:xfrm>
              <a:off x="829096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2" name="pg390">
              <a:extLst>
                <a:ext uri="{FF2B5EF4-FFF2-40B4-BE49-F238E27FC236}">
                  <a16:creationId xmlns:a16="http://schemas.microsoft.com/office/drawing/2014/main" id="{B4A9B41A-3941-CEEC-3133-4052BDD3D348}"/>
                </a:ext>
              </a:extLst>
            </p:cNvPr>
            <p:cNvSpPr/>
            <p:nvPr/>
          </p:nvSpPr>
          <p:spPr>
            <a:xfrm>
              <a:off x="8157918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3" name="pg391">
              <a:extLst>
                <a:ext uri="{FF2B5EF4-FFF2-40B4-BE49-F238E27FC236}">
                  <a16:creationId xmlns:a16="http://schemas.microsoft.com/office/drawing/2014/main" id="{5158FF8C-FB26-EE2F-1AF5-6E848FA65548}"/>
                </a:ext>
              </a:extLst>
            </p:cNvPr>
            <p:cNvSpPr/>
            <p:nvPr/>
          </p:nvSpPr>
          <p:spPr>
            <a:xfrm>
              <a:off x="8092541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4" name="pg392">
              <a:extLst>
                <a:ext uri="{FF2B5EF4-FFF2-40B4-BE49-F238E27FC236}">
                  <a16:creationId xmlns:a16="http://schemas.microsoft.com/office/drawing/2014/main" id="{EE84C6D1-2AB9-DD60-7CA3-0F35D2581F40}"/>
                </a:ext>
              </a:extLst>
            </p:cNvPr>
            <p:cNvSpPr/>
            <p:nvPr/>
          </p:nvSpPr>
          <p:spPr>
            <a:xfrm>
              <a:off x="963306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5" name="pg393">
              <a:extLst>
                <a:ext uri="{FF2B5EF4-FFF2-40B4-BE49-F238E27FC236}">
                  <a16:creationId xmlns:a16="http://schemas.microsoft.com/office/drawing/2014/main" id="{DF06D9B8-569C-8DA7-239C-45A17049DF98}"/>
                </a:ext>
              </a:extLst>
            </p:cNvPr>
            <p:cNvSpPr/>
            <p:nvPr/>
          </p:nvSpPr>
          <p:spPr>
            <a:xfrm>
              <a:off x="794776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6" name="pg394">
              <a:extLst>
                <a:ext uri="{FF2B5EF4-FFF2-40B4-BE49-F238E27FC236}">
                  <a16:creationId xmlns:a16="http://schemas.microsoft.com/office/drawing/2014/main" id="{6A0CAD2E-88C6-E0F7-F4DA-73692BDC45BF}"/>
                </a:ext>
              </a:extLst>
            </p:cNvPr>
            <p:cNvSpPr/>
            <p:nvPr/>
          </p:nvSpPr>
          <p:spPr>
            <a:xfrm>
              <a:off x="9647560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7" name="pg395">
              <a:extLst>
                <a:ext uri="{FF2B5EF4-FFF2-40B4-BE49-F238E27FC236}">
                  <a16:creationId xmlns:a16="http://schemas.microsoft.com/office/drawing/2014/main" id="{015AC3EE-FDEA-2EAC-C2D6-8D810CC15988}"/>
                </a:ext>
              </a:extLst>
            </p:cNvPr>
            <p:cNvSpPr/>
            <p:nvPr/>
          </p:nvSpPr>
          <p:spPr>
            <a:xfrm>
              <a:off x="943220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8" name="pg396">
              <a:extLst>
                <a:ext uri="{FF2B5EF4-FFF2-40B4-BE49-F238E27FC236}">
                  <a16:creationId xmlns:a16="http://schemas.microsoft.com/office/drawing/2014/main" id="{3B3706B8-E7D0-60BC-721D-1FEC8B64CF98}"/>
                </a:ext>
              </a:extLst>
            </p:cNvPr>
            <p:cNvSpPr/>
            <p:nvPr/>
          </p:nvSpPr>
          <p:spPr>
            <a:xfrm>
              <a:off x="1019579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19" name="pg397">
              <a:extLst>
                <a:ext uri="{FF2B5EF4-FFF2-40B4-BE49-F238E27FC236}">
                  <a16:creationId xmlns:a16="http://schemas.microsoft.com/office/drawing/2014/main" id="{F067187D-03C1-40E3-250B-F9F73B1E18AF}"/>
                </a:ext>
              </a:extLst>
            </p:cNvPr>
            <p:cNvSpPr/>
            <p:nvPr/>
          </p:nvSpPr>
          <p:spPr>
            <a:xfrm>
              <a:off x="9719704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0" name="pg398">
              <a:extLst>
                <a:ext uri="{FF2B5EF4-FFF2-40B4-BE49-F238E27FC236}">
                  <a16:creationId xmlns:a16="http://schemas.microsoft.com/office/drawing/2014/main" id="{ACF26899-DCB8-2B61-4631-6BE2D25EC2A4}"/>
                </a:ext>
              </a:extLst>
            </p:cNvPr>
            <p:cNvSpPr/>
            <p:nvPr/>
          </p:nvSpPr>
          <p:spPr>
            <a:xfrm>
              <a:off x="794776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1" name="pg399">
              <a:extLst>
                <a:ext uri="{FF2B5EF4-FFF2-40B4-BE49-F238E27FC236}">
                  <a16:creationId xmlns:a16="http://schemas.microsoft.com/office/drawing/2014/main" id="{6B5AB4E1-7F7C-AEE6-8D0C-A17E043928BE}"/>
                </a:ext>
              </a:extLst>
            </p:cNvPr>
            <p:cNvSpPr/>
            <p:nvPr/>
          </p:nvSpPr>
          <p:spPr>
            <a:xfrm>
              <a:off x="785571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2" name="pg400">
              <a:extLst>
                <a:ext uri="{FF2B5EF4-FFF2-40B4-BE49-F238E27FC236}">
                  <a16:creationId xmlns:a16="http://schemas.microsoft.com/office/drawing/2014/main" id="{A2966CAE-0101-C4C0-B0A4-1FC7D48F0052}"/>
                </a:ext>
              </a:extLst>
            </p:cNvPr>
            <p:cNvSpPr/>
            <p:nvPr/>
          </p:nvSpPr>
          <p:spPr>
            <a:xfrm>
              <a:off x="9695222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3" name="pg401">
              <a:extLst>
                <a:ext uri="{FF2B5EF4-FFF2-40B4-BE49-F238E27FC236}">
                  <a16:creationId xmlns:a16="http://schemas.microsoft.com/office/drawing/2014/main" id="{BAB3B7B5-A506-CE66-9C8B-5631330149E7}"/>
                </a:ext>
              </a:extLst>
            </p:cNvPr>
            <p:cNvSpPr/>
            <p:nvPr/>
          </p:nvSpPr>
          <p:spPr>
            <a:xfrm>
              <a:off x="9805281" y="816326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4" name="pg402">
              <a:extLst>
                <a:ext uri="{FF2B5EF4-FFF2-40B4-BE49-F238E27FC236}">
                  <a16:creationId xmlns:a16="http://schemas.microsoft.com/office/drawing/2014/main" id="{6E23F4A0-85D1-1964-44F3-E586E137326C}"/>
                </a:ext>
              </a:extLst>
            </p:cNvPr>
            <p:cNvSpPr/>
            <p:nvPr/>
          </p:nvSpPr>
          <p:spPr>
            <a:xfrm>
              <a:off x="7701200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5" name="pg403">
              <a:extLst>
                <a:ext uri="{FF2B5EF4-FFF2-40B4-BE49-F238E27FC236}">
                  <a16:creationId xmlns:a16="http://schemas.microsoft.com/office/drawing/2014/main" id="{2949FAAD-7634-DEDF-DCCB-B089F334F1E3}"/>
                </a:ext>
              </a:extLst>
            </p:cNvPr>
            <p:cNvSpPr/>
            <p:nvPr/>
          </p:nvSpPr>
          <p:spPr>
            <a:xfrm>
              <a:off x="7630443" y="563400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26" name="pg404">
              <a:extLst>
                <a:ext uri="{FF2B5EF4-FFF2-40B4-BE49-F238E27FC236}">
                  <a16:creationId xmlns:a16="http://schemas.microsoft.com/office/drawing/2014/main" id="{149D871D-527F-AC26-6BBD-4450D0658573}"/>
                </a:ext>
              </a:extLst>
            </p:cNvPr>
            <p:cNvSpPr/>
            <p:nvPr/>
          </p:nvSpPr>
          <p:spPr>
            <a:xfrm>
              <a:off x="7027587" y="6092947"/>
              <a:ext cx="3899276" cy="1649020"/>
            </a:xfrm>
            <a:custGeom>
              <a:avLst/>
              <a:gdLst/>
              <a:ahLst/>
              <a:cxnLst/>
              <a:rect l="0" t="0" r="0" b="0"/>
              <a:pathLst>
                <a:path w="3899276" h="1649020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  <a:lnTo>
                    <a:pt x="3899276" y="1649020"/>
                  </a:lnTo>
                  <a:lnTo>
                    <a:pt x="3849918" y="1634497"/>
                  </a:lnTo>
                  <a:lnTo>
                    <a:pt x="3800560" y="1619688"/>
                  </a:lnTo>
                  <a:lnTo>
                    <a:pt x="3751202" y="1604594"/>
                  </a:lnTo>
                  <a:lnTo>
                    <a:pt x="3701844" y="1589222"/>
                  </a:lnTo>
                  <a:lnTo>
                    <a:pt x="3652486" y="1573576"/>
                  </a:lnTo>
                  <a:lnTo>
                    <a:pt x="3603128" y="1557663"/>
                  </a:lnTo>
                  <a:lnTo>
                    <a:pt x="3553770" y="1541489"/>
                  </a:lnTo>
                  <a:lnTo>
                    <a:pt x="3504412" y="1525063"/>
                  </a:lnTo>
                  <a:lnTo>
                    <a:pt x="3455055" y="1508394"/>
                  </a:lnTo>
                  <a:lnTo>
                    <a:pt x="3405697" y="1491492"/>
                  </a:lnTo>
                  <a:lnTo>
                    <a:pt x="3356339" y="1474368"/>
                  </a:lnTo>
                  <a:lnTo>
                    <a:pt x="3306981" y="1457034"/>
                  </a:lnTo>
                  <a:lnTo>
                    <a:pt x="3257623" y="1439506"/>
                  </a:lnTo>
                  <a:lnTo>
                    <a:pt x="3208265" y="1421796"/>
                  </a:lnTo>
                  <a:lnTo>
                    <a:pt x="3158907" y="1403923"/>
                  </a:lnTo>
                  <a:lnTo>
                    <a:pt x="3109549" y="1385903"/>
                  </a:lnTo>
                  <a:lnTo>
                    <a:pt x="3060191" y="1367756"/>
                  </a:lnTo>
                  <a:lnTo>
                    <a:pt x="3010833" y="1349503"/>
                  </a:lnTo>
                  <a:lnTo>
                    <a:pt x="2961475" y="1331167"/>
                  </a:lnTo>
                  <a:lnTo>
                    <a:pt x="2912117" y="1312771"/>
                  </a:lnTo>
                  <a:lnTo>
                    <a:pt x="2862759" y="1294341"/>
                  </a:lnTo>
                  <a:lnTo>
                    <a:pt x="2813401" y="1275904"/>
                  </a:lnTo>
                  <a:lnTo>
                    <a:pt x="2764044" y="1257490"/>
                  </a:lnTo>
                  <a:lnTo>
                    <a:pt x="2714686" y="1239129"/>
                  </a:lnTo>
                  <a:lnTo>
                    <a:pt x="2665328" y="1220853"/>
                  </a:lnTo>
                  <a:lnTo>
                    <a:pt x="2615970" y="1202695"/>
                  </a:lnTo>
                  <a:lnTo>
                    <a:pt x="2566612" y="1184689"/>
                  </a:lnTo>
                  <a:lnTo>
                    <a:pt x="2517254" y="1166872"/>
                  </a:lnTo>
                  <a:lnTo>
                    <a:pt x="2467896" y="1149278"/>
                  </a:lnTo>
                  <a:lnTo>
                    <a:pt x="2418538" y="1131943"/>
                  </a:lnTo>
                  <a:lnTo>
                    <a:pt x="2369180" y="1114903"/>
                  </a:lnTo>
                  <a:lnTo>
                    <a:pt x="2319822" y="1098190"/>
                  </a:lnTo>
                  <a:lnTo>
                    <a:pt x="2270464" y="1081838"/>
                  </a:lnTo>
                  <a:lnTo>
                    <a:pt x="2221106" y="1065876"/>
                  </a:lnTo>
                  <a:lnTo>
                    <a:pt x="2171748" y="1050330"/>
                  </a:lnTo>
                  <a:lnTo>
                    <a:pt x="2122390" y="1035222"/>
                  </a:lnTo>
                  <a:lnTo>
                    <a:pt x="2073033" y="1020571"/>
                  </a:lnTo>
                  <a:lnTo>
                    <a:pt x="2023675" y="1006389"/>
                  </a:lnTo>
                  <a:lnTo>
                    <a:pt x="1974317" y="992685"/>
                  </a:lnTo>
                  <a:lnTo>
                    <a:pt x="1924959" y="979461"/>
                  </a:lnTo>
                  <a:lnTo>
                    <a:pt x="1875601" y="966715"/>
                  </a:lnTo>
                  <a:lnTo>
                    <a:pt x="1826243" y="954441"/>
                  </a:lnTo>
                  <a:lnTo>
                    <a:pt x="1776885" y="942628"/>
                  </a:lnTo>
                  <a:lnTo>
                    <a:pt x="1727527" y="931261"/>
                  </a:lnTo>
                  <a:lnTo>
                    <a:pt x="1678169" y="920324"/>
                  </a:lnTo>
                  <a:lnTo>
                    <a:pt x="1628811" y="909798"/>
                  </a:lnTo>
                  <a:lnTo>
                    <a:pt x="1579453" y="899661"/>
                  </a:lnTo>
                  <a:lnTo>
                    <a:pt x="1530095" y="889892"/>
                  </a:lnTo>
                  <a:lnTo>
                    <a:pt x="1480737" y="880469"/>
                  </a:lnTo>
                  <a:lnTo>
                    <a:pt x="1431379" y="871370"/>
                  </a:lnTo>
                  <a:lnTo>
                    <a:pt x="1382022" y="862574"/>
                  </a:lnTo>
                  <a:lnTo>
                    <a:pt x="1332664" y="854059"/>
                  </a:lnTo>
                  <a:lnTo>
                    <a:pt x="1283306" y="845807"/>
                  </a:lnTo>
                  <a:lnTo>
                    <a:pt x="1233948" y="837797"/>
                  </a:lnTo>
                  <a:lnTo>
                    <a:pt x="1184590" y="830013"/>
                  </a:lnTo>
                  <a:lnTo>
                    <a:pt x="1135232" y="822438"/>
                  </a:lnTo>
                  <a:lnTo>
                    <a:pt x="1085874" y="815057"/>
                  </a:lnTo>
                  <a:lnTo>
                    <a:pt x="1036516" y="807854"/>
                  </a:lnTo>
                  <a:lnTo>
                    <a:pt x="987158" y="800817"/>
                  </a:lnTo>
                  <a:lnTo>
                    <a:pt x="937800" y="793934"/>
                  </a:lnTo>
                  <a:lnTo>
                    <a:pt x="888442" y="787194"/>
                  </a:lnTo>
                  <a:lnTo>
                    <a:pt x="839084" y="780586"/>
                  </a:lnTo>
                  <a:lnTo>
                    <a:pt x="789726" y="774101"/>
                  </a:lnTo>
                  <a:lnTo>
                    <a:pt x="740368" y="767730"/>
                  </a:lnTo>
                  <a:lnTo>
                    <a:pt x="691011" y="761466"/>
                  </a:lnTo>
                  <a:lnTo>
                    <a:pt x="641653" y="755301"/>
                  </a:lnTo>
                  <a:lnTo>
                    <a:pt x="592295" y="749228"/>
                  </a:lnTo>
                  <a:lnTo>
                    <a:pt x="542937" y="743242"/>
                  </a:lnTo>
                  <a:lnTo>
                    <a:pt x="493579" y="737336"/>
                  </a:lnTo>
                  <a:lnTo>
                    <a:pt x="444221" y="731507"/>
                  </a:lnTo>
                  <a:lnTo>
                    <a:pt x="394863" y="725749"/>
                  </a:lnTo>
                  <a:lnTo>
                    <a:pt x="345505" y="720057"/>
                  </a:lnTo>
                  <a:lnTo>
                    <a:pt x="296147" y="714429"/>
                  </a:lnTo>
                  <a:lnTo>
                    <a:pt x="246789" y="708860"/>
                  </a:lnTo>
                  <a:lnTo>
                    <a:pt x="197431" y="703347"/>
                  </a:lnTo>
                  <a:lnTo>
                    <a:pt x="148073" y="697887"/>
                  </a:lnTo>
                  <a:lnTo>
                    <a:pt x="98715" y="692477"/>
                  </a:lnTo>
                  <a:lnTo>
                    <a:pt x="49357" y="687114"/>
                  </a:lnTo>
                  <a:lnTo>
                    <a:pt x="0" y="681797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3427" name="pl405">
              <a:extLst>
                <a:ext uri="{FF2B5EF4-FFF2-40B4-BE49-F238E27FC236}">
                  <a16:creationId xmlns:a16="http://schemas.microsoft.com/office/drawing/2014/main" id="{D122F5AF-6C4D-A4DA-6374-1F3A1EEBAFF9}"/>
                </a:ext>
              </a:extLst>
            </p:cNvPr>
            <p:cNvSpPr/>
            <p:nvPr/>
          </p:nvSpPr>
          <p:spPr>
            <a:xfrm>
              <a:off x="7027587" y="6092947"/>
              <a:ext cx="3899276" cy="956331"/>
            </a:xfrm>
            <a:custGeom>
              <a:avLst/>
              <a:gdLst/>
              <a:ahLst/>
              <a:cxnLst/>
              <a:rect l="0" t="0" r="0" b="0"/>
              <a:pathLst>
                <a:path w="3899276" h="956331">
                  <a:moveTo>
                    <a:pt x="0" y="0"/>
                  </a:moveTo>
                  <a:lnTo>
                    <a:pt x="49357" y="12166"/>
                  </a:lnTo>
                  <a:lnTo>
                    <a:pt x="98715" y="24618"/>
                  </a:lnTo>
                  <a:lnTo>
                    <a:pt x="148073" y="37356"/>
                  </a:lnTo>
                  <a:lnTo>
                    <a:pt x="197431" y="50380"/>
                  </a:lnTo>
                  <a:lnTo>
                    <a:pt x="246789" y="63689"/>
                  </a:lnTo>
                  <a:lnTo>
                    <a:pt x="296147" y="77280"/>
                  </a:lnTo>
                  <a:lnTo>
                    <a:pt x="345505" y="91153"/>
                  </a:lnTo>
                  <a:lnTo>
                    <a:pt x="394863" y="105303"/>
                  </a:lnTo>
                  <a:lnTo>
                    <a:pt x="444221" y="119728"/>
                  </a:lnTo>
                  <a:lnTo>
                    <a:pt x="493579" y="134422"/>
                  </a:lnTo>
                  <a:lnTo>
                    <a:pt x="542937" y="149381"/>
                  </a:lnTo>
                  <a:lnTo>
                    <a:pt x="592295" y="164598"/>
                  </a:lnTo>
                  <a:lnTo>
                    <a:pt x="641653" y="180065"/>
                  </a:lnTo>
                  <a:lnTo>
                    <a:pt x="691011" y="195774"/>
                  </a:lnTo>
                  <a:lnTo>
                    <a:pt x="740368" y="211716"/>
                  </a:lnTo>
                  <a:lnTo>
                    <a:pt x="789726" y="227880"/>
                  </a:lnTo>
                  <a:lnTo>
                    <a:pt x="839084" y="244253"/>
                  </a:lnTo>
                  <a:lnTo>
                    <a:pt x="888442" y="260824"/>
                  </a:lnTo>
                  <a:lnTo>
                    <a:pt x="937800" y="277576"/>
                  </a:lnTo>
                  <a:lnTo>
                    <a:pt x="987158" y="294494"/>
                  </a:lnTo>
                  <a:lnTo>
                    <a:pt x="1036516" y="311561"/>
                  </a:lnTo>
                  <a:lnTo>
                    <a:pt x="1085874" y="328756"/>
                  </a:lnTo>
                  <a:lnTo>
                    <a:pt x="1135232" y="346059"/>
                  </a:lnTo>
                  <a:lnTo>
                    <a:pt x="1184590" y="363447"/>
                  </a:lnTo>
                  <a:lnTo>
                    <a:pt x="1233948" y="380896"/>
                  </a:lnTo>
                  <a:lnTo>
                    <a:pt x="1283306" y="398380"/>
                  </a:lnTo>
                  <a:lnTo>
                    <a:pt x="1332664" y="415870"/>
                  </a:lnTo>
                  <a:lnTo>
                    <a:pt x="1382022" y="433337"/>
                  </a:lnTo>
                  <a:lnTo>
                    <a:pt x="1431379" y="450750"/>
                  </a:lnTo>
                  <a:lnTo>
                    <a:pt x="1480737" y="468075"/>
                  </a:lnTo>
                  <a:lnTo>
                    <a:pt x="1530095" y="485280"/>
                  </a:lnTo>
                  <a:lnTo>
                    <a:pt x="1579453" y="502329"/>
                  </a:lnTo>
                  <a:lnTo>
                    <a:pt x="1628811" y="519186"/>
                  </a:lnTo>
                  <a:lnTo>
                    <a:pt x="1678169" y="535815"/>
                  </a:lnTo>
                  <a:lnTo>
                    <a:pt x="1727527" y="552183"/>
                  </a:lnTo>
                  <a:lnTo>
                    <a:pt x="1776885" y="568254"/>
                  </a:lnTo>
                  <a:lnTo>
                    <a:pt x="1826243" y="583997"/>
                  </a:lnTo>
                  <a:lnTo>
                    <a:pt x="1875601" y="599382"/>
                  </a:lnTo>
                  <a:lnTo>
                    <a:pt x="1924959" y="614382"/>
                  </a:lnTo>
                  <a:lnTo>
                    <a:pt x="1974317" y="628975"/>
                  </a:lnTo>
                  <a:lnTo>
                    <a:pt x="2023675" y="643143"/>
                  </a:lnTo>
                  <a:lnTo>
                    <a:pt x="2073033" y="656871"/>
                  </a:lnTo>
                  <a:lnTo>
                    <a:pt x="2122390" y="670152"/>
                  </a:lnTo>
                  <a:lnTo>
                    <a:pt x="2171748" y="682982"/>
                  </a:lnTo>
                  <a:lnTo>
                    <a:pt x="2221106" y="695363"/>
                  </a:lnTo>
                  <a:lnTo>
                    <a:pt x="2270464" y="707301"/>
                  </a:lnTo>
                  <a:lnTo>
                    <a:pt x="2319822" y="718805"/>
                  </a:lnTo>
                  <a:lnTo>
                    <a:pt x="2369180" y="729888"/>
                  </a:lnTo>
                  <a:lnTo>
                    <a:pt x="2418538" y="740568"/>
                  </a:lnTo>
                  <a:lnTo>
                    <a:pt x="2467896" y="750861"/>
                  </a:lnTo>
                  <a:lnTo>
                    <a:pt x="2517254" y="760787"/>
                  </a:lnTo>
                  <a:lnTo>
                    <a:pt x="2566612" y="770367"/>
                  </a:lnTo>
                  <a:lnTo>
                    <a:pt x="2615970" y="779621"/>
                  </a:lnTo>
                  <a:lnTo>
                    <a:pt x="2665328" y="788570"/>
                  </a:lnTo>
                  <a:lnTo>
                    <a:pt x="2714686" y="797234"/>
                  </a:lnTo>
                  <a:lnTo>
                    <a:pt x="2764044" y="805633"/>
                  </a:lnTo>
                  <a:lnTo>
                    <a:pt x="2813401" y="813784"/>
                  </a:lnTo>
                  <a:lnTo>
                    <a:pt x="2862759" y="821707"/>
                  </a:lnTo>
                  <a:lnTo>
                    <a:pt x="2912117" y="829417"/>
                  </a:lnTo>
                  <a:lnTo>
                    <a:pt x="2961475" y="836931"/>
                  </a:lnTo>
                  <a:lnTo>
                    <a:pt x="3010833" y="844262"/>
                  </a:lnTo>
                  <a:lnTo>
                    <a:pt x="3060191" y="851425"/>
                  </a:lnTo>
                  <a:lnTo>
                    <a:pt x="3109549" y="858431"/>
                  </a:lnTo>
                  <a:lnTo>
                    <a:pt x="3158907" y="865293"/>
                  </a:lnTo>
                  <a:lnTo>
                    <a:pt x="3208265" y="872020"/>
                  </a:lnTo>
                  <a:lnTo>
                    <a:pt x="3257623" y="878623"/>
                  </a:lnTo>
                  <a:lnTo>
                    <a:pt x="3306981" y="885111"/>
                  </a:lnTo>
                  <a:lnTo>
                    <a:pt x="3356339" y="891490"/>
                  </a:lnTo>
                  <a:lnTo>
                    <a:pt x="3405697" y="897770"/>
                  </a:lnTo>
                  <a:lnTo>
                    <a:pt x="3455055" y="903957"/>
                  </a:lnTo>
                  <a:lnTo>
                    <a:pt x="3504412" y="910057"/>
                  </a:lnTo>
                  <a:lnTo>
                    <a:pt x="3553770" y="916076"/>
                  </a:lnTo>
                  <a:lnTo>
                    <a:pt x="3603128" y="922019"/>
                  </a:lnTo>
                  <a:lnTo>
                    <a:pt x="3652486" y="927891"/>
                  </a:lnTo>
                  <a:lnTo>
                    <a:pt x="3701844" y="933697"/>
                  </a:lnTo>
                  <a:lnTo>
                    <a:pt x="3751202" y="939440"/>
                  </a:lnTo>
                  <a:lnTo>
                    <a:pt x="3800560" y="945124"/>
                  </a:lnTo>
                  <a:lnTo>
                    <a:pt x="3849918" y="950754"/>
                  </a:lnTo>
                  <a:lnTo>
                    <a:pt x="3899276" y="95633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428" name="pl406">
              <a:extLst>
                <a:ext uri="{FF2B5EF4-FFF2-40B4-BE49-F238E27FC236}">
                  <a16:creationId xmlns:a16="http://schemas.microsoft.com/office/drawing/2014/main" id="{BFFDD618-D98D-2A1B-957C-D3B9FF4039B7}"/>
                </a:ext>
              </a:extLst>
            </p:cNvPr>
            <p:cNvSpPr/>
            <p:nvPr/>
          </p:nvSpPr>
          <p:spPr>
            <a:xfrm>
              <a:off x="7027587" y="6774745"/>
              <a:ext cx="3899276" cy="967223"/>
            </a:xfrm>
            <a:custGeom>
              <a:avLst/>
              <a:gdLst/>
              <a:ahLst/>
              <a:cxnLst/>
              <a:rect l="0" t="0" r="0" b="0"/>
              <a:pathLst>
                <a:path w="3899276" h="967223">
                  <a:moveTo>
                    <a:pt x="3899276" y="967223"/>
                  </a:moveTo>
                  <a:lnTo>
                    <a:pt x="3849918" y="952700"/>
                  </a:lnTo>
                  <a:lnTo>
                    <a:pt x="3800560" y="937890"/>
                  </a:lnTo>
                  <a:lnTo>
                    <a:pt x="3751202" y="922797"/>
                  </a:lnTo>
                  <a:lnTo>
                    <a:pt x="3701844" y="907425"/>
                  </a:lnTo>
                  <a:lnTo>
                    <a:pt x="3652486" y="891779"/>
                  </a:lnTo>
                  <a:lnTo>
                    <a:pt x="3603128" y="875866"/>
                  </a:lnTo>
                  <a:lnTo>
                    <a:pt x="3553770" y="859692"/>
                  </a:lnTo>
                  <a:lnTo>
                    <a:pt x="3504412" y="843266"/>
                  </a:lnTo>
                  <a:lnTo>
                    <a:pt x="3455055" y="826597"/>
                  </a:lnTo>
                  <a:lnTo>
                    <a:pt x="3405697" y="809694"/>
                  </a:lnTo>
                  <a:lnTo>
                    <a:pt x="3356339" y="792570"/>
                  </a:lnTo>
                  <a:lnTo>
                    <a:pt x="3306981" y="775237"/>
                  </a:lnTo>
                  <a:lnTo>
                    <a:pt x="3257623" y="757708"/>
                  </a:lnTo>
                  <a:lnTo>
                    <a:pt x="3208265" y="739999"/>
                  </a:lnTo>
                  <a:lnTo>
                    <a:pt x="3158907" y="722125"/>
                  </a:lnTo>
                  <a:lnTo>
                    <a:pt x="3109549" y="704106"/>
                  </a:lnTo>
                  <a:lnTo>
                    <a:pt x="3060191" y="685959"/>
                  </a:lnTo>
                  <a:lnTo>
                    <a:pt x="3010833" y="667706"/>
                  </a:lnTo>
                  <a:lnTo>
                    <a:pt x="2961475" y="649370"/>
                  </a:lnTo>
                  <a:lnTo>
                    <a:pt x="2912117" y="630974"/>
                  </a:lnTo>
                  <a:lnTo>
                    <a:pt x="2862759" y="612544"/>
                  </a:lnTo>
                  <a:lnTo>
                    <a:pt x="2813401" y="594107"/>
                  </a:lnTo>
                  <a:lnTo>
                    <a:pt x="2764044" y="575693"/>
                  </a:lnTo>
                  <a:lnTo>
                    <a:pt x="2714686" y="557332"/>
                  </a:lnTo>
                  <a:lnTo>
                    <a:pt x="2665328" y="539055"/>
                  </a:lnTo>
                  <a:lnTo>
                    <a:pt x="2615970" y="520897"/>
                  </a:lnTo>
                  <a:lnTo>
                    <a:pt x="2566612" y="502892"/>
                  </a:lnTo>
                  <a:lnTo>
                    <a:pt x="2517254" y="485074"/>
                  </a:lnTo>
                  <a:lnTo>
                    <a:pt x="2467896" y="467480"/>
                  </a:lnTo>
                  <a:lnTo>
                    <a:pt x="2418538" y="450146"/>
                  </a:lnTo>
                  <a:lnTo>
                    <a:pt x="2369180" y="433105"/>
                  </a:lnTo>
                  <a:lnTo>
                    <a:pt x="2319822" y="416393"/>
                  </a:lnTo>
                  <a:lnTo>
                    <a:pt x="2270464" y="400041"/>
                  </a:lnTo>
                  <a:lnTo>
                    <a:pt x="2221106" y="384079"/>
                  </a:lnTo>
                  <a:lnTo>
                    <a:pt x="2171748" y="368533"/>
                  </a:lnTo>
                  <a:lnTo>
                    <a:pt x="2122390" y="353425"/>
                  </a:lnTo>
                  <a:lnTo>
                    <a:pt x="2073033" y="338774"/>
                  </a:lnTo>
                  <a:lnTo>
                    <a:pt x="2023675" y="324592"/>
                  </a:lnTo>
                  <a:lnTo>
                    <a:pt x="1974317" y="310887"/>
                  </a:lnTo>
                  <a:lnTo>
                    <a:pt x="1924959" y="297663"/>
                  </a:lnTo>
                  <a:lnTo>
                    <a:pt x="1875601" y="284918"/>
                  </a:lnTo>
                  <a:lnTo>
                    <a:pt x="1826243" y="272644"/>
                  </a:lnTo>
                  <a:lnTo>
                    <a:pt x="1776885" y="260830"/>
                  </a:lnTo>
                  <a:lnTo>
                    <a:pt x="1727527" y="249464"/>
                  </a:lnTo>
                  <a:lnTo>
                    <a:pt x="1678169" y="238527"/>
                  </a:lnTo>
                  <a:lnTo>
                    <a:pt x="1628811" y="228000"/>
                  </a:lnTo>
                  <a:lnTo>
                    <a:pt x="1579453" y="217863"/>
                  </a:lnTo>
                  <a:lnTo>
                    <a:pt x="1530095" y="208094"/>
                  </a:lnTo>
                  <a:lnTo>
                    <a:pt x="1480737" y="198671"/>
                  </a:lnTo>
                  <a:lnTo>
                    <a:pt x="1431379" y="189573"/>
                  </a:lnTo>
                  <a:lnTo>
                    <a:pt x="1382022" y="180776"/>
                  </a:lnTo>
                  <a:lnTo>
                    <a:pt x="1332664" y="172262"/>
                  </a:lnTo>
                  <a:lnTo>
                    <a:pt x="1283306" y="164009"/>
                  </a:lnTo>
                  <a:lnTo>
                    <a:pt x="1233948" y="156000"/>
                  </a:lnTo>
                  <a:lnTo>
                    <a:pt x="1184590" y="148216"/>
                  </a:lnTo>
                  <a:lnTo>
                    <a:pt x="1135232" y="140641"/>
                  </a:lnTo>
                  <a:lnTo>
                    <a:pt x="1085874" y="133259"/>
                  </a:lnTo>
                  <a:lnTo>
                    <a:pt x="1036516" y="126057"/>
                  </a:lnTo>
                  <a:lnTo>
                    <a:pt x="987158" y="119020"/>
                  </a:lnTo>
                  <a:lnTo>
                    <a:pt x="937800" y="112137"/>
                  </a:lnTo>
                  <a:lnTo>
                    <a:pt x="888442" y="105397"/>
                  </a:lnTo>
                  <a:lnTo>
                    <a:pt x="839084" y="98789"/>
                  </a:lnTo>
                  <a:lnTo>
                    <a:pt x="789726" y="92304"/>
                  </a:lnTo>
                  <a:lnTo>
                    <a:pt x="740368" y="85933"/>
                  </a:lnTo>
                  <a:lnTo>
                    <a:pt x="691011" y="79668"/>
                  </a:lnTo>
                  <a:lnTo>
                    <a:pt x="641653" y="73503"/>
                  </a:lnTo>
                  <a:lnTo>
                    <a:pt x="592295" y="67430"/>
                  </a:lnTo>
                  <a:lnTo>
                    <a:pt x="542937" y="61444"/>
                  </a:lnTo>
                  <a:lnTo>
                    <a:pt x="493579" y="55539"/>
                  </a:lnTo>
                  <a:lnTo>
                    <a:pt x="444221" y="49710"/>
                  </a:lnTo>
                  <a:lnTo>
                    <a:pt x="394863" y="43951"/>
                  </a:lnTo>
                  <a:lnTo>
                    <a:pt x="345505" y="38260"/>
                  </a:lnTo>
                  <a:lnTo>
                    <a:pt x="296147" y="32632"/>
                  </a:lnTo>
                  <a:lnTo>
                    <a:pt x="246789" y="27062"/>
                  </a:lnTo>
                  <a:lnTo>
                    <a:pt x="197431" y="21549"/>
                  </a:lnTo>
                  <a:lnTo>
                    <a:pt x="148073" y="16089"/>
                  </a:lnTo>
                  <a:lnTo>
                    <a:pt x="98715" y="10679"/>
                  </a:lnTo>
                  <a:lnTo>
                    <a:pt x="49357" y="53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429" name="pl407">
              <a:extLst>
                <a:ext uri="{FF2B5EF4-FFF2-40B4-BE49-F238E27FC236}">
                  <a16:creationId xmlns:a16="http://schemas.microsoft.com/office/drawing/2014/main" id="{3C71445C-C3FF-22E5-C9B5-8F5335D55D10}"/>
                </a:ext>
              </a:extLst>
            </p:cNvPr>
            <p:cNvSpPr/>
            <p:nvPr/>
          </p:nvSpPr>
          <p:spPr>
            <a:xfrm>
              <a:off x="7027587" y="6380633"/>
              <a:ext cx="3899276" cy="1054981"/>
            </a:xfrm>
            <a:custGeom>
              <a:avLst/>
              <a:gdLst/>
              <a:ahLst/>
              <a:cxnLst/>
              <a:rect l="0" t="0" r="0" b="0"/>
              <a:pathLst>
                <a:path w="3899276" h="1054981">
                  <a:moveTo>
                    <a:pt x="0" y="0"/>
                  </a:moveTo>
                  <a:lnTo>
                    <a:pt x="49357" y="11238"/>
                  </a:lnTo>
                  <a:lnTo>
                    <a:pt x="98715" y="22593"/>
                  </a:lnTo>
                  <a:lnTo>
                    <a:pt x="148073" y="34063"/>
                  </a:lnTo>
                  <a:lnTo>
                    <a:pt x="197431" y="45646"/>
                  </a:lnTo>
                  <a:lnTo>
                    <a:pt x="246789" y="57343"/>
                  </a:lnTo>
                  <a:lnTo>
                    <a:pt x="296147" y="69151"/>
                  </a:lnTo>
                  <a:lnTo>
                    <a:pt x="345505" y="81068"/>
                  </a:lnTo>
                  <a:lnTo>
                    <a:pt x="394863" y="93094"/>
                  </a:lnTo>
                  <a:lnTo>
                    <a:pt x="444221" y="105227"/>
                  </a:lnTo>
                  <a:lnTo>
                    <a:pt x="493579" y="117465"/>
                  </a:lnTo>
                  <a:lnTo>
                    <a:pt x="542937" y="129806"/>
                  </a:lnTo>
                  <a:lnTo>
                    <a:pt x="592295" y="142248"/>
                  </a:lnTo>
                  <a:lnTo>
                    <a:pt x="641653" y="154789"/>
                  </a:lnTo>
                  <a:lnTo>
                    <a:pt x="691011" y="167428"/>
                  </a:lnTo>
                  <a:lnTo>
                    <a:pt x="740368" y="180163"/>
                  </a:lnTo>
                  <a:lnTo>
                    <a:pt x="789726" y="192990"/>
                  </a:lnTo>
                  <a:lnTo>
                    <a:pt x="839084" y="205908"/>
                  </a:lnTo>
                  <a:lnTo>
                    <a:pt x="888442" y="218914"/>
                  </a:lnTo>
                  <a:lnTo>
                    <a:pt x="937800" y="232007"/>
                  </a:lnTo>
                  <a:lnTo>
                    <a:pt x="987158" y="245183"/>
                  </a:lnTo>
                  <a:lnTo>
                    <a:pt x="1036516" y="258439"/>
                  </a:lnTo>
                  <a:lnTo>
                    <a:pt x="1085874" y="271774"/>
                  </a:lnTo>
                  <a:lnTo>
                    <a:pt x="1135232" y="285185"/>
                  </a:lnTo>
                  <a:lnTo>
                    <a:pt x="1184590" y="298668"/>
                  </a:lnTo>
                  <a:lnTo>
                    <a:pt x="1233948" y="312221"/>
                  </a:lnTo>
                  <a:lnTo>
                    <a:pt x="1283306" y="325841"/>
                  </a:lnTo>
                  <a:lnTo>
                    <a:pt x="1332664" y="339525"/>
                  </a:lnTo>
                  <a:lnTo>
                    <a:pt x="1382022" y="353269"/>
                  </a:lnTo>
                  <a:lnTo>
                    <a:pt x="1431379" y="367071"/>
                  </a:lnTo>
                  <a:lnTo>
                    <a:pt x="1480737" y="380928"/>
                  </a:lnTo>
                  <a:lnTo>
                    <a:pt x="1530095" y="394837"/>
                  </a:lnTo>
                  <a:lnTo>
                    <a:pt x="1579453" y="408793"/>
                  </a:lnTo>
                  <a:lnTo>
                    <a:pt x="1628811" y="422794"/>
                  </a:lnTo>
                  <a:lnTo>
                    <a:pt x="1678169" y="436837"/>
                  </a:lnTo>
                  <a:lnTo>
                    <a:pt x="1727527" y="450917"/>
                  </a:lnTo>
                  <a:lnTo>
                    <a:pt x="1776885" y="465032"/>
                  </a:lnTo>
                  <a:lnTo>
                    <a:pt x="1826243" y="479178"/>
                  </a:lnTo>
                  <a:lnTo>
                    <a:pt x="1875601" y="493351"/>
                  </a:lnTo>
                  <a:lnTo>
                    <a:pt x="1924959" y="507549"/>
                  </a:lnTo>
                  <a:lnTo>
                    <a:pt x="1974317" y="521767"/>
                  </a:lnTo>
                  <a:lnTo>
                    <a:pt x="2023675" y="536002"/>
                  </a:lnTo>
                  <a:lnTo>
                    <a:pt x="2073033" y="550250"/>
                  </a:lnTo>
                  <a:lnTo>
                    <a:pt x="2122390" y="564508"/>
                  </a:lnTo>
                  <a:lnTo>
                    <a:pt x="2171748" y="578772"/>
                  </a:lnTo>
                  <a:lnTo>
                    <a:pt x="2221106" y="593038"/>
                  </a:lnTo>
                  <a:lnTo>
                    <a:pt x="2270464" y="607303"/>
                  </a:lnTo>
                  <a:lnTo>
                    <a:pt x="2319822" y="621563"/>
                  </a:lnTo>
                  <a:lnTo>
                    <a:pt x="2369180" y="635815"/>
                  </a:lnTo>
                  <a:lnTo>
                    <a:pt x="2418538" y="650054"/>
                  </a:lnTo>
                  <a:lnTo>
                    <a:pt x="2467896" y="664278"/>
                  </a:lnTo>
                  <a:lnTo>
                    <a:pt x="2517254" y="678483"/>
                  </a:lnTo>
                  <a:lnTo>
                    <a:pt x="2566612" y="692665"/>
                  </a:lnTo>
                  <a:lnTo>
                    <a:pt x="2615970" y="706820"/>
                  </a:lnTo>
                  <a:lnTo>
                    <a:pt x="2665328" y="720945"/>
                  </a:lnTo>
                  <a:lnTo>
                    <a:pt x="2714686" y="735037"/>
                  </a:lnTo>
                  <a:lnTo>
                    <a:pt x="2764044" y="749092"/>
                  </a:lnTo>
                  <a:lnTo>
                    <a:pt x="2813401" y="763107"/>
                  </a:lnTo>
                  <a:lnTo>
                    <a:pt x="2862759" y="777079"/>
                  </a:lnTo>
                  <a:lnTo>
                    <a:pt x="2912117" y="791003"/>
                  </a:lnTo>
                  <a:lnTo>
                    <a:pt x="2961475" y="804877"/>
                  </a:lnTo>
                  <a:lnTo>
                    <a:pt x="3010833" y="818697"/>
                  </a:lnTo>
                  <a:lnTo>
                    <a:pt x="3060191" y="832461"/>
                  </a:lnTo>
                  <a:lnTo>
                    <a:pt x="3109549" y="846165"/>
                  </a:lnTo>
                  <a:lnTo>
                    <a:pt x="3158907" y="859806"/>
                  </a:lnTo>
                  <a:lnTo>
                    <a:pt x="3208265" y="873381"/>
                  </a:lnTo>
                  <a:lnTo>
                    <a:pt x="3257623" y="886887"/>
                  </a:lnTo>
                  <a:lnTo>
                    <a:pt x="3306981" y="900321"/>
                  </a:lnTo>
                  <a:lnTo>
                    <a:pt x="3356339" y="913681"/>
                  </a:lnTo>
                  <a:lnTo>
                    <a:pt x="3405697" y="926963"/>
                  </a:lnTo>
                  <a:lnTo>
                    <a:pt x="3455055" y="940166"/>
                  </a:lnTo>
                  <a:lnTo>
                    <a:pt x="3504412" y="953285"/>
                  </a:lnTo>
                  <a:lnTo>
                    <a:pt x="3553770" y="966320"/>
                  </a:lnTo>
                  <a:lnTo>
                    <a:pt x="3603128" y="979267"/>
                  </a:lnTo>
                  <a:lnTo>
                    <a:pt x="3652486" y="992124"/>
                  </a:lnTo>
                  <a:lnTo>
                    <a:pt x="3701844" y="1004888"/>
                  </a:lnTo>
                  <a:lnTo>
                    <a:pt x="3751202" y="1017559"/>
                  </a:lnTo>
                  <a:lnTo>
                    <a:pt x="3800560" y="1030132"/>
                  </a:lnTo>
                  <a:lnTo>
                    <a:pt x="3849918" y="1042607"/>
                  </a:lnTo>
                  <a:lnTo>
                    <a:pt x="3899276" y="105498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0" name="pg408">
              <a:extLst>
                <a:ext uri="{FF2B5EF4-FFF2-40B4-BE49-F238E27FC236}">
                  <a16:creationId xmlns:a16="http://schemas.microsoft.com/office/drawing/2014/main" id="{38620726-1775-42B6-0BB9-CC2BF16293B1}"/>
                </a:ext>
              </a:extLst>
            </p:cNvPr>
            <p:cNvSpPr/>
            <p:nvPr/>
          </p:nvSpPr>
          <p:spPr>
            <a:xfrm>
              <a:off x="7551413" y="6061261"/>
              <a:ext cx="3096384" cy="1762770"/>
            </a:xfrm>
            <a:custGeom>
              <a:avLst/>
              <a:gdLst/>
              <a:ahLst/>
              <a:cxnLst/>
              <a:rect l="0" t="0" r="0" b="0"/>
              <a:pathLst>
                <a:path w="3096384" h="1762770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  <a:lnTo>
                    <a:pt x="3096384" y="1762770"/>
                  </a:lnTo>
                  <a:lnTo>
                    <a:pt x="3057189" y="1748916"/>
                  </a:lnTo>
                  <a:lnTo>
                    <a:pt x="3017995" y="1734719"/>
                  </a:lnTo>
                  <a:lnTo>
                    <a:pt x="2978800" y="1720178"/>
                  </a:lnTo>
                  <a:lnTo>
                    <a:pt x="2939605" y="1705294"/>
                  </a:lnTo>
                  <a:lnTo>
                    <a:pt x="2900410" y="1690071"/>
                  </a:lnTo>
                  <a:lnTo>
                    <a:pt x="2861216" y="1674510"/>
                  </a:lnTo>
                  <a:lnTo>
                    <a:pt x="2822021" y="1658616"/>
                  </a:lnTo>
                  <a:lnTo>
                    <a:pt x="2782826" y="1642393"/>
                  </a:lnTo>
                  <a:lnTo>
                    <a:pt x="2743631" y="1625847"/>
                  </a:lnTo>
                  <a:lnTo>
                    <a:pt x="2704437" y="1608986"/>
                  </a:lnTo>
                  <a:lnTo>
                    <a:pt x="2665242" y="1591816"/>
                  </a:lnTo>
                  <a:lnTo>
                    <a:pt x="2626047" y="1574348"/>
                  </a:lnTo>
                  <a:lnTo>
                    <a:pt x="2586852" y="1556591"/>
                  </a:lnTo>
                  <a:lnTo>
                    <a:pt x="2547658" y="1538557"/>
                  </a:lnTo>
                  <a:lnTo>
                    <a:pt x="2508463" y="1520259"/>
                  </a:lnTo>
                  <a:lnTo>
                    <a:pt x="2469268" y="1501712"/>
                  </a:lnTo>
                  <a:lnTo>
                    <a:pt x="2430073" y="1482930"/>
                  </a:lnTo>
                  <a:lnTo>
                    <a:pt x="2390879" y="1463931"/>
                  </a:lnTo>
                  <a:lnTo>
                    <a:pt x="2351684" y="1444733"/>
                  </a:lnTo>
                  <a:lnTo>
                    <a:pt x="2312489" y="1425355"/>
                  </a:lnTo>
                  <a:lnTo>
                    <a:pt x="2273294" y="1405819"/>
                  </a:lnTo>
                  <a:lnTo>
                    <a:pt x="2234100" y="1386147"/>
                  </a:lnTo>
                  <a:lnTo>
                    <a:pt x="2194905" y="1366363"/>
                  </a:lnTo>
                  <a:lnTo>
                    <a:pt x="2155710" y="1346490"/>
                  </a:lnTo>
                  <a:lnTo>
                    <a:pt x="2116515" y="1326556"/>
                  </a:lnTo>
                  <a:lnTo>
                    <a:pt x="2077321" y="1306586"/>
                  </a:lnTo>
                  <a:lnTo>
                    <a:pt x="2038126" y="1286610"/>
                  </a:lnTo>
                  <a:lnTo>
                    <a:pt x="1998931" y="1266654"/>
                  </a:lnTo>
                  <a:lnTo>
                    <a:pt x="1959737" y="1246747"/>
                  </a:lnTo>
                  <a:lnTo>
                    <a:pt x="1920542" y="1226919"/>
                  </a:lnTo>
                  <a:lnTo>
                    <a:pt x="1881347" y="1207198"/>
                  </a:lnTo>
                  <a:lnTo>
                    <a:pt x="1842152" y="1187612"/>
                  </a:lnTo>
                  <a:lnTo>
                    <a:pt x="1802958" y="1168188"/>
                  </a:lnTo>
                  <a:lnTo>
                    <a:pt x="1763763" y="1148954"/>
                  </a:lnTo>
                  <a:lnTo>
                    <a:pt x="1724568" y="1129932"/>
                  </a:lnTo>
                  <a:lnTo>
                    <a:pt x="1685373" y="1111147"/>
                  </a:lnTo>
                  <a:lnTo>
                    <a:pt x="1646179" y="1092618"/>
                  </a:lnTo>
                  <a:lnTo>
                    <a:pt x="1606984" y="1074365"/>
                  </a:lnTo>
                  <a:lnTo>
                    <a:pt x="1567789" y="1056401"/>
                  </a:lnTo>
                  <a:lnTo>
                    <a:pt x="1528594" y="1038740"/>
                  </a:lnTo>
                  <a:lnTo>
                    <a:pt x="1489400" y="1021392"/>
                  </a:lnTo>
                  <a:lnTo>
                    <a:pt x="1450205" y="1004363"/>
                  </a:lnTo>
                  <a:lnTo>
                    <a:pt x="1411010" y="987657"/>
                  </a:lnTo>
                  <a:lnTo>
                    <a:pt x="1371815" y="971275"/>
                  </a:lnTo>
                  <a:lnTo>
                    <a:pt x="1332621" y="955216"/>
                  </a:lnTo>
                  <a:lnTo>
                    <a:pt x="1293426" y="939477"/>
                  </a:lnTo>
                  <a:lnTo>
                    <a:pt x="1254231" y="924052"/>
                  </a:lnTo>
                  <a:lnTo>
                    <a:pt x="1215036" y="908933"/>
                  </a:lnTo>
                  <a:lnTo>
                    <a:pt x="1175842" y="894112"/>
                  </a:lnTo>
                  <a:lnTo>
                    <a:pt x="1136647" y="879581"/>
                  </a:lnTo>
                  <a:lnTo>
                    <a:pt x="1097452" y="865328"/>
                  </a:lnTo>
                  <a:lnTo>
                    <a:pt x="1058257" y="851343"/>
                  </a:lnTo>
                  <a:lnTo>
                    <a:pt x="1019063" y="837614"/>
                  </a:lnTo>
                  <a:lnTo>
                    <a:pt x="979868" y="824131"/>
                  </a:lnTo>
                  <a:lnTo>
                    <a:pt x="940673" y="810883"/>
                  </a:lnTo>
                  <a:lnTo>
                    <a:pt x="901479" y="797858"/>
                  </a:lnTo>
                  <a:lnTo>
                    <a:pt x="862284" y="785047"/>
                  </a:lnTo>
                  <a:lnTo>
                    <a:pt x="823089" y="772438"/>
                  </a:lnTo>
                  <a:lnTo>
                    <a:pt x="783894" y="760023"/>
                  </a:lnTo>
                  <a:lnTo>
                    <a:pt x="744700" y="747792"/>
                  </a:lnTo>
                  <a:lnTo>
                    <a:pt x="705505" y="735737"/>
                  </a:lnTo>
                  <a:lnTo>
                    <a:pt x="666310" y="723848"/>
                  </a:lnTo>
                  <a:lnTo>
                    <a:pt x="627115" y="712120"/>
                  </a:lnTo>
                  <a:lnTo>
                    <a:pt x="587921" y="700543"/>
                  </a:lnTo>
                  <a:lnTo>
                    <a:pt x="548726" y="689113"/>
                  </a:lnTo>
                  <a:lnTo>
                    <a:pt x="509531" y="677821"/>
                  </a:lnTo>
                  <a:lnTo>
                    <a:pt x="470336" y="666664"/>
                  </a:lnTo>
                  <a:lnTo>
                    <a:pt x="431142" y="655635"/>
                  </a:lnTo>
                  <a:lnTo>
                    <a:pt x="391947" y="644730"/>
                  </a:lnTo>
                  <a:lnTo>
                    <a:pt x="352752" y="633943"/>
                  </a:lnTo>
                  <a:lnTo>
                    <a:pt x="313557" y="623271"/>
                  </a:lnTo>
                  <a:lnTo>
                    <a:pt x="274363" y="612710"/>
                  </a:lnTo>
                  <a:lnTo>
                    <a:pt x="235168" y="602257"/>
                  </a:lnTo>
                  <a:lnTo>
                    <a:pt x="195973" y="591907"/>
                  </a:lnTo>
                  <a:lnTo>
                    <a:pt x="156778" y="581658"/>
                  </a:lnTo>
                  <a:lnTo>
                    <a:pt x="117584" y="571508"/>
                  </a:lnTo>
                  <a:lnTo>
                    <a:pt x="78389" y="561454"/>
                  </a:lnTo>
                  <a:lnTo>
                    <a:pt x="39194" y="551493"/>
                  </a:lnTo>
                  <a:lnTo>
                    <a:pt x="0" y="541623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3431" name="pl409">
              <a:extLst>
                <a:ext uri="{FF2B5EF4-FFF2-40B4-BE49-F238E27FC236}">
                  <a16:creationId xmlns:a16="http://schemas.microsoft.com/office/drawing/2014/main" id="{66EF95BA-2BA7-F2AF-AFA5-B498DB08EFC1}"/>
                </a:ext>
              </a:extLst>
            </p:cNvPr>
            <p:cNvSpPr/>
            <p:nvPr/>
          </p:nvSpPr>
          <p:spPr>
            <a:xfrm>
              <a:off x="7551413" y="6061261"/>
              <a:ext cx="3096384" cy="1185405"/>
            </a:xfrm>
            <a:custGeom>
              <a:avLst/>
              <a:gdLst/>
              <a:ahLst/>
              <a:cxnLst/>
              <a:rect l="0" t="0" r="0" b="0"/>
              <a:pathLst>
                <a:path w="3096384" h="1185405">
                  <a:moveTo>
                    <a:pt x="0" y="0"/>
                  </a:moveTo>
                  <a:lnTo>
                    <a:pt x="39194" y="12401"/>
                  </a:lnTo>
                  <a:lnTo>
                    <a:pt x="78389" y="25134"/>
                  </a:lnTo>
                  <a:lnTo>
                    <a:pt x="117584" y="38198"/>
                  </a:lnTo>
                  <a:lnTo>
                    <a:pt x="156778" y="51595"/>
                  </a:lnTo>
                  <a:lnTo>
                    <a:pt x="195973" y="65325"/>
                  </a:lnTo>
                  <a:lnTo>
                    <a:pt x="235168" y="79387"/>
                  </a:lnTo>
                  <a:lnTo>
                    <a:pt x="274363" y="93779"/>
                  </a:lnTo>
                  <a:lnTo>
                    <a:pt x="313557" y="108500"/>
                  </a:lnTo>
                  <a:lnTo>
                    <a:pt x="352752" y="123546"/>
                  </a:lnTo>
                  <a:lnTo>
                    <a:pt x="391947" y="138912"/>
                  </a:lnTo>
                  <a:lnTo>
                    <a:pt x="431142" y="154594"/>
                  </a:lnTo>
                  <a:lnTo>
                    <a:pt x="470336" y="170585"/>
                  </a:lnTo>
                  <a:lnTo>
                    <a:pt x="509531" y="186879"/>
                  </a:lnTo>
                  <a:lnTo>
                    <a:pt x="548726" y="203466"/>
                  </a:lnTo>
                  <a:lnTo>
                    <a:pt x="587921" y="220336"/>
                  </a:lnTo>
                  <a:lnTo>
                    <a:pt x="627115" y="237480"/>
                  </a:lnTo>
                  <a:lnTo>
                    <a:pt x="666310" y="254884"/>
                  </a:lnTo>
                  <a:lnTo>
                    <a:pt x="705505" y="272534"/>
                  </a:lnTo>
                  <a:lnTo>
                    <a:pt x="744700" y="290417"/>
                  </a:lnTo>
                  <a:lnTo>
                    <a:pt x="783894" y="308514"/>
                  </a:lnTo>
                  <a:lnTo>
                    <a:pt x="823089" y="326809"/>
                  </a:lnTo>
                  <a:lnTo>
                    <a:pt x="862284" y="345283"/>
                  </a:lnTo>
                  <a:lnTo>
                    <a:pt x="901479" y="363913"/>
                  </a:lnTo>
                  <a:lnTo>
                    <a:pt x="940673" y="382679"/>
                  </a:lnTo>
                  <a:lnTo>
                    <a:pt x="979868" y="401558"/>
                  </a:lnTo>
                  <a:lnTo>
                    <a:pt x="1019063" y="420524"/>
                  </a:lnTo>
                  <a:lnTo>
                    <a:pt x="1058257" y="439552"/>
                  </a:lnTo>
                  <a:lnTo>
                    <a:pt x="1097452" y="458616"/>
                  </a:lnTo>
                  <a:lnTo>
                    <a:pt x="1136647" y="477689"/>
                  </a:lnTo>
                  <a:lnTo>
                    <a:pt x="1175842" y="496743"/>
                  </a:lnTo>
                  <a:lnTo>
                    <a:pt x="1215036" y="515749"/>
                  </a:lnTo>
                  <a:lnTo>
                    <a:pt x="1254231" y="534681"/>
                  </a:lnTo>
                  <a:lnTo>
                    <a:pt x="1293426" y="553510"/>
                  </a:lnTo>
                  <a:lnTo>
                    <a:pt x="1332621" y="572210"/>
                  </a:lnTo>
                  <a:lnTo>
                    <a:pt x="1371815" y="590755"/>
                  </a:lnTo>
                  <a:lnTo>
                    <a:pt x="1411010" y="609121"/>
                  </a:lnTo>
                  <a:lnTo>
                    <a:pt x="1450205" y="627285"/>
                  </a:lnTo>
                  <a:lnTo>
                    <a:pt x="1489400" y="645227"/>
                  </a:lnTo>
                  <a:lnTo>
                    <a:pt x="1528594" y="662930"/>
                  </a:lnTo>
                  <a:lnTo>
                    <a:pt x="1567789" y="680377"/>
                  </a:lnTo>
                  <a:lnTo>
                    <a:pt x="1606984" y="697556"/>
                  </a:lnTo>
                  <a:lnTo>
                    <a:pt x="1646179" y="714458"/>
                  </a:lnTo>
                  <a:lnTo>
                    <a:pt x="1685373" y="731075"/>
                  </a:lnTo>
                  <a:lnTo>
                    <a:pt x="1724568" y="747403"/>
                  </a:lnTo>
                  <a:lnTo>
                    <a:pt x="1763763" y="763440"/>
                  </a:lnTo>
                  <a:lnTo>
                    <a:pt x="1802958" y="779188"/>
                  </a:lnTo>
                  <a:lnTo>
                    <a:pt x="1842152" y="794648"/>
                  </a:lnTo>
                  <a:lnTo>
                    <a:pt x="1881347" y="809827"/>
                  </a:lnTo>
                  <a:lnTo>
                    <a:pt x="1920542" y="824729"/>
                  </a:lnTo>
                  <a:lnTo>
                    <a:pt x="1959737" y="839363"/>
                  </a:lnTo>
                  <a:lnTo>
                    <a:pt x="1998931" y="853736"/>
                  </a:lnTo>
                  <a:lnTo>
                    <a:pt x="2038126" y="867859"/>
                  </a:lnTo>
                  <a:lnTo>
                    <a:pt x="2077321" y="881741"/>
                  </a:lnTo>
                  <a:lnTo>
                    <a:pt x="2116515" y="895392"/>
                  </a:lnTo>
                  <a:lnTo>
                    <a:pt x="2155710" y="908822"/>
                  </a:lnTo>
                  <a:lnTo>
                    <a:pt x="2194905" y="922041"/>
                  </a:lnTo>
                  <a:lnTo>
                    <a:pt x="2234100" y="935059"/>
                  </a:lnTo>
                  <a:lnTo>
                    <a:pt x="2273294" y="947885"/>
                  </a:lnTo>
                  <a:lnTo>
                    <a:pt x="2312489" y="960528"/>
                  </a:lnTo>
                  <a:lnTo>
                    <a:pt x="2351684" y="972998"/>
                  </a:lnTo>
                  <a:lnTo>
                    <a:pt x="2390879" y="985303"/>
                  </a:lnTo>
                  <a:lnTo>
                    <a:pt x="2430073" y="997450"/>
                  </a:lnTo>
                  <a:lnTo>
                    <a:pt x="2469268" y="1009448"/>
                  </a:lnTo>
                  <a:lnTo>
                    <a:pt x="2508463" y="1021302"/>
                  </a:lnTo>
                  <a:lnTo>
                    <a:pt x="2547658" y="1033019"/>
                  </a:lnTo>
                  <a:lnTo>
                    <a:pt x="2586852" y="1044607"/>
                  </a:lnTo>
                  <a:lnTo>
                    <a:pt x="2626047" y="1056069"/>
                  </a:lnTo>
                  <a:lnTo>
                    <a:pt x="2665242" y="1067411"/>
                  </a:lnTo>
                  <a:lnTo>
                    <a:pt x="2704437" y="1078639"/>
                  </a:lnTo>
                  <a:lnTo>
                    <a:pt x="2743631" y="1089755"/>
                  </a:lnTo>
                  <a:lnTo>
                    <a:pt x="2782826" y="1100766"/>
                  </a:lnTo>
                  <a:lnTo>
                    <a:pt x="2822021" y="1111673"/>
                  </a:lnTo>
                  <a:lnTo>
                    <a:pt x="2861216" y="1122482"/>
                  </a:lnTo>
                  <a:lnTo>
                    <a:pt x="2900410" y="1133194"/>
                  </a:lnTo>
                  <a:lnTo>
                    <a:pt x="2939605" y="1143813"/>
                  </a:lnTo>
                  <a:lnTo>
                    <a:pt x="2978800" y="1154341"/>
                  </a:lnTo>
                  <a:lnTo>
                    <a:pt x="3017995" y="1164781"/>
                  </a:lnTo>
                  <a:lnTo>
                    <a:pt x="3057189" y="1175135"/>
                  </a:lnTo>
                  <a:lnTo>
                    <a:pt x="3096384" y="118540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432" name="pl410">
              <a:extLst>
                <a:ext uri="{FF2B5EF4-FFF2-40B4-BE49-F238E27FC236}">
                  <a16:creationId xmlns:a16="http://schemas.microsoft.com/office/drawing/2014/main" id="{1C16FF60-569E-1715-F809-E27CCD3DAD5D}"/>
                </a:ext>
              </a:extLst>
            </p:cNvPr>
            <p:cNvSpPr/>
            <p:nvPr/>
          </p:nvSpPr>
          <p:spPr>
            <a:xfrm>
              <a:off x="7551413" y="6602884"/>
              <a:ext cx="3096384" cy="1221147"/>
            </a:xfrm>
            <a:custGeom>
              <a:avLst/>
              <a:gdLst/>
              <a:ahLst/>
              <a:cxnLst/>
              <a:rect l="0" t="0" r="0" b="0"/>
              <a:pathLst>
                <a:path w="3096384" h="1221147">
                  <a:moveTo>
                    <a:pt x="3096384" y="1221147"/>
                  </a:moveTo>
                  <a:lnTo>
                    <a:pt x="3057189" y="1207293"/>
                  </a:lnTo>
                  <a:lnTo>
                    <a:pt x="3017995" y="1193095"/>
                  </a:lnTo>
                  <a:lnTo>
                    <a:pt x="2978800" y="1178554"/>
                  </a:lnTo>
                  <a:lnTo>
                    <a:pt x="2939605" y="1163671"/>
                  </a:lnTo>
                  <a:lnTo>
                    <a:pt x="2900410" y="1148448"/>
                  </a:lnTo>
                  <a:lnTo>
                    <a:pt x="2861216" y="1132887"/>
                  </a:lnTo>
                  <a:lnTo>
                    <a:pt x="2822021" y="1116993"/>
                  </a:lnTo>
                  <a:lnTo>
                    <a:pt x="2782826" y="1100770"/>
                  </a:lnTo>
                  <a:lnTo>
                    <a:pt x="2743631" y="1084224"/>
                  </a:lnTo>
                  <a:lnTo>
                    <a:pt x="2704437" y="1067362"/>
                  </a:lnTo>
                  <a:lnTo>
                    <a:pt x="2665242" y="1050193"/>
                  </a:lnTo>
                  <a:lnTo>
                    <a:pt x="2626047" y="1032725"/>
                  </a:lnTo>
                  <a:lnTo>
                    <a:pt x="2586852" y="1014968"/>
                  </a:lnTo>
                  <a:lnTo>
                    <a:pt x="2547658" y="996934"/>
                  </a:lnTo>
                  <a:lnTo>
                    <a:pt x="2508463" y="978636"/>
                  </a:lnTo>
                  <a:lnTo>
                    <a:pt x="2469268" y="960089"/>
                  </a:lnTo>
                  <a:lnTo>
                    <a:pt x="2430073" y="941307"/>
                  </a:lnTo>
                  <a:lnTo>
                    <a:pt x="2390879" y="922308"/>
                  </a:lnTo>
                  <a:lnTo>
                    <a:pt x="2351684" y="903110"/>
                  </a:lnTo>
                  <a:lnTo>
                    <a:pt x="2312489" y="883732"/>
                  </a:lnTo>
                  <a:lnTo>
                    <a:pt x="2273294" y="864196"/>
                  </a:lnTo>
                  <a:lnTo>
                    <a:pt x="2234100" y="844524"/>
                  </a:lnTo>
                  <a:lnTo>
                    <a:pt x="2194905" y="824739"/>
                  </a:lnTo>
                  <a:lnTo>
                    <a:pt x="2155710" y="804867"/>
                  </a:lnTo>
                  <a:lnTo>
                    <a:pt x="2116515" y="784933"/>
                  </a:lnTo>
                  <a:lnTo>
                    <a:pt x="2077321" y="764963"/>
                  </a:lnTo>
                  <a:lnTo>
                    <a:pt x="2038126" y="744986"/>
                  </a:lnTo>
                  <a:lnTo>
                    <a:pt x="1998931" y="725030"/>
                  </a:lnTo>
                  <a:lnTo>
                    <a:pt x="1959737" y="705124"/>
                  </a:lnTo>
                  <a:lnTo>
                    <a:pt x="1920542" y="685296"/>
                  </a:lnTo>
                  <a:lnTo>
                    <a:pt x="1881347" y="665575"/>
                  </a:lnTo>
                  <a:lnTo>
                    <a:pt x="1842152" y="645989"/>
                  </a:lnTo>
                  <a:lnTo>
                    <a:pt x="1802958" y="626565"/>
                  </a:lnTo>
                  <a:lnTo>
                    <a:pt x="1763763" y="607330"/>
                  </a:lnTo>
                  <a:lnTo>
                    <a:pt x="1724568" y="588309"/>
                  </a:lnTo>
                  <a:lnTo>
                    <a:pt x="1685373" y="569524"/>
                  </a:lnTo>
                  <a:lnTo>
                    <a:pt x="1646179" y="550995"/>
                  </a:lnTo>
                  <a:lnTo>
                    <a:pt x="1606984" y="532741"/>
                  </a:lnTo>
                  <a:lnTo>
                    <a:pt x="1567789" y="514778"/>
                  </a:lnTo>
                  <a:lnTo>
                    <a:pt x="1528594" y="497117"/>
                  </a:lnTo>
                  <a:lnTo>
                    <a:pt x="1489400" y="479769"/>
                  </a:lnTo>
                  <a:lnTo>
                    <a:pt x="1450205" y="462740"/>
                  </a:lnTo>
                  <a:lnTo>
                    <a:pt x="1411010" y="446034"/>
                  </a:lnTo>
                  <a:lnTo>
                    <a:pt x="1371815" y="429652"/>
                  </a:lnTo>
                  <a:lnTo>
                    <a:pt x="1332621" y="413593"/>
                  </a:lnTo>
                  <a:lnTo>
                    <a:pt x="1293426" y="397854"/>
                  </a:lnTo>
                  <a:lnTo>
                    <a:pt x="1254231" y="382428"/>
                  </a:lnTo>
                  <a:lnTo>
                    <a:pt x="1215036" y="367310"/>
                  </a:lnTo>
                  <a:lnTo>
                    <a:pt x="1175842" y="352489"/>
                  </a:lnTo>
                  <a:lnTo>
                    <a:pt x="1136647" y="337958"/>
                  </a:lnTo>
                  <a:lnTo>
                    <a:pt x="1097452" y="323704"/>
                  </a:lnTo>
                  <a:lnTo>
                    <a:pt x="1058257" y="309719"/>
                  </a:lnTo>
                  <a:lnTo>
                    <a:pt x="1019063" y="295991"/>
                  </a:lnTo>
                  <a:lnTo>
                    <a:pt x="979868" y="282508"/>
                  </a:lnTo>
                  <a:lnTo>
                    <a:pt x="940673" y="269259"/>
                  </a:lnTo>
                  <a:lnTo>
                    <a:pt x="901479" y="256235"/>
                  </a:lnTo>
                  <a:lnTo>
                    <a:pt x="862284" y="243423"/>
                  </a:lnTo>
                  <a:lnTo>
                    <a:pt x="823089" y="230815"/>
                  </a:lnTo>
                  <a:lnTo>
                    <a:pt x="783894" y="218400"/>
                  </a:lnTo>
                  <a:lnTo>
                    <a:pt x="744700" y="206169"/>
                  </a:lnTo>
                  <a:lnTo>
                    <a:pt x="705505" y="194113"/>
                  </a:lnTo>
                  <a:lnTo>
                    <a:pt x="666310" y="182225"/>
                  </a:lnTo>
                  <a:lnTo>
                    <a:pt x="627115" y="170496"/>
                  </a:lnTo>
                  <a:lnTo>
                    <a:pt x="587921" y="158920"/>
                  </a:lnTo>
                  <a:lnTo>
                    <a:pt x="548726" y="147489"/>
                  </a:lnTo>
                  <a:lnTo>
                    <a:pt x="509531" y="136198"/>
                  </a:lnTo>
                  <a:lnTo>
                    <a:pt x="470336" y="125041"/>
                  </a:lnTo>
                  <a:lnTo>
                    <a:pt x="431142" y="114012"/>
                  </a:lnTo>
                  <a:lnTo>
                    <a:pt x="391947" y="103106"/>
                  </a:lnTo>
                  <a:lnTo>
                    <a:pt x="352752" y="92320"/>
                  </a:lnTo>
                  <a:lnTo>
                    <a:pt x="313557" y="81648"/>
                  </a:lnTo>
                  <a:lnTo>
                    <a:pt x="274363" y="71087"/>
                  </a:lnTo>
                  <a:lnTo>
                    <a:pt x="235168" y="60633"/>
                  </a:lnTo>
                  <a:lnTo>
                    <a:pt x="195973" y="50284"/>
                  </a:lnTo>
                  <a:lnTo>
                    <a:pt x="156778" y="40035"/>
                  </a:lnTo>
                  <a:lnTo>
                    <a:pt x="117584" y="29885"/>
                  </a:lnTo>
                  <a:lnTo>
                    <a:pt x="78389" y="19830"/>
                  </a:lnTo>
                  <a:lnTo>
                    <a:pt x="39194" y="986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3433" name="pl411">
              <a:extLst>
                <a:ext uri="{FF2B5EF4-FFF2-40B4-BE49-F238E27FC236}">
                  <a16:creationId xmlns:a16="http://schemas.microsoft.com/office/drawing/2014/main" id="{19DBFA33-9B86-BACA-1DEF-FBBDCE6AAE34}"/>
                </a:ext>
              </a:extLst>
            </p:cNvPr>
            <p:cNvSpPr/>
            <p:nvPr/>
          </p:nvSpPr>
          <p:spPr>
            <a:xfrm>
              <a:off x="7551413" y="6289356"/>
              <a:ext cx="3096384" cy="1286266"/>
            </a:xfrm>
            <a:custGeom>
              <a:avLst/>
              <a:gdLst/>
              <a:ahLst/>
              <a:cxnLst/>
              <a:rect l="0" t="0" r="0" b="0"/>
              <a:pathLst>
                <a:path w="3096384" h="1286266">
                  <a:moveTo>
                    <a:pt x="0" y="0"/>
                  </a:moveTo>
                  <a:lnTo>
                    <a:pt x="39194" y="12885"/>
                  </a:lnTo>
                  <a:lnTo>
                    <a:pt x="78389" y="25965"/>
                  </a:lnTo>
                  <a:lnTo>
                    <a:pt x="117584" y="39239"/>
                  </a:lnTo>
                  <a:lnTo>
                    <a:pt x="156778" y="52705"/>
                  </a:lnTo>
                  <a:lnTo>
                    <a:pt x="195973" y="66363"/>
                  </a:lnTo>
                  <a:lnTo>
                    <a:pt x="235168" y="80209"/>
                  </a:lnTo>
                  <a:lnTo>
                    <a:pt x="274363" y="94244"/>
                  </a:lnTo>
                  <a:lnTo>
                    <a:pt x="313557" y="108465"/>
                  </a:lnTo>
                  <a:lnTo>
                    <a:pt x="352752" y="122869"/>
                  </a:lnTo>
                  <a:lnTo>
                    <a:pt x="391947" y="137455"/>
                  </a:lnTo>
                  <a:lnTo>
                    <a:pt x="431142" y="152219"/>
                  </a:lnTo>
                  <a:lnTo>
                    <a:pt x="470336" y="167160"/>
                  </a:lnTo>
                  <a:lnTo>
                    <a:pt x="509531" y="182274"/>
                  </a:lnTo>
                  <a:lnTo>
                    <a:pt x="548726" y="197557"/>
                  </a:lnTo>
                  <a:lnTo>
                    <a:pt x="587921" y="213007"/>
                  </a:lnTo>
                  <a:lnTo>
                    <a:pt x="627115" y="228620"/>
                  </a:lnTo>
                  <a:lnTo>
                    <a:pt x="666310" y="244392"/>
                  </a:lnTo>
                  <a:lnTo>
                    <a:pt x="705505" y="260319"/>
                  </a:lnTo>
                  <a:lnTo>
                    <a:pt x="744700" y="276397"/>
                  </a:lnTo>
                  <a:lnTo>
                    <a:pt x="783894" y="292621"/>
                  </a:lnTo>
                  <a:lnTo>
                    <a:pt x="823089" y="308987"/>
                  </a:lnTo>
                  <a:lnTo>
                    <a:pt x="862284" y="325490"/>
                  </a:lnTo>
                  <a:lnTo>
                    <a:pt x="901479" y="342125"/>
                  </a:lnTo>
                  <a:lnTo>
                    <a:pt x="940673" y="358886"/>
                  </a:lnTo>
                  <a:lnTo>
                    <a:pt x="979868" y="375768"/>
                  </a:lnTo>
                  <a:lnTo>
                    <a:pt x="1019063" y="392767"/>
                  </a:lnTo>
                  <a:lnTo>
                    <a:pt x="1058257" y="409875"/>
                  </a:lnTo>
                  <a:lnTo>
                    <a:pt x="1097452" y="427087"/>
                  </a:lnTo>
                  <a:lnTo>
                    <a:pt x="1136647" y="444397"/>
                  </a:lnTo>
                  <a:lnTo>
                    <a:pt x="1175842" y="461799"/>
                  </a:lnTo>
                  <a:lnTo>
                    <a:pt x="1215036" y="479286"/>
                  </a:lnTo>
                  <a:lnTo>
                    <a:pt x="1254231" y="496852"/>
                  </a:lnTo>
                  <a:lnTo>
                    <a:pt x="1293426" y="514491"/>
                  </a:lnTo>
                  <a:lnTo>
                    <a:pt x="1332621" y="532195"/>
                  </a:lnTo>
                  <a:lnTo>
                    <a:pt x="1371815" y="549958"/>
                  </a:lnTo>
                  <a:lnTo>
                    <a:pt x="1411010" y="567772"/>
                  </a:lnTo>
                  <a:lnTo>
                    <a:pt x="1450205" y="585631"/>
                  </a:lnTo>
                  <a:lnTo>
                    <a:pt x="1489400" y="603528"/>
                  </a:lnTo>
                  <a:lnTo>
                    <a:pt x="1528594" y="621456"/>
                  </a:lnTo>
                  <a:lnTo>
                    <a:pt x="1567789" y="639407"/>
                  </a:lnTo>
                  <a:lnTo>
                    <a:pt x="1606984" y="657374"/>
                  </a:lnTo>
                  <a:lnTo>
                    <a:pt x="1646179" y="675350"/>
                  </a:lnTo>
                  <a:lnTo>
                    <a:pt x="1685373" y="693328"/>
                  </a:lnTo>
                  <a:lnTo>
                    <a:pt x="1724568" y="711300"/>
                  </a:lnTo>
                  <a:lnTo>
                    <a:pt x="1763763" y="729260"/>
                  </a:lnTo>
                  <a:lnTo>
                    <a:pt x="1802958" y="747199"/>
                  </a:lnTo>
                  <a:lnTo>
                    <a:pt x="1842152" y="765111"/>
                  </a:lnTo>
                  <a:lnTo>
                    <a:pt x="1881347" y="782988"/>
                  </a:lnTo>
                  <a:lnTo>
                    <a:pt x="1920542" y="800824"/>
                  </a:lnTo>
                  <a:lnTo>
                    <a:pt x="1959737" y="818612"/>
                  </a:lnTo>
                  <a:lnTo>
                    <a:pt x="1998931" y="836344"/>
                  </a:lnTo>
                  <a:lnTo>
                    <a:pt x="2038126" y="854013"/>
                  </a:lnTo>
                  <a:lnTo>
                    <a:pt x="2077321" y="871614"/>
                  </a:lnTo>
                  <a:lnTo>
                    <a:pt x="2116515" y="889138"/>
                  </a:lnTo>
                  <a:lnTo>
                    <a:pt x="2155710" y="906580"/>
                  </a:lnTo>
                  <a:lnTo>
                    <a:pt x="2194905" y="923933"/>
                  </a:lnTo>
                  <a:lnTo>
                    <a:pt x="2234100" y="941191"/>
                  </a:lnTo>
                  <a:lnTo>
                    <a:pt x="2273294" y="958348"/>
                  </a:lnTo>
                  <a:lnTo>
                    <a:pt x="2312489" y="975398"/>
                  </a:lnTo>
                  <a:lnTo>
                    <a:pt x="2351684" y="992335"/>
                  </a:lnTo>
                  <a:lnTo>
                    <a:pt x="2390879" y="1009152"/>
                  </a:lnTo>
                  <a:lnTo>
                    <a:pt x="2430073" y="1025846"/>
                  </a:lnTo>
                  <a:lnTo>
                    <a:pt x="2469268" y="1042410"/>
                  </a:lnTo>
                  <a:lnTo>
                    <a:pt x="2508463" y="1058840"/>
                  </a:lnTo>
                  <a:lnTo>
                    <a:pt x="2547658" y="1075130"/>
                  </a:lnTo>
                  <a:lnTo>
                    <a:pt x="2586852" y="1091276"/>
                  </a:lnTo>
                  <a:lnTo>
                    <a:pt x="2626047" y="1107273"/>
                  </a:lnTo>
                  <a:lnTo>
                    <a:pt x="2665242" y="1123117"/>
                  </a:lnTo>
                  <a:lnTo>
                    <a:pt x="2704437" y="1138804"/>
                  </a:lnTo>
                  <a:lnTo>
                    <a:pt x="2743631" y="1154330"/>
                  </a:lnTo>
                  <a:lnTo>
                    <a:pt x="2782826" y="1169690"/>
                  </a:lnTo>
                  <a:lnTo>
                    <a:pt x="2822021" y="1184883"/>
                  </a:lnTo>
                  <a:lnTo>
                    <a:pt x="2861216" y="1199904"/>
                  </a:lnTo>
                  <a:lnTo>
                    <a:pt x="2900410" y="1214750"/>
                  </a:lnTo>
                  <a:lnTo>
                    <a:pt x="2939605" y="1229418"/>
                  </a:lnTo>
                  <a:lnTo>
                    <a:pt x="2978800" y="1243906"/>
                  </a:lnTo>
                  <a:lnTo>
                    <a:pt x="3017995" y="1258212"/>
                  </a:lnTo>
                  <a:lnTo>
                    <a:pt x="3057189" y="1272333"/>
                  </a:lnTo>
                  <a:lnTo>
                    <a:pt x="3096384" y="128626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34" name="tx412">
              <a:extLst>
                <a:ext uri="{FF2B5EF4-FFF2-40B4-BE49-F238E27FC236}">
                  <a16:creationId xmlns:a16="http://schemas.microsoft.com/office/drawing/2014/main" id="{3F667436-5C17-AD5E-7407-9DE4E46A905C}"/>
                </a:ext>
              </a:extLst>
            </p:cNvPr>
            <p:cNvSpPr/>
            <p:nvPr/>
          </p:nvSpPr>
          <p:spPr>
            <a:xfrm>
              <a:off x="6552366" y="819348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435" name="tx413">
              <a:extLst>
                <a:ext uri="{FF2B5EF4-FFF2-40B4-BE49-F238E27FC236}">
                  <a16:creationId xmlns:a16="http://schemas.microsoft.com/office/drawing/2014/main" id="{B11C1138-FA94-D6E2-8E34-1A98F53E7FAD}"/>
                </a:ext>
              </a:extLst>
            </p:cNvPr>
            <p:cNvSpPr/>
            <p:nvPr/>
          </p:nvSpPr>
          <p:spPr>
            <a:xfrm>
              <a:off x="6552366" y="756116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436" name="tx414">
              <a:extLst>
                <a:ext uri="{FF2B5EF4-FFF2-40B4-BE49-F238E27FC236}">
                  <a16:creationId xmlns:a16="http://schemas.microsoft.com/office/drawing/2014/main" id="{200B714C-9271-9029-F932-8A527CEAA0FC}"/>
                </a:ext>
              </a:extLst>
            </p:cNvPr>
            <p:cNvSpPr/>
            <p:nvPr/>
          </p:nvSpPr>
          <p:spPr>
            <a:xfrm>
              <a:off x="6552366" y="692884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437" name="tx415">
              <a:extLst>
                <a:ext uri="{FF2B5EF4-FFF2-40B4-BE49-F238E27FC236}">
                  <a16:creationId xmlns:a16="http://schemas.microsoft.com/office/drawing/2014/main" id="{859B88C5-487F-0B5F-96CE-159D4427B687}"/>
                </a:ext>
              </a:extLst>
            </p:cNvPr>
            <p:cNvSpPr/>
            <p:nvPr/>
          </p:nvSpPr>
          <p:spPr>
            <a:xfrm>
              <a:off x="6552366" y="629653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438" name="tx416">
              <a:extLst>
                <a:ext uri="{FF2B5EF4-FFF2-40B4-BE49-F238E27FC236}">
                  <a16:creationId xmlns:a16="http://schemas.microsoft.com/office/drawing/2014/main" id="{B2EF9877-2008-2392-3DAF-C1A5F3FB3A09}"/>
                </a:ext>
              </a:extLst>
            </p:cNvPr>
            <p:cNvSpPr/>
            <p:nvPr/>
          </p:nvSpPr>
          <p:spPr>
            <a:xfrm>
              <a:off x="6552366" y="566421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439" name="tx417">
              <a:extLst>
                <a:ext uri="{FF2B5EF4-FFF2-40B4-BE49-F238E27FC236}">
                  <a16:creationId xmlns:a16="http://schemas.microsoft.com/office/drawing/2014/main" id="{AFF5FE8D-C173-6B1F-97B1-E76745A13926}"/>
                </a:ext>
              </a:extLst>
            </p:cNvPr>
            <p:cNvSpPr/>
            <p:nvPr/>
          </p:nvSpPr>
          <p:spPr>
            <a:xfrm>
              <a:off x="6810624" y="8422579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40" name="tx418">
              <a:extLst>
                <a:ext uri="{FF2B5EF4-FFF2-40B4-BE49-F238E27FC236}">
                  <a16:creationId xmlns:a16="http://schemas.microsoft.com/office/drawing/2014/main" id="{6A5EA6A0-6AA9-FDAF-318F-9A3314FF09A0}"/>
                </a:ext>
              </a:extLst>
            </p:cNvPr>
            <p:cNvSpPr/>
            <p:nvPr/>
          </p:nvSpPr>
          <p:spPr>
            <a:xfrm>
              <a:off x="7902134" y="8422579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441" name="tx419">
              <a:extLst>
                <a:ext uri="{FF2B5EF4-FFF2-40B4-BE49-F238E27FC236}">
                  <a16:creationId xmlns:a16="http://schemas.microsoft.com/office/drawing/2014/main" id="{F8446AE8-872C-BB6F-DA81-6C805E02EAC6}"/>
                </a:ext>
              </a:extLst>
            </p:cNvPr>
            <p:cNvSpPr/>
            <p:nvPr/>
          </p:nvSpPr>
          <p:spPr>
            <a:xfrm>
              <a:off x="8993644" y="8422579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442" name="tx420">
              <a:extLst>
                <a:ext uri="{FF2B5EF4-FFF2-40B4-BE49-F238E27FC236}">
                  <a16:creationId xmlns:a16="http://schemas.microsoft.com/office/drawing/2014/main" id="{726179FB-5BBD-52B6-39AC-A4AE1F8FA1E2}"/>
                </a:ext>
              </a:extLst>
            </p:cNvPr>
            <p:cNvSpPr/>
            <p:nvPr/>
          </p:nvSpPr>
          <p:spPr>
            <a:xfrm>
              <a:off x="10054064" y="842257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443" name="tx421">
              <a:extLst>
                <a:ext uri="{FF2B5EF4-FFF2-40B4-BE49-F238E27FC236}">
                  <a16:creationId xmlns:a16="http://schemas.microsoft.com/office/drawing/2014/main" id="{ECBCEE3D-062A-27DA-16E1-783A4BFCB9A9}"/>
                </a:ext>
              </a:extLst>
            </p:cNvPr>
            <p:cNvSpPr/>
            <p:nvPr/>
          </p:nvSpPr>
          <p:spPr>
            <a:xfrm>
              <a:off x="8239396" y="8560883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3444" name="tx422">
              <a:extLst>
                <a:ext uri="{FF2B5EF4-FFF2-40B4-BE49-F238E27FC236}">
                  <a16:creationId xmlns:a16="http://schemas.microsoft.com/office/drawing/2014/main" id="{F7CEE2FB-C5F9-C297-B285-309B3B5296CD}"/>
                </a:ext>
              </a:extLst>
            </p:cNvPr>
            <p:cNvSpPr/>
            <p:nvPr/>
          </p:nvSpPr>
          <p:spPr>
            <a:xfrm rot="16200000">
              <a:off x="6189668" y="6918834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454" name="tx432">
              <a:extLst>
                <a:ext uri="{FF2B5EF4-FFF2-40B4-BE49-F238E27FC236}">
                  <a16:creationId xmlns:a16="http://schemas.microsoft.com/office/drawing/2014/main" id="{1E426B9C-66EE-7D35-7D0A-F79393A1A140}"/>
                </a:ext>
              </a:extLst>
            </p:cNvPr>
            <p:cNvSpPr/>
            <p:nvPr/>
          </p:nvSpPr>
          <p:spPr>
            <a:xfrm>
              <a:off x="6832623" y="5171941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3455" name="tx433">
              <a:extLst>
                <a:ext uri="{FF2B5EF4-FFF2-40B4-BE49-F238E27FC236}">
                  <a16:creationId xmlns:a16="http://schemas.microsoft.com/office/drawing/2014/main" id="{6B015DCA-AA1E-B10F-77C3-14D6936DA724}"/>
                </a:ext>
              </a:extLst>
            </p:cNvPr>
            <p:cNvSpPr/>
            <p:nvPr/>
          </p:nvSpPr>
          <p:spPr>
            <a:xfrm>
              <a:off x="6832623" y="5352992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59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46280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66036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85792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05548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206158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325914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445670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565426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32079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03416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03416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12400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12073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11779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12500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21683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11779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78122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29815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427191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77728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26007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82720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5997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27564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00895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29422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95061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00394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11986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282720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294948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522866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4266810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367185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34050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40246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390831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36606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522866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381725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547187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390831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393219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38174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081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177233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392287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3681583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36607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0246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28991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34051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08073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41774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303132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28181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73213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8181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31719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326334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96068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416763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428478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273574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16761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294862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03132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308522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1266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417015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296231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259230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0903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31266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325979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259230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294794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428742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67870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40125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89612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39313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33821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12880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320295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2911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334724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1981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89612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1192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1981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311950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30333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342346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320328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30333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325234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313236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3424000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67870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91007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325202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57847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18778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194571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77197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19781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207624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177189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87823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194491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176424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212736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213967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95293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9473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0303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208064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294989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221864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0303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176351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312416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221069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312314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37942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281750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81757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239560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267739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61720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260106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61722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7471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29208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277438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37942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4718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27505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6784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3924765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247297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39183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22572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60222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22572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239914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277298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2917188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383810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537632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424297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30362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0243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431924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376481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384205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43796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421488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414454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409287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76446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532374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431924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53256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430740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421087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40908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40243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424269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41448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438641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377527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274969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247056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225999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233132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74707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84445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267071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3283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377527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86912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247008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54323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276953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386593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259702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259660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267136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267378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54363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25787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26733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276651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284445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623483" y="2620880"/>
              <a:ext cx="3899276" cy="1284274"/>
            </a:xfrm>
            <a:custGeom>
              <a:avLst/>
              <a:gdLst/>
              <a:ahLst/>
              <a:cxnLst/>
              <a:rect l="0" t="0" r="0" b="0"/>
              <a:pathLst>
                <a:path w="3899276" h="1284274">
                  <a:moveTo>
                    <a:pt x="0" y="0"/>
                  </a:moveTo>
                  <a:lnTo>
                    <a:pt x="49357" y="14151"/>
                  </a:lnTo>
                  <a:lnTo>
                    <a:pt x="98715" y="28241"/>
                  </a:lnTo>
                  <a:lnTo>
                    <a:pt x="148073" y="42264"/>
                  </a:lnTo>
                  <a:lnTo>
                    <a:pt x="197431" y="56217"/>
                  </a:lnTo>
                  <a:lnTo>
                    <a:pt x="246789" y="70092"/>
                  </a:lnTo>
                  <a:lnTo>
                    <a:pt x="296147" y="83884"/>
                  </a:lnTo>
                  <a:lnTo>
                    <a:pt x="345505" y="97586"/>
                  </a:lnTo>
                  <a:lnTo>
                    <a:pt x="394863" y="111191"/>
                  </a:lnTo>
                  <a:lnTo>
                    <a:pt x="444221" y="124689"/>
                  </a:lnTo>
                  <a:lnTo>
                    <a:pt x="493579" y="138073"/>
                  </a:lnTo>
                  <a:lnTo>
                    <a:pt x="542937" y="151332"/>
                  </a:lnTo>
                  <a:lnTo>
                    <a:pt x="592295" y="164455"/>
                  </a:lnTo>
                  <a:lnTo>
                    <a:pt x="641653" y="177429"/>
                  </a:lnTo>
                  <a:lnTo>
                    <a:pt x="691011" y="190242"/>
                  </a:lnTo>
                  <a:lnTo>
                    <a:pt x="740368" y="202877"/>
                  </a:lnTo>
                  <a:lnTo>
                    <a:pt x="789726" y="215320"/>
                  </a:lnTo>
                  <a:lnTo>
                    <a:pt x="839084" y="227551"/>
                  </a:lnTo>
                  <a:lnTo>
                    <a:pt x="888442" y="239552"/>
                  </a:lnTo>
                  <a:lnTo>
                    <a:pt x="937800" y="251299"/>
                  </a:lnTo>
                  <a:lnTo>
                    <a:pt x="987158" y="262771"/>
                  </a:lnTo>
                  <a:lnTo>
                    <a:pt x="1036516" y="273942"/>
                  </a:lnTo>
                  <a:lnTo>
                    <a:pt x="1085874" y="284784"/>
                  </a:lnTo>
                  <a:lnTo>
                    <a:pt x="1135232" y="295268"/>
                  </a:lnTo>
                  <a:lnTo>
                    <a:pt x="1184590" y="305364"/>
                  </a:lnTo>
                  <a:lnTo>
                    <a:pt x="1233948" y="315039"/>
                  </a:lnTo>
                  <a:lnTo>
                    <a:pt x="1283306" y="324262"/>
                  </a:lnTo>
                  <a:lnTo>
                    <a:pt x="1332664" y="333000"/>
                  </a:lnTo>
                  <a:lnTo>
                    <a:pt x="1382022" y="341221"/>
                  </a:lnTo>
                  <a:lnTo>
                    <a:pt x="1431379" y="348894"/>
                  </a:lnTo>
                  <a:lnTo>
                    <a:pt x="1480737" y="355993"/>
                  </a:lnTo>
                  <a:lnTo>
                    <a:pt x="1530095" y="362492"/>
                  </a:lnTo>
                  <a:lnTo>
                    <a:pt x="1579453" y="368374"/>
                  </a:lnTo>
                  <a:lnTo>
                    <a:pt x="1628811" y="373624"/>
                  </a:lnTo>
                  <a:lnTo>
                    <a:pt x="1678169" y="378236"/>
                  </a:lnTo>
                  <a:lnTo>
                    <a:pt x="1727527" y="382210"/>
                  </a:lnTo>
                  <a:lnTo>
                    <a:pt x="1776885" y="385551"/>
                  </a:lnTo>
                  <a:lnTo>
                    <a:pt x="1826243" y="388273"/>
                  </a:lnTo>
                  <a:lnTo>
                    <a:pt x="1875601" y="390395"/>
                  </a:lnTo>
                  <a:lnTo>
                    <a:pt x="1924959" y="391939"/>
                  </a:lnTo>
                  <a:lnTo>
                    <a:pt x="1974317" y="392934"/>
                  </a:lnTo>
                  <a:lnTo>
                    <a:pt x="2023675" y="393408"/>
                  </a:lnTo>
                  <a:lnTo>
                    <a:pt x="2073033" y="393395"/>
                  </a:lnTo>
                  <a:lnTo>
                    <a:pt x="2122390" y="392926"/>
                  </a:lnTo>
                  <a:lnTo>
                    <a:pt x="2171748" y="392035"/>
                  </a:lnTo>
                  <a:lnTo>
                    <a:pt x="2221106" y="390752"/>
                  </a:lnTo>
                  <a:lnTo>
                    <a:pt x="2270464" y="389109"/>
                  </a:lnTo>
                  <a:lnTo>
                    <a:pt x="2319822" y="387135"/>
                  </a:lnTo>
                  <a:lnTo>
                    <a:pt x="2369180" y="384858"/>
                  </a:lnTo>
                  <a:lnTo>
                    <a:pt x="2418538" y="382302"/>
                  </a:lnTo>
                  <a:lnTo>
                    <a:pt x="2467896" y="379492"/>
                  </a:lnTo>
                  <a:lnTo>
                    <a:pt x="2517254" y="376450"/>
                  </a:lnTo>
                  <a:lnTo>
                    <a:pt x="2566612" y="373194"/>
                  </a:lnTo>
                  <a:lnTo>
                    <a:pt x="2615970" y="369744"/>
                  </a:lnTo>
                  <a:lnTo>
                    <a:pt x="2665328" y="366116"/>
                  </a:lnTo>
                  <a:lnTo>
                    <a:pt x="2714686" y="362324"/>
                  </a:lnTo>
                  <a:lnTo>
                    <a:pt x="2764044" y="358383"/>
                  </a:lnTo>
                  <a:lnTo>
                    <a:pt x="2813401" y="354305"/>
                  </a:lnTo>
                  <a:lnTo>
                    <a:pt x="2862759" y="350102"/>
                  </a:lnTo>
                  <a:lnTo>
                    <a:pt x="2912117" y="345782"/>
                  </a:lnTo>
                  <a:lnTo>
                    <a:pt x="2961475" y="341356"/>
                  </a:lnTo>
                  <a:lnTo>
                    <a:pt x="3010833" y="336831"/>
                  </a:lnTo>
                  <a:lnTo>
                    <a:pt x="3060191" y="332217"/>
                  </a:lnTo>
                  <a:lnTo>
                    <a:pt x="3109549" y="327518"/>
                  </a:lnTo>
                  <a:lnTo>
                    <a:pt x="3158907" y="322742"/>
                  </a:lnTo>
                  <a:lnTo>
                    <a:pt x="3208265" y="317894"/>
                  </a:lnTo>
                  <a:lnTo>
                    <a:pt x="3257623" y="312979"/>
                  </a:lnTo>
                  <a:lnTo>
                    <a:pt x="3306981" y="308002"/>
                  </a:lnTo>
                  <a:lnTo>
                    <a:pt x="3356339" y="302968"/>
                  </a:lnTo>
                  <a:lnTo>
                    <a:pt x="3405697" y="297880"/>
                  </a:lnTo>
                  <a:lnTo>
                    <a:pt x="3455055" y="292743"/>
                  </a:lnTo>
                  <a:lnTo>
                    <a:pt x="3504412" y="287558"/>
                  </a:lnTo>
                  <a:lnTo>
                    <a:pt x="3553770" y="282330"/>
                  </a:lnTo>
                  <a:lnTo>
                    <a:pt x="3603128" y="277061"/>
                  </a:lnTo>
                  <a:lnTo>
                    <a:pt x="3652486" y="271754"/>
                  </a:lnTo>
                  <a:lnTo>
                    <a:pt x="3701844" y="266411"/>
                  </a:lnTo>
                  <a:lnTo>
                    <a:pt x="3751202" y="261034"/>
                  </a:lnTo>
                  <a:lnTo>
                    <a:pt x="3800560" y="255625"/>
                  </a:lnTo>
                  <a:lnTo>
                    <a:pt x="3849918" y="250187"/>
                  </a:lnTo>
                  <a:lnTo>
                    <a:pt x="3899276" y="244720"/>
                  </a:lnTo>
                  <a:lnTo>
                    <a:pt x="3899276" y="1284274"/>
                  </a:lnTo>
                  <a:lnTo>
                    <a:pt x="3849918" y="1269637"/>
                  </a:lnTo>
                  <a:lnTo>
                    <a:pt x="3800560" y="1255029"/>
                  </a:lnTo>
                  <a:lnTo>
                    <a:pt x="3751202" y="1240451"/>
                  </a:lnTo>
                  <a:lnTo>
                    <a:pt x="3701844" y="1225904"/>
                  </a:lnTo>
                  <a:lnTo>
                    <a:pt x="3652486" y="1211391"/>
                  </a:lnTo>
                  <a:lnTo>
                    <a:pt x="3603128" y="1196914"/>
                  </a:lnTo>
                  <a:lnTo>
                    <a:pt x="3553770" y="1182476"/>
                  </a:lnTo>
                  <a:lnTo>
                    <a:pt x="3504412" y="1168078"/>
                  </a:lnTo>
                  <a:lnTo>
                    <a:pt x="3455055" y="1153724"/>
                  </a:lnTo>
                  <a:lnTo>
                    <a:pt x="3405697" y="1139416"/>
                  </a:lnTo>
                  <a:lnTo>
                    <a:pt x="3356339" y="1125159"/>
                  </a:lnTo>
                  <a:lnTo>
                    <a:pt x="3306981" y="1110955"/>
                  </a:lnTo>
                  <a:lnTo>
                    <a:pt x="3257623" y="1096808"/>
                  </a:lnTo>
                  <a:lnTo>
                    <a:pt x="3208265" y="1082724"/>
                  </a:lnTo>
                  <a:lnTo>
                    <a:pt x="3158907" y="1068706"/>
                  </a:lnTo>
                  <a:lnTo>
                    <a:pt x="3109549" y="1054760"/>
                  </a:lnTo>
                  <a:lnTo>
                    <a:pt x="3060191" y="1040892"/>
                  </a:lnTo>
                  <a:lnTo>
                    <a:pt x="3010833" y="1027107"/>
                  </a:lnTo>
                  <a:lnTo>
                    <a:pt x="2961475" y="1013413"/>
                  </a:lnTo>
                  <a:lnTo>
                    <a:pt x="2912117" y="999817"/>
                  </a:lnTo>
                  <a:lnTo>
                    <a:pt x="2862759" y="986328"/>
                  </a:lnTo>
                  <a:lnTo>
                    <a:pt x="2813401" y="972954"/>
                  </a:lnTo>
                  <a:lnTo>
                    <a:pt x="2764044" y="959707"/>
                  </a:lnTo>
                  <a:lnTo>
                    <a:pt x="2714686" y="946596"/>
                  </a:lnTo>
                  <a:lnTo>
                    <a:pt x="2665328" y="933635"/>
                  </a:lnTo>
                  <a:lnTo>
                    <a:pt x="2615970" y="920837"/>
                  </a:lnTo>
                  <a:lnTo>
                    <a:pt x="2566612" y="908217"/>
                  </a:lnTo>
                  <a:lnTo>
                    <a:pt x="2517254" y="895792"/>
                  </a:lnTo>
                  <a:lnTo>
                    <a:pt x="2467896" y="883579"/>
                  </a:lnTo>
                  <a:lnTo>
                    <a:pt x="2418538" y="871599"/>
                  </a:lnTo>
                  <a:lnTo>
                    <a:pt x="2369180" y="859874"/>
                  </a:lnTo>
                  <a:lnTo>
                    <a:pt x="2319822" y="848427"/>
                  </a:lnTo>
                  <a:lnTo>
                    <a:pt x="2270464" y="837283"/>
                  </a:lnTo>
                  <a:lnTo>
                    <a:pt x="2221106" y="826471"/>
                  </a:lnTo>
                  <a:lnTo>
                    <a:pt x="2171748" y="816019"/>
                  </a:lnTo>
                  <a:lnTo>
                    <a:pt x="2122390" y="805957"/>
                  </a:lnTo>
                  <a:lnTo>
                    <a:pt x="2073033" y="796319"/>
                  </a:lnTo>
                  <a:lnTo>
                    <a:pt x="2023675" y="787136"/>
                  </a:lnTo>
                  <a:lnTo>
                    <a:pt x="1974317" y="778440"/>
                  </a:lnTo>
                  <a:lnTo>
                    <a:pt x="1924959" y="770265"/>
                  </a:lnTo>
                  <a:lnTo>
                    <a:pt x="1875601" y="762640"/>
                  </a:lnTo>
                  <a:lnTo>
                    <a:pt x="1826243" y="755592"/>
                  </a:lnTo>
                  <a:lnTo>
                    <a:pt x="1776885" y="749144"/>
                  </a:lnTo>
                  <a:lnTo>
                    <a:pt x="1727527" y="743316"/>
                  </a:lnTo>
                  <a:lnTo>
                    <a:pt x="1678169" y="738120"/>
                  </a:lnTo>
                  <a:lnTo>
                    <a:pt x="1628811" y="733562"/>
                  </a:lnTo>
                  <a:lnTo>
                    <a:pt x="1579453" y="729642"/>
                  </a:lnTo>
                  <a:lnTo>
                    <a:pt x="1530095" y="726354"/>
                  </a:lnTo>
                  <a:lnTo>
                    <a:pt x="1480737" y="723684"/>
                  </a:lnTo>
                  <a:lnTo>
                    <a:pt x="1431379" y="721613"/>
                  </a:lnTo>
                  <a:lnTo>
                    <a:pt x="1382022" y="720116"/>
                  </a:lnTo>
                  <a:lnTo>
                    <a:pt x="1332664" y="719167"/>
                  </a:lnTo>
                  <a:lnTo>
                    <a:pt x="1283306" y="718735"/>
                  </a:lnTo>
                  <a:lnTo>
                    <a:pt x="1233948" y="718789"/>
                  </a:lnTo>
                  <a:lnTo>
                    <a:pt x="1184590" y="719295"/>
                  </a:lnTo>
                  <a:lnTo>
                    <a:pt x="1135232" y="720221"/>
                  </a:lnTo>
                  <a:lnTo>
                    <a:pt x="1085874" y="721535"/>
                  </a:lnTo>
                  <a:lnTo>
                    <a:pt x="1036516" y="723207"/>
                  </a:lnTo>
                  <a:lnTo>
                    <a:pt x="987158" y="725208"/>
                  </a:lnTo>
                  <a:lnTo>
                    <a:pt x="937800" y="727510"/>
                  </a:lnTo>
                  <a:lnTo>
                    <a:pt x="888442" y="730088"/>
                  </a:lnTo>
                  <a:lnTo>
                    <a:pt x="839084" y="732919"/>
                  </a:lnTo>
                  <a:lnTo>
                    <a:pt x="789726" y="735981"/>
                  </a:lnTo>
                  <a:lnTo>
                    <a:pt x="740368" y="739253"/>
                  </a:lnTo>
                  <a:lnTo>
                    <a:pt x="691011" y="742719"/>
                  </a:lnTo>
                  <a:lnTo>
                    <a:pt x="641653" y="746362"/>
                  </a:lnTo>
                  <a:lnTo>
                    <a:pt x="592295" y="750167"/>
                  </a:lnTo>
                  <a:lnTo>
                    <a:pt x="542937" y="754120"/>
                  </a:lnTo>
                  <a:lnTo>
                    <a:pt x="493579" y="758209"/>
                  </a:lnTo>
                  <a:lnTo>
                    <a:pt x="444221" y="762423"/>
                  </a:lnTo>
                  <a:lnTo>
                    <a:pt x="394863" y="766752"/>
                  </a:lnTo>
                  <a:lnTo>
                    <a:pt x="345505" y="771187"/>
                  </a:lnTo>
                  <a:lnTo>
                    <a:pt x="296147" y="775719"/>
                  </a:lnTo>
                  <a:lnTo>
                    <a:pt x="246789" y="780341"/>
                  </a:lnTo>
                  <a:lnTo>
                    <a:pt x="197431" y="785047"/>
                  </a:lnTo>
                  <a:lnTo>
                    <a:pt x="148073" y="789830"/>
                  </a:lnTo>
                  <a:lnTo>
                    <a:pt x="98715" y="794683"/>
                  </a:lnTo>
                  <a:lnTo>
                    <a:pt x="49357" y="799604"/>
                  </a:lnTo>
                  <a:lnTo>
                    <a:pt x="0" y="80458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1623483" y="2620880"/>
              <a:ext cx="3899276" cy="393408"/>
            </a:xfrm>
            <a:custGeom>
              <a:avLst/>
              <a:gdLst/>
              <a:ahLst/>
              <a:cxnLst/>
              <a:rect l="0" t="0" r="0" b="0"/>
              <a:pathLst>
                <a:path w="3899276" h="393408">
                  <a:moveTo>
                    <a:pt x="0" y="0"/>
                  </a:moveTo>
                  <a:lnTo>
                    <a:pt x="49357" y="14151"/>
                  </a:lnTo>
                  <a:lnTo>
                    <a:pt x="98715" y="28241"/>
                  </a:lnTo>
                  <a:lnTo>
                    <a:pt x="148073" y="42264"/>
                  </a:lnTo>
                  <a:lnTo>
                    <a:pt x="197431" y="56217"/>
                  </a:lnTo>
                  <a:lnTo>
                    <a:pt x="246789" y="70092"/>
                  </a:lnTo>
                  <a:lnTo>
                    <a:pt x="296147" y="83884"/>
                  </a:lnTo>
                  <a:lnTo>
                    <a:pt x="345505" y="97586"/>
                  </a:lnTo>
                  <a:lnTo>
                    <a:pt x="394863" y="111191"/>
                  </a:lnTo>
                  <a:lnTo>
                    <a:pt x="444221" y="124689"/>
                  </a:lnTo>
                  <a:lnTo>
                    <a:pt x="493579" y="138073"/>
                  </a:lnTo>
                  <a:lnTo>
                    <a:pt x="542937" y="151332"/>
                  </a:lnTo>
                  <a:lnTo>
                    <a:pt x="592295" y="164455"/>
                  </a:lnTo>
                  <a:lnTo>
                    <a:pt x="641653" y="177429"/>
                  </a:lnTo>
                  <a:lnTo>
                    <a:pt x="691011" y="190242"/>
                  </a:lnTo>
                  <a:lnTo>
                    <a:pt x="740368" y="202877"/>
                  </a:lnTo>
                  <a:lnTo>
                    <a:pt x="789726" y="215320"/>
                  </a:lnTo>
                  <a:lnTo>
                    <a:pt x="839084" y="227551"/>
                  </a:lnTo>
                  <a:lnTo>
                    <a:pt x="888442" y="239552"/>
                  </a:lnTo>
                  <a:lnTo>
                    <a:pt x="937800" y="251299"/>
                  </a:lnTo>
                  <a:lnTo>
                    <a:pt x="987158" y="262771"/>
                  </a:lnTo>
                  <a:lnTo>
                    <a:pt x="1036516" y="273942"/>
                  </a:lnTo>
                  <a:lnTo>
                    <a:pt x="1085874" y="284784"/>
                  </a:lnTo>
                  <a:lnTo>
                    <a:pt x="1135232" y="295268"/>
                  </a:lnTo>
                  <a:lnTo>
                    <a:pt x="1184590" y="305364"/>
                  </a:lnTo>
                  <a:lnTo>
                    <a:pt x="1233948" y="315039"/>
                  </a:lnTo>
                  <a:lnTo>
                    <a:pt x="1283306" y="324262"/>
                  </a:lnTo>
                  <a:lnTo>
                    <a:pt x="1332664" y="333000"/>
                  </a:lnTo>
                  <a:lnTo>
                    <a:pt x="1382022" y="341221"/>
                  </a:lnTo>
                  <a:lnTo>
                    <a:pt x="1431379" y="348894"/>
                  </a:lnTo>
                  <a:lnTo>
                    <a:pt x="1480737" y="355993"/>
                  </a:lnTo>
                  <a:lnTo>
                    <a:pt x="1530095" y="362492"/>
                  </a:lnTo>
                  <a:lnTo>
                    <a:pt x="1579453" y="368374"/>
                  </a:lnTo>
                  <a:lnTo>
                    <a:pt x="1628811" y="373624"/>
                  </a:lnTo>
                  <a:lnTo>
                    <a:pt x="1678169" y="378236"/>
                  </a:lnTo>
                  <a:lnTo>
                    <a:pt x="1727527" y="382210"/>
                  </a:lnTo>
                  <a:lnTo>
                    <a:pt x="1776885" y="385551"/>
                  </a:lnTo>
                  <a:lnTo>
                    <a:pt x="1826243" y="388273"/>
                  </a:lnTo>
                  <a:lnTo>
                    <a:pt x="1875601" y="390395"/>
                  </a:lnTo>
                  <a:lnTo>
                    <a:pt x="1924959" y="391939"/>
                  </a:lnTo>
                  <a:lnTo>
                    <a:pt x="1974317" y="392934"/>
                  </a:lnTo>
                  <a:lnTo>
                    <a:pt x="2023675" y="393408"/>
                  </a:lnTo>
                  <a:lnTo>
                    <a:pt x="2073033" y="393395"/>
                  </a:lnTo>
                  <a:lnTo>
                    <a:pt x="2122390" y="392926"/>
                  </a:lnTo>
                  <a:lnTo>
                    <a:pt x="2171748" y="392035"/>
                  </a:lnTo>
                  <a:lnTo>
                    <a:pt x="2221106" y="390752"/>
                  </a:lnTo>
                  <a:lnTo>
                    <a:pt x="2270464" y="389109"/>
                  </a:lnTo>
                  <a:lnTo>
                    <a:pt x="2319822" y="387135"/>
                  </a:lnTo>
                  <a:lnTo>
                    <a:pt x="2369180" y="384858"/>
                  </a:lnTo>
                  <a:lnTo>
                    <a:pt x="2418538" y="382302"/>
                  </a:lnTo>
                  <a:lnTo>
                    <a:pt x="2467896" y="379492"/>
                  </a:lnTo>
                  <a:lnTo>
                    <a:pt x="2517254" y="376450"/>
                  </a:lnTo>
                  <a:lnTo>
                    <a:pt x="2566612" y="373194"/>
                  </a:lnTo>
                  <a:lnTo>
                    <a:pt x="2615970" y="369744"/>
                  </a:lnTo>
                  <a:lnTo>
                    <a:pt x="2665328" y="366116"/>
                  </a:lnTo>
                  <a:lnTo>
                    <a:pt x="2714686" y="362324"/>
                  </a:lnTo>
                  <a:lnTo>
                    <a:pt x="2764044" y="358383"/>
                  </a:lnTo>
                  <a:lnTo>
                    <a:pt x="2813401" y="354305"/>
                  </a:lnTo>
                  <a:lnTo>
                    <a:pt x="2862759" y="350102"/>
                  </a:lnTo>
                  <a:lnTo>
                    <a:pt x="2912117" y="345782"/>
                  </a:lnTo>
                  <a:lnTo>
                    <a:pt x="2961475" y="341356"/>
                  </a:lnTo>
                  <a:lnTo>
                    <a:pt x="3010833" y="336831"/>
                  </a:lnTo>
                  <a:lnTo>
                    <a:pt x="3060191" y="332217"/>
                  </a:lnTo>
                  <a:lnTo>
                    <a:pt x="3109549" y="327518"/>
                  </a:lnTo>
                  <a:lnTo>
                    <a:pt x="3158907" y="322742"/>
                  </a:lnTo>
                  <a:lnTo>
                    <a:pt x="3208265" y="317894"/>
                  </a:lnTo>
                  <a:lnTo>
                    <a:pt x="3257623" y="312979"/>
                  </a:lnTo>
                  <a:lnTo>
                    <a:pt x="3306981" y="308002"/>
                  </a:lnTo>
                  <a:lnTo>
                    <a:pt x="3356339" y="302968"/>
                  </a:lnTo>
                  <a:lnTo>
                    <a:pt x="3405697" y="297880"/>
                  </a:lnTo>
                  <a:lnTo>
                    <a:pt x="3455055" y="292743"/>
                  </a:lnTo>
                  <a:lnTo>
                    <a:pt x="3504412" y="287558"/>
                  </a:lnTo>
                  <a:lnTo>
                    <a:pt x="3553770" y="282330"/>
                  </a:lnTo>
                  <a:lnTo>
                    <a:pt x="3603128" y="277061"/>
                  </a:lnTo>
                  <a:lnTo>
                    <a:pt x="3652486" y="271754"/>
                  </a:lnTo>
                  <a:lnTo>
                    <a:pt x="3701844" y="266411"/>
                  </a:lnTo>
                  <a:lnTo>
                    <a:pt x="3751202" y="261034"/>
                  </a:lnTo>
                  <a:lnTo>
                    <a:pt x="3800560" y="255625"/>
                  </a:lnTo>
                  <a:lnTo>
                    <a:pt x="3849918" y="250187"/>
                  </a:lnTo>
                  <a:lnTo>
                    <a:pt x="3899276" y="24472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3339616"/>
              <a:ext cx="3899276" cy="565538"/>
            </a:xfrm>
            <a:custGeom>
              <a:avLst/>
              <a:gdLst/>
              <a:ahLst/>
              <a:cxnLst/>
              <a:rect l="0" t="0" r="0" b="0"/>
              <a:pathLst>
                <a:path w="3899276" h="565538">
                  <a:moveTo>
                    <a:pt x="3899276" y="565538"/>
                  </a:moveTo>
                  <a:lnTo>
                    <a:pt x="3849918" y="550901"/>
                  </a:lnTo>
                  <a:lnTo>
                    <a:pt x="3800560" y="536293"/>
                  </a:lnTo>
                  <a:lnTo>
                    <a:pt x="3751202" y="521715"/>
                  </a:lnTo>
                  <a:lnTo>
                    <a:pt x="3701844" y="507168"/>
                  </a:lnTo>
                  <a:lnTo>
                    <a:pt x="3652486" y="492655"/>
                  </a:lnTo>
                  <a:lnTo>
                    <a:pt x="3603128" y="478178"/>
                  </a:lnTo>
                  <a:lnTo>
                    <a:pt x="3553770" y="463740"/>
                  </a:lnTo>
                  <a:lnTo>
                    <a:pt x="3504412" y="449342"/>
                  </a:lnTo>
                  <a:lnTo>
                    <a:pt x="3455055" y="434988"/>
                  </a:lnTo>
                  <a:lnTo>
                    <a:pt x="3405697" y="420680"/>
                  </a:lnTo>
                  <a:lnTo>
                    <a:pt x="3356339" y="406423"/>
                  </a:lnTo>
                  <a:lnTo>
                    <a:pt x="3306981" y="392219"/>
                  </a:lnTo>
                  <a:lnTo>
                    <a:pt x="3257623" y="378073"/>
                  </a:lnTo>
                  <a:lnTo>
                    <a:pt x="3208265" y="363988"/>
                  </a:lnTo>
                  <a:lnTo>
                    <a:pt x="3158907" y="349970"/>
                  </a:lnTo>
                  <a:lnTo>
                    <a:pt x="3109549" y="336024"/>
                  </a:lnTo>
                  <a:lnTo>
                    <a:pt x="3060191" y="322156"/>
                  </a:lnTo>
                  <a:lnTo>
                    <a:pt x="3010833" y="308371"/>
                  </a:lnTo>
                  <a:lnTo>
                    <a:pt x="2961475" y="294677"/>
                  </a:lnTo>
                  <a:lnTo>
                    <a:pt x="2912117" y="281081"/>
                  </a:lnTo>
                  <a:lnTo>
                    <a:pt x="2862759" y="267592"/>
                  </a:lnTo>
                  <a:lnTo>
                    <a:pt x="2813401" y="254218"/>
                  </a:lnTo>
                  <a:lnTo>
                    <a:pt x="2764044" y="240971"/>
                  </a:lnTo>
                  <a:lnTo>
                    <a:pt x="2714686" y="227860"/>
                  </a:lnTo>
                  <a:lnTo>
                    <a:pt x="2665328" y="214899"/>
                  </a:lnTo>
                  <a:lnTo>
                    <a:pt x="2615970" y="202101"/>
                  </a:lnTo>
                  <a:lnTo>
                    <a:pt x="2566612" y="189481"/>
                  </a:lnTo>
                  <a:lnTo>
                    <a:pt x="2517254" y="177056"/>
                  </a:lnTo>
                  <a:lnTo>
                    <a:pt x="2467896" y="164843"/>
                  </a:lnTo>
                  <a:lnTo>
                    <a:pt x="2418538" y="152863"/>
                  </a:lnTo>
                  <a:lnTo>
                    <a:pt x="2369180" y="141138"/>
                  </a:lnTo>
                  <a:lnTo>
                    <a:pt x="2319822" y="129691"/>
                  </a:lnTo>
                  <a:lnTo>
                    <a:pt x="2270464" y="118547"/>
                  </a:lnTo>
                  <a:lnTo>
                    <a:pt x="2221106" y="107735"/>
                  </a:lnTo>
                  <a:lnTo>
                    <a:pt x="2171748" y="97283"/>
                  </a:lnTo>
                  <a:lnTo>
                    <a:pt x="2122390" y="87221"/>
                  </a:lnTo>
                  <a:lnTo>
                    <a:pt x="2073033" y="77583"/>
                  </a:lnTo>
                  <a:lnTo>
                    <a:pt x="2023675" y="68400"/>
                  </a:lnTo>
                  <a:lnTo>
                    <a:pt x="1974317" y="59705"/>
                  </a:lnTo>
                  <a:lnTo>
                    <a:pt x="1924959" y="51529"/>
                  </a:lnTo>
                  <a:lnTo>
                    <a:pt x="1875601" y="43904"/>
                  </a:lnTo>
                  <a:lnTo>
                    <a:pt x="1826243" y="36856"/>
                  </a:lnTo>
                  <a:lnTo>
                    <a:pt x="1776885" y="30408"/>
                  </a:lnTo>
                  <a:lnTo>
                    <a:pt x="1727527" y="24580"/>
                  </a:lnTo>
                  <a:lnTo>
                    <a:pt x="1678169" y="19384"/>
                  </a:lnTo>
                  <a:lnTo>
                    <a:pt x="1628811" y="14826"/>
                  </a:lnTo>
                  <a:lnTo>
                    <a:pt x="1579453" y="10907"/>
                  </a:lnTo>
                  <a:lnTo>
                    <a:pt x="1530095" y="7618"/>
                  </a:lnTo>
                  <a:lnTo>
                    <a:pt x="1480737" y="4948"/>
                  </a:lnTo>
                  <a:lnTo>
                    <a:pt x="1431379" y="2877"/>
                  </a:lnTo>
                  <a:lnTo>
                    <a:pt x="1382022" y="1380"/>
                  </a:lnTo>
                  <a:lnTo>
                    <a:pt x="1332664" y="431"/>
                  </a:lnTo>
                  <a:lnTo>
                    <a:pt x="1283306" y="0"/>
                  </a:lnTo>
                  <a:lnTo>
                    <a:pt x="1233948" y="53"/>
                  </a:lnTo>
                  <a:lnTo>
                    <a:pt x="1184590" y="559"/>
                  </a:lnTo>
                  <a:lnTo>
                    <a:pt x="1135232" y="1485"/>
                  </a:lnTo>
                  <a:lnTo>
                    <a:pt x="1085874" y="2799"/>
                  </a:lnTo>
                  <a:lnTo>
                    <a:pt x="1036516" y="4471"/>
                  </a:lnTo>
                  <a:lnTo>
                    <a:pt x="987158" y="6472"/>
                  </a:lnTo>
                  <a:lnTo>
                    <a:pt x="937800" y="8774"/>
                  </a:lnTo>
                  <a:lnTo>
                    <a:pt x="888442" y="11352"/>
                  </a:lnTo>
                  <a:lnTo>
                    <a:pt x="839084" y="14183"/>
                  </a:lnTo>
                  <a:lnTo>
                    <a:pt x="789726" y="17245"/>
                  </a:lnTo>
                  <a:lnTo>
                    <a:pt x="740368" y="20518"/>
                  </a:lnTo>
                  <a:lnTo>
                    <a:pt x="691011" y="23983"/>
                  </a:lnTo>
                  <a:lnTo>
                    <a:pt x="641653" y="27626"/>
                  </a:lnTo>
                  <a:lnTo>
                    <a:pt x="592295" y="31431"/>
                  </a:lnTo>
                  <a:lnTo>
                    <a:pt x="542937" y="35384"/>
                  </a:lnTo>
                  <a:lnTo>
                    <a:pt x="493579" y="39473"/>
                  </a:lnTo>
                  <a:lnTo>
                    <a:pt x="444221" y="43687"/>
                  </a:lnTo>
                  <a:lnTo>
                    <a:pt x="394863" y="48016"/>
                  </a:lnTo>
                  <a:lnTo>
                    <a:pt x="345505" y="52451"/>
                  </a:lnTo>
                  <a:lnTo>
                    <a:pt x="296147" y="56983"/>
                  </a:lnTo>
                  <a:lnTo>
                    <a:pt x="246789" y="61606"/>
                  </a:lnTo>
                  <a:lnTo>
                    <a:pt x="197431" y="66311"/>
                  </a:lnTo>
                  <a:lnTo>
                    <a:pt x="148073" y="71094"/>
                  </a:lnTo>
                  <a:lnTo>
                    <a:pt x="98715" y="75948"/>
                  </a:lnTo>
                  <a:lnTo>
                    <a:pt x="49357" y="80868"/>
                  </a:lnTo>
                  <a:lnTo>
                    <a:pt x="0" y="85849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3023173"/>
              <a:ext cx="3899276" cy="362204"/>
            </a:xfrm>
            <a:custGeom>
              <a:avLst/>
              <a:gdLst/>
              <a:ahLst/>
              <a:cxnLst/>
              <a:rect l="0" t="0" r="0" b="0"/>
              <a:pathLst>
                <a:path w="3899276" h="362204">
                  <a:moveTo>
                    <a:pt x="0" y="0"/>
                  </a:moveTo>
                  <a:lnTo>
                    <a:pt x="49357" y="4584"/>
                  </a:lnTo>
                  <a:lnTo>
                    <a:pt x="98715" y="9169"/>
                  </a:lnTo>
                  <a:lnTo>
                    <a:pt x="148073" y="13754"/>
                  </a:lnTo>
                  <a:lnTo>
                    <a:pt x="197431" y="18339"/>
                  </a:lnTo>
                  <a:lnTo>
                    <a:pt x="246789" y="22924"/>
                  </a:lnTo>
                  <a:lnTo>
                    <a:pt x="296147" y="27509"/>
                  </a:lnTo>
                  <a:lnTo>
                    <a:pt x="345505" y="32094"/>
                  </a:lnTo>
                  <a:lnTo>
                    <a:pt x="394863" y="36678"/>
                  </a:lnTo>
                  <a:lnTo>
                    <a:pt x="444221" y="41263"/>
                  </a:lnTo>
                  <a:lnTo>
                    <a:pt x="493579" y="45848"/>
                  </a:lnTo>
                  <a:lnTo>
                    <a:pt x="542937" y="50433"/>
                  </a:lnTo>
                  <a:lnTo>
                    <a:pt x="592295" y="55018"/>
                  </a:lnTo>
                  <a:lnTo>
                    <a:pt x="641653" y="59603"/>
                  </a:lnTo>
                  <a:lnTo>
                    <a:pt x="691011" y="64188"/>
                  </a:lnTo>
                  <a:lnTo>
                    <a:pt x="740368" y="68773"/>
                  </a:lnTo>
                  <a:lnTo>
                    <a:pt x="789726" y="73357"/>
                  </a:lnTo>
                  <a:lnTo>
                    <a:pt x="839084" y="77942"/>
                  </a:lnTo>
                  <a:lnTo>
                    <a:pt x="888442" y="82527"/>
                  </a:lnTo>
                  <a:lnTo>
                    <a:pt x="937800" y="87112"/>
                  </a:lnTo>
                  <a:lnTo>
                    <a:pt x="987158" y="91697"/>
                  </a:lnTo>
                  <a:lnTo>
                    <a:pt x="1036516" y="96282"/>
                  </a:lnTo>
                  <a:lnTo>
                    <a:pt x="1085874" y="100867"/>
                  </a:lnTo>
                  <a:lnTo>
                    <a:pt x="1135232" y="105451"/>
                  </a:lnTo>
                  <a:lnTo>
                    <a:pt x="1184590" y="110036"/>
                  </a:lnTo>
                  <a:lnTo>
                    <a:pt x="1233948" y="114621"/>
                  </a:lnTo>
                  <a:lnTo>
                    <a:pt x="1283306" y="119206"/>
                  </a:lnTo>
                  <a:lnTo>
                    <a:pt x="1332664" y="123791"/>
                  </a:lnTo>
                  <a:lnTo>
                    <a:pt x="1382022" y="128376"/>
                  </a:lnTo>
                  <a:lnTo>
                    <a:pt x="1431379" y="132961"/>
                  </a:lnTo>
                  <a:lnTo>
                    <a:pt x="1480737" y="137546"/>
                  </a:lnTo>
                  <a:lnTo>
                    <a:pt x="1530095" y="142130"/>
                  </a:lnTo>
                  <a:lnTo>
                    <a:pt x="1579453" y="146715"/>
                  </a:lnTo>
                  <a:lnTo>
                    <a:pt x="1628811" y="151300"/>
                  </a:lnTo>
                  <a:lnTo>
                    <a:pt x="1678169" y="155885"/>
                  </a:lnTo>
                  <a:lnTo>
                    <a:pt x="1727527" y="160470"/>
                  </a:lnTo>
                  <a:lnTo>
                    <a:pt x="1776885" y="165055"/>
                  </a:lnTo>
                  <a:lnTo>
                    <a:pt x="1826243" y="169640"/>
                  </a:lnTo>
                  <a:lnTo>
                    <a:pt x="1875601" y="174225"/>
                  </a:lnTo>
                  <a:lnTo>
                    <a:pt x="1924959" y="178809"/>
                  </a:lnTo>
                  <a:lnTo>
                    <a:pt x="1974317" y="183394"/>
                  </a:lnTo>
                  <a:lnTo>
                    <a:pt x="2023675" y="187979"/>
                  </a:lnTo>
                  <a:lnTo>
                    <a:pt x="2073033" y="192564"/>
                  </a:lnTo>
                  <a:lnTo>
                    <a:pt x="2122390" y="197149"/>
                  </a:lnTo>
                  <a:lnTo>
                    <a:pt x="2171748" y="201734"/>
                  </a:lnTo>
                  <a:lnTo>
                    <a:pt x="2221106" y="206319"/>
                  </a:lnTo>
                  <a:lnTo>
                    <a:pt x="2270464" y="210903"/>
                  </a:lnTo>
                  <a:lnTo>
                    <a:pt x="2319822" y="215488"/>
                  </a:lnTo>
                  <a:lnTo>
                    <a:pt x="2369180" y="220073"/>
                  </a:lnTo>
                  <a:lnTo>
                    <a:pt x="2418538" y="224658"/>
                  </a:lnTo>
                  <a:lnTo>
                    <a:pt x="2467896" y="229243"/>
                  </a:lnTo>
                  <a:lnTo>
                    <a:pt x="2517254" y="233828"/>
                  </a:lnTo>
                  <a:lnTo>
                    <a:pt x="2566612" y="238413"/>
                  </a:lnTo>
                  <a:lnTo>
                    <a:pt x="2615970" y="242998"/>
                  </a:lnTo>
                  <a:lnTo>
                    <a:pt x="2665328" y="247582"/>
                  </a:lnTo>
                  <a:lnTo>
                    <a:pt x="2714686" y="252167"/>
                  </a:lnTo>
                  <a:lnTo>
                    <a:pt x="2764044" y="256752"/>
                  </a:lnTo>
                  <a:lnTo>
                    <a:pt x="2813401" y="261337"/>
                  </a:lnTo>
                  <a:lnTo>
                    <a:pt x="2862759" y="265922"/>
                  </a:lnTo>
                  <a:lnTo>
                    <a:pt x="2912117" y="270507"/>
                  </a:lnTo>
                  <a:lnTo>
                    <a:pt x="2961475" y="275092"/>
                  </a:lnTo>
                  <a:lnTo>
                    <a:pt x="3010833" y="279676"/>
                  </a:lnTo>
                  <a:lnTo>
                    <a:pt x="3060191" y="284261"/>
                  </a:lnTo>
                  <a:lnTo>
                    <a:pt x="3109549" y="288846"/>
                  </a:lnTo>
                  <a:lnTo>
                    <a:pt x="3158907" y="293431"/>
                  </a:lnTo>
                  <a:lnTo>
                    <a:pt x="3208265" y="298016"/>
                  </a:lnTo>
                  <a:lnTo>
                    <a:pt x="3257623" y="302601"/>
                  </a:lnTo>
                  <a:lnTo>
                    <a:pt x="3306981" y="307186"/>
                  </a:lnTo>
                  <a:lnTo>
                    <a:pt x="3356339" y="311771"/>
                  </a:lnTo>
                  <a:lnTo>
                    <a:pt x="3405697" y="316355"/>
                  </a:lnTo>
                  <a:lnTo>
                    <a:pt x="3455055" y="320940"/>
                  </a:lnTo>
                  <a:lnTo>
                    <a:pt x="3504412" y="325525"/>
                  </a:lnTo>
                  <a:lnTo>
                    <a:pt x="3553770" y="330110"/>
                  </a:lnTo>
                  <a:lnTo>
                    <a:pt x="3603128" y="334695"/>
                  </a:lnTo>
                  <a:lnTo>
                    <a:pt x="3652486" y="339280"/>
                  </a:lnTo>
                  <a:lnTo>
                    <a:pt x="3701844" y="343865"/>
                  </a:lnTo>
                  <a:lnTo>
                    <a:pt x="3751202" y="348450"/>
                  </a:lnTo>
                  <a:lnTo>
                    <a:pt x="3800560" y="353034"/>
                  </a:lnTo>
                  <a:lnTo>
                    <a:pt x="3849918" y="357619"/>
                  </a:lnTo>
                  <a:lnTo>
                    <a:pt x="3899276" y="3622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tx217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921679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3119239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431679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51435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g230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tx231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tx242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2184958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LEA Offset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97522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00276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03030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05785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6145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488994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516537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544080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557162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6397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6397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230554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2995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7827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234844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7827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21370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33754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66467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32097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30990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23515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18728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29060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36426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233632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62996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6456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62064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3177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65536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65523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36426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172878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163452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4416054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16551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456913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164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172878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4222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164095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164674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163738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460461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58379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63508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16459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164598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55727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163145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590204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454660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165516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446906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4557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459950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380828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38244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38209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203026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21625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16561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396731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80828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216486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213860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402367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8244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214445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213856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384930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218250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38145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212491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21478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384930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38145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381161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207132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215154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16286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34038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20087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436115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43381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16487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7930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16713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434038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16595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438511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436592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2388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167664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179301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1654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166712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16713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40854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4336550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34730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34586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62868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192441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19207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4287123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412573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410106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189352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90301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198759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408914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401839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202234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409175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190669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190657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412199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191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90244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8887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417268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401358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399098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397243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40702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191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37419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16854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379384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22034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19251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37845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372075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16976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23174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218825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218437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18695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364995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21097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382040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3812825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3174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38208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1941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369712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37397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375121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218437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378453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21981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214931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529315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221289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234779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223062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543363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529641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528392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222600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22616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531773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531773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221694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22125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226001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529903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53121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529641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25081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530293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53180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72686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173200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472959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472372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48555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474266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188197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47577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471433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484593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188197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171287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172506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47577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174692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47427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175320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473620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174618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174316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172651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174998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47485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73996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g214"/>
            <p:cNvSpPr/>
            <p:nvPr/>
          </p:nvSpPr>
          <p:spPr>
            <a:xfrm>
              <a:off x="1623483" y="2791886"/>
              <a:ext cx="3899276" cy="907403"/>
            </a:xfrm>
            <a:custGeom>
              <a:avLst/>
              <a:gdLst/>
              <a:ahLst/>
              <a:cxnLst/>
              <a:rect l="0" t="0" r="0" b="0"/>
              <a:pathLst>
                <a:path w="3899276" h="907403">
                  <a:moveTo>
                    <a:pt x="0" y="0"/>
                  </a:moveTo>
                  <a:lnTo>
                    <a:pt x="49357" y="8572"/>
                  </a:lnTo>
                  <a:lnTo>
                    <a:pt x="98715" y="17073"/>
                  </a:lnTo>
                  <a:lnTo>
                    <a:pt x="148073" y="25498"/>
                  </a:lnTo>
                  <a:lnTo>
                    <a:pt x="197431" y="33842"/>
                  </a:lnTo>
                  <a:lnTo>
                    <a:pt x="246789" y="42100"/>
                  </a:lnTo>
                  <a:lnTo>
                    <a:pt x="296147" y="50267"/>
                  </a:lnTo>
                  <a:lnTo>
                    <a:pt x="345505" y="58337"/>
                  </a:lnTo>
                  <a:lnTo>
                    <a:pt x="394863" y="66305"/>
                  </a:lnTo>
                  <a:lnTo>
                    <a:pt x="444221" y="74163"/>
                  </a:lnTo>
                  <a:lnTo>
                    <a:pt x="493579" y="81905"/>
                  </a:lnTo>
                  <a:lnTo>
                    <a:pt x="542937" y="89524"/>
                  </a:lnTo>
                  <a:lnTo>
                    <a:pt x="592295" y="97013"/>
                  </a:lnTo>
                  <a:lnTo>
                    <a:pt x="641653" y="104363"/>
                  </a:lnTo>
                  <a:lnTo>
                    <a:pt x="691011" y="111565"/>
                  </a:lnTo>
                  <a:lnTo>
                    <a:pt x="740368" y="118613"/>
                  </a:lnTo>
                  <a:lnTo>
                    <a:pt x="789726" y="125495"/>
                  </a:lnTo>
                  <a:lnTo>
                    <a:pt x="839084" y="132203"/>
                  </a:lnTo>
                  <a:lnTo>
                    <a:pt x="888442" y="138728"/>
                  </a:lnTo>
                  <a:lnTo>
                    <a:pt x="937800" y="145059"/>
                  </a:lnTo>
                  <a:lnTo>
                    <a:pt x="987158" y="151186"/>
                  </a:lnTo>
                  <a:lnTo>
                    <a:pt x="1036516" y="157100"/>
                  </a:lnTo>
                  <a:lnTo>
                    <a:pt x="1085874" y="162790"/>
                  </a:lnTo>
                  <a:lnTo>
                    <a:pt x="1135232" y="168247"/>
                  </a:lnTo>
                  <a:lnTo>
                    <a:pt x="1184590" y="173461"/>
                  </a:lnTo>
                  <a:lnTo>
                    <a:pt x="1233948" y="178423"/>
                  </a:lnTo>
                  <a:lnTo>
                    <a:pt x="1283306" y="183126"/>
                  </a:lnTo>
                  <a:lnTo>
                    <a:pt x="1332664" y="187560"/>
                  </a:lnTo>
                  <a:lnTo>
                    <a:pt x="1382022" y="191720"/>
                  </a:lnTo>
                  <a:lnTo>
                    <a:pt x="1431379" y="195600"/>
                  </a:lnTo>
                  <a:lnTo>
                    <a:pt x="1480737" y="199195"/>
                  </a:lnTo>
                  <a:lnTo>
                    <a:pt x="1530095" y="202501"/>
                  </a:lnTo>
                  <a:lnTo>
                    <a:pt x="1579453" y="205518"/>
                  </a:lnTo>
                  <a:lnTo>
                    <a:pt x="1628811" y="208245"/>
                  </a:lnTo>
                  <a:lnTo>
                    <a:pt x="1678169" y="210682"/>
                  </a:lnTo>
                  <a:lnTo>
                    <a:pt x="1727527" y="212831"/>
                  </a:lnTo>
                  <a:lnTo>
                    <a:pt x="1776885" y="214697"/>
                  </a:lnTo>
                  <a:lnTo>
                    <a:pt x="1826243" y="216284"/>
                  </a:lnTo>
                  <a:lnTo>
                    <a:pt x="1875601" y="217598"/>
                  </a:lnTo>
                  <a:lnTo>
                    <a:pt x="1924959" y="218645"/>
                  </a:lnTo>
                  <a:lnTo>
                    <a:pt x="1974317" y="219435"/>
                  </a:lnTo>
                  <a:lnTo>
                    <a:pt x="2023675" y="219975"/>
                  </a:lnTo>
                  <a:lnTo>
                    <a:pt x="2073033" y="220275"/>
                  </a:lnTo>
                  <a:lnTo>
                    <a:pt x="2122390" y="220344"/>
                  </a:lnTo>
                  <a:lnTo>
                    <a:pt x="2171748" y="220191"/>
                  </a:lnTo>
                  <a:lnTo>
                    <a:pt x="2221106" y="219828"/>
                  </a:lnTo>
                  <a:lnTo>
                    <a:pt x="2270464" y="219263"/>
                  </a:lnTo>
                  <a:lnTo>
                    <a:pt x="2319822" y="218507"/>
                  </a:lnTo>
                  <a:lnTo>
                    <a:pt x="2369180" y="217570"/>
                  </a:lnTo>
                  <a:lnTo>
                    <a:pt x="2418538" y="216462"/>
                  </a:lnTo>
                  <a:lnTo>
                    <a:pt x="2467896" y="215190"/>
                  </a:lnTo>
                  <a:lnTo>
                    <a:pt x="2517254" y="213765"/>
                  </a:lnTo>
                  <a:lnTo>
                    <a:pt x="2566612" y="212196"/>
                  </a:lnTo>
                  <a:lnTo>
                    <a:pt x="2615970" y="210489"/>
                  </a:lnTo>
                  <a:lnTo>
                    <a:pt x="2665328" y="208654"/>
                  </a:lnTo>
                  <a:lnTo>
                    <a:pt x="2714686" y="206698"/>
                  </a:lnTo>
                  <a:lnTo>
                    <a:pt x="2764044" y="204627"/>
                  </a:lnTo>
                  <a:lnTo>
                    <a:pt x="2813401" y="202449"/>
                  </a:lnTo>
                  <a:lnTo>
                    <a:pt x="2862759" y="200169"/>
                  </a:lnTo>
                  <a:lnTo>
                    <a:pt x="2912117" y="197794"/>
                  </a:lnTo>
                  <a:lnTo>
                    <a:pt x="2961475" y="195329"/>
                  </a:lnTo>
                  <a:lnTo>
                    <a:pt x="3010833" y="192780"/>
                  </a:lnTo>
                  <a:lnTo>
                    <a:pt x="3060191" y="190151"/>
                  </a:lnTo>
                  <a:lnTo>
                    <a:pt x="3109549" y="187447"/>
                  </a:lnTo>
                  <a:lnTo>
                    <a:pt x="3158907" y="184672"/>
                  </a:lnTo>
                  <a:lnTo>
                    <a:pt x="3208265" y="181830"/>
                  </a:lnTo>
                  <a:lnTo>
                    <a:pt x="3257623" y="178926"/>
                  </a:lnTo>
                  <a:lnTo>
                    <a:pt x="3306981" y="175962"/>
                  </a:lnTo>
                  <a:lnTo>
                    <a:pt x="3356339" y="172942"/>
                  </a:lnTo>
                  <a:lnTo>
                    <a:pt x="3405697" y="169868"/>
                  </a:lnTo>
                  <a:lnTo>
                    <a:pt x="3455055" y="166745"/>
                  </a:lnTo>
                  <a:lnTo>
                    <a:pt x="3504412" y="163574"/>
                  </a:lnTo>
                  <a:lnTo>
                    <a:pt x="3553770" y="160358"/>
                  </a:lnTo>
                  <a:lnTo>
                    <a:pt x="3603128" y="157100"/>
                  </a:lnTo>
                  <a:lnTo>
                    <a:pt x="3652486" y="153801"/>
                  </a:lnTo>
                  <a:lnTo>
                    <a:pt x="3701844" y="150464"/>
                  </a:lnTo>
                  <a:lnTo>
                    <a:pt x="3751202" y="147091"/>
                  </a:lnTo>
                  <a:lnTo>
                    <a:pt x="3800560" y="143683"/>
                  </a:lnTo>
                  <a:lnTo>
                    <a:pt x="3849918" y="140243"/>
                  </a:lnTo>
                  <a:lnTo>
                    <a:pt x="3899276" y="136771"/>
                  </a:lnTo>
                  <a:lnTo>
                    <a:pt x="3899276" y="907403"/>
                  </a:lnTo>
                  <a:lnTo>
                    <a:pt x="3849918" y="898117"/>
                  </a:lnTo>
                  <a:lnTo>
                    <a:pt x="3800560" y="888862"/>
                  </a:lnTo>
                  <a:lnTo>
                    <a:pt x="3751202" y="879639"/>
                  </a:lnTo>
                  <a:lnTo>
                    <a:pt x="3701844" y="870451"/>
                  </a:lnTo>
                  <a:lnTo>
                    <a:pt x="3652486" y="861299"/>
                  </a:lnTo>
                  <a:lnTo>
                    <a:pt x="3603128" y="852185"/>
                  </a:lnTo>
                  <a:lnTo>
                    <a:pt x="3553770" y="843111"/>
                  </a:lnTo>
                  <a:lnTo>
                    <a:pt x="3504412" y="834081"/>
                  </a:lnTo>
                  <a:lnTo>
                    <a:pt x="3455055" y="825095"/>
                  </a:lnTo>
                  <a:lnTo>
                    <a:pt x="3405697" y="816156"/>
                  </a:lnTo>
                  <a:lnTo>
                    <a:pt x="3356339" y="807268"/>
                  </a:lnTo>
                  <a:lnTo>
                    <a:pt x="3306981" y="798433"/>
                  </a:lnTo>
                  <a:lnTo>
                    <a:pt x="3257623" y="789654"/>
                  </a:lnTo>
                  <a:lnTo>
                    <a:pt x="3208265" y="780934"/>
                  </a:lnTo>
                  <a:lnTo>
                    <a:pt x="3158907" y="772277"/>
                  </a:lnTo>
                  <a:lnTo>
                    <a:pt x="3109549" y="763687"/>
                  </a:lnTo>
                  <a:lnTo>
                    <a:pt x="3060191" y="755168"/>
                  </a:lnTo>
                  <a:lnTo>
                    <a:pt x="3010833" y="746724"/>
                  </a:lnTo>
                  <a:lnTo>
                    <a:pt x="2961475" y="738360"/>
                  </a:lnTo>
                  <a:lnTo>
                    <a:pt x="2912117" y="730080"/>
                  </a:lnTo>
                  <a:lnTo>
                    <a:pt x="2862759" y="721890"/>
                  </a:lnTo>
                  <a:lnTo>
                    <a:pt x="2813401" y="713795"/>
                  </a:lnTo>
                  <a:lnTo>
                    <a:pt x="2764044" y="705802"/>
                  </a:lnTo>
                  <a:lnTo>
                    <a:pt x="2714686" y="697916"/>
                  </a:lnTo>
                  <a:lnTo>
                    <a:pt x="2665328" y="690145"/>
                  </a:lnTo>
                  <a:lnTo>
                    <a:pt x="2615970" y="682495"/>
                  </a:lnTo>
                  <a:lnTo>
                    <a:pt x="2566612" y="674973"/>
                  </a:lnTo>
                  <a:lnTo>
                    <a:pt x="2517254" y="667588"/>
                  </a:lnTo>
                  <a:lnTo>
                    <a:pt x="2467896" y="660348"/>
                  </a:lnTo>
                  <a:lnTo>
                    <a:pt x="2418538" y="653262"/>
                  </a:lnTo>
                  <a:lnTo>
                    <a:pt x="2369180" y="646338"/>
                  </a:lnTo>
                  <a:lnTo>
                    <a:pt x="2319822" y="639586"/>
                  </a:lnTo>
                  <a:lnTo>
                    <a:pt x="2270464" y="633015"/>
                  </a:lnTo>
                  <a:lnTo>
                    <a:pt x="2221106" y="626636"/>
                  </a:lnTo>
                  <a:lnTo>
                    <a:pt x="2171748" y="620457"/>
                  </a:lnTo>
                  <a:lnTo>
                    <a:pt x="2122390" y="614490"/>
                  </a:lnTo>
                  <a:lnTo>
                    <a:pt x="2073033" y="608743"/>
                  </a:lnTo>
                  <a:lnTo>
                    <a:pt x="2023675" y="603228"/>
                  </a:lnTo>
                  <a:lnTo>
                    <a:pt x="1974317" y="597953"/>
                  </a:lnTo>
                  <a:lnTo>
                    <a:pt x="1924959" y="592928"/>
                  </a:lnTo>
                  <a:lnTo>
                    <a:pt x="1875601" y="588161"/>
                  </a:lnTo>
                  <a:lnTo>
                    <a:pt x="1826243" y="583659"/>
                  </a:lnTo>
                  <a:lnTo>
                    <a:pt x="1776885" y="579431"/>
                  </a:lnTo>
                  <a:lnTo>
                    <a:pt x="1727527" y="575482"/>
                  </a:lnTo>
                  <a:lnTo>
                    <a:pt x="1678169" y="571816"/>
                  </a:lnTo>
                  <a:lnTo>
                    <a:pt x="1628811" y="568438"/>
                  </a:lnTo>
                  <a:lnTo>
                    <a:pt x="1579453" y="565350"/>
                  </a:lnTo>
                  <a:lnTo>
                    <a:pt x="1530095" y="562551"/>
                  </a:lnTo>
                  <a:lnTo>
                    <a:pt x="1480737" y="560043"/>
                  </a:lnTo>
                  <a:lnTo>
                    <a:pt x="1431379" y="557823"/>
                  </a:lnTo>
                  <a:lnTo>
                    <a:pt x="1382022" y="555888"/>
                  </a:lnTo>
                  <a:lnTo>
                    <a:pt x="1332664" y="554233"/>
                  </a:lnTo>
                  <a:lnTo>
                    <a:pt x="1283306" y="552852"/>
                  </a:lnTo>
                  <a:lnTo>
                    <a:pt x="1233948" y="551739"/>
                  </a:lnTo>
                  <a:lnTo>
                    <a:pt x="1184590" y="550886"/>
                  </a:lnTo>
                  <a:lnTo>
                    <a:pt x="1135232" y="550286"/>
                  </a:lnTo>
                  <a:lnTo>
                    <a:pt x="1085874" y="549927"/>
                  </a:lnTo>
                  <a:lnTo>
                    <a:pt x="1036516" y="549803"/>
                  </a:lnTo>
                  <a:lnTo>
                    <a:pt x="987158" y="549901"/>
                  </a:lnTo>
                  <a:lnTo>
                    <a:pt x="937800" y="550214"/>
                  </a:lnTo>
                  <a:lnTo>
                    <a:pt x="888442" y="550730"/>
                  </a:lnTo>
                  <a:lnTo>
                    <a:pt x="839084" y="551439"/>
                  </a:lnTo>
                  <a:lnTo>
                    <a:pt x="789726" y="552332"/>
                  </a:lnTo>
                  <a:lnTo>
                    <a:pt x="740368" y="553400"/>
                  </a:lnTo>
                  <a:lnTo>
                    <a:pt x="691011" y="554632"/>
                  </a:lnTo>
                  <a:lnTo>
                    <a:pt x="641653" y="556019"/>
                  </a:lnTo>
                  <a:lnTo>
                    <a:pt x="592295" y="557554"/>
                  </a:lnTo>
                  <a:lnTo>
                    <a:pt x="542937" y="559228"/>
                  </a:lnTo>
                  <a:lnTo>
                    <a:pt x="493579" y="561032"/>
                  </a:lnTo>
                  <a:lnTo>
                    <a:pt x="444221" y="562959"/>
                  </a:lnTo>
                  <a:lnTo>
                    <a:pt x="394863" y="565002"/>
                  </a:lnTo>
                  <a:lnTo>
                    <a:pt x="345505" y="567154"/>
                  </a:lnTo>
                  <a:lnTo>
                    <a:pt x="296147" y="569409"/>
                  </a:lnTo>
                  <a:lnTo>
                    <a:pt x="246789" y="571761"/>
                  </a:lnTo>
                  <a:lnTo>
                    <a:pt x="197431" y="574205"/>
                  </a:lnTo>
                  <a:lnTo>
                    <a:pt x="148073" y="576733"/>
                  </a:lnTo>
                  <a:lnTo>
                    <a:pt x="98715" y="579343"/>
                  </a:lnTo>
                  <a:lnTo>
                    <a:pt x="49357" y="582029"/>
                  </a:lnTo>
                  <a:lnTo>
                    <a:pt x="0" y="58478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2791886"/>
              <a:ext cx="3899276" cy="220344"/>
            </a:xfrm>
            <a:custGeom>
              <a:avLst/>
              <a:gdLst/>
              <a:ahLst/>
              <a:cxnLst/>
              <a:rect l="0" t="0" r="0" b="0"/>
              <a:pathLst>
                <a:path w="3899276" h="220344">
                  <a:moveTo>
                    <a:pt x="0" y="0"/>
                  </a:moveTo>
                  <a:lnTo>
                    <a:pt x="49357" y="8572"/>
                  </a:lnTo>
                  <a:lnTo>
                    <a:pt x="98715" y="17073"/>
                  </a:lnTo>
                  <a:lnTo>
                    <a:pt x="148073" y="25498"/>
                  </a:lnTo>
                  <a:lnTo>
                    <a:pt x="197431" y="33842"/>
                  </a:lnTo>
                  <a:lnTo>
                    <a:pt x="246789" y="42100"/>
                  </a:lnTo>
                  <a:lnTo>
                    <a:pt x="296147" y="50267"/>
                  </a:lnTo>
                  <a:lnTo>
                    <a:pt x="345505" y="58337"/>
                  </a:lnTo>
                  <a:lnTo>
                    <a:pt x="394863" y="66305"/>
                  </a:lnTo>
                  <a:lnTo>
                    <a:pt x="444221" y="74163"/>
                  </a:lnTo>
                  <a:lnTo>
                    <a:pt x="493579" y="81905"/>
                  </a:lnTo>
                  <a:lnTo>
                    <a:pt x="542937" y="89524"/>
                  </a:lnTo>
                  <a:lnTo>
                    <a:pt x="592295" y="97013"/>
                  </a:lnTo>
                  <a:lnTo>
                    <a:pt x="641653" y="104363"/>
                  </a:lnTo>
                  <a:lnTo>
                    <a:pt x="691011" y="111565"/>
                  </a:lnTo>
                  <a:lnTo>
                    <a:pt x="740368" y="118613"/>
                  </a:lnTo>
                  <a:lnTo>
                    <a:pt x="789726" y="125495"/>
                  </a:lnTo>
                  <a:lnTo>
                    <a:pt x="839084" y="132203"/>
                  </a:lnTo>
                  <a:lnTo>
                    <a:pt x="888442" y="138728"/>
                  </a:lnTo>
                  <a:lnTo>
                    <a:pt x="937800" y="145059"/>
                  </a:lnTo>
                  <a:lnTo>
                    <a:pt x="987158" y="151186"/>
                  </a:lnTo>
                  <a:lnTo>
                    <a:pt x="1036516" y="157100"/>
                  </a:lnTo>
                  <a:lnTo>
                    <a:pt x="1085874" y="162790"/>
                  </a:lnTo>
                  <a:lnTo>
                    <a:pt x="1135232" y="168247"/>
                  </a:lnTo>
                  <a:lnTo>
                    <a:pt x="1184590" y="173461"/>
                  </a:lnTo>
                  <a:lnTo>
                    <a:pt x="1233948" y="178423"/>
                  </a:lnTo>
                  <a:lnTo>
                    <a:pt x="1283306" y="183126"/>
                  </a:lnTo>
                  <a:lnTo>
                    <a:pt x="1332664" y="187560"/>
                  </a:lnTo>
                  <a:lnTo>
                    <a:pt x="1382022" y="191720"/>
                  </a:lnTo>
                  <a:lnTo>
                    <a:pt x="1431379" y="195600"/>
                  </a:lnTo>
                  <a:lnTo>
                    <a:pt x="1480737" y="199195"/>
                  </a:lnTo>
                  <a:lnTo>
                    <a:pt x="1530095" y="202501"/>
                  </a:lnTo>
                  <a:lnTo>
                    <a:pt x="1579453" y="205518"/>
                  </a:lnTo>
                  <a:lnTo>
                    <a:pt x="1628811" y="208245"/>
                  </a:lnTo>
                  <a:lnTo>
                    <a:pt x="1678169" y="210682"/>
                  </a:lnTo>
                  <a:lnTo>
                    <a:pt x="1727527" y="212831"/>
                  </a:lnTo>
                  <a:lnTo>
                    <a:pt x="1776885" y="214697"/>
                  </a:lnTo>
                  <a:lnTo>
                    <a:pt x="1826243" y="216284"/>
                  </a:lnTo>
                  <a:lnTo>
                    <a:pt x="1875601" y="217598"/>
                  </a:lnTo>
                  <a:lnTo>
                    <a:pt x="1924959" y="218645"/>
                  </a:lnTo>
                  <a:lnTo>
                    <a:pt x="1974317" y="219435"/>
                  </a:lnTo>
                  <a:lnTo>
                    <a:pt x="2023675" y="219975"/>
                  </a:lnTo>
                  <a:lnTo>
                    <a:pt x="2073033" y="220275"/>
                  </a:lnTo>
                  <a:lnTo>
                    <a:pt x="2122390" y="220344"/>
                  </a:lnTo>
                  <a:lnTo>
                    <a:pt x="2171748" y="220191"/>
                  </a:lnTo>
                  <a:lnTo>
                    <a:pt x="2221106" y="219828"/>
                  </a:lnTo>
                  <a:lnTo>
                    <a:pt x="2270464" y="219263"/>
                  </a:lnTo>
                  <a:lnTo>
                    <a:pt x="2319822" y="218507"/>
                  </a:lnTo>
                  <a:lnTo>
                    <a:pt x="2369180" y="217570"/>
                  </a:lnTo>
                  <a:lnTo>
                    <a:pt x="2418538" y="216462"/>
                  </a:lnTo>
                  <a:lnTo>
                    <a:pt x="2467896" y="215190"/>
                  </a:lnTo>
                  <a:lnTo>
                    <a:pt x="2517254" y="213765"/>
                  </a:lnTo>
                  <a:lnTo>
                    <a:pt x="2566612" y="212196"/>
                  </a:lnTo>
                  <a:lnTo>
                    <a:pt x="2615970" y="210489"/>
                  </a:lnTo>
                  <a:lnTo>
                    <a:pt x="2665328" y="208654"/>
                  </a:lnTo>
                  <a:lnTo>
                    <a:pt x="2714686" y="206698"/>
                  </a:lnTo>
                  <a:lnTo>
                    <a:pt x="2764044" y="204627"/>
                  </a:lnTo>
                  <a:lnTo>
                    <a:pt x="2813401" y="202449"/>
                  </a:lnTo>
                  <a:lnTo>
                    <a:pt x="2862759" y="200169"/>
                  </a:lnTo>
                  <a:lnTo>
                    <a:pt x="2912117" y="197794"/>
                  </a:lnTo>
                  <a:lnTo>
                    <a:pt x="2961475" y="195329"/>
                  </a:lnTo>
                  <a:lnTo>
                    <a:pt x="3010833" y="192780"/>
                  </a:lnTo>
                  <a:lnTo>
                    <a:pt x="3060191" y="190151"/>
                  </a:lnTo>
                  <a:lnTo>
                    <a:pt x="3109549" y="187447"/>
                  </a:lnTo>
                  <a:lnTo>
                    <a:pt x="3158907" y="184672"/>
                  </a:lnTo>
                  <a:lnTo>
                    <a:pt x="3208265" y="181830"/>
                  </a:lnTo>
                  <a:lnTo>
                    <a:pt x="3257623" y="178926"/>
                  </a:lnTo>
                  <a:lnTo>
                    <a:pt x="3306981" y="175962"/>
                  </a:lnTo>
                  <a:lnTo>
                    <a:pt x="3356339" y="172942"/>
                  </a:lnTo>
                  <a:lnTo>
                    <a:pt x="3405697" y="169868"/>
                  </a:lnTo>
                  <a:lnTo>
                    <a:pt x="3455055" y="166745"/>
                  </a:lnTo>
                  <a:lnTo>
                    <a:pt x="3504412" y="163574"/>
                  </a:lnTo>
                  <a:lnTo>
                    <a:pt x="3553770" y="160358"/>
                  </a:lnTo>
                  <a:lnTo>
                    <a:pt x="3603128" y="157100"/>
                  </a:lnTo>
                  <a:lnTo>
                    <a:pt x="3652486" y="153801"/>
                  </a:lnTo>
                  <a:lnTo>
                    <a:pt x="3701844" y="150464"/>
                  </a:lnTo>
                  <a:lnTo>
                    <a:pt x="3751202" y="147091"/>
                  </a:lnTo>
                  <a:lnTo>
                    <a:pt x="3800560" y="143683"/>
                  </a:lnTo>
                  <a:lnTo>
                    <a:pt x="3849918" y="140243"/>
                  </a:lnTo>
                  <a:lnTo>
                    <a:pt x="3899276" y="13677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3341689"/>
              <a:ext cx="3899276" cy="357600"/>
            </a:xfrm>
            <a:custGeom>
              <a:avLst/>
              <a:gdLst/>
              <a:ahLst/>
              <a:cxnLst/>
              <a:rect l="0" t="0" r="0" b="0"/>
              <a:pathLst>
                <a:path w="3899276" h="357600">
                  <a:moveTo>
                    <a:pt x="3899276" y="357600"/>
                  </a:moveTo>
                  <a:lnTo>
                    <a:pt x="3849918" y="348314"/>
                  </a:lnTo>
                  <a:lnTo>
                    <a:pt x="3800560" y="339058"/>
                  </a:lnTo>
                  <a:lnTo>
                    <a:pt x="3751202" y="329836"/>
                  </a:lnTo>
                  <a:lnTo>
                    <a:pt x="3701844" y="320647"/>
                  </a:lnTo>
                  <a:lnTo>
                    <a:pt x="3652486" y="311495"/>
                  </a:lnTo>
                  <a:lnTo>
                    <a:pt x="3603128" y="302382"/>
                  </a:lnTo>
                  <a:lnTo>
                    <a:pt x="3553770" y="293308"/>
                  </a:lnTo>
                  <a:lnTo>
                    <a:pt x="3504412" y="284277"/>
                  </a:lnTo>
                  <a:lnTo>
                    <a:pt x="3455055" y="275292"/>
                  </a:lnTo>
                  <a:lnTo>
                    <a:pt x="3405697" y="266353"/>
                  </a:lnTo>
                  <a:lnTo>
                    <a:pt x="3356339" y="257465"/>
                  </a:lnTo>
                  <a:lnTo>
                    <a:pt x="3306981" y="248630"/>
                  </a:lnTo>
                  <a:lnTo>
                    <a:pt x="3257623" y="239850"/>
                  </a:lnTo>
                  <a:lnTo>
                    <a:pt x="3208265" y="231131"/>
                  </a:lnTo>
                  <a:lnTo>
                    <a:pt x="3158907" y="222474"/>
                  </a:lnTo>
                  <a:lnTo>
                    <a:pt x="3109549" y="213884"/>
                  </a:lnTo>
                  <a:lnTo>
                    <a:pt x="3060191" y="205365"/>
                  </a:lnTo>
                  <a:lnTo>
                    <a:pt x="3010833" y="196921"/>
                  </a:lnTo>
                  <a:lnTo>
                    <a:pt x="2961475" y="188557"/>
                  </a:lnTo>
                  <a:lnTo>
                    <a:pt x="2912117" y="180277"/>
                  </a:lnTo>
                  <a:lnTo>
                    <a:pt x="2862759" y="172087"/>
                  </a:lnTo>
                  <a:lnTo>
                    <a:pt x="2813401" y="163992"/>
                  </a:lnTo>
                  <a:lnTo>
                    <a:pt x="2764044" y="155999"/>
                  </a:lnTo>
                  <a:lnTo>
                    <a:pt x="2714686" y="148113"/>
                  </a:lnTo>
                  <a:lnTo>
                    <a:pt x="2665328" y="140342"/>
                  </a:lnTo>
                  <a:lnTo>
                    <a:pt x="2615970" y="132691"/>
                  </a:lnTo>
                  <a:lnTo>
                    <a:pt x="2566612" y="125170"/>
                  </a:lnTo>
                  <a:lnTo>
                    <a:pt x="2517254" y="117785"/>
                  </a:lnTo>
                  <a:lnTo>
                    <a:pt x="2467896" y="110545"/>
                  </a:lnTo>
                  <a:lnTo>
                    <a:pt x="2418538" y="103459"/>
                  </a:lnTo>
                  <a:lnTo>
                    <a:pt x="2369180" y="96535"/>
                  </a:lnTo>
                  <a:lnTo>
                    <a:pt x="2319822" y="89783"/>
                  </a:lnTo>
                  <a:lnTo>
                    <a:pt x="2270464" y="83212"/>
                  </a:lnTo>
                  <a:lnTo>
                    <a:pt x="2221106" y="76833"/>
                  </a:lnTo>
                  <a:lnTo>
                    <a:pt x="2171748" y="70654"/>
                  </a:lnTo>
                  <a:lnTo>
                    <a:pt x="2122390" y="64687"/>
                  </a:lnTo>
                  <a:lnTo>
                    <a:pt x="2073033" y="58940"/>
                  </a:lnTo>
                  <a:lnTo>
                    <a:pt x="2023675" y="53425"/>
                  </a:lnTo>
                  <a:lnTo>
                    <a:pt x="1974317" y="48150"/>
                  </a:lnTo>
                  <a:lnTo>
                    <a:pt x="1924959" y="43125"/>
                  </a:lnTo>
                  <a:lnTo>
                    <a:pt x="1875601" y="38357"/>
                  </a:lnTo>
                  <a:lnTo>
                    <a:pt x="1826243" y="33856"/>
                  </a:lnTo>
                  <a:lnTo>
                    <a:pt x="1776885" y="29628"/>
                  </a:lnTo>
                  <a:lnTo>
                    <a:pt x="1727527" y="25679"/>
                  </a:lnTo>
                  <a:lnTo>
                    <a:pt x="1678169" y="22013"/>
                  </a:lnTo>
                  <a:lnTo>
                    <a:pt x="1628811" y="18635"/>
                  </a:lnTo>
                  <a:lnTo>
                    <a:pt x="1579453" y="15546"/>
                  </a:lnTo>
                  <a:lnTo>
                    <a:pt x="1530095" y="12748"/>
                  </a:lnTo>
                  <a:lnTo>
                    <a:pt x="1480737" y="10240"/>
                  </a:lnTo>
                  <a:lnTo>
                    <a:pt x="1431379" y="8020"/>
                  </a:lnTo>
                  <a:lnTo>
                    <a:pt x="1382022" y="6085"/>
                  </a:lnTo>
                  <a:lnTo>
                    <a:pt x="1332664" y="4429"/>
                  </a:lnTo>
                  <a:lnTo>
                    <a:pt x="1283306" y="3049"/>
                  </a:lnTo>
                  <a:lnTo>
                    <a:pt x="1233948" y="1936"/>
                  </a:lnTo>
                  <a:lnTo>
                    <a:pt x="1184590" y="1083"/>
                  </a:lnTo>
                  <a:lnTo>
                    <a:pt x="1135232" y="482"/>
                  </a:lnTo>
                  <a:lnTo>
                    <a:pt x="1085874" y="124"/>
                  </a:lnTo>
                  <a:lnTo>
                    <a:pt x="1036516" y="0"/>
                  </a:lnTo>
                  <a:lnTo>
                    <a:pt x="987158" y="98"/>
                  </a:lnTo>
                  <a:lnTo>
                    <a:pt x="937800" y="411"/>
                  </a:lnTo>
                  <a:lnTo>
                    <a:pt x="888442" y="926"/>
                  </a:lnTo>
                  <a:lnTo>
                    <a:pt x="839084" y="1636"/>
                  </a:lnTo>
                  <a:lnTo>
                    <a:pt x="789726" y="2529"/>
                  </a:lnTo>
                  <a:lnTo>
                    <a:pt x="740368" y="3596"/>
                  </a:lnTo>
                  <a:lnTo>
                    <a:pt x="691011" y="4829"/>
                  </a:lnTo>
                  <a:lnTo>
                    <a:pt x="641653" y="6216"/>
                  </a:lnTo>
                  <a:lnTo>
                    <a:pt x="592295" y="7751"/>
                  </a:lnTo>
                  <a:lnTo>
                    <a:pt x="542937" y="9424"/>
                  </a:lnTo>
                  <a:lnTo>
                    <a:pt x="493579" y="11229"/>
                  </a:lnTo>
                  <a:lnTo>
                    <a:pt x="444221" y="13156"/>
                  </a:lnTo>
                  <a:lnTo>
                    <a:pt x="394863" y="15199"/>
                  </a:lnTo>
                  <a:lnTo>
                    <a:pt x="345505" y="17351"/>
                  </a:lnTo>
                  <a:lnTo>
                    <a:pt x="296147" y="19606"/>
                  </a:lnTo>
                  <a:lnTo>
                    <a:pt x="246789" y="21958"/>
                  </a:lnTo>
                  <a:lnTo>
                    <a:pt x="197431" y="24401"/>
                  </a:lnTo>
                  <a:lnTo>
                    <a:pt x="148073" y="26930"/>
                  </a:lnTo>
                  <a:lnTo>
                    <a:pt x="98715" y="29540"/>
                  </a:lnTo>
                  <a:lnTo>
                    <a:pt x="49357" y="32226"/>
                  </a:lnTo>
                  <a:lnTo>
                    <a:pt x="0" y="3498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1623483" y="3084279"/>
              <a:ext cx="3899276" cy="229694"/>
            </a:xfrm>
            <a:custGeom>
              <a:avLst/>
              <a:gdLst/>
              <a:ahLst/>
              <a:cxnLst/>
              <a:rect l="0" t="0" r="0" b="0"/>
              <a:pathLst>
                <a:path w="3899276" h="229694">
                  <a:moveTo>
                    <a:pt x="0" y="0"/>
                  </a:moveTo>
                  <a:lnTo>
                    <a:pt x="49357" y="2907"/>
                  </a:lnTo>
                  <a:lnTo>
                    <a:pt x="98715" y="5815"/>
                  </a:lnTo>
                  <a:lnTo>
                    <a:pt x="148073" y="8722"/>
                  </a:lnTo>
                  <a:lnTo>
                    <a:pt x="197431" y="11630"/>
                  </a:lnTo>
                  <a:lnTo>
                    <a:pt x="246789" y="14537"/>
                  </a:lnTo>
                  <a:lnTo>
                    <a:pt x="296147" y="17445"/>
                  </a:lnTo>
                  <a:lnTo>
                    <a:pt x="345505" y="20352"/>
                  </a:lnTo>
                  <a:lnTo>
                    <a:pt x="394863" y="23260"/>
                  </a:lnTo>
                  <a:lnTo>
                    <a:pt x="444221" y="26167"/>
                  </a:lnTo>
                  <a:lnTo>
                    <a:pt x="493579" y="29075"/>
                  </a:lnTo>
                  <a:lnTo>
                    <a:pt x="542937" y="31982"/>
                  </a:lnTo>
                  <a:lnTo>
                    <a:pt x="592295" y="34890"/>
                  </a:lnTo>
                  <a:lnTo>
                    <a:pt x="641653" y="37797"/>
                  </a:lnTo>
                  <a:lnTo>
                    <a:pt x="691011" y="40705"/>
                  </a:lnTo>
                  <a:lnTo>
                    <a:pt x="740368" y="43612"/>
                  </a:lnTo>
                  <a:lnTo>
                    <a:pt x="789726" y="46520"/>
                  </a:lnTo>
                  <a:lnTo>
                    <a:pt x="839084" y="49427"/>
                  </a:lnTo>
                  <a:lnTo>
                    <a:pt x="888442" y="52335"/>
                  </a:lnTo>
                  <a:lnTo>
                    <a:pt x="937800" y="55242"/>
                  </a:lnTo>
                  <a:lnTo>
                    <a:pt x="987158" y="58150"/>
                  </a:lnTo>
                  <a:lnTo>
                    <a:pt x="1036516" y="61057"/>
                  </a:lnTo>
                  <a:lnTo>
                    <a:pt x="1085874" y="63965"/>
                  </a:lnTo>
                  <a:lnTo>
                    <a:pt x="1135232" y="66873"/>
                  </a:lnTo>
                  <a:lnTo>
                    <a:pt x="1184590" y="69780"/>
                  </a:lnTo>
                  <a:lnTo>
                    <a:pt x="1233948" y="72688"/>
                  </a:lnTo>
                  <a:lnTo>
                    <a:pt x="1283306" y="75595"/>
                  </a:lnTo>
                  <a:lnTo>
                    <a:pt x="1332664" y="78503"/>
                  </a:lnTo>
                  <a:lnTo>
                    <a:pt x="1382022" y="81410"/>
                  </a:lnTo>
                  <a:lnTo>
                    <a:pt x="1431379" y="84318"/>
                  </a:lnTo>
                  <a:lnTo>
                    <a:pt x="1480737" y="87225"/>
                  </a:lnTo>
                  <a:lnTo>
                    <a:pt x="1530095" y="90133"/>
                  </a:lnTo>
                  <a:lnTo>
                    <a:pt x="1579453" y="93040"/>
                  </a:lnTo>
                  <a:lnTo>
                    <a:pt x="1628811" y="95948"/>
                  </a:lnTo>
                  <a:lnTo>
                    <a:pt x="1678169" y="98855"/>
                  </a:lnTo>
                  <a:lnTo>
                    <a:pt x="1727527" y="101763"/>
                  </a:lnTo>
                  <a:lnTo>
                    <a:pt x="1776885" y="104670"/>
                  </a:lnTo>
                  <a:lnTo>
                    <a:pt x="1826243" y="107578"/>
                  </a:lnTo>
                  <a:lnTo>
                    <a:pt x="1875601" y="110485"/>
                  </a:lnTo>
                  <a:lnTo>
                    <a:pt x="1924959" y="113393"/>
                  </a:lnTo>
                  <a:lnTo>
                    <a:pt x="1974317" y="116300"/>
                  </a:lnTo>
                  <a:lnTo>
                    <a:pt x="2023675" y="119208"/>
                  </a:lnTo>
                  <a:lnTo>
                    <a:pt x="2073033" y="122115"/>
                  </a:lnTo>
                  <a:lnTo>
                    <a:pt x="2122390" y="125023"/>
                  </a:lnTo>
                  <a:lnTo>
                    <a:pt x="2171748" y="127930"/>
                  </a:lnTo>
                  <a:lnTo>
                    <a:pt x="2221106" y="130838"/>
                  </a:lnTo>
                  <a:lnTo>
                    <a:pt x="2270464" y="133746"/>
                  </a:lnTo>
                  <a:lnTo>
                    <a:pt x="2319822" y="136653"/>
                  </a:lnTo>
                  <a:lnTo>
                    <a:pt x="2369180" y="139561"/>
                  </a:lnTo>
                  <a:lnTo>
                    <a:pt x="2418538" y="142468"/>
                  </a:lnTo>
                  <a:lnTo>
                    <a:pt x="2467896" y="145376"/>
                  </a:lnTo>
                  <a:lnTo>
                    <a:pt x="2517254" y="148283"/>
                  </a:lnTo>
                  <a:lnTo>
                    <a:pt x="2566612" y="151191"/>
                  </a:lnTo>
                  <a:lnTo>
                    <a:pt x="2615970" y="154098"/>
                  </a:lnTo>
                  <a:lnTo>
                    <a:pt x="2665328" y="157006"/>
                  </a:lnTo>
                  <a:lnTo>
                    <a:pt x="2714686" y="159913"/>
                  </a:lnTo>
                  <a:lnTo>
                    <a:pt x="2764044" y="162821"/>
                  </a:lnTo>
                  <a:lnTo>
                    <a:pt x="2813401" y="165728"/>
                  </a:lnTo>
                  <a:lnTo>
                    <a:pt x="2862759" y="168636"/>
                  </a:lnTo>
                  <a:lnTo>
                    <a:pt x="2912117" y="171543"/>
                  </a:lnTo>
                  <a:lnTo>
                    <a:pt x="2961475" y="174451"/>
                  </a:lnTo>
                  <a:lnTo>
                    <a:pt x="3010833" y="177358"/>
                  </a:lnTo>
                  <a:lnTo>
                    <a:pt x="3060191" y="180266"/>
                  </a:lnTo>
                  <a:lnTo>
                    <a:pt x="3109549" y="183173"/>
                  </a:lnTo>
                  <a:lnTo>
                    <a:pt x="3158907" y="186081"/>
                  </a:lnTo>
                  <a:lnTo>
                    <a:pt x="3208265" y="188988"/>
                  </a:lnTo>
                  <a:lnTo>
                    <a:pt x="3257623" y="191896"/>
                  </a:lnTo>
                  <a:lnTo>
                    <a:pt x="3306981" y="194803"/>
                  </a:lnTo>
                  <a:lnTo>
                    <a:pt x="3356339" y="197711"/>
                  </a:lnTo>
                  <a:lnTo>
                    <a:pt x="3405697" y="200619"/>
                  </a:lnTo>
                  <a:lnTo>
                    <a:pt x="3455055" y="203526"/>
                  </a:lnTo>
                  <a:lnTo>
                    <a:pt x="3504412" y="206434"/>
                  </a:lnTo>
                  <a:lnTo>
                    <a:pt x="3553770" y="209341"/>
                  </a:lnTo>
                  <a:lnTo>
                    <a:pt x="3603128" y="212249"/>
                  </a:lnTo>
                  <a:lnTo>
                    <a:pt x="3652486" y="215156"/>
                  </a:lnTo>
                  <a:lnTo>
                    <a:pt x="3701844" y="218064"/>
                  </a:lnTo>
                  <a:lnTo>
                    <a:pt x="3751202" y="220971"/>
                  </a:lnTo>
                  <a:lnTo>
                    <a:pt x="3800560" y="223879"/>
                  </a:lnTo>
                  <a:lnTo>
                    <a:pt x="3849918" y="226786"/>
                  </a:lnTo>
                  <a:lnTo>
                    <a:pt x="3899276" y="22969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430362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457905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485447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481901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509444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29" name="tx2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1" name="pt2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g2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tx2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428519" y="983989"/>
              <a:ext cx="222199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RDA Offset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756477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715337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67419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63305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59191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235907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19476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15362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511248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3352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2021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35085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20211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28977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36317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29117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97951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41562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4919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94122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441562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293544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77698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454335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348563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13967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77432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454773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1370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14004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13030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33283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97951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490367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318722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339563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386459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36333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4350030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377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544719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490367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363339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339577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391769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07650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7750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356892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356878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23404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29362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04003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318707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430066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44166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420640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286975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91625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31438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306820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291625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449534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31438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29183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307046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437316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22488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28520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307974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28027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43821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271769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287541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41882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323275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328027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271769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307720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449775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342433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85517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38545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327477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77673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241498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2645444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331251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4110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387031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64515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2049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3201073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285517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304314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307346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387031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257931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2777426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257931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3417236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340332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320785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22049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241247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196151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269433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3125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262171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196215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20257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268202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202541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274166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78609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231514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32312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331320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273622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157868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7857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38947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48826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21698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21698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284675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281357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390778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320334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70761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2994326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270868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318393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39753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78405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99374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39753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338108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318600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47197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284901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47274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4428184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264507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84862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264432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440057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279287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2264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2264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361993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320390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308270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353036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350026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397008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11283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408844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468056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358428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507572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331065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508436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44626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377257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377257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408844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46255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391201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30210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397591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364469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364996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391789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359042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263863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447164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321122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413407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43440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446909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287040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305519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286062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263478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30021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327533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280766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86929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413407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301291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340692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326922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86504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43357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305838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28040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321738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340692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g214"/>
            <p:cNvSpPr/>
            <p:nvPr/>
          </p:nvSpPr>
          <p:spPr>
            <a:xfrm>
              <a:off x="1623483" y="2438330"/>
              <a:ext cx="3899276" cy="1337546"/>
            </a:xfrm>
            <a:custGeom>
              <a:avLst/>
              <a:gdLst/>
              <a:ahLst/>
              <a:cxnLst/>
              <a:rect l="0" t="0" r="0" b="0"/>
              <a:pathLst>
                <a:path w="3899276" h="1337546">
                  <a:moveTo>
                    <a:pt x="0" y="417582"/>
                  </a:moveTo>
                  <a:lnTo>
                    <a:pt x="49357" y="424730"/>
                  </a:lnTo>
                  <a:lnTo>
                    <a:pt x="98715" y="431825"/>
                  </a:lnTo>
                  <a:lnTo>
                    <a:pt x="148073" y="438863"/>
                  </a:lnTo>
                  <a:lnTo>
                    <a:pt x="197431" y="445841"/>
                  </a:lnTo>
                  <a:lnTo>
                    <a:pt x="246789" y="452752"/>
                  </a:lnTo>
                  <a:lnTo>
                    <a:pt x="296147" y="459591"/>
                  </a:lnTo>
                  <a:lnTo>
                    <a:pt x="345505" y="466353"/>
                  </a:lnTo>
                  <a:lnTo>
                    <a:pt x="394863" y="473030"/>
                  </a:lnTo>
                  <a:lnTo>
                    <a:pt x="444221" y="479616"/>
                  </a:lnTo>
                  <a:lnTo>
                    <a:pt x="493579" y="486101"/>
                  </a:lnTo>
                  <a:lnTo>
                    <a:pt x="542937" y="492476"/>
                  </a:lnTo>
                  <a:lnTo>
                    <a:pt x="592295" y="498732"/>
                  </a:lnTo>
                  <a:lnTo>
                    <a:pt x="641653" y="504857"/>
                  </a:lnTo>
                  <a:lnTo>
                    <a:pt x="691011" y="510838"/>
                  </a:lnTo>
                  <a:lnTo>
                    <a:pt x="740368" y="516661"/>
                  </a:lnTo>
                  <a:lnTo>
                    <a:pt x="789726" y="522309"/>
                  </a:lnTo>
                  <a:lnTo>
                    <a:pt x="839084" y="527766"/>
                  </a:lnTo>
                  <a:lnTo>
                    <a:pt x="888442" y="533010"/>
                  </a:lnTo>
                  <a:lnTo>
                    <a:pt x="937800" y="538021"/>
                  </a:lnTo>
                  <a:lnTo>
                    <a:pt x="987158" y="542772"/>
                  </a:lnTo>
                  <a:lnTo>
                    <a:pt x="1036516" y="547238"/>
                  </a:lnTo>
                  <a:lnTo>
                    <a:pt x="1085874" y="551387"/>
                  </a:lnTo>
                  <a:lnTo>
                    <a:pt x="1135232" y="555186"/>
                  </a:lnTo>
                  <a:lnTo>
                    <a:pt x="1184590" y="558598"/>
                  </a:lnTo>
                  <a:lnTo>
                    <a:pt x="1233948" y="561584"/>
                  </a:lnTo>
                  <a:lnTo>
                    <a:pt x="1283306" y="564101"/>
                  </a:lnTo>
                  <a:lnTo>
                    <a:pt x="1332664" y="566105"/>
                  </a:lnTo>
                  <a:lnTo>
                    <a:pt x="1382022" y="567550"/>
                  </a:lnTo>
                  <a:lnTo>
                    <a:pt x="1431379" y="568388"/>
                  </a:lnTo>
                  <a:lnTo>
                    <a:pt x="1480737" y="568573"/>
                  </a:lnTo>
                  <a:lnTo>
                    <a:pt x="1530095" y="568061"/>
                  </a:lnTo>
                  <a:lnTo>
                    <a:pt x="1579453" y="566814"/>
                  </a:lnTo>
                  <a:lnTo>
                    <a:pt x="1628811" y="564797"/>
                  </a:lnTo>
                  <a:lnTo>
                    <a:pt x="1678169" y="561986"/>
                  </a:lnTo>
                  <a:lnTo>
                    <a:pt x="1727527" y="558365"/>
                  </a:lnTo>
                  <a:lnTo>
                    <a:pt x="1776885" y="553929"/>
                  </a:lnTo>
                  <a:lnTo>
                    <a:pt x="1826243" y="548685"/>
                  </a:lnTo>
                  <a:lnTo>
                    <a:pt x="1875601" y="542650"/>
                  </a:lnTo>
                  <a:lnTo>
                    <a:pt x="1924959" y="535849"/>
                  </a:lnTo>
                  <a:lnTo>
                    <a:pt x="1974317" y="528316"/>
                  </a:lnTo>
                  <a:lnTo>
                    <a:pt x="2023675" y="520093"/>
                  </a:lnTo>
                  <a:lnTo>
                    <a:pt x="2073033" y="511222"/>
                  </a:lnTo>
                  <a:lnTo>
                    <a:pt x="2122390" y="501751"/>
                  </a:lnTo>
                  <a:lnTo>
                    <a:pt x="2171748" y="491726"/>
                  </a:lnTo>
                  <a:lnTo>
                    <a:pt x="2221106" y="481193"/>
                  </a:lnTo>
                  <a:lnTo>
                    <a:pt x="2270464" y="470198"/>
                  </a:lnTo>
                  <a:lnTo>
                    <a:pt x="2319822" y="458781"/>
                  </a:lnTo>
                  <a:lnTo>
                    <a:pt x="2369180" y="446983"/>
                  </a:lnTo>
                  <a:lnTo>
                    <a:pt x="2418538" y="434839"/>
                  </a:lnTo>
                  <a:lnTo>
                    <a:pt x="2467896" y="422382"/>
                  </a:lnTo>
                  <a:lnTo>
                    <a:pt x="2517254" y="409643"/>
                  </a:lnTo>
                  <a:lnTo>
                    <a:pt x="2566612" y="396648"/>
                  </a:lnTo>
                  <a:lnTo>
                    <a:pt x="2615970" y="383422"/>
                  </a:lnTo>
                  <a:lnTo>
                    <a:pt x="2665328" y="369986"/>
                  </a:lnTo>
                  <a:lnTo>
                    <a:pt x="2714686" y="356362"/>
                  </a:lnTo>
                  <a:lnTo>
                    <a:pt x="2764044" y="342565"/>
                  </a:lnTo>
                  <a:lnTo>
                    <a:pt x="2813401" y="328611"/>
                  </a:lnTo>
                  <a:lnTo>
                    <a:pt x="2862759" y="314516"/>
                  </a:lnTo>
                  <a:lnTo>
                    <a:pt x="2912117" y="300291"/>
                  </a:lnTo>
                  <a:lnTo>
                    <a:pt x="2961475" y="285948"/>
                  </a:lnTo>
                  <a:lnTo>
                    <a:pt x="3010833" y="271496"/>
                  </a:lnTo>
                  <a:lnTo>
                    <a:pt x="3060191" y="256945"/>
                  </a:lnTo>
                  <a:lnTo>
                    <a:pt x="3109549" y="242304"/>
                  </a:lnTo>
                  <a:lnTo>
                    <a:pt x="3158907" y="227578"/>
                  </a:lnTo>
                  <a:lnTo>
                    <a:pt x="3208265" y="212776"/>
                  </a:lnTo>
                  <a:lnTo>
                    <a:pt x="3257623" y="197903"/>
                  </a:lnTo>
                  <a:lnTo>
                    <a:pt x="3306981" y="182964"/>
                  </a:lnTo>
                  <a:lnTo>
                    <a:pt x="3356339" y="167965"/>
                  </a:lnTo>
                  <a:lnTo>
                    <a:pt x="3405697" y="152909"/>
                  </a:lnTo>
                  <a:lnTo>
                    <a:pt x="3455055" y="137801"/>
                  </a:lnTo>
                  <a:lnTo>
                    <a:pt x="3504412" y="122645"/>
                  </a:lnTo>
                  <a:lnTo>
                    <a:pt x="3553770" y="107444"/>
                  </a:lnTo>
                  <a:lnTo>
                    <a:pt x="3603128" y="92200"/>
                  </a:lnTo>
                  <a:lnTo>
                    <a:pt x="3652486" y="76918"/>
                  </a:lnTo>
                  <a:lnTo>
                    <a:pt x="3701844" y="61599"/>
                  </a:lnTo>
                  <a:lnTo>
                    <a:pt x="3751202" y="46245"/>
                  </a:lnTo>
                  <a:lnTo>
                    <a:pt x="3800560" y="30859"/>
                  </a:lnTo>
                  <a:lnTo>
                    <a:pt x="3849918" y="15444"/>
                  </a:lnTo>
                  <a:lnTo>
                    <a:pt x="3899276" y="0"/>
                  </a:lnTo>
                  <a:lnTo>
                    <a:pt x="3899276" y="1126810"/>
                  </a:lnTo>
                  <a:lnTo>
                    <a:pt x="3849918" y="1119320"/>
                  </a:lnTo>
                  <a:lnTo>
                    <a:pt x="3800560" y="1111857"/>
                  </a:lnTo>
                  <a:lnTo>
                    <a:pt x="3751202" y="1104425"/>
                  </a:lnTo>
                  <a:lnTo>
                    <a:pt x="3701844" y="1097025"/>
                  </a:lnTo>
                  <a:lnTo>
                    <a:pt x="3652486" y="1089659"/>
                  </a:lnTo>
                  <a:lnTo>
                    <a:pt x="3603128" y="1082330"/>
                  </a:lnTo>
                  <a:lnTo>
                    <a:pt x="3553770" y="1075040"/>
                  </a:lnTo>
                  <a:lnTo>
                    <a:pt x="3504412" y="1067792"/>
                  </a:lnTo>
                  <a:lnTo>
                    <a:pt x="3455055" y="1060589"/>
                  </a:lnTo>
                  <a:lnTo>
                    <a:pt x="3405697" y="1053435"/>
                  </a:lnTo>
                  <a:lnTo>
                    <a:pt x="3356339" y="1046332"/>
                  </a:lnTo>
                  <a:lnTo>
                    <a:pt x="3306981" y="1039286"/>
                  </a:lnTo>
                  <a:lnTo>
                    <a:pt x="3257623" y="1032301"/>
                  </a:lnTo>
                  <a:lnTo>
                    <a:pt x="3208265" y="1025381"/>
                  </a:lnTo>
                  <a:lnTo>
                    <a:pt x="3158907" y="1018532"/>
                  </a:lnTo>
                  <a:lnTo>
                    <a:pt x="3109549" y="1011760"/>
                  </a:lnTo>
                  <a:lnTo>
                    <a:pt x="3060191" y="1005072"/>
                  </a:lnTo>
                  <a:lnTo>
                    <a:pt x="3010833" y="998475"/>
                  </a:lnTo>
                  <a:lnTo>
                    <a:pt x="2961475" y="991977"/>
                  </a:lnTo>
                  <a:lnTo>
                    <a:pt x="2912117" y="985586"/>
                  </a:lnTo>
                  <a:lnTo>
                    <a:pt x="2862759" y="979315"/>
                  </a:lnTo>
                  <a:lnTo>
                    <a:pt x="2813401" y="973173"/>
                  </a:lnTo>
                  <a:lnTo>
                    <a:pt x="2764044" y="967173"/>
                  </a:lnTo>
                  <a:lnTo>
                    <a:pt x="2714686" y="961329"/>
                  </a:lnTo>
                  <a:lnTo>
                    <a:pt x="2665328" y="955658"/>
                  </a:lnTo>
                  <a:lnTo>
                    <a:pt x="2615970" y="950176"/>
                  </a:lnTo>
                  <a:lnTo>
                    <a:pt x="2566612" y="944904"/>
                  </a:lnTo>
                  <a:lnTo>
                    <a:pt x="2517254" y="939862"/>
                  </a:lnTo>
                  <a:lnTo>
                    <a:pt x="2467896" y="935076"/>
                  </a:lnTo>
                  <a:lnTo>
                    <a:pt x="2418538" y="930573"/>
                  </a:lnTo>
                  <a:lnTo>
                    <a:pt x="2369180" y="926382"/>
                  </a:lnTo>
                  <a:lnTo>
                    <a:pt x="2319822" y="922537"/>
                  </a:lnTo>
                  <a:lnTo>
                    <a:pt x="2270464" y="919074"/>
                  </a:lnTo>
                  <a:lnTo>
                    <a:pt x="2221106" y="916031"/>
                  </a:lnTo>
                  <a:lnTo>
                    <a:pt x="2171748" y="913452"/>
                  </a:lnTo>
                  <a:lnTo>
                    <a:pt x="2122390" y="911381"/>
                  </a:lnTo>
                  <a:lnTo>
                    <a:pt x="2073033" y="909863"/>
                  </a:lnTo>
                  <a:lnTo>
                    <a:pt x="2023675" y="908945"/>
                  </a:lnTo>
                  <a:lnTo>
                    <a:pt x="1974317" y="908675"/>
                  </a:lnTo>
                  <a:lnTo>
                    <a:pt x="1924959" y="909096"/>
                  </a:lnTo>
                  <a:lnTo>
                    <a:pt x="1875601" y="910249"/>
                  </a:lnTo>
                  <a:lnTo>
                    <a:pt x="1826243" y="912167"/>
                  </a:lnTo>
                  <a:lnTo>
                    <a:pt x="1776885" y="914876"/>
                  </a:lnTo>
                  <a:lnTo>
                    <a:pt x="1727527" y="918394"/>
                  </a:lnTo>
                  <a:lnTo>
                    <a:pt x="1678169" y="922727"/>
                  </a:lnTo>
                  <a:lnTo>
                    <a:pt x="1628811" y="927869"/>
                  </a:lnTo>
                  <a:lnTo>
                    <a:pt x="1579453" y="933805"/>
                  </a:lnTo>
                  <a:lnTo>
                    <a:pt x="1530095" y="940511"/>
                  </a:lnTo>
                  <a:lnTo>
                    <a:pt x="1480737" y="947953"/>
                  </a:lnTo>
                  <a:lnTo>
                    <a:pt x="1431379" y="956091"/>
                  </a:lnTo>
                  <a:lnTo>
                    <a:pt x="1382022" y="964883"/>
                  </a:lnTo>
                  <a:lnTo>
                    <a:pt x="1332664" y="974281"/>
                  </a:lnTo>
                  <a:lnTo>
                    <a:pt x="1283306" y="984238"/>
                  </a:lnTo>
                  <a:lnTo>
                    <a:pt x="1233948" y="994709"/>
                  </a:lnTo>
                  <a:lnTo>
                    <a:pt x="1184590" y="1005648"/>
                  </a:lnTo>
                  <a:lnTo>
                    <a:pt x="1135232" y="1017014"/>
                  </a:lnTo>
                  <a:lnTo>
                    <a:pt x="1085874" y="1028766"/>
                  </a:lnTo>
                  <a:lnTo>
                    <a:pt x="1036516" y="1040868"/>
                  </a:lnTo>
                  <a:lnTo>
                    <a:pt x="987158" y="1053287"/>
                  </a:lnTo>
                  <a:lnTo>
                    <a:pt x="937800" y="1065992"/>
                  </a:lnTo>
                  <a:lnTo>
                    <a:pt x="888442" y="1078956"/>
                  </a:lnTo>
                  <a:lnTo>
                    <a:pt x="839084" y="1092154"/>
                  </a:lnTo>
                  <a:lnTo>
                    <a:pt x="789726" y="1105564"/>
                  </a:lnTo>
                  <a:lnTo>
                    <a:pt x="740368" y="1119166"/>
                  </a:lnTo>
                  <a:lnTo>
                    <a:pt x="691011" y="1132942"/>
                  </a:lnTo>
                  <a:lnTo>
                    <a:pt x="641653" y="1146876"/>
                  </a:lnTo>
                  <a:lnTo>
                    <a:pt x="592295" y="1160954"/>
                  </a:lnTo>
                  <a:lnTo>
                    <a:pt x="542937" y="1175164"/>
                  </a:lnTo>
                  <a:lnTo>
                    <a:pt x="493579" y="1189493"/>
                  </a:lnTo>
                  <a:lnTo>
                    <a:pt x="444221" y="1203931"/>
                  </a:lnTo>
                  <a:lnTo>
                    <a:pt x="394863" y="1218470"/>
                  </a:lnTo>
                  <a:lnTo>
                    <a:pt x="345505" y="1233100"/>
                  </a:lnTo>
                  <a:lnTo>
                    <a:pt x="296147" y="1247815"/>
                  </a:lnTo>
                  <a:lnTo>
                    <a:pt x="246789" y="1262608"/>
                  </a:lnTo>
                  <a:lnTo>
                    <a:pt x="197431" y="1277473"/>
                  </a:lnTo>
                  <a:lnTo>
                    <a:pt x="148073" y="1292404"/>
                  </a:lnTo>
                  <a:lnTo>
                    <a:pt x="98715" y="1307396"/>
                  </a:lnTo>
                  <a:lnTo>
                    <a:pt x="49357" y="1322444"/>
                  </a:lnTo>
                  <a:lnTo>
                    <a:pt x="0" y="133754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2438330"/>
              <a:ext cx="3899276" cy="568573"/>
            </a:xfrm>
            <a:custGeom>
              <a:avLst/>
              <a:gdLst/>
              <a:ahLst/>
              <a:cxnLst/>
              <a:rect l="0" t="0" r="0" b="0"/>
              <a:pathLst>
                <a:path w="3899276" h="568573">
                  <a:moveTo>
                    <a:pt x="0" y="417582"/>
                  </a:moveTo>
                  <a:lnTo>
                    <a:pt x="49357" y="424730"/>
                  </a:lnTo>
                  <a:lnTo>
                    <a:pt x="98715" y="431825"/>
                  </a:lnTo>
                  <a:lnTo>
                    <a:pt x="148073" y="438863"/>
                  </a:lnTo>
                  <a:lnTo>
                    <a:pt x="197431" y="445841"/>
                  </a:lnTo>
                  <a:lnTo>
                    <a:pt x="246789" y="452752"/>
                  </a:lnTo>
                  <a:lnTo>
                    <a:pt x="296147" y="459591"/>
                  </a:lnTo>
                  <a:lnTo>
                    <a:pt x="345505" y="466353"/>
                  </a:lnTo>
                  <a:lnTo>
                    <a:pt x="394863" y="473030"/>
                  </a:lnTo>
                  <a:lnTo>
                    <a:pt x="444221" y="479616"/>
                  </a:lnTo>
                  <a:lnTo>
                    <a:pt x="493579" y="486101"/>
                  </a:lnTo>
                  <a:lnTo>
                    <a:pt x="542937" y="492476"/>
                  </a:lnTo>
                  <a:lnTo>
                    <a:pt x="592295" y="498732"/>
                  </a:lnTo>
                  <a:lnTo>
                    <a:pt x="641653" y="504857"/>
                  </a:lnTo>
                  <a:lnTo>
                    <a:pt x="691011" y="510838"/>
                  </a:lnTo>
                  <a:lnTo>
                    <a:pt x="740368" y="516661"/>
                  </a:lnTo>
                  <a:lnTo>
                    <a:pt x="789726" y="522309"/>
                  </a:lnTo>
                  <a:lnTo>
                    <a:pt x="839084" y="527766"/>
                  </a:lnTo>
                  <a:lnTo>
                    <a:pt x="888442" y="533010"/>
                  </a:lnTo>
                  <a:lnTo>
                    <a:pt x="937800" y="538021"/>
                  </a:lnTo>
                  <a:lnTo>
                    <a:pt x="987158" y="542772"/>
                  </a:lnTo>
                  <a:lnTo>
                    <a:pt x="1036516" y="547238"/>
                  </a:lnTo>
                  <a:lnTo>
                    <a:pt x="1085874" y="551387"/>
                  </a:lnTo>
                  <a:lnTo>
                    <a:pt x="1135232" y="555186"/>
                  </a:lnTo>
                  <a:lnTo>
                    <a:pt x="1184590" y="558598"/>
                  </a:lnTo>
                  <a:lnTo>
                    <a:pt x="1233948" y="561584"/>
                  </a:lnTo>
                  <a:lnTo>
                    <a:pt x="1283306" y="564101"/>
                  </a:lnTo>
                  <a:lnTo>
                    <a:pt x="1332664" y="566105"/>
                  </a:lnTo>
                  <a:lnTo>
                    <a:pt x="1382022" y="567550"/>
                  </a:lnTo>
                  <a:lnTo>
                    <a:pt x="1431379" y="568388"/>
                  </a:lnTo>
                  <a:lnTo>
                    <a:pt x="1480737" y="568573"/>
                  </a:lnTo>
                  <a:lnTo>
                    <a:pt x="1530095" y="568061"/>
                  </a:lnTo>
                  <a:lnTo>
                    <a:pt x="1579453" y="566814"/>
                  </a:lnTo>
                  <a:lnTo>
                    <a:pt x="1628811" y="564797"/>
                  </a:lnTo>
                  <a:lnTo>
                    <a:pt x="1678169" y="561986"/>
                  </a:lnTo>
                  <a:lnTo>
                    <a:pt x="1727527" y="558365"/>
                  </a:lnTo>
                  <a:lnTo>
                    <a:pt x="1776885" y="553929"/>
                  </a:lnTo>
                  <a:lnTo>
                    <a:pt x="1826243" y="548685"/>
                  </a:lnTo>
                  <a:lnTo>
                    <a:pt x="1875601" y="542650"/>
                  </a:lnTo>
                  <a:lnTo>
                    <a:pt x="1924959" y="535849"/>
                  </a:lnTo>
                  <a:lnTo>
                    <a:pt x="1974317" y="528316"/>
                  </a:lnTo>
                  <a:lnTo>
                    <a:pt x="2023675" y="520093"/>
                  </a:lnTo>
                  <a:lnTo>
                    <a:pt x="2073033" y="511222"/>
                  </a:lnTo>
                  <a:lnTo>
                    <a:pt x="2122390" y="501751"/>
                  </a:lnTo>
                  <a:lnTo>
                    <a:pt x="2171748" y="491726"/>
                  </a:lnTo>
                  <a:lnTo>
                    <a:pt x="2221106" y="481193"/>
                  </a:lnTo>
                  <a:lnTo>
                    <a:pt x="2270464" y="470198"/>
                  </a:lnTo>
                  <a:lnTo>
                    <a:pt x="2319822" y="458781"/>
                  </a:lnTo>
                  <a:lnTo>
                    <a:pt x="2369180" y="446983"/>
                  </a:lnTo>
                  <a:lnTo>
                    <a:pt x="2418538" y="434839"/>
                  </a:lnTo>
                  <a:lnTo>
                    <a:pt x="2467896" y="422382"/>
                  </a:lnTo>
                  <a:lnTo>
                    <a:pt x="2517254" y="409643"/>
                  </a:lnTo>
                  <a:lnTo>
                    <a:pt x="2566612" y="396648"/>
                  </a:lnTo>
                  <a:lnTo>
                    <a:pt x="2615970" y="383422"/>
                  </a:lnTo>
                  <a:lnTo>
                    <a:pt x="2665328" y="369986"/>
                  </a:lnTo>
                  <a:lnTo>
                    <a:pt x="2714686" y="356362"/>
                  </a:lnTo>
                  <a:lnTo>
                    <a:pt x="2764044" y="342565"/>
                  </a:lnTo>
                  <a:lnTo>
                    <a:pt x="2813401" y="328611"/>
                  </a:lnTo>
                  <a:lnTo>
                    <a:pt x="2862759" y="314516"/>
                  </a:lnTo>
                  <a:lnTo>
                    <a:pt x="2912117" y="300291"/>
                  </a:lnTo>
                  <a:lnTo>
                    <a:pt x="2961475" y="285948"/>
                  </a:lnTo>
                  <a:lnTo>
                    <a:pt x="3010833" y="271496"/>
                  </a:lnTo>
                  <a:lnTo>
                    <a:pt x="3060191" y="256945"/>
                  </a:lnTo>
                  <a:lnTo>
                    <a:pt x="3109549" y="242304"/>
                  </a:lnTo>
                  <a:lnTo>
                    <a:pt x="3158907" y="227578"/>
                  </a:lnTo>
                  <a:lnTo>
                    <a:pt x="3208265" y="212776"/>
                  </a:lnTo>
                  <a:lnTo>
                    <a:pt x="3257623" y="197903"/>
                  </a:lnTo>
                  <a:lnTo>
                    <a:pt x="3306981" y="182964"/>
                  </a:lnTo>
                  <a:lnTo>
                    <a:pt x="3356339" y="167965"/>
                  </a:lnTo>
                  <a:lnTo>
                    <a:pt x="3405697" y="152909"/>
                  </a:lnTo>
                  <a:lnTo>
                    <a:pt x="3455055" y="137801"/>
                  </a:lnTo>
                  <a:lnTo>
                    <a:pt x="3504412" y="122645"/>
                  </a:lnTo>
                  <a:lnTo>
                    <a:pt x="3553770" y="107444"/>
                  </a:lnTo>
                  <a:lnTo>
                    <a:pt x="3603128" y="92200"/>
                  </a:lnTo>
                  <a:lnTo>
                    <a:pt x="3652486" y="76918"/>
                  </a:lnTo>
                  <a:lnTo>
                    <a:pt x="3701844" y="61599"/>
                  </a:lnTo>
                  <a:lnTo>
                    <a:pt x="3751202" y="46245"/>
                  </a:lnTo>
                  <a:lnTo>
                    <a:pt x="3800560" y="30859"/>
                  </a:lnTo>
                  <a:lnTo>
                    <a:pt x="3849918" y="15444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3347005"/>
              <a:ext cx="3899276" cy="428870"/>
            </a:xfrm>
            <a:custGeom>
              <a:avLst/>
              <a:gdLst/>
              <a:ahLst/>
              <a:cxnLst/>
              <a:rect l="0" t="0" r="0" b="0"/>
              <a:pathLst>
                <a:path w="3899276" h="428870">
                  <a:moveTo>
                    <a:pt x="3899276" y="218135"/>
                  </a:moveTo>
                  <a:lnTo>
                    <a:pt x="3849918" y="210644"/>
                  </a:lnTo>
                  <a:lnTo>
                    <a:pt x="3800560" y="203181"/>
                  </a:lnTo>
                  <a:lnTo>
                    <a:pt x="3751202" y="195749"/>
                  </a:lnTo>
                  <a:lnTo>
                    <a:pt x="3701844" y="188349"/>
                  </a:lnTo>
                  <a:lnTo>
                    <a:pt x="3652486" y="180983"/>
                  </a:lnTo>
                  <a:lnTo>
                    <a:pt x="3603128" y="173654"/>
                  </a:lnTo>
                  <a:lnTo>
                    <a:pt x="3553770" y="166364"/>
                  </a:lnTo>
                  <a:lnTo>
                    <a:pt x="3504412" y="159116"/>
                  </a:lnTo>
                  <a:lnTo>
                    <a:pt x="3455055" y="151913"/>
                  </a:lnTo>
                  <a:lnTo>
                    <a:pt x="3405697" y="144759"/>
                  </a:lnTo>
                  <a:lnTo>
                    <a:pt x="3356339" y="137657"/>
                  </a:lnTo>
                  <a:lnTo>
                    <a:pt x="3306981" y="130611"/>
                  </a:lnTo>
                  <a:lnTo>
                    <a:pt x="3257623" y="123625"/>
                  </a:lnTo>
                  <a:lnTo>
                    <a:pt x="3208265" y="116705"/>
                  </a:lnTo>
                  <a:lnTo>
                    <a:pt x="3158907" y="109857"/>
                  </a:lnTo>
                  <a:lnTo>
                    <a:pt x="3109549" y="103085"/>
                  </a:lnTo>
                  <a:lnTo>
                    <a:pt x="3060191" y="96396"/>
                  </a:lnTo>
                  <a:lnTo>
                    <a:pt x="3010833" y="89799"/>
                  </a:lnTo>
                  <a:lnTo>
                    <a:pt x="2961475" y="83301"/>
                  </a:lnTo>
                  <a:lnTo>
                    <a:pt x="2912117" y="76911"/>
                  </a:lnTo>
                  <a:lnTo>
                    <a:pt x="2862759" y="70639"/>
                  </a:lnTo>
                  <a:lnTo>
                    <a:pt x="2813401" y="64497"/>
                  </a:lnTo>
                  <a:lnTo>
                    <a:pt x="2764044" y="58497"/>
                  </a:lnTo>
                  <a:lnTo>
                    <a:pt x="2714686" y="52654"/>
                  </a:lnTo>
                  <a:lnTo>
                    <a:pt x="2665328" y="46982"/>
                  </a:lnTo>
                  <a:lnTo>
                    <a:pt x="2615970" y="41500"/>
                  </a:lnTo>
                  <a:lnTo>
                    <a:pt x="2566612" y="36228"/>
                  </a:lnTo>
                  <a:lnTo>
                    <a:pt x="2517254" y="31186"/>
                  </a:lnTo>
                  <a:lnTo>
                    <a:pt x="2467896" y="26400"/>
                  </a:lnTo>
                  <a:lnTo>
                    <a:pt x="2418538" y="21897"/>
                  </a:lnTo>
                  <a:lnTo>
                    <a:pt x="2369180" y="17706"/>
                  </a:lnTo>
                  <a:lnTo>
                    <a:pt x="2319822" y="13861"/>
                  </a:lnTo>
                  <a:lnTo>
                    <a:pt x="2270464" y="10398"/>
                  </a:lnTo>
                  <a:lnTo>
                    <a:pt x="2221106" y="7356"/>
                  </a:lnTo>
                  <a:lnTo>
                    <a:pt x="2171748" y="4777"/>
                  </a:lnTo>
                  <a:lnTo>
                    <a:pt x="2122390" y="2705"/>
                  </a:lnTo>
                  <a:lnTo>
                    <a:pt x="2073033" y="1187"/>
                  </a:lnTo>
                  <a:lnTo>
                    <a:pt x="2023675" y="270"/>
                  </a:lnTo>
                  <a:lnTo>
                    <a:pt x="1974317" y="0"/>
                  </a:lnTo>
                  <a:lnTo>
                    <a:pt x="1924959" y="421"/>
                  </a:lnTo>
                  <a:lnTo>
                    <a:pt x="1875601" y="1573"/>
                  </a:lnTo>
                  <a:lnTo>
                    <a:pt x="1826243" y="3491"/>
                  </a:lnTo>
                  <a:lnTo>
                    <a:pt x="1776885" y="6200"/>
                  </a:lnTo>
                  <a:lnTo>
                    <a:pt x="1727527" y="9718"/>
                  </a:lnTo>
                  <a:lnTo>
                    <a:pt x="1678169" y="14051"/>
                  </a:lnTo>
                  <a:lnTo>
                    <a:pt x="1628811" y="19193"/>
                  </a:lnTo>
                  <a:lnTo>
                    <a:pt x="1579453" y="25130"/>
                  </a:lnTo>
                  <a:lnTo>
                    <a:pt x="1530095" y="31835"/>
                  </a:lnTo>
                  <a:lnTo>
                    <a:pt x="1480737" y="39277"/>
                  </a:lnTo>
                  <a:lnTo>
                    <a:pt x="1431379" y="47416"/>
                  </a:lnTo>
                  <a:lnTo>
                    <a:pt x="1382022" y="56207"/>
                  </a:lnTo>
                  <a:lnTo>
                    <a:pt x="1332664" y="65605"/>
                  </a:lnTo>
                  <a:lnTo>
                    <a:pt x="1283306" y="75562"/>
                  </a:lnTo>
                  <a:lnTo>
                    <a:pt x="1233948" y="86033"/>
                  </a:lnTo>
                  <a:lnTo>
                    <a:pt x="1184590" y="96972"/>
                  </a:lnTo>
                  <a:lnTo>
                    <a:pt x="1135232" y="108338"/>
                  </a:lnTo>
                  <a:lnTo>
                    <a:pt x="1085874" y="120090"/>
                  </a:lnTo>
                  <a:lnTo>
                    <a:pt x="1036516" y="132192"/>
                  </a:lnTo>
                  <a:lnTo>
                    <a:pt x="987158" y="144611"/>
                  </a:lnTo>
                  <a:lnTo>
                    <a:pt x="937800" y="157316"/>
                  </a:lnTo>
                  <a:lnTo>
                    <a:pt x="888442" y="170280"/>
                  </a:lnTo>
                  <a:lnTo>
                    <a:pt x="839084" y="183478"/>
                  </a:lnTo>
                  <a:lnTo>
                    <a:pt x="789726" y="196888"/>
                  </a:lnTo>
                  <a:lnTo>
                    <a:pt x="740368" y="210490"/>
                  </a:lnTo>
                  <a:lnTo>
                    <a:pt x="691011" y="224266"/>
                  </a:lnTo>
                  <a:lnTo>
                    <a:pt x="641653" y="238200"/>
                  </a:lnTo>
                  <a:lnTo>
                    <a:pt x="592295" y="252278"/>
                  </a:lnTo>
                  <a:lnTo>
                    <a:pt x="542937" y="266488"/>
                  </a:lnTo>
                  <a:lnTo>
                    <a:pt x="493579" y="280817"/>
                  </a:lnTo>
                  <a:lnTo>
                    <a:pt x="444221" y="295255"/>
                  </a:lnTo>
                  <a:lnTo>
                    <a:pt x="394863" y="309794"/>
                  </a:lnTo>
                  <a:lnTo>
                    <a:pt x="345505" y="324424"/>
                  </a:lnTo>
                  <a:lnTo>
                    <a:pt x="296147" y="339140"/>
                  </a:lnTo>
                  <a:lnTo>
                    <a:pt x="246789" y="353932"/>
                  </a:lnTo>
                  <a:lnTo>
                    <a:pt x="197431" y="368797"/>
                  </a:lnTo>
                  <a:lnTo>
                    <a:pt x="148073" y="383728"/>
                  </a:lnTo>
                  <a:lnTo>
                    <a:pt x="98715" y="398720"/>
                  </a:lnTo>
                  <a:lnTo>
                    <a:pt x="49357" y="413768"/>
                  </a:lnTo>
                  <a:lnTo>
                    <a:pt x="0" y="42887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1623483" y="3001735"/>
              <a:ext cx="3899276" cy="314158"/>
            </a:xfrm>
            <a:custGeom>
              <a:avLst/>
              <a:gdLst/>
              <a:ahLst/>
              <a:cxnLst/>
              <a:rect l="0" t="0" r="0" b="0"/>
              <a:pathLst>
                <a:path w="3899276" h="314158">
                  <a:moveTo>
                    <a:pt x="0" y="314158"/>
                  </a:moveTo>
                  <a:lnTo>
                    <a:pt x="49357" y="310181"/>
                  </a:lnTo>
                  <a:lnTo>
                    <a:pt x="98715" y="306205"/>
                  </a:lnTo>
                  <a:lnTo>
                    <a:pt x="148073" y="302228"/>
                  </a:lnTo>
                  <a:lnTo>
                    <a:pt x="197431" y="298251"/>
                  </a:lnTo>
                  <a:lnTo>
                    <a:pt x="246789" y="294275"/>
                  </a:lnTo>
                  <a:lnTo>
                    <a:pt x="296147" y="290298"/>
                  </a:lnTo>
                  <a:lnTo>
                    <a:pt x="345505" y="286321"/>
                  </a:lnTo>
                  <a:lnTo>
                    <a:pt x="394863" y="282345"/>
                  </a:lnTo>
                  <a:lnTo>
                    <a:pt x="444221" y="278368"/>
                  </a:lnTo>
                  <a:lnTo>
                    <a:pt x="493579" y="274391"/>
                  </a:lnTo>
                  <a:lnTo>
                    <a:pt x="542937" y="270415"/>
                  </a:lnTo>
                  <a:lnTo>
                    <a:pt x="592295" y="266438"/>
                  </a:lnTo>
                  <a:lnTo>
                    <a:pt x="641653" y="262461"/>
                  </a:lnTo>
                  <a:lnTo>
                    <a:pt x="691011" y="258484"/>
                  </a:lnTo>
                  <a:lnTo>
                    <a:pt x="740368" y="254508"/>
                  </a:lnTo>
                  <a:lnTo>
                    <a:pt x="789726" y="250531"/>
                  </a:lnTo>
                  <a:lnTo>
                    <a:pt x="839084" y="246554"/>
                  </a:lnTo>
                  <a:lnTo>
                    <a:pt x="888442" y="242578"/>
                  </a:lnTo>
                  <a:lnTo>
                    <a:pt x="937800" y="238601"/>
                  </a:lnTo>
                  <a:lnTo>
                    <a:pt x="987158" y="234624"/>
                  </a:lnTo>
                  <a:lnTo>
                    <a:pt x="1036516" y="230648"/>
                  </a:lnTo>
                  <a:lnTo>
                    <a:pt x="1085874" y="226671"/>
                  </a:lnTo>
                  <a:lnTo>
                    <a:pt x="1135232" y="222694"/>
                  </a:lnTo>
                  <a:lnTo>
                    <a:pt x="1184590" y="218718"/>
                  </a:lnTo>
                  <a:lnTo>
                    <a:pt x="1233948" y="214741"/>
                  </a:lnTo>
                  <a:lnTo>
                    <a:pt x="1283306" y="210764"/>
                  </a:lnTo>
                  <a:lnTo>
                    <a:pt x="1332664" y="206787"/>
                  </a:lnTo>
                  <a:lnTo>
                    <a:pt x="1382022" y="202811"/>
                  </a:lnTo>
                  <a:lnTo>
                    <a:pt x="1431379" y="198834"/>
                  </a:lnTo>
                  <a:lnTo>
                    <a:pt x="1480737" y="194857"/>
                  </a:lnTo>
                  <a:lnTo>
                    <a:pt x="1530095" y="190881"/>
                  </a:lnTo>
                  <a:lnTo>
                    <a:pt x="1579453" y="186904"/>
                  </a:lnTo>
                  <a:lnTo>
                    <a:pt x="1628811" y="182927"/>
                  </a:lnTo>
                  <a:lnTo>
                    <a:pt x="1678169" y="178951"/>
                  </a:lnTo>
                  <a:lnTo>
                    <a:pt x="1727527" y="174974"/>
                  </a:lnTo>
                  <a:lnTo>
                    <a:pt x="1776885" y="170997"/>
                  </a:lnTo>
                  <a:lnTo>
                    <a:pt x="1826243" y="167021"/>
                  </a:lnTo>
                  <a:lnTo>
                    <a:pt x="1875601" y="163044"/>
                  </a:lnTo>
                  <a:lnTo>
                    <a:pt x="1924959" y="159067"/>
                  </a:lnTo>
                  <a:lnTo>
                    <a:pt x="1974317" y="155090"/>
                  </a:lnTo>
                  <a:lnTo>
                    <a:pt x="2023675" y="151114"/>
                  </a:lnTo>
                  <a:lnTo>
                    <a:pt x="2073033" y="147137"/>
                  </a:lnTo>
                  <a:lnTo>
                    <a:pt x="2122390" y="143160"/>
                  </a:lnTo>
                  <a:lnTo>
                    <a:pt x="2171748" y="139184"/>
                  </a:lnTo>
                  <a:lnTo>
                    <a:pt x="2221106" y="135207"/>
                  </a:lnTo>
                  <a:lnTo>
                    <a:pt x="2270464" y="131230"/>
                  </a:lnTo>
                  <a:lnTo>
                    <a:pt x="2319822" y="127254"/>
                  </a:lnTo>
                  <a:lnTo>
                    <a:pt x="2369180" y="123277"/>
                  </a:lnTo>
                  <a:lnTo>
                    <a:pt x="2418538" y="119300"/>
                  </a:lnTo>
                  <a:lnTo>
                    <a:pt x="2467896" y="115324"/>
                  </a:lnTo>
                  <a:lnTo>
                    <a:pt x="2517254" y="111347"/>
                  </a:lnTo>
                  <a:lnTo>
                    <a:pt x="2566612" y="107370"/>
                  </a:lnTo>
                  <a:lnTo>
                    <a:pt x="2615970" y="103393"/>
                  </a:lnTo>
                  <a:lnTo>
                    <a:pt x="2665328" y="99417"/>
                  </a:lnTo>
                  <a:lnTo>
                    <a:pt x="2714686" y="95440"/>
                  </a:lnTo>
                  <a:lnTo>
                    <a:pt x="2764044" y="91463"/>
                  </a:lnTo>
                  <a:lnTo>
                    <a:pt x="2813401" y="87487"/>
                  </a:lnTo>
                  <a:lnTo>
                    <a:pt x="2862759" y="83510"/>
                  </a:lnTo>
                  <a:lnTo>
                    <a:pt x="2912117" y="79533"/>
                  </a:lnTo>
                  <a:lnTo>
                    <a:pt x="2961475" y="75557"/>
                  </a:lnTo>
                  <a:lnTo>
                    <a:pt x="3010833" y="71580"/>
                  </a:lnTo>
                  <a:lnTo>
                    <a:pt x="3060191" y="67603"/>
                  </a:lnTo>
                  <a:lnTo>
                    <a:pt x="3109549" y="63627"/>
                  </a:lnTo>
                  <a:lnTo>
                    <a:pt x="3158907" y="59650"/>
                  </a:lnTo>
                  <a:lnTo>
                    <a:pt x="3208265" y="55673"/>
                  </a:lnTo>
                  <a:lnTo>
                    <a:pt x="3257623" y="51696"/>
                  </a:lnTo>
                  <a:lnTo>
                    <a:pt x="3306981" y="47720"/>
                  </a:lnTo>
                  <a:lnTo>
                    <a:pt x="3356339" y="43743"/>
                  </a:lnTo>
                  <a:lnTo>
                    <a:pt x="3405697" y="39766"/>
                  </a:lnTo>
                  <a:lnTo>
                    <a:pt x="3455055" y="35790"/>
                  </a:lnTo>
                  <a:lnTo>
                    <a:pt x="3504412" y="31813"/>
                  </a:lnTo>
                  <a:lnTo>
                    <a:pt x="3553770" y="27836"/>
                  </a:lnTo>
                  <a:lnTo>
                    <a:pt x="3603128" y="23860"/>
                  </a:lnTo>
                  <a:lnTo>
                    <a:pt x="3652486" y="19883"/>
                  </a:lnTo>
                  <a:lnTo>
                    <a:pt x="3701844" y="15906"/>
                  </a:lnTo>
                  <a:lnTo>
                    <a:pt x="3751202" y="11930"/>
                  </a:lnTo>
                  <a:lnTo>
                    <a:pt x="3800560" y="7953"/>
                  </a:lnTo>
                  <a:lnTo>
                    <a:pt x="3849918" y="3976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27093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085953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044813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003672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0" name="pt230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pg231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tx232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5" name="pt235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428519" y="983989"/>
              <a:ext cx="2110160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GF Offset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9824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24536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39248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53960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2468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67180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81892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96604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327650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15936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19961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03848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03848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37744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26271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39293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18147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18147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8572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8228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86459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9964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437161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261724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305996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297306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61632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38612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05285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97425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28228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15852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340994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501533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501533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3967752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39669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4449401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546880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416740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383997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383997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430726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361641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39669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361580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987057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377424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3774837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1501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340931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375055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5477608" y="129829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49189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437572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4304570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296747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318815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96747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94703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312312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435266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314967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336412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449650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314958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35778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29531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18815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331359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276554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295375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348000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33017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31359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435831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276554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312226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450177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348618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43156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35683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9134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342832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312237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104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3959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264056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3959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9134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85380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32932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78554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2853944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278554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3425505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3115288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296613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296535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263812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3248091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3424169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43156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3247414" y="129829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247504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2009500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94299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236886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194264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200844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318628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249501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318497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2127833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78573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78463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1339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52601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2303839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213398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248678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212702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3614751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3613483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157852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263138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261218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388676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388676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7218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264516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3056984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50163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2856306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305756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72358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28474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3198702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301893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30125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28556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3190739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265296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22956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50350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4188851" y="129829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845976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265759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2295617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265941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417566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368140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328096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367551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76342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327437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4094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391782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381028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487053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361686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487538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36112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6112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391782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347123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361565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47185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381455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74518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37927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378830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341396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374949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424938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05313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270711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269960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04641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65078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45149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32323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89971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424528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11390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310793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65052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300474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80966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280941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287361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287033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290080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44814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405313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305244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300098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32323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623483" y="2504122"/>
              <a:ext cx="3899276" cy="1209064"/>
            </a:xfrm>
            <a:custGeom>
              <a:avLst/>
              <a:gdLst/>
              <a:ahLst/>
              <a:cxnLst/>
              <a:rect l="0" t="0" r="0" b="0"/>
              <a:pathLst>
                <a:path w="3899276" h="1209064">
                  <a:moveTo>
                    <a:pt x="0" y="294293"/>
                  </a:moveTo>
                  <a:lnTo>
                    <a:pt x="49357" y="303181"/>
                  </a:lnTo>
                  <a:lnTo>
                    <a:pt x="98715" y="312014"/>
                  </a:lnTo>
                  <a:lnTo>
                    <a:pt x="148073" y="320789"/>
                  </a:lnTo>
                  <a:lnTo>
                    <a:pt x="197431" y="329501"/>
                  </a:lnTo>
                  <a:lnTo>
                    <a:pt x="246789" y="338145"/>
                  </a:lnTo>
                  <a:lnTo>
                    <a:pt x="296147" y="346714"/>
                  </a:lnTo>
                  <a:lnTo>
                    <a:pt x="345505" y="355202"/>
                  </a:lnTo>
                  <a:lnTo>
                    <a:pt x="394863" y="363604"/>
                  </a:lnTo>
                  <a:lnTo>
                    <a:pt x="444221" y="371910"/>
                  </a:lnTo>
                  <a:lnTo>
                    <a:pt x="493579" y="380111"/>
                  </a:lnTo>
                  <a:lnTo>
                    <a:pt x="542937" y="388200"/>
                  </a:lnTo>
                  <a:lnTo>
                    <a:pt x="592295" y="396163"/>
                  </a:lnTo>
                  <a:lnTo>
                    <a:pt x="641653" y="403991"/>
                  </a:lnTo>
                  <a:lnTo>
                    <a:pt x="691011" y="411668"/>
                  </a:lnTo>
                  <a:lnTo>
                    <a:pt x="740368" y="419180"/>
                  </a:lnTo>
                  <a:lnTo>
                    <a:pt x="789726" y="426511"/>
                  </a:lnTo>
                  <a:lnTo>
                    <a:pt x="839084" y="433641"/>
                  </a:lnTo>
                  <a:lnTo>
                    <a:pt x="888442" y="440549"/>
                  </a:lnTo>
                  <a:lnTo>
                    <a:pt x="937800" y="447213"/>
                  </a:lnTo>
                  <a:lnTo>
                    <a:pt x="987158" y="453606"/>
                  </a:lnTo>
                  <a:lnTo>
                    <a:pt x="1036516" y="459698"/>
                  </a:lnTo>
                  <a:lnTo>
                    <a:pt x="1085874" y="465459"/>
                  </a:lnTo>
                  <a:lnTo>
                    <a:pt x="1135232" y="470853"/>
                  </a:lnTo>
                  <a:lnTo>
                    <a:pt x="1184590" y="475842"/>
                  </a:lnTo>
                  <a:lnTo>
                    <a:pt x="1233948" y="480384"/>
                  </a:lnTo>
                  <a:lnTo>
                    <a:pt x="1283306" y="484436"/>
                  </a:lnTo>
                  <a:lnTo>
                    <a:pt x="1332664" y="487951"/>
                  </a:lnTo>
                  <a:lnTo>
                    <a:pt x="1382022" y="490883"/>
                  </a:lnTo>
                  <a:lnTo>
                    <a:pt x="1431379" y="493182"/>
                  </a:lnTo>
                  <a:lnTo>
                    <a:pt x="1480737" y="494804"/>
                  </a:lnTo>
                  <a:lnTo>
                    <a:pt x="1530095" y="495705"/>
                  </a:lnTo>
                  <a:lnTo>
                    <a:pt x="1579453" y="495848"/>
                  </a:lnTo>
                  <a:lnTo>
                    <a:pt x="1628811" y="495202"/>
                  </a:lnTo>
                  <a:lnTo>
                    <a:pt x="1678169" y="493746"/>
                  </a:lnTo>
                  <a:lnTo>
                    <a:pt x="1727527" y="491469"/>
                  </a:lnTo>
                  <a:lnTo>
                    <a:pt x="1776885" y="488369"/>
                  </a:lnTo>
                  <a:lnTo>
                    <a:pt x="1826243" y="484459"/>
                  </a:lnTo>
                  <a:lnTo>
                    <a:pt x="1875601" y="479760"/>
                  </a:lnTo>
                  <a:lnTo>
                    <a:pt x="1924959" y="474302"/>
                  </a:lnTo>
                  <a:lnTo>
                    <a:pt x="1974317" y="468122"/>
                  </a:lnTo>
                  <a:lnTo>
                    <a:pt x="2023675" y="461265"/>
                  </a:lnTo>
                  <a:lnTo>
                    <a:pt x="2073033" y="453774"/>
                  </a:lnTo>
                  <a:lnTo>
                    <a:pt x="2122390" y="445699"/>
                  </a:lnTo>
                  <a:lnTo>
                    <a:pt x="2171748" y="437087"/>
                  </a:lnTo>
                  <a:lnTo>
                    <a:pt x="2221106" y="427983"/>
                  </a:lnTo>
                  <a:lnTo>
                    <a:pt x="2270464" y="418432"/>
                  </a:lnTo>
                  <a:lnTo>
                    <a:pt x="2319822" y="408475"/>
                  </a:lnTo>
                  <a:lnTo>
                    <a:pt x="2369180" y="398151"/>
                  </a:lnTo>
                  <a:lnTo>
                    <a:pt x="2418538" y="387494"/>
                  </a:lnTo>
                  <a:lnTo>
                    <a:pt x="2467896" y="376537"/>
                  </a:lnTo>
                  <a:lnTo>
                    <a:pt x="2517254" y="365308"/>
                  </a:lnTo>
                  <a:lnTo>
                    <a:pt x="2566612" y="353834"/>
                  </a:lnTo>
                  <a:lnTo>
                    <a:pt x="2615970" y="342139"/>
                  </a:lnTo>
                  <a:lnTo>
                    <a:pt x="2665328" y="330242"/>
                  </a:lnTo>
                  <a:lnTo>
                    <a:pt x="2714686" y="318163"/>
                  </a:lnTo>
                  <a:lnTo>
                    <a:pt x="2764044" y="305919"/>
                  </a:lnTo>
                  <a:lnTo>
                    <a:pt x="2813401" y="293525"/>
                  </a:lnTo>
                  <a:lnTo>
                    <a:pt x="2862759" y="280994"/>
                  </a:lnTo>
                  <a:lnTo>
                    <a:pt x="2912117" y="268339"/>
                  </a:lnTo>
                  <a:lnTo>
                    <a:pt x="2961475" y="255569"/>
                  </a:lnTo>
                  <a:lnTo>
                    <a:pt x="3010833" y="242696"/>
                  </a:lnTo>
                  <a:lnTo>
                    <a:pt x="3060191" y="229727"/>
                  </a:lnTo>
                  <a:lnTo>
                    <a:pt x="3109549" y="216670"/>
                  </a:lnTo>
                  <a:lnTo>
                    <a:pt x="3158907" y="203533"/>
                  </a:lnTo>
                  <a:lnTo>
                    <a:pt x="3208265" y="190321"/>
                  </a:lnTo>
                  <a:lnTo>
                    <a:pt x="3257623" y="177041"/>
                  </a:lnTo>
                  <a:lnTo>
                    <a:pt x="3306981" y="163698"/>
                  </a:lnTo>
                  <a:lnTo>
                    <a:pt x="3356339" y="150296"/>
                  </a:lnTo>
                  <a:lnTo>
                    <a:pt x="3405697" y="136840"/>
                  </a:lnTo>
                  <a:lnTo>
                    <a:pt x="3455055" y="123334"/>
                  </a:lnTo>
                  <a:lnTo>
                    <a:pt x="3504412" y="109780"/>
                  </a:lnTo>
                  <a:lnTo>
                    <a:pt x="3553770" y="96183"/>
                  </a:lnTo>
                  <a:lnTo>
                    <a:pt x="3603128" y="82545"/>
                  </a:lnTo>
                  <a:lnTo>
                    <a:pt x="3652486" y="68869"/>
                  </a:lnTo>
                  <a:lnTo>
                    <a:pt x="3701844" y="55158"/>
                  </a:lnTo>
                  <a:lnTo>
                    <a:pt x="3751202" y="41413"/>
                  </a:lnTo>
                  <a:lnTo>
                    <a:pt x="3800560" y="27637"/>
                  </a:lnTo>
                  <a:lnTo>
                    <a:pt x="3849918" y="13832"/>
                  </a:lnTo>
                  <a:lnTo>
                    <a:pt x="3899276" y="0"/>
                  </a:lnTo>
                  <a:lnTo>
                    <a:pt x="3899276" y="1142382"/>
                  </a:lnTo>
                  <a:lnTo>
                    <a:pt x="3849918" y="1133118"/>
                  </a:lnTo>
                  <a:lnTo>
                    <a:pt x="3800560" y="1123883"/>
                  </a:lnTo>
                  <a:lnTo>
                    <a:pt x="3751202" y="1114676"/>
                  </a:lnTo>
                  <a:lnTo>
                    <a:pt x="3701844" y="1105501"/>
                  </a:lnTo>
                  <a:lnTo>
                    <a:pt x="3652486" y="1096358"/>
                  </a:lnTo>
                  <a:lnTo>
                    <a:pt x="3603128" y="1087252"/>
                  </a:lnTo>
                  <a:lnTo>
                    <a:pt x="3553770" y="1078183"/>
                  </a:lnTo>
                  <a:lnTo>
                    <a:pt x="3504412" y="1069156"/>
                  </a:lnTo>
                  <a:lnTo>
                    <a:pt x="3455055" y="1060171"/>
                  </a:lnTo>
                  <a:lnTo>
                    <a:pt x="3405697" y="1051234"/>
                  </a:lnTo>
                  <a:lnTo>
                    <a:pt x="3356339" y="1042347"/>
                  </a:lnTo>
                  <a:lnTo>
                    <a:pt x="3306981" y="1033515"/>
                  </a:lnTo>
                  <a:lnTo>
                    <a:pt x="3257623" y="1024741"/>
                  </a:lnTo>
                  <a:lnTo>
                    <a:pt x="3208265" y="1016030"/>
                  </a:lnTo>
                  <a:lnTo>
                    <a:pt x="3158907" y="1007388"/>
                  </a:lnTo>
                  <a:lnTo>
                    <a:pt x="3109549" y="998820"/>
                  </a:lnTo>
                  <a:lnTo>
                    <a:pt x="3060191" y="990333"/>
                  </a:lnTo>
                  <a:lnTo>
                    <a:pt x="3010833" y="981933"/>
                  </a:lnTo>
                  <a:lnTo>
                    <a:pt x="2961475" y="973629"/>
                  </a:lnTo>
                  <a:lnTo>
                    <a:pt x="2912117" y="965429"/>
                  </a:lnTo>
                  <a:lnTo>
                    <a:pt x="2862759" y="957343"/>
                  </a:lnTo>
                  <a:lnTo>
                    <a:pt x="2813401" y="949381"/>
                  </a:lnTo>
                  <a:lnTo>
                    <a:pt x="2764044" y="941556"/>
                  </a:lnTo>
                  <a:lnTo>
                    <a:pt x="2714686" y="933881"/>
                  </a:lnTo>
                  <a:lnTo>
                    <a:pt x="2665328" y="926372"/>
                  </a:lnTo>
                  <a:lnTo>
                    <a:pt x="2615970" y="919045"/>
                  </a:lnTo>
                  <a:lnTo>
                    <a:pt x="2566612" y="911918"/>
                  </a:lnTo>
                  <a:lnTo>
                    <a:pt x="2517254" y="905014"/>
                  </a:lnTo>
                  <a:lnTo>
                    <a:pt x="2467896" y="898354"/>
                  </a:lnTo>
                  <a:lnTo>
                    <a:pt x="2418538" y="891967"/>
                  </a:lnTo>
                  <a:lnTo>
                    <a:pt x="2369180" y="885879"/>
                  </a:lnTo>
                  <a:lnTo>
                    <a:pt x="2319822" y="880124"/>
                  </a:lnTo>
                  <a:lnTo>
                    <a:pt x="2270464" y="874737"/>
                  </a:lnTo>
                  <a:lnTo>
                    <a:pt x="2221106" y="869755"/>
                  </a:lnTo>
                  <a:lnTo>
                    <a:pt x="2171748" y="865221"/>
                  </a:lnTo>
                  <a:lnTo>
                    <a:pt x="2122390" y="861177"/>
                  </a:lnTo>
                  <a:lnTo>
                    <a:pt x="2073033" y="857672"/>
                  </a:lnTo>
                  <a:lnTo>
                    <a:pt x="2023675" y="854751"/>
                  </a:lnTo>
                  <a:lnTo>
                    <a:pt x="1974317" y="852462"/>
                  </a:lnTo>
                  <a:lnTo>
                    <a:pt x="1924959" y="850852"/>
                  </a:lnTo>
                  <a:lnTo>
                    <a:pt x="1875601" y="849963"/>
                  </a:lnTo>
                  <a:lnTo>
                    <a:pt x="1826243" y="849833"/>
                  </a:lnTo>
                  <a:lnTo>
                    <a:pt x="1776885" y="850492"/>
                  </a:lnTo>
                  <a:lnTo>
                    <a:pt x="1727527" y="851962"/>
                  </a:lnTo>
                  <a:lnTo>
                    <a:pt x="1678169" y="854254"/>
                  </a:lnTo>
                  <a:lnTo>
                    <a:pt x="1628811" y="857367"/>
                  </a:lnTo>
                  <a:lnTo>
                    <a:pt x="1579453" y="861291"/>
                  </a:lnTo>
                  <a:lnTo>
                    <a:pt x="1530095" y="866003"/>
                  </a:lnTo>
                  <a:lnTo>
                    <a:pt x="1480737" y="871473"/>
                  </a:lnTo>
                  <a:lnTo>
                    <a:pt x="1431379" y="877665"/>
                  </a:lnTo>
                  <a:lnTo>
                    <a:pt x="1382022" y="884533"/>
                  </a:lnTo>
                  <a:lnTo>
                    <a:pt x="1332664" y="892034"/>
                  </a:lnTo>
                  <a:lnTo>
                    <a:pt x="1283306" y="900119"/>
                  </a:lnTo>
                  <a:lnTo>
                    <a:pt x="1233948" y="908740"/>
                  </a:lnTo>
                  <a:lnTo>
                    <a:pt x="1184590" y="917851"/>
                  </a:lnTo>
                  <a:lnTo>
                    <a:pt x="1135232" y="927409"/>
                  </a:lnTo>
                  <a:lnTo>
                    <a:pt x="1085874" y="937373"/>
                  </a:lnTo>
                  <a:lnTo>
                    <a:pt x="1036516" y="947703"/>
                  </a:lnTo>
                  <a:lnTo>
                    <a:pt x="987158" y="958365"/>
                  </a:lnTo>
                  <a:lnTo>
                    <a:pt x="937800" y="969327"/>
                  </a:lnTo>
                  <a:lnTo>
                    <a:pt x="888442" y="980560"/>
                  </a:lnTo>
                  <a:lnTo>
                    <a:pt x="839084" y="992038"/>
                  </a:lnTo>
                  <a:lnTo>
                    <a:pt x="789726" y="1003737"/>
                  </a:lnTo>
                  <a:lnTo>
                    <a:pt x="740368" y="1015637"/>
                  </a:lnTo>
                  <a:lnTo>
                    <a:pt x="691011" y="1027719"/>
                  </a:lnTo>
                  <a:lnTo>
                    <a:pt x="641653" y="1039965"/>
                  </a:lnTo>
                  <a:lnTo>
                    <a:pt x="592295" y="1052362"/>
                  </a:lnTo>
                  <a:lnTo>
                    <a:pt x="542937" y="1064895"/>
                  </a:lnTo>
                  <a:lnTo>
                    <a:pt x="493579" y="1077552"/>
                  </a:lnTo>
                  <a:lnTo>
                    <a:pt x="444221" y="1090323"/>
                  </a:lnTo>
                  <a:lnTo>
                    <a:pt x="394863" y="1103199"/>
                  </a:lnTo>
                  <a:lnTo>
                    <a:pt x="345505" y="1116169"/>
                  </a:lnTo>
                  <a:lnTo>
                    <a:pt x="296147" y="1129227"/>
                  </a:lnTo>
                  <a:lnTo>
                    <a:pt x="246789" y="1142366"/>
                  </a:lnTo>
                  <a:lnTo>
                    <a:pt x="197431" y="1155578"/>
                  </a:lnTo>
                  <a:lnTo>
                    <a:pt x="148073" y="1168859"/>
                  </a:lnTo>
                  <a:lnTo>
                    <a:pt x="98715" y="1182204"/>
                  </a:lnTo>
                  <a:lnTo>
                    <a:pt x="49357" y="1195607"/>
                  </a:lnTo>
                  <a:lnTo>
                    <a:pt x="0" y="120906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1623483" y="2504122"/>
              <a:ext cx="3899276" cy="495848"/>
            </a:xfrm>
            <a:custGeom>
              <a:avLst/>
              <a:gdLst/>
              <a:ahLst/>
              <a:cxnLst/>
              <a:rect l="0" t="0" r="0" b="0"/>
              <a:pathLst>
                <a:path w="3899276" h="495848">
                  <a:moveTo>
                    <a:pt x="0" y="294293"/>
                  </a:moveTo>
                  <a:lnTo>
                    <a:pt x="49357" y="303181"/>
                  </a:lnTo>
                  <a:lnTo>
                    <a:pt x="98715" y="312014"/>
                  </a:lnTo>
                  <a:lnTo>
                    <a:pt x="148073" y="320789"/>
                  </a:lnTo>
                  <a:lnTo>
                    <a:pt x="197431" y="329501"/>
                  </a:lnTo>
                  <a:lnTo>
                    <a:pt x="246789" y="338145"/>
                  </a:lnTo>
                  <a:lnTo>
                    <a:pt x="296147" y="346714"/>
                  </a:lnTo>
                  <a:lnTo>
                    <a:pt x="345505" y="355202"/>
                  </a:lnTo>
                  <a:lnTo>
                    <a:pt x="394863" y="363604"/>
                  </a:lnTo>
                  <a:lnTo>
                    <a:pt x="444221" y="371910"/>
                  </a:lnTo>
                  <a:lnTo>
                    <a:pt x="493579" y="380111"/>
                  </a:lnTo>
                  <a:lnTo>
                    <a:pt x="542937" y="388200"/>
                  </a:lnTo>
                  <a:lnTo>
                    <a:pt x="592295" y="396163"/>
                  </a:lnTo>
                  <a:lnTo>
                    <a:pt x="641653" y="403991"/>
                  </a:lnTo>
                  <a:lnTo>
                    <a:pt x="691011" y="411668"/>
                  </a:lnTo>
                  <a:lnTo>
                    <a:pt x="740368" y="419180"/>
                  </a:lnTo>
                  <a:lnTo>
                    <a:pt x="789726" y="426511"/>
                  </a:lnTo>
                  <a:lnTo>
                    <a:pt x="839084" y="433641"/>
                  </a:lnTo>
                  <a:lnTo>
                    <a:pt x="888442" y="440549"/>
                  </a:lnTo>
                  <a:lnTo>
                    <a:pt x="937800" y="447213"/>
                  </a:lnTo>
                  <a:lnTo>
                    <a:pt x="987158" y="453606"/>
                  </a:lnTo>
                  <a:lnTo>
                    <a:pt x="1036516" y="459698"/>
                  </a:lnTo>
                  <a:lnTo>
                    <a:pt x="1085874" y="465459"/>
                  </a:lnTo>
                  <a:lnTo>
                    <a:pt x="1135232" y="470853"/>
                  </a:lnTo>
                  <a:lnTo>
                    <a:pt x="1184590" y="475842"/>
                  </a:lnTo>
                  <a:lnTo>
                    <a:pt x="1233948" y="480384"/>
                  </a:lnTo>
                  <a:lnTo>
                    <a:pt x="1283306" y="484436"/>
                  </a:lnTo>
                  <a:lnTo>
                    <a:pt x="1332664" y="487951"/>
                  </a:lnTo>
                  <a:lnTo>
                    <a:pt x="1382022" y="490883"/>
                  </a:lnTo>
                  <a:lnTo>
                    <a:pt x="1431379" y="493182"/>
                  </a:lnTo>
                  <a:lnTo>
                    <a:pt x="1480737" y="494804"/>
                  </a:lnTo>
                  <a:lnTo>
                    <a:pt x="1530095" y="495705"/>
                  </a:lnTo>
                  <a:lnTo>
                    <a:pt x="1579453" y="495848"/>
                  </a:lnTo>
                  <a:lnTo>
                    <a:pt x="1628811" y="495202"/>
                  </a:lnTo>
                  <a:lnTo>
                    <a:pt x="1678169" y="493746"/>
                  </a:lnTo>
                  <a:lnTo>
                    <a:pt x="1727527" y="491469"/>
                  </a:lnTo>
                  <a:lnTo>
                    <a:pt x="1776885" y="488369"/>
                  </a:lnTo>
                  <a:lnTo>
                    <a:pt x="1826243" y="484459"/>
                  </a:lnTo>
                  <a:lnTo>
                    <a:pt x="1875601" y="479760"/>
                  </a:lnTo>
                  <a:lnTo>
                    <a:pt x="1924959" y="474302"/>
                  </a:lnTo>
                  <a:lnTo>
                    <a:pt x="1974317" y="468122"/>
                  </a:lnTo>
                  <a:lnTo>
                    <a:pt x="2023675" y="461265"/>
                  </a:lnTo>
                  <a:lnTo>
                    <a:pt x="2073033" y="453774"/>
                  </a:lnTo>
                  <a:lnTo>
                    <a:pt x="2122390" y="445699"/>
                  </a:lnTo>
                  <a:lnTo>
                    <a:pt x="2171748" y="437087"/>
                  </a:lnTo>
                  <a:lnTo>
                    <a:pt x="2221106" y="427983"/>
                  </a:lnTo>
                  <a:lnTo>
                    <a:pt x="2270464" y="418432"/>
                  </a:lnTo>
                  <a:lnTo>
                    <a:pt x="2319822" y="408475"/>
                  </a:lnTo>
                  <a:lnTo>
                    <a:pt x="2369180" y="398151"/>
                  </a:lnTo>
                  <a:lnTo>
                    <a:pt x="2418538" y="387494"/>
                  </a:lnTo>
                  <a:lnTo>
                    <a:pt x="2467896" y="376537"/>
                  </a:lnTo>
                  <a:lnTo>
                    <a:pt x="2517254" y="365308"/>
                  </a:lnTo>
                  <a:lnTo>
                    <a:pt x="2566612" y="353834"/>
                  </a:lnTo>
                  <a:lnTo>
                    <a:pt x="2615970" y="342139"/>
                  </a:lnTo>
                  <a:lnTo>
                    <a:pt x="2665328" y="330242"/>
                  </a:lnTo>
                  <a:lnTo>
                    <a:pt x="2714686" y="318163"/>
                  </a:lnTo>
                  <a:lnTo>
                    <a:pt x="2764044" y="305919"/>
                  </a:lnTo>
                  <a:lnTo>
                    <a:pt x="2813401" y="293525"/>
                  </a:lnTo>
                  <a:lnTo>
                    <a:pt x="2862759" y="280994"/>
                  </a:lnTo>
                  <a:lnTo>
                    <a:pt x="2912117" y="268339"/>
                  </a:lnTo>
                  <a:lnTo>
                    <a:pt x="2961475" y="255569"/>
                  </a:lnTo>
                  <a:lnTo>
                    <a:pt x="3010833" y="242696"/>
                  </a:lnTo>
                  <a:lnTo>
                    <a:pt x="3060191" y="229727"/>
                  </a:lnTo>
                  <a:lnTo>
                    <a:pt x="3109549" y="216670"/>
                  </a:lnTo>
                  <a:lnTo>
                    <a:pt x="3158907" y="203533"/>
                  </a:lnTo>
                  <a:lnTo>
                    <a:pt x="3208265" y="190321"/>
                  </a:lnTo>
                  <a:lnTo>
                    <a:pt x="3257623" y="177041"/>
                  </a:lnTo>
                  <a:lnTo>
                    <a:pt x="3306981" y="163698"/>
                  </a:lnTo>
                  <a:lnTo>
                    <a:pt x="3356339" y="150296"/>
                  </a:lnTo>
                  <a:lnTo>
                    <a:pt x="3405697" y="136840"/>
                  </a:lnTo>
                  <a:lnTo>
                    <a:pt x="3455055" y="123334"/>
                  </a:lnTo>
                  <a:lnTo>
                    <a:pt x="3504412" y="109780"/>
                  </a:lnTo>
                  <a:lnTo>
                    <a:pt x="3553770" y="96183"/>
                  </a:lnTo>
                  <a:lnTo>
                    <a:pt x="3603128" y="82545"/>
                  </a:lnTo>
                  <a:lnTo>
                    <a:pt x="3652486" y="68869"/>
                  </a:lnTo>
                  <a:lnTo>
                    <a:pt x="3701844" y="55158"/>
                  </a:lnTo>
                  <a:lnTo>
                    <a:pt x="3751202" y="41413"/>
                  </a:lnTo>
                  <a:lnTo>
                    <a:pt x="3800560" y="27637"/>
                  </a:lnTo>
                  <a:lnTo>
                    <a:pt x="3849918" y="13832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3353956"/>
              <a:ext cx="3899276" cy="359230"/>
            </a:xfrm>
            <a:custGeom>
              <a:avLst/>
              <a:gdLst/>
              <a:ahLst/>
              <a:cxnLst/>
              <a:rect l="0" t="0" r="0" b="0"/>
              <a:pathLst>
                <a:path w="3899276" h="359230">
                  <a:moveTo>
                    <a:pt x="3899276" y="292548"/>
                  </a:moveTo>
                  <a:lnTo>
                    <a:pt x="3849918" y="283285"/>
                  </a:lnTo>
                  <a:lnTo>
                    <a:pt x="3800560" y="274049"/>
                  </a:lnTo>
                  <a:lnTo>
                    <a:pt x="3751202" y="264842"/>
                  </a:lnTo>
                  <a:lnTo>
                    <a:pt x="3701844" y="255667"/>
                  </a:lnTo>
                  <a:lnTo>
                    <a:pt x="3652486" y="246525"/>
                  </a:lnTo>
                  <a:lnTo>
                    <a:pt x="3603128" y="237418"/>
                  </a:lnTo>
                  <a:lnTo>
                    <a:pt x="3553770" y="228350"/>
                  </a:lnTo>
                  <a:lnTo>
                    <a:pt x="3504412" y="219322"/>
                  </a:lnTo>
                  <a:lnTo>
                    <a:pt x="3455055" y="210338"/>
                  </a:lnTo>
                  <a:lnTo>
                    <a:pt x="3405697" y="201400"/>
                  </a:lnTo>
                  <a:lnTo>
                    <a:pt x="3356339" y="192514"/>
                  </a:lnTo>
                  <a:lnTo>
                    <a:pt x="3306981" y="183681"/>
                  </a:lnTo>
                  <a:lnTo>
                    <a:pt x="3257623" y="174907"/>
                  </a:lnTo>
                  <a:lnTo>
                    <a:pt x="3208265" y="166197"/>
                  </a:lnTo>
                  <a:lnTo>
                    <a:pt x="3158907" y="157554"/>
                  </a:lnTo>
                  <a:lnTo>
                    <a:pt x="3109549" y="148986"/>
                  </a:lnTo>
                  <a:lnTo>
                    <a:pt x="3060191" y="140499"/>
                  </a:lnTo>
                  <a:lnTo>
                    <a:pt x="3010833" y="132099"/>
                  </a:lnTo>
                  <a:lnTo>
                    <a:pt x="2961475" y="123795"/>
                  </a:lnTo>
                  <a:lnTo>
                    <a:pt x="2912117" y="115595"/>
                  </a:lnTo>
                  <a:lnTo>
                    <a:pt x="2862759" y="107509"/>
                  </a:lnTo>
                  <a:lnTo>
                    <a:pt x="2813401" y="99547"/>
                  </a:lnTo>
                  <a:lnTo>
                    <a:pt x="2764044" y="91723"/>
                  </a:lnTo>
                  <a:lnTo>
                    <a:pt x="2714686" y="84048"/>
                  </a:lnTo>
                  <a:lnTo>
                    <a:pt x="2665328" y="76538"/>
                  </a:lnTo>
                  <a:lnTo>
                    <a:pt x="2615970" y="69211"/>
                  </a:lnTo>
                  <a:lnTo>
                    <a:pt x="2566612" y="62085"/>
                  </a:lnTo>
                  <a:lnTo>
                    <a:pt x="2517254" y="55180"/>
                  </a:lnTo>
                  <a:lnTo>
                    <a:pt x="2467896" y="48521"/>
                  </a:lnTo>
                  <a:lnTo>
                    <a:pt x="2418538" y="42133"/>
                  </a:lnTo>
                  <a:lnTo>
                    <a:pt x="2369180" y="36046"/>
                  </a:lnTo>
                  <a:lnTo>
                    <a:pt x="2319822" y="30291"/>
                  </a:lnTo>
                  <a:lnTo>
                    <a:pt x="2270464" y="24903"/>
                  </a:lnTo>
                  <a:lnTo>
                    <a:pt x="2221106" y="19921"/>
                  </a:lnTo>
                  <a:lnTo>
                    <a:pt x="2171748" y="15387"/>
                  </a:lnTo>
                  <a:lnTo>
                    <a:pt x="2122390" y="11344"/>
                  </a:lnTo>
                  <a:lnTo>
                    <a:pt x="2073033" y="7838"/>
                  </a:lnTo>
                  <a:lnTo>
                    <a:pt x="2023675" y="4917"/>
                  </a:lnTo>
                  <a:lnTo>
                    <a:pt x="1974317" y="2628"/>
                  </a:lnTo>
                  <a:lnTo>
                    <a:pt x="1924959" y="1018"/>
                  </a:lnTo>
                  <a:lnTo>
                    <a:pt x="1875601" y="129"/>
                  </a:lnTo>
                  <a:lnTo>
                    <a:pt x="1826243" y="0"/>
                  </a:lnTo>
                  <a:lnTo>
                    <a:pt x="1776885" y="659"/>
                  </a:lnTo>
                  <a:lnTo>
                    <a:pt x="1727527" y="2129"/>
                  </a:lnTo>
                  <a:lnTo>
                    <a:pt x="1678169" y="4420"/>
                  </a:lnTo>
                  <a:lnTo>
                    <a:pt x="1628811" y="7533"/>
                  </a:lnTo>
                  <a:lnTo>
                    <a:pt x="1579453" y="11457"/>
                  </a:lnTo>
                  <a:lnTo>
                    <a:pt x="1530095" y="16169"/>
                  </a:lnTo>
                  <a:lnTo>
                    <a:pt x="1480737" y="21640"/>
                  </a:lnTo>
                  <a:lnTo>
                    <a:pt x="1431379" y="27831"/>
                  </a:lnTo>
                  <a:lnTo>
                    <a:pt x="1382022" y="34700"/>
                  </a:lnTo>
                  <a:lnTo>
                    <a:pt x="1332664" y="42200"/>
                  </a:lnTo>
                  <a:lnTo>
                    <a:pt x="1283306" y="50285"/>
                  </a:lnTo>
                  <a:lnTo>
                    <a:pt x="1233948" y="58906"/>
                  </a:lnTo>
                  <a:lnTo>
                    <a:pt x="1184590" y="68018"/>
                  </a:lnTo>
                  <a:lnTo>
                    <a:pt x="1135232" y="77576"/>
                  </a:lnTo>
                  <a:lnTo>
                    <a:pt x="1085874" y="87539"/>
                  </a:lnTo>
                  <a:lnTo>
                    <a:pt x="1036516" y="97869"/>
                  </a:lnTo>
                  <a:lnTo>
                    <a:pt x="987158" y="108531"/>
                  </a:lnTo>
                  <a:lnTo>
                    <a:pt x="937800" y="119493"/>
                  </a:lnTo>
                  <a:lnTo>
                    <a:pt x="888442" y="130726"/>
                  </a:lnTo>
                  <a:lnTo>
                    <a:pt x="839084" y="142204"/>
                  </a:lnTo>
                  <a:lnTo>
                    <a:pt x="789726" y="153903"/>
                  </a:lnTo>
                  <a:lnTo>
                    <a:pt x="740368" y="165803"/>
                  </a:lnTo>
                  <a:lnTo>
                    <a:pt x="691011" y="177885"/>
                  </a:lnTo>
                  <a:lnTo>
                    <a:pt x="641653" y="190132"/>
                  </a:lnTo>
                  <a:lnTo>
                    <a:pt x="592295" y="202528"/>
                  </a:lnTo>
                  <a:lnTo>
                    <a:pt x="542937" y="215061"/>
                  </a:lnTo>
                  <a:lnTo>
                    <a:pt x="493579" y="227719"/>
                  </a:lnTo>
                  <a:lnTo>
                    <a:pt x="444221" y="240490"/>
                  </a:lnTo>
                  <a:lnTo>
                    <a:pt x="394863" y="253365"/>
                  </a:lnTo>
                  <a:lnTo>
                    <a:pt x="345505" y="266336"/>
                  </a:lnTo>
                  <a:lnTo>
                    <a:pt x="296147" y="279394"/>
                  </a:lnTo>
                  <a:lnTo>
                    <a:pt x="246789" y="292532"/>
                  </a:lnTo>
                  <a:lnTo>
                    <a:pt x="197431" y="305745"/>
                  </a:lnTo>
                  <a:lnTo>
                    <a:pt x="148073" y="319026"/>
                  </a:lnTo>
                  <a:lnTo>
                    <a:pt x="98715" y="332370"/>
                  </a:lnTo>
                  <a:lnTo>
                    <a:pt x="49357" y="345773"/>
                  </a:lnTo>
                  <a:lnTo>
                    <a:pt x="0" y="35923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3075313"/>
              <a:ext cx="3899276" cy="180487"/>
            </a:xfrm>
            <a:custGeom>
              <a:avLst/>
              <a:gdLst/>
              <a:ahLst/>
              <a:cxnLst/>
              <a:rect l="0" t="0" r="0" b="0"/>
              <a:pathLst>
                <a:path w="3899276" h="180487">
                  <a:moveTo>
                    <a:pt x="0" y="180487"/>
                  </a:moveTo>
                  <a:lnTo>
                    <a:pt x="49357" y="178203"/>
                  </a:lnTo>
                  <a:lnTo>
                    <a:pt x="98715" y="175918"/>
                  </a:lnTo>
                  <a:lnTo>
                    <a:pt x="148073" y="173633"/>
                  </a:lnTo>
                  <a:lnTo>
                    <a:pt x="197431" y="171349"/>
                  </a:lnTo>
                  <a:lnTo>
                    <a:pt x="246789" y="169064"/>
                  </a:lnTo>
                  <a:lnTo>
                    <a:pt x="296147" y="166779"/>
                  </a:lnTo>
                  <a:lnTo>
                    <a:pt x="345505" y="164495"/>
                  </a:lnTo>
                  <a:lnTo>
                    <a:pt x="394863" y="162210"/>
                  </a:lnTo>
                  <a:lnTo>
                    <a:pt x="444221" y="159925"/>
                  </a:lnTo>
                  <a:lnTo>
                    <a:pt x="493579" y="157641"/>
                  </a:lnTo>
                  <a:lnTo>
                    <a:pt x="542937" y="155356"/>
                  </a:lnTo>
                  <a:lnTo>
                    <a:pt x="592295" y="153071"/>
                  </a:lnTo>
                  <a:lnTo>
                    <a:pt x="641653" y="150787"/>
                  </a:lnTo>
                  <a:lnTo>
                    <a:pt x="691011" y="148502"/>
                  </a:lnTo>
                  <a:lnTo>
                    <a:pt x="740368" y="146217"/>
                  </a:lnTo>
                  <a:lnTo>
                    <a:pt x="789726" y="143933"/>
                  </a:lnTo>
                  <a:lnTo>
                    <a:pt x="839084" y="141648"/>
                  </a:lnTo>
                  <a:lnTo>
                    <a:pt x="888442" y="139364"/>
                  </a:lnTo>
                  <a:lnTo>
                    <a:pt x="937800" y="137079"/>
                  </a:lnTo>
                  <a:lnTo>
                    <a:pt x="987158" y="134794"/>
                  </a:lnTo>
                  <a:lnTo>
                    <a:pt x="1036516" y="132510"/>
                  </a:lnTo>
                  <a:lnTo>
                    <a:pt x="1085874" y="130225"/>
                  </a:lnTo>
                  <a:lnTo>
                    <a:pt x="1135232" y="127940"/>
                  </a:lnTo>
                  <a:lnTo>
                    <a:pt x="1184590" y="125656"/>
                  </a:lnTo>
                  <a:lnTo>
                    <a:pt x="1233948" y="123371"/>
                  </a:lnTo>
                  <a:lnTo>
                    <a:pt x="1283306" y="121086"/>
                  </a:lnTo>
                  <a:lnTo>
                    <a:pt x="1332664" y="118802"/>
                  </a:lnTo>
                  <a:lnTo>
                    <a:pt x="1382022" y="116517"/>
                  </a:lnTo>
                  <a:lnTo>
                    <a:pt x="1431379" y="114232"/>
                  </a:lnTo>
                  <a:lnTo>
                    <a:pt x="1480737" y="111948"/>
                  </a:lnTo>
                  <a:lnTo>
                    <a:pt x="1530095" y="109663"/>
                  </a:lnTo>
                  <a:lnTo>
                    <a:pt x="1579453" y="107378"/>
                  </a:lnTo>
                  <a:lnTo>
                    <a:pt x="1628811" y="105094"/>
                  </a:lnTo>
                  <a:lnTo>
                    <a:pt x="1678169" y="102809"/>
                  </a:lnTo>
                  <a:lnTo>
                    <a:pt x="1727527" y="100524"/>
                  </a:lnTo>
                  <a:lnTo>
                    <a:pt x="1776885" y="98240"/>
                  </a:lnTo>
                  <a:lnTo>
                    <a:pt x="1826243" y="95955"/>
                  </a:lnTo>
                  <a:lnTo>
                    <a:pt x="1875601" y="93670"/>
                  </a:lnTo>
                  <a:lnTo>
                    <a:pt x="1924959" y="91386"/>
                  </a:lnTo>
                  <a:lnTo>
                    <a:pt x="1974317" y="89101"/>
                  </a:lnTo>
                  <a:lnTo>
                    <a:pt x="2023675" y="86816"/>
                  </a:lnTo>
                  <a:lnTo>
                    <a:pt x="2073033" y="84532"/>
                  </a:lnTo>
                  <a:lnTo>
                    <a:pt x="2122390" y="82247"/>
                  </a:lnTo>
                  <a:lnTo>
                    <a:pt x="2171748" y="79962"/>
                  </a:lnTo>
                  <a:lnTo>
                    <a:pt x="2221106" y="77678"/>
                  </a:lnTo>
                  <a:lnTo>
                    <a:pt x="2270464" y="75393"/>
                  </a:lnTo>
                  <a:lnTo>
                    <a:pt x="2319822" y="73108"/>
                  </a:lnTo>
                  <a:lnTo>
                    <a:pt x="2369180" y="70824"/>
                  </a:lnTo>
                  <a:lnTo>
                    <a:pt x="2418538" y="68539"/>
                  </a:lnTo>
                  <a:lnTo>
                    <a:pt x="2467896" y="66255"/>
                  </a:lnTo>
                  <a:lnTo>
                    <a:pt x="2517254" y="63970"/>
                  </a:lnTo>
                  <a:lnTo>
                    <a:pt x="2566612" y="61685"/>
                  </a:lnTo>
                  <a:lnTo>
                    <a:pt x="2615970" y="59401"/>
                  </a:lnTo>
                  <a:lnTo>
                    <a:pt x="2665328" y="57116"/>
                  </a:lnTo>
                  <a:lnTo>
                    <a:pt x="2714686" y="54831"/>
                  </a:lnTo>
                  <a:lnTo>
                    <a:pt x="2764044" y="52547"/>
                  </a:lnTo>
                  <a:lnTo>
                    <a:pt x="2813401" y="50262"/>
                  </a:lnTo>
                  <a:lnTo>
                    <a:pt x="2862759" y="47977"/>
                  </a:lnTo>
                  <a:lnTo>
                    <a:pt x="2912117" y="45693"/>
                  </a:lnTo>
                  <a:lnTo>
                    <a:pt x="2961475" y="43408"/>
                  </a:lnTo>
                  <a:lnTo>
                    <a:pt x="3010833" y="41123"/>
                  </a:lnTo>
                  <a:lnTo>
                    <a:pt x="3060191" y="38839"/>
                  </a:lnTo>
                  <a:lnTo>
                    <a:pt x="3109549" y="36554"/>
                  </a:lnTo>
                  <a:lnTo>
                    <a:pt x="3158907" y="34269"/>
                  </a:lnTo>
                  <a:lnTo>
                    <a:pt x="3208265" y="31985"/>
                  </a:lnTo>
                  <a:lnTo>
                    <a:pt x="3257623" y="29700"/>
                  </a:lnTo>
                  <a:lnTo>
                    <a:pt x="3306981" y="27415"/>
                  </a:lnTo>
                  <a:lnTo>
                    <a:pt x="3356339" y="25131"/>
                  </a:lnTo>
                  <a:lnTo>
                    <a:pt x="3405697" y="22846"/>
                  </a:lnTo>
                  <a:lnTo>
                    <a:pt x="3455055" y="20561"/>
                  </a:lnTo>
                  <a:lnTo>
                    <a:pt x="3504412" y="18277"/>
                  </a:lnTo>
                  <a:lnTo>
                    <a:pt x="3553770" y="15992"/>
                  </a:lnTo>
                  <a:lnTo>
                    <a:pt x="3603128" y="13707"/>
                  </a:lnTo>
                  <a:lnTo>
                    <a:pt x="3652486" y="11423"/>
                  </a:lnTo>
                  <a:lnTo>
                    <a:pt x="3701844" y="9138"/>
                  </a:lnTo>
                  <a:lnTo>
                    <a:pt x="3751202" y="6853"/>
                  </a:lnTo>
                  <a:lnTo>
                    <a:pt x="3800560" y="4569"/>
                  </a:lnTo>
                  <a:lnTo>
                    <a:pt x="3849918" y="228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tx217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493592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609623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756742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4903862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g230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tx231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tx242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315632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Environmental Distance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139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8264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6388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4513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2638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160773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24201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32326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40451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3"/>
            <p:cNvSpPr/>
            <p:nvPr/>
          </p:nvSpPr>
          <p:spPr>
            <a:xfrm>
              <a:off x="48575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4"/>
            <p:cNvSpPr/>
            <p:nvPr/>
          </p:nvSpPr>
          <p:spPr>
            <a:xfrm>
              <a:off x="56700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93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7152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0520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1106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1018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3934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9968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8524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1939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9908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712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22588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855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1063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23074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897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698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7013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1072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40493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188492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430303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184062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227456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30310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18420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22745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07217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40925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1295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183875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40938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1296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207283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184128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88744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0383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21316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39634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2431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2042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9664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20308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6704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907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66803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2227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8242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2022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38230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4028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9110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22654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4721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47232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40260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20269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2247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20260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198110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180051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19799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189216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393587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393570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79379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17869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1782017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090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399271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379468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18010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00992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89170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399249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28903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309375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01592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309347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382080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313953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5795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38190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15801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158029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63030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6306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313899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301642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15807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171872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1718662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28902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163868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165649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363593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188577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36366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358493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65686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164123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587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349651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164135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188532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163882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35841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349724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70078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1858605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370173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2554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7341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4210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47367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441836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546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45898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45912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26173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25579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47903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24642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26140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4715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467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467126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7857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17831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18766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490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19822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17798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35763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33477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6284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17943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33462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1984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19829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34902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36913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19280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17916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18836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35760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1782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36934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780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g214"/>
            <p:cNvSpPr/>
            <p:nvPr/>
          </p:nvSpPr>
          <p:spPr>
            <a:xfrm>
              <a:off x="36268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840636" y="1516266"/>
              <a:ext cx="2595912" cy="0"/>
            </a:xfrm>
            <a:custGeom>
              <a:avLst/>
              <a:gdLst/>
              <a:ahLst/>
              <a:cxnLst/>
              <a:rect l="0" t="0" r="0" b="0"/>
              <a:pathLst>
                <a:path w="2595912">
                  <a:moveTo>
                    <a:pt x="0" y="0"/>
                  </a:moveTo>
                  <a:lnTo>
                    <a:pt x="32859" y="0"/>
                  </a:lnTo>
                  <a:lnTo>
                    <a:pt x="65719" y="0"/>
                  </a:lnTo>
                  <a:lnTo>
                    <a:pt x="98578" y="0"/>
                  </a:lnTo>
                  <a:lnTo>
                    <a:pt x="131438" y="0"/>
                  </a:lnTo>
                  <a:lnTo>
                    <a:pt x="164298" y="0"/>
                  </a:lnTo>
                  <a:lnTo>
                    <a:pt x="197157" y="0"/>
                  </a:lnTo>
                  <a:lnTo>
                    <a:pt x="230017" y="0"/>
                  </a:lnTo>
                  <a:lnTo>
                    <a:pt x="262877" y="0"/>
                  </a:lnTo>
                  <a:lnTo>
                    <a:pt x="295736" y="0"/>
                  </a:lnTo>
                  <a:lnTo>
                    <a:pt x="328596" y="0"/>
                  </a:lnTo>
                  <a:lnTo>
                    <a:pt x="361456" y="0"/>
                  </a:lnTo>
                  <a:lnTo>
                    <a:pt x="394315" y="0"/>
                  </a:lnTo>
                  <a:lnTo>
                    <a:pt x="427175" y="0"/>
                  </a:lnTo>
                  <a:lnTo>
                    <a:pt x="460035" y="0"/>
                  </a:lnTo>
                  <a:lnTo>
                    <a:pt x="492894" y="0"/>
                  </a:lnTo>
                  <a:lnTo>
                    <a:pt x="525754" y="0"/>
                  </a:lnTo>
                  <a:lnTo>
                    <a:pt x="558614" y="0"/>
                  </a:lnTo>
                  <a:lnTo>
                    <a:pt x="591473" y="0"/>
                  </a:lnTo>
                  <a:lnTo>
                    <a:pt x="624333" y="0"/>
                  </a:lnTo>
                  <a:lnTo>
                    <a:pt x="657193" y="0"/>
                  </a:lnTo>
                  <a:lnTo>
                    <a:pt x="690052" y="0"/>
                  </a:lnTo>
                  <a:lnTo>
                    <a:pt x="722912" y="0"/>
                  </a:lnTo>
                  <a:lnTo>
                    <a:pt x="755772" y="0"/>
                  </a:lnTo>
                  <a:lnTo>
                    <a:pt x="788631" y="0"/>
                  </a:lnTo>
                  <a:lnTo>
                    <a:pt x="821491" y="0"/>
                  </a:lnTo>
                  <a:lnTo>
                    <a:pt x="854351" y="0"/>
                  </a:lnTo>
                  <a:lnTo>
                    <a:pt x="887210" y="0"/>
                  </a:lnTo>
                  <a:lnTo>
                    <a:pt x="920070" y="0"/>
                  </a:lnTo>
                  <a:lnTo>
                    <a:pt x="952930" y="0"/>
                  </a:lnTo>
                  <a:lnTo>
                    <a:pt x="985789" y="0"/>
                  </a:lnTo>
                  <a:lnTo>
                    <a:pt x="1018649" y="0"/>
                  </a:lnTo>
                  <a:lnTo>
                    <a:pt x="1051509" y="0"/>
                  </a:lnTo>
                  <a:lnTo>
                    <a:pt x="1084368" y="0"/>
                  </a:lnTo>
                  <a:lnTo>
                    <a:pt x="1117228" y="0"/>
                  </a:lnTo>
                  <a:lnTo>
                    <a:pt x="1150087" y="0"/>
                  </a:lnTo>
                  <a:lnTo>
                    <a:pt x="1182947" y="0"/>
                  </a:lnTo>
                  <a:lnTo>
                    <a:pt x="1215807" y="0"/>
                  </a:lnTo>
                  <a:lnTo>
                    <a:pt x="1248666" y="0"/>
                  </a:lnTo>
                  <a:lnTo>
                    <a:pt x="1281526" y="0"/>
                  </a:lnTo>
                  <a:lnTo>
                    <a:pt x="1314386" y="0"/>
                  </a:lnTo>
                  <a:lnTo>
                    <a:pt x="1347245" y="0"/>
                  </a:lnTo>
                  <a:lnTo>
                    <a:pt x="1380105" y="0"/>
                  </a:lnTo>
                  <a:lnTo>
                    <a:pt x="1412965" y="0"/>
                  </a:lnTo>
                  <a:lnTo>
                    <a:pt x="1445824" y="0"/>
                  </a:lnTo>
                  <a:lnTo>
                    <a:pt x="1478684" y="0"/>
                  </a:lnTo>
                  <a:lnTo>
                    <a:pt x="1511544" y="0"/>
                  </a:lnTo>
                  <a:lnTo>
                    <a:pt x="1544403" y="0"/>
                  </a:lnTo>
                  <a:lnTo>
                    <a:pt x="1577263" y="0"/>
                  </a:lnTo>
                  <a:lnTo>
                    <a:pt x="1610123" y="0"/>
                  </a:lnTo>
                  <a:lnTo>
                    <a:pt x="1642982" y="0"/>
                  </a:lnTo>
                  <a:lnTo>
                    <a:pt x="1675842" y="0"/>
                  </a:lnTo>
                  <a:lnTo>
                    <a:pt x="1708702" y="0"/>
                  </a:lnTo>
                  <a:lnTo>
                    <a:pt x="1741561" y="0"/>
                  </a:lnTo>
                  <a:lnTo>
                    <a:pt x="1774421" y="0"/>
                  </a:lnTo>
                  <a:lnTo>
                    <a:pt x="1807281" y="0"/>
                  </a:lnTo>
                  <a:lnTo>
                    <a:pt x="1840140" y="0"/>
                  </a:lnTo>
                  <a:lnTo>
                    <a:pt x="1873000" y="0"/>
                  </a:lnTo>
                  <a:lnTo>
                    <a:pt x="1905860" y="0"/>
                  </a:lnTo>
                  <a:lnTo>
                    <a:pt x="1938719" y="0"/>
                  </a:lnTo>
                  <a:lnTo>
                    <a:pt x="1971579" y="0"/>
                  </a:lnTo>
                  <a:lnTo>
                    <a:pt x="2004439" y="0"/>
                  </a:lnTo>
                  <a:lnTo>
                    <a:pt x="2037298" y="0"/>
                  </a:lnTo>
                  <a:lnTo>
                    <a:pt x="2070158" y="0"/>
                  </a:lnTo>
                  <a:lnTo>
                    <a:pt x="2103018" y="0"/>
                  </a:lnTo>
                  <a:lnTo>
                    <a:pt x="2135877" y="0"/>
                  </a:lnTo>
                  <a:lnTo>
                    <a:pt x="2168737" y="0"/>
                  </a:lnTo>
                  <a:lnTo>
                    <a:pt x="2201596" y="0"/>
                  </a:lnTo>
                  <a:lnTo>
                    <a:pt x="2234456" y="0"/>
                  </a:lnTo>
                  <a:lnTo>
                    <a:pt x="2267316" y="0"/>
                  </a:lnTo>
                  <a:lnTo>
                    <a:pt x="2300175" y="0"/>
                  </a:lnTo>
                  <a:lnTo>
                    <a:pt x="2333035" y="0"/>
                  </a:lnTo>
                  <a:lnTo>
                    <a:pt x="2365895" y="0"/>
                  </a:lnTo>
                  <a:lnTo>
                    <a:pt x="2398754" y="0"/>
                  </a:lnTo>
                  <a:lnTo>
                    <a:pt x="2431614" y="0"/>
                  </a:lnTo>
                  <a:lnTo>
                    <a:pt x="2464474" y="0"/>
                  </a:lnTo>
                  <a:lnTo>
                    <a:pt x="2497333" y="0"/>
                  </a:lnTo>
                  <a:lnTo>
                    <a:pt x="2530193" y="0"/>
                  </a:lnTo>
                  <a:lnTo>
                    <a:pt x="2563053" y="0"/>
                  </a:lnTo>
                  <a:lnTo>
                    <a:pt x="259591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2520956" y="1707552"/>
              <a:ext cx="3001803" cy="2080381"/>
            </a:xfrm>
            <a:custGeom>
              <a:avLst/>
              <a:gdLst/>
              <a:ahLst/>
              <a:cxnLst/>
              <a:rect l="0" t="0" r="0" b="0"/>
              <a:pathLst>
                <a:path w="3001803" h="2080381">
                  <a:moveTo>
                    <a:pt x="0" y="0"/>
                  </a:moveTo>
                  <a:lnTo>
                    <a:pt x="37997" y="10742"/>
                  </a:lnTo>
                  <a:lnTo>
                    <a:pt x="75995" y="22032"/>
                  </a:lnTo>
                  <a:lnTo>
                    <a:pt x="113992" y="33892"/>
                  </a:lnTo>
                  <a:lnTo>
                    <a:pt x="151990" y="46344"/>
                  </a:lnTo>
                  <a:lnTo>
                    <a:pt x="189987" y="59410"/>
                  </a:lnTo>
                  <a:lnTo>
                    <a:pt x="227985" y="73111"/>
                  </a:lnTo>
                  <a:lnTo>
                    <a:pt x="265982" y="87469"/>
                  </a:lnTo>
                  <a:lnTo>
                    <a:pt x="303980" y="102506"/>
                  </a:lnTo>
                  <a:lnTo>
                    <a:pt x="341977" y="118242"/>
                  </a:lnTo>
                  <a:lnTo>
                    <a:pt x="379975" y="134699"/>
                  </a:lnTo>
                  <a:lnTo>
                    <a:pt x="417972" y="151895"/>
                  </a:lnTo>
                  <a:lnTo>
                    <a:pt x="455970" y="169849"/>
                  </a:lnTo>
                  <a:lnTo>
                    <a:pt x="493967" y="188580"/>
                  </a:lnTo>
                  <a:lnTo>
                    <a:pt x="531965" y="208103"/>
                  </a:lnTo>
                  <a:lnTo>
                    <a:pt x="569962" y="228434"/>
                  </a:lnTo>
                  <a:lnTo>
                    <a:pt x="607960" y="249585"/>
                  </a:lnTo>
                  <a:lnTo>
                    <a:pt x="645957" y="271568"/>
                  </a:lnTo>
                  <a:lnTo>
                    <a:pt x="683955" y="294393"/>
                  </a:lnTo>
                  <a:lnTo>
                    <a:pt x="721952" y="318065"/>
                  </a:lnTo>
                  <a:lnTo>
                    <a:pt x="759950" y="342590"/>
                  </a:lnTo>
                  <a:lnTo>
                    <a:pt x="797947" y="367969"/>
                  </a:lnTo>
                  <a:lnTo>
                    <a:pt x="835945" y="394201"/>
                  </a:lnTo>
                  <a:lnTo>
                    <a:pt x="873942" y="421280"/>
                  </a:lnTo>
                  <a:lnTo>
                    <a:pt x="911940" y="449199"/>
                  </a:lnTo>
                  <a:lnTo>
                    <a:pt x="949937" y="477946"/>
                  </a:lnTo>
                  <a:lnTo>
                    <a:pt x="987935" y="507506"/>
                  </a:lnTo>
                  <a:lnTo>
                    <a:pt x="1025932" y="537860"/>
                  </a:lnTo>
                  <a:lnTo>
                    <a:pt x="1063930" y="568985"/>
                  </a:lnTo>
                  <a:lnTo>
                    <a:pt x="1101927" y="600854"/>
                  </a:lnTo>
                  <a:lnTo>
                    <a:pt x="1139925" y="633435"/>
                  </a:lnTo>
                  <a:lnTo>
                    <a:pt x="1177922" y="666695"/>
                  </a:lnTo>
                  <a:lnTo>
                    <a:pt x="1215920" y="700595"/>
                  </a:lnTo>
                  <a:lnTo>
                    <a:pt x="1253917" y="735091"/>
                  </a:lnTo>
                  <a:lnTo>
                    <a:pt x="1291915" y="770139"/>
                  </a:lnTo>
                  <a:lnTo>
                    <a:pt x="1329912" y="805687"/>
                  </a:lnTo>
                  <a:lnTo>
                    <a:pt x="1367910" y="841684"/>
                  </a:lnTo>
                  <a:lnTo>
                    <a:pt x="1405908" y="878074"/>
                  </a:lnTo>
                  <a:lnTo>
                    <a:pt x="1443905" y="914798"/>
                  </a:lnTo>
                  <a:lnTo>
                    <a:pt x="1481903" y="951795"/>
                  </a:lnTo>
                  <a:lnTo>
                    <a:pt x="1519900" y="989004"/>
                  </a:lnTo>
                  <a:lnTo>
                    <a:pt x="1557898" y="1026360"/>
                  </a:lnTo>
                  <a:lnTo>
                    <a:pt x="1595895" y="1063799"/>
                  </a:lnTo>
                  <a:lnTo>
                    <a:pt x="1633893" y="1101254"/>
                  </a:lnTo>
                  <a:lnTo>
                    <a:pt x="1671890" y="1138660"/>
                  </a:lnTo>
                  <a:lnTo>
                    <a:pt x="1709888" y="1175952"/>
                  </a:lnTo>
                  <a:lnTo>
                    <a:pt x="1747885" y="1213065"/>
                  </a:lnTo>
                  <a:lnTo>
                    <a:pt x="1785883" y="1249936"/>
                  </a:lnTo>
                  <a:lnTo>
                    <a:pt x="1823880" y="1286504"/>
                  </a:lnTo>
                  <a:lnTo>
                    <a:pt x="1861878" y="1322708"/>
                  </a:lnTo>
                  <a:lnTo>
                    <a:pt x="1899875" y="1358492"/>
                  </a:lnTo>
                  <a:lnTo>
                    <a:pt x="1937873" y="1393801"/>
                  </a:lnTo>
                  <a:lnTo>
                    <a:pt x="1975870" y="1428585"/>
                  </a:lnTo>
                  <a:lnTo>
                    <a:pt x="2013868" y="1462794"/>
                  </a:lnTo>
                  <a:lnTo>
                    <a:pt x="2051865" y="1496385"/>
                  </a:lnTo>
                  <a:lnTo>
                    <a:pt x="2089863" y="1529317"/>
                  </a:lnTo>
                  <a:lnTo>
                    <a:pt x="2127860" y="1561554"/>
                  </a:lnTo>
                  <a:lnTo>
                    <a:pt x="2165858" y="1593061"/>
                  </a:lnTo>
                  <a:lnTo>
                    <a:pt x="2203855" y="1623811"/>
                  </a:lnTo>
                  <a:lnTo>
                    <a:pt x="2241853" y="1653779"/>
                  </a:lnTo>
                  <a:lnTo>
                    <a:pt x="2279850" y="1682942"/>
                  </a:lnTo>
                  <a:lnTo>
                    <a:pt x="2317848" y="1711285"/>
                  </a:lnTo>
                  <a:lnTo>
                    <a:pt x="2355845" y="1738794"/>
                  </a:lnTo>
                  <a:lnTo>
                    <a:pt x="2393843" y="1765458"/>
                  </a:lnTo>
                  <a:lnTo>
                    <a:pt x="2431840" y="1791272"/>
                  </a:lnTo>
                  <a:lnTo>
                    <a:pt x="2469838" y="1816233"/>
                  </a:lnTo>
                  <a:lnTo>
                    <a:pt x="2507835" y="1840340"/>
                  </a:lnTo>
                  <a:lnTo>
                    <a:pt x="2545833" y="1863596"/>
                  </a:lnTo>
                  <a:lnTo>
                    <a:pt x="2583830" y="1886007"/>
                  </a:lnTo>
                  <a:lnTo>
                    <a:pt x="2621828" y="1907581"/>
                  </a:lnTo>
                  <a:lnTo>
                    <a:pt x="2659825" y="1928329"/>
                  </a:lnTo>
                  <a:lnTo>
                    <a:pt x="2697823" y="1948262"/>
                  </a:lnTo>
                  <a:lnTo>
                    <a:pt x="2735820" y="1967394"/>
                  </a:lnTo>
                  <a:lnTo>
                    <a:pt x="2773818" y="1985742"/>
                  </a:lnTo>
                  <a:lnTo>
                    <a:pt x="2811816" y="2003323"/>
                  </a:lnTo>
                  <a:lnTo>
                    <a:pt x="2849813" y="2020154"/>
                  </a:lnTo>
                  <a:lnTo>
                    <a:pt x="2887811" y="2036255"/>
                  </a:lnTo>
                  <a:lnTo>
                    <a:pt x="2925808" y="2051646"/>
                  </a:lnTo>
                  <a:lnTo>
                    <a:pt x="2963806" y="2066347"/>
                  </a:lnTo>
                  <a:lnTo>
                    <a:pt x="3001803" y="208038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2083442" y="1837239"/>
              <a:ext cx="2700568" cy="630015"/>
            </a:xfrm>
            <a:custGeom>
              <a:avLst/>
              <a:gdLst/>
              <a:ahLst/>
              <a:cxnLst/>
              <a:rect l="0" t="0" r="0" b="0"/>
              <a:pathLst>
                <a:path w="2700568" h="630015">
                  <a:moveTo>
                    <a:pt x="0" y="0"/>
                  </a:moveTo>
                  <a:lnTo>
                    <a:pt x="34184" y="5078"/>
                  </a:lnTo>
                  <a:lnTo>
                    <a:pt x="68368" y="10225"/>
                  </a:lnTo>
                  <a:lnTo>
                    <a:pt x="102553" y="15440"/>
                  </a:lnTo>
                  <a:lnTo>
                    <a:pt x="136737" y="20725"/>
                  </a:lnTo>
                  <a:lnTo>
                    <a:pt x="170922" y="26080"/>
                  </a:lnTo>
                  <a:lnTo>
                    <a:pt x="205106" y="31505"/>
                  </a:lnTo>
                  <a:lnTo>
                    <a:pt x="239290" y="37001"/>
                  </a:lnTo>
                  <a:lnTo>
                    <a:pt x="273475" y="42569"/>
                  </a:lnTo>
                  <a:lnTo>
                    <a:pt x="307659" y="48208"/>
                  </a:lnTo>
                  <a:lnTo>
                    <a:pt x="341844" y="53920"/>
                  </a:lnTo>
                  <a:lnTo>
                    <a:pt x="376028" y="59704"/>
                  </a:lnTo>
                  <a:lnTo>
                    <a:pt x="410212" y="65562"/>
                  </a:lnTo>
                  <a:lnTo>
                    <a:pt x="444397" y="71493"/>
                  </a:lnTo>
                  <a:lnTo>
                    <a:pt x="478581" y="77499"/>
                  </a:lnTo>
                  <a:lnTo>
                    <a:pt x="512766" y="83579"/>
                  </a:lnTo>
                  <a:lnTo>
                    <a:pt x="546950" y="89733"/>
                  </a:lnTo>
                  <a:lnTo>
                    <a:pt x="581134" y="95963"/>
                  </a:lnTo>
                  <a:lnTo>
                    <a:pt x="615319" y="102269"/>
                  </a:lnTo>
                  <a:lnTo>
                    <a:pt x="649503" y="108651"/>
                  </a:lnTo>
                  <a:lnTo>
                    <a:pt x="683688" y="115109"/>
                  </a:lnTo>
                  <a:lnTo>
                    <a:pt x="717872" y="121644"/>
                  </a:lnTo>
                  <a:lnTo>
                    <a:pt x="752056" y="128255"/>
                  </a:lnTo>
                  <a:lnTo>
                    <a:pt x="786241" y="134944"/>
                  </a:lnTo>
                  <a:lnTo>
                    <a:pt x="820425" y="141710"/>
                  </a:lnTo>
                  <a:lnTo>
                    <a:pt x="854610" y="148554"/>
                  </a:lnTo>
                  <a:lnTo>
                    <a:pt x="888794" y="155475"/>
                  </a:lnTo>
                  <a:lnTo>
                    <a:pt x="922978" y="162475"/>
                  </a:lnTo>
                  <a:lnTo>
                    <a:pt x="957163" y="169553"/>
                  </a:lnTo>
                  <a:lnTo>
                    <a:pt x="991347" y="176710"/>
                  </a:lnTo>
                  <a:lnTo>
                    <a:pt x="1025532" y="183945"/>
                  </a:lnTo>
                  <a:lnTo>
                    <a:pt x="1059716" y="191259"/>
                  </a:lnTo>
                  <a:lnTo>
                    <a:pt x="1093901" y="198651"/>
                  </a:lnTo>
                  <a:lnTo>
                    <a:pt x="1128085" y="206122"/>
                  </a:lnTo>
                  <a:lnTo>
                    <a:pt x="1162269" y="213672"/>
                  </a:lnTo>
                  <a:lnTo>
                    <a:pt x="1196454" y="221301"/>
                  </a:lnTo>
                  <a:lnTo>
                    <a:pt x="1230638" y="229009"/>
                  </a:lnTo>
                  <a:lnTo>
                    <a:pt x="1264823" y="236796"/>
                  </a:lnTo>
                  <a:lnTo>
                    <a:pt x="1299007" y="244661"/>
                  </a:lnTo>
                  <a:lnTo>
                    <a:pt x="1333191" y="252605"/>
                  </a:lnTo>
                  <a:lnTo>
                    <a:pt x="1367376" y="260627"/>
                  </a:lnTo>
                  <a:lnTo>
                    <a:pt x="1401560" y="268728"/>
                  </a:lnTo>
                  <a:lnTo>
                    <a:pt x="1435745" y="276907"/>
                  </a:lnTo>
                  <a:lnTo>
                    <a:pt x="1469929" y="285164"/>
                  </a:lnTo>
                  <a:lnTo>
                    <a:pt x="1504113" y="293499"/>
                  </a:lnTo>
                  <a:lnTo>
                    <a:pt x="1538298" y="301911"/>
                  </a:lnTo>
                  <a:lnTo>
                    <a:pt x="1572482" y="310401"/>
                  </a:lnTo>
                  <a:lnTo>
                    <a:pt x="1606667" y="318967"/>
                  </a:lnTo>
                  <a:lnTo>
                    <a:pt x="1640851" y="327610"/>
                  </a:lnTo>
                  <a:lnTo>
                    <a:pt x="1675035" y="336329"/>
                  </a:lnTo>
                  <a:lnTo>
                    <a:pt x="1709220" y="345124"/>
                  </a:lnTo>
                  <a:lnTo>
                    <a:pt x="1743404" y="353994"/>
                  </a:lnTo>
                  <a:lnTo>
                    <a:pt x="1777589" y="362938"/>
                  </a:lnTo>
                  <a:lnTo>
                    <a:pt x="1811773" y="371957"/>
                  </a:lnTo>
                  <a:lnTo>
                    <a:pt x="1845957" y="381050"/>
                  </a:lnTo>
                  <a:lnTo>
                    <a:pt x="1880142" y="390216"/>
                  </a:lnTo>
                  <a:lnTo>
                    <a:pt x="1914326" y="399454"/>
                  </a:lnTo>
                  <a:lnTo>
                    <a:pt x="1948511" y="408764"/>
                  </a:lnTo>
                  <a:lnTo>
                    <a:pt x="1982695" y="418145"/>
                  </a:lnTo>
                  <a:lnTo>
                    <a:pt x="2016879" y="427597"/>
                  </a:lnTo>
                  <a:lnTo>
                    <a:pt x="2051064" y="437118"/>
                  </a:lnTo>
                  <a:lnTo>
                    <a:pt x="2085248" y="446708"/>
                  </a:lnTo>
                  <a:lnTo>
                    <a:pt x="2119433" y="456366"/>
                  </a:lnTo>
                  <a:lnTo>
                    <a:pt x="2153617" y="466092"/>
                  </a:lnTo>
                  <a:lnTo>
                    <a:pt x="2187802" y="475884"/>
                  </a:lnTo>
                  <a:lnTo>
                    <a:pt x="2221986" y="485741"/>
                  </a:lnTo>
                  <a:lnTo>
                    <a:pt x="2256170" y="495663"/>
                  </a:lnTo>
                  <a:lnTo>
                    <a:pt x="2290355" y="505648"/>
                  </a:lnTo>
                  <a:lnTo>
                    <a:pt x="2324539" y="515695"/>
                  </a:lnTo>
                  <a:lnTo>
                    <a:pt x="2358724" y="525804"/>
                  </a:lnTo>
                  <a:lnTo>
                    <a:pt x="2392908" y="535974"/>
                  </a:lnTo>
                  <a:lnTo>
                    <a:pt x="2427092" y="546202"/>
                  </a:lnTo>
                  <a:lnTo>
                    <a:pt x="2461277" y="556489"/>
                  </a:lnTo>
                  <a:lnTo>
                    <a:pt x="2495461" y="566832"/>
                  </a:lnTo>
                  <a:lnTo>
                    <a:pt x="2529646" y="577231"/>
                  </a:lnTo>
                  <a:lnTo>
                    <a:pt x="2563830" y="587684"/>
                  </a:lnTo>
                  <a:lnTo>
                    <a:pt x="2598014" y="598191"/>
                  </a:lnTo>
                  <a:lnTo>
                    <a:pt x="2632199" y="608749"/>
                  </a:lnTo>
                  <a:lnTo>
                    <a:pt x="2666383" y="619358"/>
                  </a:lnTo>
                  <a:lnTo>
                    <a:pt x="2700568" y="63001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2162683" y="1619817"/>
              <a:ext cx="2613333" cy="1389020"/>
            </a:xfrm>
            <a:custGeom>
              <a:avLst/>
              <a:gdLst/>
              <a:ahLst/>
              <a:cxnLst/>
              <a:rect l="0" t="0" r="0" b="0"/>
              <a:pathLst>
                <a:path w="2613333" h="1389020">
                  <a:moveTo>
                    <a:pt x="0" y="0"/>
                  </a:moveTo>
                  <a:lnTo>
                    <a:pt x="33080" y="4514"/>
                  </a:lnTo>
                  <a:lnTo>
                    <a:pt x="66160" y="9216"/>
                  </a:lnTo>
                  <a:lnTo>
                    <a:pt x="99240" y="14113"/>
                  </a:lnTo>
                  <a:lnTo>
                    <a:pt x="132320" y="19211"/>
                  </a:lnTo>
                  <a:lnTo>
                    <a:pt x="165400" y="24519"/>
                  </a:lnTo>
                  <a:lnTo>
                    <a:pt x="198481" y="30043"/>
                  </a:lnTo>
                  <a:lnTo>
                    <a:pt x="231561" y="35792"/>
                  </a:lnTo>
                  <a:lnTo>
                    <a:pt x="264641" y="41774"/>
                  </a:lnTo>
                  <a:lnTo>
                    <a:pt x="297721" y="47996"/>
                  </a:lnTo>
                  <a:lnTo>
                    <a:pt x="330801" y="54466"/>
                  </a:lnTo>
                  <a:lnTo>
                    <a:pt x="363881" y="61194"/>
                  </a:lnTo>
                  <a:lnTo>
                    <a:pt x="396962" y="68187"/>
                  </a:lnTo>
                  <a:lnTo>
                    <a:pt x="430042" y="75455"/>
                  </a:lnTo>
                  <a:lnTo>
                    <a:pt x="463122" y="83006"/>
                  </a:lnTo>
                  <a:lnTo>
                    <a:pt x="496202" y="90849"/>
                  </a:lnTo>
                  <a:lnTo>
                    <a:pt x="529282" y="98993"/>
                  </a:lnTo>
                  <a:lnTo>
                    <a:pt x="562362" y="107448"/>
                  </a:lnTo>
                  <a:lnTo>
                    <a:pt x="595443" y="116222"/>
                  </a:lnTo>
                  <a:lnTo>
                    <a:pt x="628523" y="125325"/>
                  </a:lnTo>
                  <a:lnTo>
                    <a:pt x="661603" y="134767"/>
                  </a:lnTo>
                  <a:lnTo>
                    <a:pt x="694683" y="144556"/>
                  </a:lnTo>
                  <a:lnTo>
                    <a:pt x="727763" y="154701"/>
                  </a:lnTo>
                  <a:lnTo>
                    <a:pt x="760844" y="165213"/>
                  </a:lnTo>
                  <a:lnTo>
                    <a:pt x="793924" y="176099"/>
                  </a:lnTo>
                  <a:lnTo>
                    <a:pt x="827004" y="187370"/>
                  </a:lnTo>
                  <a:lnTo>
                    <a:pt x="860084" y="199034"/>
                  </a:lnTo>
                  <a:lnTo>
                    <a:pt x="893164" y="211100"/>
                  </a:lnTo>
                  <a:lnTo>
                    <a:pt x="926244" y="223577"/>
                  </a:lnTo>
                  <a:lnTo>
                    <a:pt x="959325" y="236472"/>
                  </a:lnTo>
                  <a:lnTo>
                    <a:pt x="992405" y="249794"/>
                  </a:lnTo>
                  <a:lnTo>
                    <a:pt x="1025485" y="263550"/>
                  </a:lnTo>
                  <a:lnTo>
                    <a:pt x="1058565" y="277748"/>
                  </a:lnTo>
                  <a:lnTo>
                    <a:pt x="1091645" y="292395"/>
                  </a:lnTo>
                  <a:lnTo>
                    <a:pt x="1124725" y="307496"/>
                  </a:lnTo>
                  <a:lnTo>
                    <a:pt x="1157806" y="323059"/>
                  </a:lnTo>
                  <a:lnTo>
                    <a:pt x="1190886" y="339087"/>
                  </a:lnTo>
                  <a:lnTo>
                    <a:pt x="1223966" y="355586"/>
                  </a:lnTo>
                  <a:lnTo>
                    <a:pt x="1257046" y="372560"/>
                  </a:lnTo>
                  <a:lnTo>
                    <a:pt x="1290126" y="390012"/>
                  </a:lnTo>
                  <a:lnTo>
                    <a:pt x="1323207" y="407944"/>
                  </a:lnTo>
                  <a:lnTo>
                    <a:pt x="1356287" y="426358"/>
                  </a:lnTo>
                  <a:lnTo>
                    <a:pt x="1389367" y="445254"/>
                  </a:lnTo>
                  <a:lnTo>
                    <a:pt x="1422447" y="464633"/>
                  </a:lnTo>
                  <a:lnTo>
                    <a:pt x="1455527" y="484493"/>
                  </a:lnTo>
                  <a:lnTo>
                    <a:pt x="1488607" y="504832"/>
                  </a:lnTo>
                  <a:lnTo>
                    <a:pt x="1521688" y="525647"/>
                  </a:lnTo>
                  <a:lnTo>
                    <a:pt x="1554768" y="546932"/>
                  </a:lnTo>
                  <a:lnTo>
                    <a:pt x="1587848" y="568683"/>
                  </a:lnTo>
                  <a:lnTo>
                    <a:pt x="1620928" y="590892"/>
                  </a:lnTo>
                  <a:lnTo>
                    <a:pt x="1654008" y="613551"/>
                  </a:lnTo>
                  <a:lnTo>
                    <a:pt x="1687088" y="636652"/>
                  </a:lnTo>
                  <a:lnTo>
                    <a:pt x="1720169" y="660183"/>
                  </a:lnTo>
                  <a:lnTo>
                    <a:pt x="1753249" y="684132"/>
                  </a:lnTo>
                  <a:lnTo>
                    <a:pt x="1786329" y="708488"/>
                  </a:lnTo>
                  <a:lnTo>
                    <a:pt x="1819409" y="733235"/>
                  </a:lnTo>
                  <a:lnTo>
                    <a:pt x="1852489" y="758357"/>
                  </a:lnTo>
                  <a:lnTo>
                    <a:pt x="1885569" y="783838"/>
                  </a:lnTo>
                  <a:lnTo>
                    <a:pt x="1918650" y="809660"/>
                  </a:lnTo>
                  <a:lnTo>
                    <a:pt x="1951730" y="835803"/>
                  </a:lnTo>
                  <a:lnTo>
                    <a:pt x="1984810" y="862247"/>
                  </a:lnTo>
                  <a:lnTo>
                    <a:pt x="2017890" y="888971"/>
                  </a:lnTo>
                  <a:lnTo>
                    <a:pt x="2050970" y="915953"/>
                  </a:lnTo>
                  <a:lnTo>
                    <a:pt x="2084051" y="943168"/>
                  </a:lnTo>
                  <a:lnTo>
                    <a:pt x="2117131" y="970593"/>
                  </a:lnTo>
                  <a:lnTo>
                    <a:pt x="2150211" y="998203"/>
                  </a:lnTo>
                  <a:lnTo>
                    <a:pt x="2183291" y="1025971"/>
                  </a:lnTo>
                  <a:lnTo>
                    <a:pt x="2216371" y="1053872"/>
                  </a:lnTo>
                  <a:lnTo>
                    <a:pt x="2249451" y="1081878"/>
                  </a:lnTo>
                  <a:lnTo>
                    <a:pt x="2282532" y="1109962"/>
                  </a:lnTo>
                  <a:lnTo>
                    <a:pt x="2315612" y="1138097"/>
                  </a:lnTo>
                  <a:lnTo>
                    <a:pt x="2348692" y="1166255"/>
                  </a:lnTo>
                  <a:lnTo>
                    <a:pt x="2381772" y="1194408"/>
                  </a:lnTo>
                  <a:lnTo>
                    <a:pt x="2414852" y="1222527"/>
                  </a:lnTo>
                  <a:lnTo>
                    <a:pt x="2447932" y="1250586"/>
                  </a:lnTo>
                  <a:lnTo>
                    <a:pt x="2481013" y="1278557"/>
                  </a:lnTo>
                  <a:lnTo>
                    <a:pt x="2514093" y="1306412"/>
                  </a:lnTo>
                  <a:lnTo>
                    <a:pt x="2547173" y="1334125"/>
                  </a:lnTo>
                  <a:lnTo>
                    <a:pt x="2580253" y="1361670"/>
                  </a:lnTo>
                  <a:lnTo>
                    <a:pt x="2613333" y="138902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9"/>
            <p:cNvSpPr/>
            <p:nvPr/>
          </p:nvSpPr>
          <p:spPr>
            <a:xfrm>
              <a:off x="1683838" y="3150159"/>
              <a:ext cx="2754963" cy="883947"/>
            </a:xfrm>
            <a:custGeom>
              <a:avLst/>
              <a:gdLst/>
              <a:ahLst/>
              <a:cxnLst/>
              <a:rect l="0" t="0" r="0" b="0"/>
              <a:pathLst>
                <a:path w="2754963" h="883947">
                  <a:moveTo>
                    <a:pt x="0" y="0"/>
                  </a:moveTo>
                  <a:lnTo>
                    <a:pt x="34872" y="34778"/>
                  </a:lnTo>
                  <a:lnTo>
                    <a:pt x="69745" y="68890"/>
                  </a:lnTo>
                  <a:lnTo>
                    <a:pt x="104618" y="102291"/>
                  </a:lnTo>
                  <a:lnTo>
                    <a:pt x="139491" y="134946"/>
                  </a:lnTo>
                  <a:lnTo>
                    <a:pt x="174364" y="166820"/>
                  </a:lnTo>
                  <a:lnTo>
                    <a:pt x="209237" y="197886"/>
                  </a:lnTo>
                  <a:lnTo>
                    <a:pt x="244110" y="228117"/>
                  </a:lnTo>
                  <a:lnTo>
                    <a:pt x="278983" y="257494"/>
                  </a:lnTo>
                  <a:lnTo>
                    <a:pt x="313856" y="286001"/>
                  </a:lnTo>
                  <a:lnTo>
                    <a:pt x="348729" y="313627"/>
                  </a:lnTo>
                  <a:lnTo>
                    <a:pt x="383602" y="340361"/>
                  </a:lnTo>
                  <a:lnTo>
                    <a:pt x="418475" y="366201"/>
                  </a:lnTo>
                  <a:lnTo>
                    <a:pt x="453348" y="391146"/>
                  </a:lnTo>
                  <a:lnTo>
                    <a:pt x="488221" y="415196"/>
                  </a:lnTo>
                  <a:lnTo>
                    <a:pt x="523094" y="438359"/>
                  </a:lnTo>
                  <a:lnTo>
                    <a:pt x="557967" y="460641"/>
                  </a:lnTo>
                  <a:lnTo>
                    <a:pt x="592840" y="482053"/>
                  </a:lnTo>
                  <a:lnTo>
                    <a:pt x="627713" y="502609"/>
                  </a:lnTo>
                  <a:lnTo>
                    <a:pt x="662586" y="522322"/>
                  </a:lnTo>
                  <a:lnTo>
                    <a:pt x="697459" y="541210"/>
                  </a:lnTo>
                  <a:lnTo>
                    <a:pt x="732331" y="559291"/>
                  </a:lnTo>
                  <a:lnTo>
                    <a:pt x="767204" y="576584"/>
                  </a:lnTo>
                  <a:lnTo>
                    <a:pt x="802077" y="593110"/>
                  </a:lnTo>
                  <a:lnTo>
                    <a:pt x="836950" y="608890"/>
                  </a:lnTo>
                  <a:lnTo>
                    <a:pt x="871823" y="623947"/>
                  </a:lnTo>
                  <a:lnTo>
                    <a:pt x="906696" y="638303"/>
                  </a:lnTo>
                  <a:lnTo>
                    <a:pt x="941569" y="651982"/>
                  </a:lnTo>
                  <a:lnTo>
                    <a:pt x="976442" y="665006"/>
                  </a:lnTo>
                  <a:lnTo>
                    <a:pt x="1011315" y="677401"/>
                  </a:lnTo>
                  <a:lnTo>
                    <a:pt x="1046188" y="689188"/>
                  </a:lnTo>
                  <a:lnTo>
                    <a:pt x="1081061" y="700391"/>
                  </a:lnTo>
                  <a:lnTo>
                    <a:pt x="1115934" y="711034"/>
                  </a:lnTo>
                  <a:lnTo>
                    <a:pt x="1150807" y="721140"/>
                  </a:lnTo>
                  <a:lnTo>
                    <a:pt x="1185680" y="730730"/>
                  </a:lnTo>
                  <a:lnTo>
                    <a:pt x="1220553" y="739827"/>
                  </a:lnTo>
                  <a:lnTo>
                    <a:pt x="1255426" y="748453"/>
                  </a:lnTo>
                  <a:lnTo>
                    <a:pt x="1290299" y="756629"/>
                  </a:lnTo>
                  <a:lnTo>
                    <a:pt x="1325172" y="764374"/>
                  </a:lnTo>
                  <a:lnTo>
                    <a:pt x="1360045" y="771710"/>
                  </a:lnTo>
                  <a:lnTo>
                    <a:pt x="1394918" y="778655"/>
                  </a:lnTo>
                  <a:lnTo>
                    <a:pt x="1429791" y="785227"/>
                  </a:lnTo>
                  <a:lnTo>
                    <a:pt x="1464663" y="791446"/>
                  </a:lnTo>
                  <a:lnTo>
                    <a:pt x="1499536" y="797327"/>
                  </a:lnTo>
                  <a:lnTo>
                    <a:pt x="1534409" y="802889"/>
                  </a:lnTo>
                  <a:lnTo>
                    <a:pt x="1569282" y="808146"/>
                  </a:lnTo>
                  <a:lnTo>
                    <a:pt x="1604155" y="813115"/>
                  </a:lnTo>
                  <a:lnTo>
                    <a:pt x="1639028" y="817809"/>
                  </a:lnTo>
                  <a:lnTo>
                    <a:pt x="1673901" y="822244"/>
                  </a:lnTo>
                  <a:lnTo>
                    <a:pt x="1708774" y="826432"/>
                  </a:lnTo>
                  <a:lnTo>
                    <a:pt x="1743647" y="830387"/>
                  </a:lnTo>
                  <a:lnTo>
                    <a:pt x="1778520" y="834120"/>
                  </a:lnTo>
                  <a:lnTo>
                    <a:pt x="1813393" y="837644"/>
                  </a:lnTo>
                  <a:lnTo>
                    <a:pt x="1848266" y="840970"/>
                  </a:lnTo>
                  <a:lnTo>
                    <a:pt x="1883139" y="844108"/>
                  </a:lnTo>
                  <a:lnTo>
                    <a:pt x="1918012" y="847069"/>
                  </a:lnTo>
                  <a:lnTo>
                    <a:pt x="1952885" y="849861"/>
                  </a:lnTo>
                  <a:lnTo>
                    <a:pt x="1987758" y="852496"/>
                  </a:lnTo>
                  <a:lnTo>
                    <a:pt x="2022631" y="854980"/>
                  </a:lnTo>
                  <a:lnTo>
                    <a:pt x="2057504" y="857322"/>
                  </a:lnTo>
                  <a:lnTo>
                    <a:pt x="2092377" y="859531"/>
                  </a:lnTo>
                  <a:lnTo>
                    <a:pt x="2127250" y="861613"/>
                  </a:lnTo>
                  <a:lnTo>
                    <a:pt x="2162122" y="863576"/>
                  </a:lnTo>
                  <a:lnTo>
                    <a:pt x="2196995" y="865426"/>
                  </a:lnTo>
                  <a:lnTo>
                    <a:pt x="2231868" y="867169"/>
                  </a:lnTo>
                  <a:lnTo>
                    <a:pt x="2266741" y="868812"/>
                  </a:lnTo>
                  <a:lnTo>
                    <a:pt x="2301614" y="870361"/>
                  </a:lnTo>
                  <a:lnTo>
                    <a:pt x="2336487" y="871820"/>
                  </a:lnTo>
                  <a:lnTo>
                    <a:pt x="2371360" y="873194"/>
                  </a:lnTo>
                  <a:lnTo>
                    <a:pt x="2406233" y="874489"/>
                  </a:lnTo>
                  <a:lnTo>
                    <a:pt x="2441106" y="875709"/>
                  </a:lnTo>
                  <a:lnTo>
                    <a:pt x="2475979" y="876859"/>
                  </a:lnTo>
                  <a:lnTo>
                    <a:pt x="2510852" y="877941"/>
                  </a:lnTo>
                  <a:lnTo>
                    <a:pt x="2545725" y="878961"/>
                  </a:lnTo>
                  <a:lnTo>
                    <a:pt x="2580598" y="879921"/>
                  </a:lnTo>
                  <a:lnTo>
                    <a:pt x="2615471" y="880826"/>
                  </a:lnTo>
                  <a:lnTo>
                    <a:pt x="2650344" y="881678"/>
                  </a:lnTo>
                  <a:lnTo>
                    <a:pt x="2685217" y="882480"/>
                  </a:lnTo>
                  <a:lnTo>
                    <a:pt x="2720090" y="883235"/>
                  </a:lnTo>
                  <a:lnTo>
                    <a:pt x="2754963" y="88394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l220"/>
            <p:cNvSpPr/>
            <p:nvPr/>
          </p:nvSpPr>
          <p:spPr>
            <a:xfrm>
              <a:off x="1623483" y="2440467"/>
              <a:ext cx="2242475" cy="1322700"/>
            </a:xfrm>
            <a:custGeom>
              <a:avLst/>
              <a:gdLst/>
              <a:ahLst/>
              <a:cxnLst/>
              <a:rect l="0" t="0" r="0" b="0"/>
              <a:pathLst>
                <a:path w="2242475" h="1322700">
                  <a:moveTo>
                    <a:pt x="0" y="0"/>
                  </a:moveTo>
                  <a:lnTo>
                    <a:pt x="28385" y="19581"/>
                  </a:lnTo>
                  <a:lnTo>
                    <a:pt x="56771" y="39329"/>
                  </a:lnTo>
                  <a:lnTo>
                    <a:pt x="85157" y="59234"/>
                  </a:lnTo>
                  <a:lnTo>
                    <a:pt x="113543" y="79286"/>
                  </a:lnTo>
                  <a:lnTo>
                    <a:pt x="141928" y="99477"/>
                  </a:lnTo>
                  <a:lnTo>
                    <a:pt x="170314" y="119795"/>
                  </a:lnTo>
                  <a:lnTo>
                    <a:pt x="198700" y="140232"/>
                  </a:lnTo>
                  <a:lnTo>
                    <a:pt x="227086" y="160777"/>
                  </a:lnTo>
                  <a:lnTo>
                    <a:pt x="255471" y="181419"/>
                  </a:lnTo>
                  <a:lnTo>
                    <a:pt x="283857" y="202147"/>
                  </a:lnTo>
                  <a:lnTo>
                    <a:pt x="312243" y="222951"/>
                  </a:lnTo>
                  <a:lnTo>
                    <a:pt x="340629" y="243819"/>
                  </a:lnTo>
                  <a:lnTo>
                    <a:pt x="369014" y="264740"/>
                  </a:lnTo>
                  <a:lnTo>
                    <a:pt x="397400" y="285703"/>
                  </a:lnTo>
                  <a:lnTo>
                    <a:pt x="425786" y="306696"/>
                  </a:lnTo>
                  <a:lnTo>
                    <a:pt x="454172" y="327708"/>
                  </a:lnTo>
                  <a:lnTo>
                    <a:pt x="482557" y="348727"/>
                  </a:lnTo>
                  <a:lnTo>
                    <a:pt x="510943" y="369741"/>
                  </a:lnTo>
                  <a:lnTo>
                    <a:pt x="539329" y="390739"/>
                  </a:lnTo>
                  <a:lnTo>
                    <a:pt x="567715" y="411709"/>
                  </a:lnTo>
                  <a:lnTo>
                    <a:pt x="596101" y="432640"/>
                  </a:lnTo>
                  <a:lnTo>
                    <a:pt x="624486" y="453520"/>
                  </a:lnTo>
                  <a:lnTo>
                    <a:pt x="652872" y="474339"/>
                  </a:lnTo>
                  <a:lnTo>
                    <a:pt x="681258" y="495084"/>
                  </a:lnTo>
                  <a:lnTo>
                    <a:pt x="709644" y="515745"/>
                  </a:lnTo>
                  <a:lnTo>
                    <a:pt x="738029" y="536311"/>
                  </a:lnTo>
                  <a:lnTo>
                    <a:pt x="766415" y="556772"/>
                  </a:lnTo>
                  <a:lnTo>
                    <a:pt x="794801" y="577116"/>
                  </a:lnTo>
                  <a:lnTo>
                    <a:pt x="823187" y="597334"/>
                  </a:lnTo>
                  <a:lnTo>
                    <a:pt x="851572" y="617416"/>
                  </a:lnTo>
                  <a:lnTo>
                    <a:pt x="879958" y="637353"/>
                  </a:lnTo>
                  <a:lnTo>
                    <a:pt x="908344" y="657135"/>
                  </a:lnTo>
                  <a:lnTo>
                    <a:pt x="936730" y="676752"/>
                  </a:lnTo>
                  <a:lnTo>
                    <a:pt x="965115" y="696197"/>
                  </a:lnTo>
                  <a:lnTo>
                    <a:pt x="993501" y="715461"/>
                  </a:lnTo>
                  <a:lnTo>
                    <a:pt x="1021887" y="734536"/>
                  </a:lnTo>
                  <a:lnTo>
                    <a:pt x="1050273" y="753415"/>
                  </a:lnTo>
                  <a:lnTo>
                    <a:pt x="1078658" y="772089"/>
                  </a:lnTo>
                  <a:lnTo>
                    <a:pt x="1107044" y="790553"/>
                  </a:lnTo>
                  <a:lnTo>
                    <a:pt x="1135430" y="808800"/>
                  </a:lnTo>
                  <a:lnTo>
                    <a:pt x="1163816" y="826824"/>
                  </a:lnTo>
                  <a:lnTo>
                    <a:pt x="1192202" y="844618"/>
                  </a:lnTo>
                  <a:lnTo>
                    <a:pt x="1220587" y="862179"/>
                  </a:lnTo>
                  <a:lnTo>
                    <a:pt x="1248973" y="879500"/>
                  </a:lnTo>
                  <a:lnTo>
                    <a:pt x="1277359" y="896577"/>
                  </a:lnTo>
                  <a:lnTo>
                    <a:pt x="1305745" y="913407"/>
                  </a:lnTo>
                  <a:lnTo>
                    <a:pt x="1334130" y="929985"/>
                  </a:lnTo>
                  <a:lnTo>
                    <a:pt x="1362516" y="946308"/>
                  </a:lnTo>
                  <a:lnTo>
                    <a:pt x="1390902" y="962374"/>
                  </a:lnTo>
                  <a:lnTo>
                    <a:pt x="1419288" y="978178"/>
                  </a:lnTo>
                  <a:lnTo>
                    <a:pt x="1447673" y="993721"/>
                  </a:lnTo>
                  <a:lnTo>
                    <a:pt x="1476059" y="1008998"/>
                  </a:lnTo>
                  <a:lnTo>
                    <a:pt x="1504445" y="1024010"/>
                  </a:lnTo>
                  <a:lnTo>
                    <a:pt x="1532831" y="1038754"/>
                  </a:lnTo>
                  <a:lnTo>
                    <a:pt x="1561216" y="1053230"/>
                  </a:lnTo>
                  <a:lnTo>
                    <a:pt x="1589602" y="1067437"/>
                  </a:lnTo>
                  <a:lnTo>
                    <a:pt x="1617988" y="1081375"/>
                  </a:lnTo>
                  <a:lnTo>
                    <a:pt x="1646374" y="1095045"/>
                  </a:lnTo>
                  <a:lnTo>
                    <a:pt x="1674759" y="1108446"/>
                  </a:lnTo>
                  <a:lnTo>
                    <a:pt x="1703145" y="1121579"/>
                  </a:lnTo>
                  <a:lnTo>
                    <a:pt x="1731531" y="1134446"/>
                  </a:lnTo>
                  <a:lnTo>
                    <a:pt x="1759917" y="1147046"/>
                  </a:lnTo>
                  <a:lnTo>
                    <a:pt x="1788303" y="1159383"/>
                  </a:lnTo>
                  <a:lnTo>
                    <a:pt x="1816688" y="1171456"/>
                  </a:lnTo>
                  <a:lnTo>
                    <a:pt x="1845074" y="1183269"/>
                  </a:lnTo>
                  <a:lnTo>
                    <a:pt x="1873460" y="1194823"/>
                  </a:lnTo>
                  <a:lnTo>
                    <a:pt x="1901846" y="1206120"/>
                  </a:lnTo>
                  <a:lnTo>
                    <a:pt x="1930231" y="1217163"/>
                  </a:lnTo>
                  <a:lnTo>
                    <a:pt x="1958617" y="1227955"/>
                  </a:lnTo>
                  <a:lnTo>
                    <a:pt x="1987003" y="1238498"/>
                  </a:lnTo>
                  <a:lnTo>
                    <a:pt x="2015389" y="1248795"/>
                  </a:lnTo>
                  <a:lnTo>
                    <a:pt x="2043774" y="1258849"/>
                  </a:lnTo>
                  <a:lnTo>
                    <a:pt x="2072160" y="1268663"/>
                  </a:lnTo>
                  <a:lnTo>
                    <a:pt x="2100546" y="1278240"/>
                  </a:lnTo>
                  <a:lnTo>
                    <a:pt x="2128932" y="1287585"/>
                  </a:lnTo>
                  <a:lnTo>
                    <a:pt x="2157317" y="1296699"/>
                  </a:lnTo>
                  <a:lnTo>
                    <a:pt x="2185703" y="1305588"/>
                  </a:lnTo>
                  <a:lnTo>
                    <a:pt x="2214089" y="1314253"/>
                  </a:lnTo>
                  <a:lnTo>
                    <a:pt x="2242475" y="132270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l221"/>
            <p:cNvSpPr/>
            <p:nvPr/>
          </p:nvSpPr>
          <p:spPr>
            <a:xfrm>
              <a:off x="1827169" y="2256170"/>
              <a:ext cx="2885623" cy="1789362"/>
            </a:xfrm>
            <a:custGeom>
              <a:avLst/>
              <a:gdLst/>
              <a:ahLst/>
              <a:cxnLst/>
              <a:rect l="0" t="0" r="0" b="0"/>
              <a:pathLst>
                <a:path w="2885623" h="1789362">
                  <a:moveTo>
                    <a:pt x="0" y="0"/>
                  </a:moveTo>
                  <a:lnTo>
                    <a:pt x="36526" y="193988"/>
                  </a:lnTo>
                  <a:lnTo>
                    <a:pt x="73053" y="406258"/>
                  </a:lnTo>
                  <a:lnTo>
                    <a:pt x="109580" y="625484"/>
                  </a:lnTo>
                  <a:lnTo>
                    <a:pt x="146107" y="838781"/>
                  </a:lnTo>
                  <a:lnTo>
                    <a:pt x="182634" y="1034596"/>
                  </a:lnTo>
                  <a:lnTo>
                    <a:pt x="219161" y="1205005"/>
                  </a:lnTo>
                  <a:lnTo>
                    <a:pt x="255688" y="1346540"/>
                  </a:lnTo>
                  <a:lnTo>
                    <a:pt x="292215" y="1459607"/>
                  </a:lnTo>
                  <a:lnTo>
                    <a:pt x="328741" y="1547156"/>
                  </a:lnTo>
                  <a:lnTo>
                    <a:pt x="365268" y="1613321"/>
                  </a:lnTo>
                  <a:lnTo>
                    <a:pt x="401795" y="1662415"/>
                  </a:lnTo>
                  <a:lnTo>
                    <a:pt x="438322" y="1698347"/>
                  </a:lnTo>
                  <a:lnTo>
                    <a:pt x="474849" y="1724384"/>
                  </a:lnTo>
                  <a:lnTo>
                    <a:pt x="511376" y="1743114"/>
                  </a:lnTo>
                  <a:lnTo>
                    <a:pt x="547903" y="1756516"/>
                  </a:lnTo>
                  <a:lnTo>
                    <a:pt x="584430" y="1766072"/>
                  </a:lnTo>
                  <a:lnTo>
                    <a:pt x="620956" y="1772866"/>
                  </a:lnTo>
                  <a:lnTo>
                    <a:pt x="657483" y="1777687"/>
                  </a:lnTo>
                  <a:lnTo>
                    <a:pt x="694010" y="1781104"/>
                  </a:lnTo>
                  <a:lnTo>
                    <a:pt x="730537" y="1783523"/>
                  </a:lnTo>
                  <a:lnTo>
                    <a:pt x="767064" y="1785235"/>
                  </a:lnTo>
                  <a:lnTo>
                    <a:pt x="803591" y="1786445"/>
                  </a:lnTo>
                  <a:lnTo>
                    <a:pt x="840118" y="1787301"/>
                  </a:lnTo>
                  <a:lnTo>
                    <a:pt x="876645" y="1787906"/>
                  </a:lnTo>
                  <a:lnTo>
                    <a:pt x="913172" y="1788333"/>
                  </a:lnTo>
                  <a:lnTo>
                    <a:pt x="949698" y="1788635"/>
                  </a:lnTo>
                  <a:lnTo>
                    <a:pt x="986225" y="1788849"/>
                  </a:lnTo>
                  <a:lnTo>
                    <a:pt x="1022752" y="1789000"/>
                  </a:lnTo>
                  <a:lnTo>
                    <a:pt x="1059279" y="1789106"/>
                  </a:lnTo>
                  <a:lnTo>
                    <a:pt x="1095806" y="1789181"/>
                  </a:lnTo>
                  <a:lnTo>
                    <a:pt x="1132333" y="1789235"/>
                  </a:lnTo>
                  <a:lnTo>
                    <a:pt x="1168860" y="1789272"/>
                  </a:lnTo>
                  <a:lnTo>
                    <a:pt x="1205387" y="1789299"/>
                  </a:lnTo>
                  <a:lnTo>
                    <a:pt x="1241913" y="1789317"/>
                  </a:lnTo>
                  <a:lnTo>
                    <a:pt x="1278440" y="1789331"/>
                  </a:lnTo>
                  <a:lnTo>
                    <a:pt x="1314967" y="1789340"/>
                  </a:lnTo>
                  <a:lnTo>
                    <a:pt x="1351494" y="1789347"/>
                  </a:lnTo>
                  <a:lnTo>
                    <a:pt x="1388021" y="1789351"/>
                  </a:lnTo>
                  <a:lnTo>
                    <a:pt x="1424548" y="1789355"/>
                  </a:lnTo>
                  <a:lnTo>
                    <a:pt x="1461075" y="1789357"/>
                  </a:lnTo>
                  <a:lnTo>
                    <a:pt x="1497602" y="1789358"/>
                  </a:lnTo>
                  <a:lnTo>
                    <a:pt x="1534128" y="1789360"/>
                  </a:lnTo>
                  <a:lnTo>
                    <a:pt x="1570655" y="1789360"/>
                  </a:lnTo>
                  <a:lnTo>
                    <a:pt x="1607182" y="1789361"/>
                  </a:lnTo>
                  <a:lnTo>
                    <a:pt x="1643709" y="1789361"/>
                  </a:lnTo>
                  <a:lnTo>
                    <a:pt x="1680236" y="1789362"/>
                  </a:lnTo>
                  <a:lnTo>
                    <a:pt x="1716763" y="1789362"/>
                  </a:lnTo>
                  <a:lnTo>
                    <a:pt x="1753290" y="1789362"/>
                  </a:lnTo>
                  <a:lnTo>
                    <a:pt x="1789817" y="1789362"/>
                  </a:lnTo>
                  <a:lnTo>
                    <a:pt x="1826344" y="1789362"/>
                  </a:lnTo>
                  <a:lnTo>
                    <a:pt x="1862870" y="1789362"/>
                  </a:lnTo>
                  <a:lnTo>
                    <a:pt x="1899397" y="1789362"/>
                  </a:lnTo>
                  <a:lnTo>
                    <a:pt x="1935924" y="1789362"/>
                  </a:lnTo>
                  <a:lnTo>
                    <a:pt x="1972451" y="1789362"/>
                  </a:lnTo>
                  <a:lnTo>
                    <a:pt x="2008978" y="1789362"/>
                  </a:lnTo>
                  <a:lnTo>
                    <a:pt x="2045505" y="1789362"/>
                  </a:lnTo>
                  <a:lnTo>
                    <a:pt x="2082032" y="1789362"/>
                  </a:lnTo>
                  <a:lnTo>
                    <a:pt x="2118559" y="1789362"/>
                  </a:lnTo>
                  <a:lnTo>
                    <a:pt x="2155085" y="1789362"/>
                  </a:lnTo>
                  <a:lnTo>
                    <a:pt x="2191612" y="1789362"/>
                  </a:lnTo>
                  <a:lnTo>
                    <a:pt x="2228139" y="1789362"/>
                  </a:lnTo>
                  <a:lnTo>
                    <a:pt x="2264666" y="1789362"/>
                  </a:lnTo>
                  <a:lnTo>
                    <a:pt x="2301193" y="1789362"/>
                  </a:lnTo>
                  <a:lnTo>
                    <a:pt x="2337720" y="1789362"/>
                  </a:lnTo>
                  <a:lnTo>
                    <a:pt x="2374247" y="1789362"/>
                  </a:lnTo>
                  <a:lnTo>
                    <a:pt x="2410774" y="1789362"/>
                  </a:lnTo>
                  <a:lnTo>
                    <a:pt x="2447300" y="1789362"/>
                  </a:lnTo>
                  <a:lnTo>
                    <a:pt x="2483827" y="1789362"/>
                  </a:lnTo>
                  <a:lnTo>
                    <a:pt x="2520354" y="1789362"/>
                  </a:lnTo>
                  <a:lnTo>
                    <a:pt x="2556881" y="1789362"/>
                  </a:lnTo>
                  <a:lnTo>
                    <a:pt x="2593408" y="1789362"/>
                  </a:lnTo>
                  <a:lnTo>
                    <a:pt x="2629935" y="1789362"/>
                  </a:lnTo>
                  <a:lnTo>
                    <a:pt x="2666462" y="1789362"/>
                  </a:lnTo>
                  <a:lnTo>
                    <a:pt x="2702989" y="1789362"/>
                  </a:lnTo>
                  <a:lnTo>
                    <a:pt x="2739516" y="1789362"/>
                  </a:lnTo>
                  <a:lnTo>
                    <a:pt x="2776042" y="1789362"/>
                  </a:lnTo>
                  <a:lnTo>
                    <a:pt x="2812569" y="1789362"/>
                  </a:lnTo>
                  <a:lnTo>
                    <a:pt x="2849096" y="1789362"/>
                  </a:lnTo>
                  <a:lnTo>
                    <a:pt x="2885623" y="1789362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l222"/>
            <p:cNvSpPr/>
            <p:nvPr/>
          </p:nvSpPr>
          <p:spPr>
            <a:xfrm>
              <a:off x="1883911" y="2610477"/>
              <a:ext cx="3528044" cy="1428322"/>
            </a:xfrm>
            <a:custGeom>
              <a:avLst/>
              <a:gdLst/>
              <a:ahLst/>
              <a:cxnLst/>
              <a:rect l="0" t="0" r="0" b="0"/>
              <a:pathLst>
                <a:path w="3528044" h="1428322">
                  <a:moveTo>
                    <a:pt x="0" y="0"/>
                  </a:moveTo>
                  <a:lnTo>
                    <a:pt x="44658" y="48933"/>
                  </a:lnTo>
                  <a:lnTo>
                    <a:pt x="89317" y="98237"/>
                  </a:lnTo>
                  <a:lnTo>
                    <a:pt x="133976" y="147762"/>
                  </a:lnTo>
                  <a:lnTo>
                    <a:pt x="178635" y="197356"/>
                  </a:lnTo>
                  <a:lnTo>
                    <a:pt x="223293" y="246868"/>
                  </a:lnTo>
                  <a:lnTo>
                    <a:pt x="267952" y="296146"/>
                  </a:lnTo>
                  <a:lnTo>
                    <a:pt x="312611" y="345041"/>
                  </a:lnTo>
                  <a:lnTo>
                    <a:pt x="357270" y="393409"/>
                  </a:lnTo>
                  <a:lnTo>
                    <a:pt x="401929" y="441114"/>
                  </a:lnTo>
                  <a:lnTo>
                    <a:pt x="446587" y="488024"/>
                  </a:lnTo>
                  <a:lnTo>
                    <a:pt x="491246" y="534020"/>
                  </a:lnTo>
                  <a:lnTo>
                    <a:pt x="535905" y="578991"/>
                  </a:lnTo>
                  <a:lnTo>
                    <a:pt x="580564" y="622836"/>
                  </a:lnTo>
                  <a:lnTo>
                    <a:pt x="625223" y="665469"/>
                  </a:lnTo>
                  <a:lnTo>
                    <a:pt x="669881" y="706814"/>
                  </a:lnTo>
                  <a:lnTo>
                    <a:pt x="714540" y="746805"/>
                  </a:lnTo>
                  <a:lnTo>
                    <a:pt x="759199" y="785393"/>
                  </a:lnTo>
                  <a:lnTo>
                    <a:pt x="803858" y="822538"/>
                  </a:lnTo>
                  <a:lnTo>
                    <a:pt x="848517" y="858210"/>
                  </a:lnTo>
                  <a:lnTo>
                    <a:pt x="893175" y="892393"/>
                  </a:lnTo>
                  <a:lnTo>
                    <a:pt x="937834" y="925079"/>
                  </a:lnTo>
                  <a:lnTo>
                    <a:pt x="982493" y="956271"/>
                  </a:lnTo>
                  <a:lnTo>
                    <a:pt x="1027152" y="985980"/>
                  </a:lnTo>
                  <a:lnTo>
                    <a:pt x="1071811" y="1014223"/>
                  </a:lnTo>
                  <a:lnTo>
                    <a:pt x="1116469" y="1041027"/>
                  </a:lnTo>
                  <a:lnTo>
                    <a:pt x="1161128" y="1066422"/>
                  </a:lnTo>
                  <a:lnTo>
                    <a:pt x="1205787" y="1090444"/>
                  </a:lnTo>
                  <a:lnTo>
                    <a:pt x="1250446" y="1113134"/>
                  </a:lnTo>
                  <a:lnTo>
                    <a:pt x="1295105" y="1134536"/>
                  </a:lnTo>
                  <a:lnTo>
                    <a:pt x="1339763" y="1154696"/>
                  </a:lnTo>
                  <a:lnTo>
                    <a:pt x="1384422" y="1173662"/>
                  </a:lnTo>
                  <a:lnTo>
                    <a:pt x="1429081" y="1191484"/>
                  </a:lnTo>
                  <a:lnTo>
                    <a:pt x="1473740" y="1208212"/>
                  </a:lnTo>
                  <a:lnTo>
                    <a:pt x="1518398" y="1223897"/>
                  </a:lnTo>
                  <a:lnTo>
                    <a:pt x="1563057" y="1238591"/>
                  </a:lnTo>
                  <a:lnTo>
                    <a:pt x="1607716" y="1252342"/>
                  </a:lnTo>
                  <a:lnTo>
                    <a:pt x="1652375" y="1265202"/>
                  </a:lnTo>
                  <a:lnTo>
                    <a:pt x="1697034" y="1277217"/>
                  </a:lnTo>
                  <a:lnTo>
                    <a:pt x="1741692" y="1288435"/>
                  </a:lnTo>
                  <a:lnTo>
                    <a:pt x="1786351" y="1298901"/>
                  </a:lnTo>
                  <a:lnTo>
                    <a:pt x="1831010" y="1308660"/>
                  </a:lnTo>
                  <a:lnTo>
                    <a:pt x="1875669" y="1317754"/>
                  </a:lnTo>
                  <a:lnTo>
                    <a:pt x="1920328" y="1326223"/>
                  </a:lnTo>
                  <a:lnTo>
                    <a:pt x="1964986" y="1334106"/>
                  </a:lnTo>
                  <a:lnTo>
                    <a:pt x="2009645" y="1341440"/>
                  </a:lnTo>
                  <a:lnTo>
                    <a:pt x="2054304" y="1348261"/>
                  </a:lnTo>
                  <a:lnTo>
                    <a:pt x="2098963" y="1354601"/>
                  </a:lnTo>
                  <a:lnTo>
                    <a:pt x="2143622" y="1360492"/>
                  </a:lnTo>
                  <a:lnTo>
                    <a:pt x="2188280" y="1365964"/>
                  </a:lnTo>
                  <a:lnTo>
                    <a:pt x="2232939" y="1371044"/>
                  </a:lnTo>
                  <a:lnTo>
                    <a:pt x="2277598" y="1375761"/>
                  </a:lnTo>
                  <a:lnTo>
                    <a:pt x="2322257" y="1380137"/>
                  </a:lnTo>
                  <a:lnTo>
                    <a:pt x="2366916" y="1384197"/>
                  </a:lnTo>
                  <a:lnTo>
                    <a:pt x="2411574" y="1387963"/>
                  </a:lnTo>
                  <a:lnTo>
                    <a:pt x="2456233" y="1391454"/>
                  </a:lnTo>
                  <a:lnTo>
                    <a:pt x="2500892" y="1394691"/>
                  </a:lnTo>
                  <a:lnTo>
                    <a:pt x="2545551" y="1397692"/>
                  </a:lnTo>
                  <a:lnTo>
                    <a:pt x="2590210" y="1400472"/>
                  </a:lnTo>
                  <a:lnTo>
                    <a:pt x="2634868" y="1403048"/>
                  </a:lnTo>
                  <a:lnTo>
                    <a:pt x="2679527" y="1405435"/>
                  </a:lnTo>
                  <a:lnTo>
                    <a:pt x="2724186" y="1407645"/>
                  </a:lnTo>
                  <a:lnTo>
                    <a:pt x="2768845" y="1409693"/>
                  </a:lnTo>
                  <a:lnTo>
                    <a:pt x="2813503" y="1411588"/>
                  </a:lnTo>
                  <a:lnTo>
                    <a:pt x="2858162" y="1413344"/>
                  </a:lnTo>
                  <a:lnTo>
                    <a:pt x="2902821" y="1414969"/>
                  </a:lnTo>
                  <a:lnTo>
                    <a:pt x="2947480" y="1416473"/>
                  </a:lnTo>
                  <a:lnTo>
                    <a:pt x="2992139" y="1417866"/>
                  </a:lnTo>
                  <a:lnTo>
                    <a:pt x="3036797" y="1419154"/>
                  </a:lnTo>
                  <a:lnTo>
                    <a:pt x="3081456" y="1420347"/>
                  </a:lnTo>
                  <a:lnTo>
                    <a:pt x="3126115" y="1421451"/>
                  </a:lnTo>
                  <a:lnTo>
                    <a:pt x="3170774" y="1422472"/>
                  </a:lnTo>
                  <a:lnTo>
                    <a:pt x="3215433" y="1423417"/>
                  </a:lnTo>
                  <a:lnTo>
                    <a:pt x="3260091" y="1424291"/>
                  </a:lnTo>
                  <a:lnTo>
                    <a:pt x="3304750" y="1425100"/>
                  </a:lnTo>
                  <a:lnTo>
                    <a:pt x="3349409" y="1425849"/>
                  </a:lnTo>
                  <a:lnTo>
                    <a:pt x="3394068" y="1426541"/>
                  </a:lnTo>
                  <a:lnTo>
                    <a:pt x="3438727" y="1427181"/>
                  </a:lnTo>
                  <a:lnTo>
                    <a:pt x="3483385" y="1427774"/>
                  </a:lnTo>
                  <a:lnTo>
                    <a:pt x="3528044" y="1428322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46782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28029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0927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90522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71769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5301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g238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tx239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42" name="pt242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l243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l245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l247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t248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l249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t250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l251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t252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l253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t254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pl255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" name="pt256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" name="pl257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" name="tx258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324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08345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344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18546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0694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5794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089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65996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571097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2776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29270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917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9341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29972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73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002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979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977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52142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54129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9522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526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9470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53572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5444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51986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5403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50554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9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43465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182944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229587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253737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236123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25504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181891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229587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18236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18138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5429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183891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183609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39193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24751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50416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5104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66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69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488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26537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6929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47883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27256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4908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26538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2696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51160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515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52089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49155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51293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254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49548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5144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26690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2675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2476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26314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19851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10467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192906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1548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9905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08763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185994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19383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187227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02964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18422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20412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220127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18878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17269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18521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75501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6310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177086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22427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6986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22583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23967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223503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5890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65979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2573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28729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24536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229334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7145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26433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22641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5920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17308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76231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16534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27251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168360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6245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1893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26948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4606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163823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7347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187480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6928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273210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272300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192272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27499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27512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2855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25114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27820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2796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26713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29961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27754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27749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2318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2363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2557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28374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26939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27865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2804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8525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36224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3346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32532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30555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60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35580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0014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1979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3207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3372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5647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20178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19770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1957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35760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198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351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2012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3378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0066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2011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20231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l213"/>
            <p:cNvSpPr/>
            <p:nvPr/>
          </p:nvSpPr>
          <p:spPr>
            <a:xfrm>
              <a:off x="2017917" y="1516266"/>
              <a:ext cx="1665306" cy="0"/>
            </a:xfrm>
            <a:custGeom>
              <a:avLst/>
              <a:gdLst/>
              <a:ahLst/>
              <a:cxnLst/>
              <a:rect l="0" t="0" r="0" b="0"/>
              <a:pathLst>
                <a:path w="1665306">
                  <a:moveTo>
                    <a:pt x="0" y="0"/>
                  </a:moveTo>
                  <a:lnTo>
                    <a:pt x="21079" y="0"/>
                  </a:lnTo>
                  <a:lnTo>
                    <a:pt x="42159" y="0"/>
                  </a:lnTo>
                  <a:lnTo>
                    <a:pt x="63239" y="0"/>
                  </a:lnTo>
                  <a:lnTo>
                    <a:pt x="84319" y="0"/>
                  </a:lnTo>
                  <a:lnTo>
                    <a:pt x="105399" y="0"/>
                  </a:lnTo>
                  <a:lnTo>
                    <a:pt x="126479" y="0"/>
                  </a:lnTo>
                  <a:lnTo>
                    <a:pt x="147558" y="0"/>
                  </a:lnTo>
                  <a:lnTo>
                    <a:pt x="168638" y="0"/>
                  </a:lnTo>
                  <a:lnTo>
                    <a:pt x="189718" y="0"/>
                  </a:lnTo>
                  <a:lnTo>
                    <a:pt x="210798" y="0"/>
                  </a:lnTo>
                  <a:lnTo>
                    <a:pt x="231878" y="0"/>
                  </a:lnTo>
                  <a:lnTo>
                    <a:pt x="252958" y="0"/>
                  </a:lnTo>
                  <a:lnTo>
                    <a:pt x="274037" y="0"/>
                  </a:lnTo>
                  <a:lnTo>
                    <a:pt x="295117" y="0"/>
                  </a:lnTo>
                  <a:lnTo>
                    <a:pt x="316197" y="0"/>
                  </a:lnTo>
                  <a:lnTo>
                    <a:pt x="337277" y="0"/>
                  </a:lnTo>
                  <a:lnTo>
                    <a:pt x="358357" y="0"/>
                  </a:lnTo>
                  <a:lnTo>
                    <a:pt x="379437" y="0"/>
                  </a:lnTo>
                  <a:lnTo>
                    <a:pt x="400516" y="0"/>
                  </a:lnTo>
                  <a:lnTo>
                    <a:pt x="421596" y="0"/>
                  </a:lnTo>
                  <a:lnTo>
                    <a:pt x="442676" y="0"/>
                  </a:lnTo>
                  <a:lnTo>
                    <a:pt x="463756" y="0"/>
                  </a:lnTo>
                  <a:lnTo>
                    <a:pt x="484836" y="0"/>
                  </a:lnTo>
                  <a:lnTo>
                    <a:pt x="505916" y="0"/>
                  </a:lnTo>
                  <a:lnTo>
                    <a:pt x="526995" y="0"/>
                  </a:lnTo>
                  <a:lnTo>
                    <a:pt x="548075" y="0"/>
                  </a:lnTo>
                  <a:lnTo>
                    <a:pt x="569155" y="0"/>
                  </a:lnTo>
                  <a:lnTo>
                    <a:pt x="590235" y="0"/>
                  </a:lnTo>
                  <a:lnTo>
                    <a:pt x="611315" y="0"/>
                  </a:lnTo>
                  <a:lnTo>
                    <a:pt x="632395" y="0"/>
                  </a:lnTo>
                  <a:lnTo>
                    <a:pt x="653474" y="0"/>
                  </a:lnTo>
                  <a:lnTo>
                    <a:pt x="674554" y="0"/>
                  </a:lnTo>
                  <a:lnTo>
                    <a:pt x="695634" y="0"/>
                  </a:lnTo>
                  <a:lnTo>
                    <a:pt x="716714" y="0"/>
                  </a:lnTo>
                  <a:lnTo>
                    <a:pt x="737794" y="0"/>
                  </a:lnTo>
                  <a:lnTo>
                    <a:pt x="758874" y="0"/>
                  </a:lnTo>
                  <a:lnTo>
                    <a:pt x="779953" y="0"/>
                  </a:lnTo>
                  <a:lnTo>
                    <a:pt x="801033" y="0"/>
                  </a:lnTo>
                  <a:lnTo>
                    <a:pt x="822113" y="0"/>
                  </a:lnTo>
                  <a:lnTo>
                    <a:pt x="843193" y="0"/>
                  </a:lnTo>
                  <a:lnTo>
                    <a:pt x="864273" y="0"/>
                  </a:lnTo>
                  <a:lnTo>
                    <a:pt x="885353" y="0"/>
                  </a:lnTo>
                  <a:lnTo>
                    <a:pt x="906432" y="0"/>
                  </a:lnTo>
                  <a:lnTo>
                    <a:pt x="927512" y="0"/>
                  </a:lnTo>
                  <a:lnTo>
                    <a:pt x="948592" y="0"/>
                  </a:lnTo>
                  <a:lnTo>
                    <a:pt x="969672" y="0"/>
                  </a:lnTo>
                  <a:lnTo>
                    <a:pt x="990752" y="0"/>
                  </a:lnTo>
                  <a:lnTo>
                    <a:pt x="1011832" y="0"/>
                  </a:lnTo>
                  <a:lnTo>
                    <a:pt x="1032911" y="0"/>
                  </a:lnTo>
                  <a:lnTo>
                    <a:pt x="1053991" y="0"/>
                  </a:lnTo>
                  <a:lnTo>
                    <a:pt x="1075071" y="0"/>
                  </a:lnTo>
                  <a:lnTo>
                    <a:pt x="1096151" y="0"/>
                  </a:lnTo>
                  <a:lnTo>
                    <a:pt x="1117231" y="0"/>
                  </a:lnTo>
                  <a:lnTo>
                    <a:pt x="1138311" y="0"/>
                  </a:lnTo>
                  <a:lnTo>
                    <a:pt x="1159390" y="0"/>
                  </a:lnTo>
                  <a:lnTo>
                    <a:pt x="1180470" y="0"/>
                  </a:lnTo>
                  <a:lnTo>
                    <a:pt x="1201550" y="0"/>
                  </a:lnTo>
                  <a:lnTo>
                    <a:pt x="1222630" y="0"/>
                  </a:lnTo>
                  <a:lnTo>
                    <a:pt x="1243710" y="0"/>
                  </a:lnTo>
                  <a:lnTo>
                    <a:pt x="1264790" y="0"/>
                  </a:lnTo>
                  <a:lnTo>
                    <a:pt x="1285869" y="0"/>
                  </a:lnTo>
                  <a:lnTo>
                    <a:pt x="1306949" y="0"/>
                  </a:lnTo>
                  <a:lnTo>
                    <a:pt x="1328029" y="0"/>
                  </a:lnTo>
                  <a:lnTo>
                    <a:pt x="1349109" y="0"/>
                  </a:lnTo>
                  <a:lnTo>
                    <a:pt x="1370189" y="0"/>
                  </a:lnTo>
                  <a:lnTo>
                    <a:pt x="1391269" y="0"/>
                  </a:lnTo>
                  <a:lnTo>
                    <a:pt x="1412348" y="0"/>
                  </a:lnTo>
                  <a:lnTo>
                    <a:pt x="1433428" y="0"/>
                  </a:lnTo>
                  <a:lnTo>
                    <a:pt x="1454508" y="0"/>
                  </a:lnTo>
                  <a:lnTo>
                    <a:pt x="1475588" y="0"/>
                  </a:lnTo>
                  <a:lnTo>
                    <a:pt x="1496668" y="0"/>
                  </a:lnTo>
                  <a:lnTo>
                    <a:pt x="1517748" y="0"/>
                  </a:lnTo>
                  <a:lnTo>
                    <a:pt x="1538827" y="0"/>
                  </a:lnTo>
                  <a:lnTo>
                    <a:pt x="1559907" y="0"/>
                  </a:lnTo>
                  <a:lnTo>
                    <a:pt x="1580987" y="0"/>
                  </a:lnTo>
                  <a:lnTo>
                    <a:pt x="1602067" y="0"/>
                  </a:lnTo>
                  <a:lnTo>
                    <a:pt x="1623147" y="0"/>
                  </a:lnTo>
                  <a:lnTo>
                    <a:pt x="1644227" y="0"/>
                  </a:lnTo>
                  <a:lnTo>
                    <a:pt x="166530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2378843" y="1626631"/>
              <a:ext cx="678148" cy="1893561"/>
            </a:xfrm>
            <a:custGeom>
              <a:avLst/>
              <a:gdLst/>
              <a:ahLst/>
              <a:cxnLst/>
              <a:rect l="0" t="0" r="0" b="0"/>
              <a:pathLst>
                <a:path w="678148" h="1893561">
                  <a:moveTo>
                    <a:pt x="0" y="0"/>
                  </a:moveTo>
                  <a:lnTo>
                    <a:pt x="8584" y="6067"/>
                  </a:lnTo>
                  <a:lnTo>
                    <a:pt x="17168" y="12450"/>
                  </a:lnTo>
                  <a:lnTo>
                    <a:pt x="25752" y="19165"/>
                  </a:lnTo>
                  <a:lnTo>
                    <a:pt x="34336" y="26226"/>
                  </a:lnTo>
                  <a:lnTo>
                    <a:pt x="42920" y="33649"/>
                  </a:lnTo>
                  <a:lnTo>
                    <a:pt x="51504" y="41450"/>
                  </a:lnTo>
                  <a:lnTo>
                    <a:pt x="60089" y="49645"/>
                  </a:lnTo>
                  <a:lnTo>
                    <a:pt x="68673" y="58251"/>
                  </a:lnTo>
                  <a:lnTo>
                    <a:pt x="77257" y="67285"/>
                  </a:lnTo>
                  <a:lnTo>
                    <a:pt x="85841" y="76765"/>
                  </a:lnTo>
                  <a:lnTo>
                    <a:pt x="94425" y="86708"/>
                  </a:lnTo>
                  <a:lnTo>
                    <a:pt x="103009" y="97133"/>
                  </a:lnTo>
                  <a:lnTo>
                    <a:pt x="111594" y="108058"/>
                  </a:lnTo>
                  <a:lnTo>
                    <a:pt x="120178" y="119501"/>
                  </a:lnTo>
                  <a:lnTo>
                    <a:pt x="128762" y="131480"/>
                  </a:lnTo>
                  <a:lnTo>
                    <a:pt x="137346" y="144015"/>
                  </a:lnTo>
                  <a:lnTo>
                    <a:pt x="145930" y="157124"/>
                  </a:lnTo>
                  <a:lnTo>
                    <a:pt x="154514" y="170824"/>
                  </a:lnTo>
                  <a:lnTo>
                    <a:pt x="163099" y="185135"/>
                  </a:lnTo>
                  <a:lnTo>
                    <a:pt x="171683" y="200073"/>
                  </a:lnTo>
                  <a:lnTo>
                    <a:pt x="180267" y="215657"/>
                  </a:lnTo>
                  <a:lnTo>
                    <a:pt x="188851" y="231902"/>
                  </a:lnTo>
                  <a:lnTo>
                    <a:pt x="197435" y="248824"/>
                  </a:lnTo>
                  <a:lnTo>
                    <a:pt x="206019" y="266439"/>
                  </a:lnTo>
                  <a:lnTo>
                    <a:pt x="214603" y="284760"/>
                  </a:lnTo>
                  <a:lnTo>
                    <a:pt x="223188" y="303801"/>
                  </a:lnTo>
                  <a:lnTo>
                    <a:pt x="231772" y="323573"/>
                  </a:lnTo>
                  <a:lnTo>
                    <a:pt x="240356" y="344086"/>
                  </a:lnTo>
                  <a:lnTo>
                    <a:pt x="248940" y="365349"/>
                  </a:lnTo>
                  <a:lnTo>
                    <a:pt x="257524" y="387367"/>
                  </a:lnTo>
                  <a:lnTo>
                    <a:pt x="266108" y="410147"/>
                  </a:lnTo>
                  <a:lnTo>
                    <a:pt x="274693" y="433690"/>
                  </a:lnTo>
                  <a:lnTo>
                    <a:pt x="283277" y="457996"/>
                  </a:lnTo>
                  <a:lnTo>
                    <a:pt x="291861" y="483064"/>
                  </a:lnTo>
                  <a:lnTo>
                    <a:pt x="300445" y="508888"/>
                  </a:lnTo>
                  <a:lnTo>
                    <a:pt x="309029" y="535461"/>
                  </a:lnTo>
                  <a:lnTo>
                    <a:pt x="317613" y="562773"/>
                  </a:lnTo>
                  <a:lnTo>
                    <a:pt x="326198" y="590809"/>
                  </a:lnTo>
                  <a:lnTo>
                    <a:pt x="334782" y="619554"/>
                  </a:lnTo>
                  <a:lnTo>
                    <a:pt x="343366" y="648988"/>
                  </a:lnTo>
                  <a:lnTo>
                    <a:pt x="351950" y="679089"/>
                  </a:lnTo>
                  <a:lnTo>
                    <a:pt x="360534" y="709829"/>
                  </a:lnTo>
                  <a:lnTo>
                    <a:pt x="369118" y="741180"/>
                  </a:lnTo>
                  <a:lnTo>
                    <a:pt x="377702" y="773111"/>
                  </a:lnTo>
                  <a:lnTo>
                    <a:pt x="386287" y="805585"/>
                  </a:lnTo>
                  <a:lnTo>
                    <a:pt x="394871" y="838564"/>
                  </a:lnTo>
                  <a:lnTo>
                    <a:pt x="403455" y="872008"/>
                  </a:lnTo>
                  <a:lnTo>
                    <a:pt x="412039" y="905873"/>
                  </a:lnTo>
                  <a:lnTo>
                    <a:pt x="420623" y="940112"/>
                  </a:lnTo>
                  <a:lnTo>
                    <a:pt x="429207" y="974677"/>
                  </a:lnTo>
                  <a:lnTo>
                    <a:pt x="437792" y="1009519"/>
                  </a:lnTo>
                  <a:lnTo>
                    <a:pt x="446376" y="1044585"/>
                  </a:lnTo>
                  <a:lnTo>
                    <a:pt x="454960" y="1079821"/>
                  </a:lnTo>
                  <a:lnTo>
                    <a:pt x="463544" y="1115174"/>
                  </a:lnTo>
                  <a:lnTo>
                    <a:pt x="472128" y="1150588"/>
                  </a:lnTo>
                  <a:lnTo>
                    <a:pt x="480712" y="1186008"/>
                  </a:lnTo>
                  <a:lnTo>
                    <a:pt x="489297" y="1221378"/>
                  </a:lnTo>
                  <a:lnTo>
                    <a:pt x="497881" y="1256643"/>
                  </a:lnTo>
                  <a:lnTo>
                    <a:pt x="506465" y="1291748"/>
                  </a:lnTo>
                  <a:lnTo>
                    <a:pt x="515049" y="1326641"/>
                  </a:lnTo>
                  <a:lnTo>
                    <a:pt x="523633" y="1361268"/>
                  </a:lnTo>
                  <a:lnTo>
                    <a:pt x="532217" y="1395579"/>
                  </a:lnTo>
                  <a:lnTo>
                    <a:pt x="540801" y="1429525"/>
                  </a:lnTo>
                  <a:lnTo>
                    <a:pt x="549386" y="1463060"/>
                  </a:lnTo>
                  <a:lnTo>
                    <a:pt x="557970" y="1496140"/>
                  </a:lnTo>
                  <a:lnTo>
                    <a:pt x="566554" y="1528722"/>
                  </a:lnTo>
                  <a:lnTo>
                    <a:pt x="575138" y="1560768"/>
                  </a:lnTo>
                  <a:lnTo>
                    <a:pt x="583722" y="1592243"/>
                  </a:lnTo>
                  <a:lnTo>
                    <a:pt x="592306" y="1623113"/>
                  </a:lnTo>
                  <a:lnTo>
                    <a:pt x="600891" y="1653348"/>
                  </a:lnTo>
                  <a:lnTo>
                    <a:pt x="609475" y="1682922"/>
                  </a:lnTo>
                  <a:lnTo>
                    <a:pt x="618059" y="1711812"/>
                  </a:lnTo>
                  <a:lnTo>
                    <a:pt x="626643" y="1739998"/>
                  </a:lnTo>
                  <a:lnTo>
                    <a:pt x="635227" y="1767461"/>
                  </a:lnTo>
                  <a:lnTo>
                    <a:pt x="643811" y="1794188"/>
                  </a:lnTo>
                  <a:lnTo>
                    <a:pt x="652396" y="1820169"/>
                  </a:lnTo>
                  <a:lnTo>
                    <a:pt x="660980" y="1845394"/>
                  </a:lnTo>
                  <a:lnTo>
                    <a:pt x="669564" y="1869859"/>
                  </a:lnTo>
                  <a:lnTo>
                    <a:pt x="678148" y="189356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2537339" y="1723829"/>
              <a:ext cx="2732408" cy="698749"/>
            </a:xfrm>
            <a:custGeom>
              <a:avLst/>
              <a:gdLst/>
              <a:ahLst/>
              <a:cxnLst/>
              <a:rect l="0" t="0" r="0" b="0"/>
              <a:pathLst>
                <a:path w="2732408" h="698749">
                  <a:moveTo>
                    <a:pt x="0" y="698749"/>
                  </a:moveTo>
                  <a:lnTo>
                    <a:pt x="34587" y="685308"/>
                  </a:lnTo>
                  <a:lnTo>
                    <a:pt x="69174" y="671958"/>
                  </a:lnTo>
                  <a:lnTo>
                    <a:pt x="103762" y="658702"/>
                  </a:lnTo>
                  <a:lnTo>
                    <a:pt x="138349" y="645542"/>
                  </a:lnTo>
                  <a:lnTo>
                    <a:pt x="172937" y="632481"/>
                  </a:lnTo>
                  <a:lnTo>
                    <a:pt x="207524" y="619522"/>
                  </a:lnTo>
                  <a:lnTo>
                    <a:pt x="242112" y="606666"/>
                  </a:lnTo>
                  <a:lnTo>
                    <a:pt x="276699" y="593916"/>
                  </a:lnTo>
                  <a:lnTo>
                    <a:pt x="311287" y="581274"/>
                  </a:lnTo>
                  <a:lnTo>
                    <a:pt x="345874" y="568741"/>
                  </a:lnTo>
                  <a:lnTo>
                    <a:pt x="380461" y="556320"/>
                  </a:lnTo>
                  <a:lnTo>
                    <a:pt x="415049" y="544013"/>
                  </a:lnTo>
                  <a:lnTo>
                    <a:pt x="449636" y="531821"/>
                  </a:lnTo>
                  <a:lnTo>
                    <a:pt x="484224" y="519746"/>
                  </a:lnTo>
                  <a:lnTo>
                    <a:pt x="518811" y="507789"/>
                  </a:lnTo>
                  <a:lnTo>
                    <a:pt x="553399" y="495952"/>
                  </a:lnTo>
                  <a:lnTo>
                    <a:pt x="587986" y="484236"/>
                  </a:lnTo>
                  <a:lnTo>
                    <a:pt x="622574" y="472643"/>
                  </a:lnTo>
                  <a:lnTo>
                    <a:pt x="657161" y="461173"/>
                  </a:lnTo>
                  <a:lnTo>
                    <a:pt x="691749" y="449828"/>
                  </a:lnTo>
                  <a:lnTo>
                    <a:pt x="726336" y="438608"/>
                  </a:lnTo>
                  <a:lnTo>
                    <a:pt x="760923" y="427515"/>
                  </a:lnTo>
                  <a:lnTo>
                    <a:pt x="795511" y="416550"/>
                  </a:lnTo>
                  <a:lnTo>
                    <a:pt x="830098" y="405712"/>
                  </a:lnTo>
                  <a:lnTo>
                    <a:pt x="864686" y="395003"/>
                  </a:lnTo>
                  <a:lnTo>
                    <a:pt x="899273" y="384423"/>
                  </a:lnTo>
                  <a:lnTo>
                    <a:pt x="933861" y="373973"/>
                  </a:lnTo>
                  <a:lnTo>
                    <a:pt x="968448" y="363653"/>
                  </a:lnTo>
                  <a:lnTo>
                    <a:pt x="1003036" y="353464"/>
                  </a:lnTo>
                  <a:lnTo>
                    <a:pt x="1037623" y="343405"/>
                  </a:lnTo>
                  <a:lnTo>
                    <a:pt x="1072211" y="333476"/>
                  </a:lnTo>
                  <a:lnTo>
                    <a:pt x="1106798" y="323679"/>
                  </a:lnTo>
                  <a:lnTo>
                    <a:pt x="1141385" y="314013"/>
                  </a:lnTo>
                  <a:lnTo>
                    <a:pt x="1175973" y="304477"/>
                  </a:lnTo>
                  <a:lnTo>
                    <a:pt x="1210560" y="295072"/>
                  </a:lnTo>
                  <a:lnTo>
                    <a:pt x="1245148" y="285798"/>
                  </a:lnTo>
                  <a:lnTo>
                    <a:pt x="1279735" y="276653"/>
                  </a:lnTo>
                  <a:lnTo>
                    <a:pt x="1314323" y="267639"/>
                  </a:lnTo>
                  <a:lnTo>
                    <a:pt x="1348910" y="258754"/>
                  </a:lnTo>
                  <a:lnTo>
                    <a:pt x="1383498" y="249999"/>
                  </a:lnTo>
                  <a:lnTo>
                    <a:pt x="1418085" y="241372"/>
                  </a:lnTo>
                  <a:lnTo>
                    <a:pt x="1452673" y="232873"/>
                  </a:lnTo>
                  <a:lnTo>
                    <a:pt x="1487260" y="224501"/>
                  </a:lnTo>
                  <a:lnTo>
                    <a:pt x="1521847" y="216256"/>
                  </a:lnTo>
                  <a:lnTo>
                    <a:pt x="1556435" y="208138"/>
                  </a:lnTo>
                  <a:lnTo>
                    <a:pt x="1591022" y="200145"/>
                  </a:lnTo>
                  <a:lnTo>
                    <a:pt x="1625610" y="192276"/>
                  </a:lnTo>
                  <a:lnTo>
                    <a:pt x="1660197" y="184532"/>
                  </a:lnTo>
                  <a:lnTo>
                    <a:pt x="1694785" y="176910"/>
                  </a:lnTo>
                  <a:lnTo>
                    <a:pt x="1729372" y="169410"/>
                  </a:lnTo>
                  <a:lnTo>
                    <a:pt x="1763960" y="162032"/>
                  </a:lnTo>
                  <a:lnTo>
                    <a:pt x="1798547" y="154773"/>
                  </a:lnTo>
                  <a:lnTo>
                    <a:pt x="1833135" y="147634"/>
                  </a:lnTo>
                  <a:lnTo>
                    <a:pt x="1867722" y="140612"/>
                  </a:lnTo>
                  <a:lnTo>
                    <a:pt x="1902309" y="133708"/>
                  </a:lnTo>
                  <a:lnTo>
                    <a:pt x="1936897" y="126919"/>
                  </a:lnTo>
                  <a:lnTo>
                    <a:pt x="1971484" y="120246"/>
                  </a:lnTo>
                  <a:lnTo>
                    <a:pt x="2006072" y="113686"/>
                  </a:lnTo>
                  <a:lnTo>
                    <a:pt x="2040659" y="107238"/>
                  </a:lnTo>
                  <a:lnTo>
                    <a:pt x="2075247" y="100902"/>
                  </a:lnTo>
                  <a:lnTo>
                    <a:pt x="2109834" y="94676"/>
                  </a:lnTo>
                  <a:lnTo>
                    <a:pt x="2144422" y="88559"/>
                  </a:lnTo>
                  <a:lnTo>
                    <a:pt x="2179009" y="82550"/>
                  </a:lnTo>
                  <a:lnTo>
                    <a:pt x="2213597" y="76647"/>
                  </a:lnTo>
                  <a:lnTo>
                    <a:pt x="2248184" y="70849"/>
                  </a:lnTo>
                  <a:lnTo>
                    <a:pt x="2282771" y="65155"/>
                  </a:lnTo>
                  <a:lnTo>
                    <a:pt x="2317359" y="59563"/>
                  </a:lnTo>
                  <a:lnTo>
                    <a:pt x="2351946" y="54074"/>
                  </a:lnTo>
                  <a:lnTo>
                    <a:pt x="2386534" y="48684"/>
                  </a:lnTo>
                  <a:lnTo>
                    <a:pt x="2421121" y="43392"/>
                  </a:lnTo>
                  <a:lnTo>
                    <a:pt x="2455709" y="38199"/>
                  </a:lnTo>
                  <a:lnTo>
                    <a:pt x="2490296" y="33101"/>
                  </a:lnTo>
                  <a:lnTo>
                    <a:pt x="2524884" y="28098"/>
                  </a:lnTo>
                  <a:lnTo>
                    <a:pt x="2559471" y="23189"/>
                  </a:lnTo>
                  <a:lnTo>
                    <a:pt x="2594059" y="18372"/>
                  </a:lnTo>
                  <a:lnTo>
                    <a:pt x="2628646" y="13646"/>
                  </a:lnTo>
                  <a:lnTo>
                    <a:pt x="2663233" y="9009"/>
                  </a:lnTo>
                  <a:lnTo>
                    <a:pt x="2697821" y="4461"/>
                  </a:lnTo>
                  <a:lnTo>
                    <a:pt x="2732408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2794303" y="1532096"/>
              <a:ext cx="2728456" cy="1231437"/>
            </a:xfrm>
            <a:custGeom>
              <a:avLst/>
              <a:gdLst/>
              <a:ahLst/>
              <a:cxnLst/>
              <a:rect l="0" t="0" r="0" b="0"/>
              <a:pathLst>
                <a:path w="2728456" h="1231437">
                  <a:moveTo>
                    <a:pt x="0" y="1231437"/>
                  </a:moveTo>
                  <a:lnTo>
                    <a:pt x="34537" y="1191136"/>
                  </a:lnTo>
                  <a:lnTo>
                    <a:pt x="69074" y="1150951"/>
                  </a:lnTo>
                  <a:lnTo>
                    <a:pt x="103612" y="1110965"/>
                  </a:lnTo>
                  <a:lnTo>
                    <a:pt x="138149" y="1071255"/>
                  </a:lnTo>
                  <a:lnTo>
                    <a:pt x="172687" y="1031900"/>
                  </a:lnTo>
                  <a:lnTo>
                    <a:pt x="207224" y="992972"/>
                  </a:lnTo>
                  <a:lnTo>
                    <a:pt x="241761" y="954544"/>
                  </a:lnTo>
                  <a:lnTo>
                    <a:pt x="276299" y="916681"/>
                  </a:lnTo>
                  <a:lnTo>
                    <a:pt x="310836" y="879448"/>
                  </a:lnTo>
                  <a:lnTo>
                    <a:pt x="345374" y="842901"/>
                  </a:lnTo>
                  <a:lnTo>
                    <a:pt x="379911" y="807096"/>
                  </a:lnTo>
                  <a:lnTo>
                    <a:pt x="414449" y="772078"/>
                  </a:lnTo>
                  <a:lnTo>
                    <a:pt x="448986" y="737893"/>
                  </a:lnTo>
                  <a:lnTo>
                    <a:pt x="483523" y="704578"/>
                  </a:lnTo>
                  <a:lnTo>
                    <a:pt x="518061" y="672164"/>
                  </a:lnTo>
                  <a:lnTo>
                    <a:pt x="552598" y="640680"/>
                  </a:lnTo>
                  <a:lnTo>
                    <a:pt x="587136" y="610146"/>
                  </a:lnTo>
                  <a:lnTo>
                    <a:pt x="621673" y="580580"/>
                  </a:lnTo>
                  <a:lnTo>
                    <a:pt x="656211" y="551994"/>
                  </a:lnTo>
                  <a:lnTo>
                    <a:pt x="690748" y="524396"/>
                  </a:lnTo>
                  <a:lnTo>
                    <a:pt x="725285" y="497787"/>
                  </a:lnTo>
                  <a:lnTo>
                    <a:pt x="759823" y="472168"/>
                  </a:lnTo>
                  <a:lnTo>
                    <a:pt x="794360" y="447532"/>
                  </a:lnTo>
                  <a:lnTo>
                    <a:pt x="828898" y="423873"/>
                  </a:lnTo>
                  <a:lnTo>
                    <a:pt x="863435" y="401177"/>
                  </a:lnTo>
                  <a:lnTo>
                    <a:pt x="897973" y="379432"/>
                  </a:lnTo>
                  <a:lnTo>
                    <a:pt x="932510" y="358619"/>
                  </a:lnTo>
                  <a:lnTo>
                    <a:pt x="967047" y="338720"/>
                  </a:lnTo>
                  <a:lnTo>
                    <a:pt x="1001585" y="319714"/>
                  </a:lnTo>
                  <a:lnTo>
                    <a:pt x="1036122" y="301578"/>
                  </a:lnTo>
                  <a:lnTo>
                    <a:pt x="1070660" y="284289"/>
                  </a:lnTo>
                  <a:lnTo>
                    <a:pt x="1105197" y="267820"/>
                  </a:lnTo>
                  <a:lnTo>
                    <a:pt x="1139734" y="252146"/>
                  </a:lnTo>
                  <a:lnTo>
                    <a:pt x="1174272" y="237241"/>
                  </a:lnTo>
                  <a:lnTo>
                    <a:pt x="1208809" y="223077"/>
                  </a:lnTo>
                  <a:lnTo>
                    <a:pt x="1243347" y="209628"/>
                  </a:lnTo>
                  <a:lnTo>
                    <a:pt x="1277884" y="196865"/>
                  </a:lnTo>
                  <a:lnTo>
                    <a:pt x="1312422" y="184762"/>
                  </a:lnTo>
                  <a:lnTo>
                    <a:pt x="1346959" y="173291"/>
                  </a:lnTo>
                  <a:lnTo>
                    <a:pt x="1381496" y="162426"/>
                  </a:lnTo>
                  <a:lnTo>
                    <a:pt x="1416034" y="152141"/>
                  </a:lnTo>
                  <a:lnTo>
                    <a:pt x="1450571" y="142409"/>
                  </a:lnTo>
                  <a:lnTo>
                    <a:pt x="1485109" y="133205"/>
                  </a:lnTo>
                  <a:lnTo>
                    <a:pt x="1519646" y="124505"/>
                  </a:lnTo>
                  <a:lnTo>
                    <a:pt x="1554184" y="116285"/>
                  </a:lnTo>
                  <a:lnTo>
                    <a:pt x="1588721" y="108521"/>
                  </a:lnTo>
                  <a:lnTo>
                    <a:pt x="1623258" y="101191"/>
                  </a:lnTo>
                  <a:lnTo>
                    <a:pt x="1657796" y="94273"/>
                  </a:lnTo>
                  <a:lnTo>
                    <a:pt x="1692333" y="87747"/>
                  </a:lnTo>
                  <a:lnTo>
                    <a:pt x="1726871" y="81592"/>
                  </a:lnTo>
                  <a:lnTo>
                    <a:pt x="1761408" y="75788"/>
                  </a:lnTo>
                  <a:lnTo>
                    <a:pt x="1795946" y="70319"/>
                  </a:lnTo>
                  <a:lnTo>
                    <a:pt x="1830483" y="65165"/>
                  </a:lnTo>
                  <a:lnTo>
                    <a:pt x="1865020" y="60310"/>
                  </a:lnTo>
                  <a:lnTo>
                    <a:pt x="1899558" y="55737"/>
                  </a:lnTo>
                  <a:lnTo>
                    <a:pt x="1934095" y="51431"/>
                  </a:lnTo>
                  <a:lnTo>
                    <a:pt x="1968633" y="47378"/>
                  </a:lnTo>
                  <a:lnTo>
                    <a:pt x="2003170" y="43563"/>
                  </a:lnTo>
                  <a:lnTo>
                    <a:pt x="2037707" y="39973"/>
                  </a:lnTo>
                  <a:lnTo>
                    <a:pt x="2072245" y="36596"/>
                  </a:lnTo>
                  <a:lnTo>
                    <a:pt x="2106782" y="33419"/>
                  </a:lnTo>
                  <a:lnTo>
                    <a:pt x="2141320" y="30430"/>
                  </a:lnTo>
                  <a:lnTo>
                    <a:pt x="2175857" y="27620"/>
                  </a:lnTo>
                  <a:lnTo>
                    <a:pt x="2210395" y="24978"/>
                  </a:lnTo>
                  <a:lnTo>
                    <a:pt x="2244932" y="22494"/>
                  </a:lnTo>
                  <a:lnTo>
                    <a:pt x="2279469" y="20159"/>
                  </a:lnTo>
                  <a:lnTo>
                    <a:pt x="2314007" y="17965"/>
                  </a:lnTo>
                  <a:lnTo>
                    <a:pt x="2348544" y="15902"/>
                  </a:lnTo>
                  <a:lnTo>
                    <a:pt x="2383082" y="13964"/>
                  </a:lnTo>
                  <a:lnTo>
                    <a:pt x="2417619" y="12143"/>
                  </a:lnTo>
                  <a:lnTo>
                    <a:pt x="2452157" y="10432"/>
                  </a:lnTo>
                  <a:lnTo>
                    <a:pt x="2486694" y="8824"/>
                  </a:lnTo>
                  <a:lnTo>
                    <a:pt x="2521231" y="7315"/>
                  </a:lnTo>
                  <a:lnTo>
                    <a:pt x="2555769" y="5896"/>
                  </a:lnTo>
                  <a:lnTo>
                    <a:pt x="2590306" y="4564"/>
                  </a:lnTo>
                  <a:lnTo>
                    <a:pt x="2624844" y="3313"/>
                  </a:lnTo>
                  <a:lnTo>
                    <a:pt x="2659381" y="2139"/>
                  </a:lnTo>
                  <a:lnTo>
                    <a:pt x="2693919" y="1035"/>
                  </a:lnTo>
                  <a:lnTo>
                    <a:pt x="2728456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1623483" y="3059725"/>
              <a:ext cx="1358187" cy="930037"/>
            </a:xfrm>
            <a:custGeom>
              <a:avLst/>
              <a:gdLst/>
              <a:ahLst/>
              <a:cxnLst/>
              <a:rect l="0" t="0" r="0" b="0"/>
              <a:pathLst>
                <a:path w="1358187" h="930037">
                  <a:moveTo>
                    <a:pt x="0" y="0"/>
                  </a:moveTo>
                  <a:lnTo>
                    <a:pt x="17192" y="25340"/>
                  </a:lnTo>
                  <a:lnTo>
                    <a:pt x="34384" y="50425"/>
                  </a:lnTo>
                  <a:lnTo>
                    <a:pt x="51576" y="75234"/>
                  </a:lnTo>
                  <a:lnTo>
                    <a:pt x="68768" y="99752"/>
                  </a:lnTo>
                  <a:lnTo>
                    <a:pt x="85961" y="123960"/>
                  </a:lnTo>
                  <a:lnTo>
                    <a:pt x="103153" y="147845"/>
                  </a:lnTo>
                  <a:lnTo>
                    <a:pt x="120345" y="171391"/>
                  </a:lnTo>
                  <a:lnTo>
                    <a:pt x="137537" y="194584"/>
                  </a:lnTo>
                  <a:lnTo>
                    <a:pt x="154730" y="217414"/>
                  </a:lnTo>
                  <a:lnTo>
                    <a:pt x="171922" y="239867"/>
                  </a:lnTo>
                  <a:lnTo>
                    <a:pt x="189114" y="261934"/>
                  </a:lnTo>
                  <a:lnTo>
                    <a:pt x="206306" y="283605"/>
                  </a:lnTo>
                  <a:lnTo>
                    <a:pt x="223499" y="304872"/>
                  </a:lnTo>
                  <a:lnTo>
                    <a:pt x="240691" y="325727"/>
                  </a:lnTo>
                  <a:lnTo>
                    <a:pt x="257883" y="346165"/>
                  </a:lnTo>
                  <a:lnTo>
                    <a:pt x="275075" y="366180"/>
                  </a:lnTo>
                  <a:lnTo>
                    <a:pt x="292268" y="385767"/>
                  </a:lnTo>
                  <a:lnTo>
                    <a:pt x="309460" y="404924"/>
                  </a:lnTo>
                  <a:lnTo>
                    <a:pt x="326652" y="423647"/>
                  </a:lnTo>
                  <a:lnTo>
                    <a:pt x="343844" y="441935"/>
                  </a:lnTo>
                  <a:lnTo>
                    <a:pt x="361037" y="459788"/>
                  </a:lnTo>
                  <a:lnTo>
                    <a:pt x="378229" y="477204"/>
                  </a:lnTo>
                  <a:lnTo>
                    <a:pt x="395421" y="494186"/>
                  </a:lnTo>
                  <a:lnTo>
                    <a:pt x="412613" y="510733"/>
                  </a:lnTo>
                  <a:lnTo>
                    <a:pt x="429806" y="526849"/>
                  </a:lnTo>
                  <a:lnTo>
                    <a:pt x="446998" y="542537"/>
                  </a:lnTo>
                  <a:lnTo>
                    <a:pt x="464190" y="557799"/>
                  </a:lnTo>
                  <a:lnTo>
                    <a:pt x="481382" y="572639"/>
                  </a:lnTo>
                  <a:lnTo>
                    <a:pt x="498575" y="587063"/>
                  </a:lnTo>
                  <a:lnTo>
                    <a:pt x="515767" y="601075"/>
                  </a:lnTo>
                  <a:lnTo>
                    <a:pt x="532959" y="614680"/>
                  </a:lnTo>
                  <a:lnTo>
                    <a:pt x="550151" y="627884"/>
                  </a:lnTo>
                  <a:lnTo>
                    <a:pt x="567344" y="640694"/>
                  </a:lnTo>
                  <a:lnTo>
                    <a:pt x="584536" y="653115"/>
                  </a:lnTo>
                  <a:lnTo>
                    <a:pt x="601728" y="665155"/>
                  </a:lnTo>
                  <a:lnTo>
                    <a:pt x="618920" y="676821"/>
                  </a:lnTo>
                  <a:lnTo>
                    <a:pt x="636113" y="688119"/>
                  </a:lnTo>
                  <a:lnTo>
                    <a:pt x="653305" y="699058"/>
                  </a:lnTo>
                  <a:lnTo>
                    <a:pt x="670497" y="709644"/>
                  </a:lnTo>
                  <a:lnTo>
                    <a:pt x="687689" y="719886"/>
                  </a:lnTo>
                  <a:lnTo>
                    <a:pt x="704882" y="729791"/>
                  </a:lnTo>
                  <a:lnTo>
                    <a:pt x="722074" y="739368"/>
                  </a:lnTo>
                  <a:lnTo>
                    <a:pt x="739266" y="748623"/>
                  </a:lnTo>
                  <a:lnTo>
                    <a:pt x="756458" y="757566"/>
                  </a:lnTo>
                  <a:lnTo>
                    <a:pt x="773651" y="766204"/>
                  </a:lnTo>
                  <a:lnTo>
                    <a:pt x="790843" y="774545"/>
                  </a:lnTo>
                  <a:lnTo>
                    <a:pt x="808035" y="782597"/>
                  </a:lnTo>
                  <a:lnTo>
                    <a:pt x="825227" y="790368"/>
                  </a:lnTo>
                  <a:lnTo>
                    <a:pt x="842420" y="797866"/>
                  </a:lnTo>
                  <a:lnTo>
                    <a:pt x="859612" y="805098"/>
                  </a:lnTo>
                  <a:lnTo>
                    <a:pt x="876804" y="812073"/>
                  </a:lnTo>
                  <a:lnTo>
                    <a:pt x="893996" y="818798"/>
                  </a:lnTo>
                  <a:lnTo>
                    <a:pt x="911189" y="825280"/>
                  </a:lnTo>
                  <a:lnTo>
                    <a:pt x="928381" y="831527"/>
                  </a:lnTo>
                  <a:lnTo>
                    <a:pt x="945573" y="837546"/>
                  </a:lnTo>
                  <a:lnTo>
                    <a:pt x="962765" y="843345"/>
                  </a:lnTo>
                  <a:lnTo>
                    <a:pt x="979957" y="848929"/>
                  </a:lnTo>
                  <a:lnTo>
                    <a:pt x="997150" y="854307"/>
                  </a:lnTo>
                  <a:lnTo>
                    <a:pt x="1014342" y="859485"/>
                  </a:lnTo>
                  <a:lnTo>
                    <a:pt x="1031534" y="864469"/>
                  </a:lnTo>
                  <a:lnTo>
                    <a:pt x="1048726" y="869266"/>
                  </a:lnTo>
                  <a:lnTo>
                    <a:pt x="1065919" y="873882"/>
                  </a:lnTo>
                  <a:lnTo>
                    <a:pt x="1083111" y="878324"/>
                  </a:lnTo>
                  <a:lnTo>
                    <a:pt x="1100303" y="882596"/>
                  </a:lnTo>
                  <a:lnTo>
                    <a:pt x="1117495" y="886706"/>
                  </a:lnTo>
                  <a:lnTo>
                    <a:pt x="1134688" y="890659"/>
                  </a:lnTo>
                  <a:lnTo>
                    <a:pt x="1151880" y="894460"/>
                  </a:lnTo>
                  <a:lnTo>
                    <a:pt x="1169072" y="898114"/>
                  </a:lnTo>
                  <a:lnTo>
                    <a:pt x="1186264" y="901628"/>
                  </a:lnTo>
                  <a:lnTo>
                    <a:pt x="1203457" y="905005"/>
                  </a:lnTo>
                  <a:lnTo>
                    <a:pt x="1220649" y="908251"/>
                  </a:lnTo>
                  <a:lnTo>
                    <a:pt x="1237841" y="911371"/>
                  </a:lnTo>
                  <a:lnTo>
                    <a:pt x="1255033" y="914368"/>
                  </a:lnTo>
                  <a:lnTo>
                    <a:pt x="1272226" y="917249"/>
                  </a:lnTo>
                  <a:lnTo>
                    <a:pt x="1289418" y="920016"/>
                  </a:lnTo>
                  <a:lnTo>
                    <a:pt x="1306610" y="922675"/>
                  </a:lnTo>
                  <a:lnTo>
                    <a:pt x="1323802" y="925229"/>
                  </a:lnTo>
                  <a:lnTo>
                    <a:pt x="1340995" y="927682"/>
                  </a:lnTo>
                  <a:lnTo>
                    <a:pt x="1358187" y="93003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1632231" y="2194820"/>
              <a:ext cx="866531" cy="1593944"/>
            </a:xfrm>
            <a:custGeom>
              <a:avLst/>
              <a:gdLst/>
              <a:ahLst/>
              <a:cxnLst/>
              <a:rect l="0" t="0" r="0" b="0"/>
              <a:pathLst>
                <a:path w="866531" h="1593944">
                  <a:moveTo>
                    <a:pt x="0" y="0"/>
                  </a:moveTo>
                  <a:lnTo>
                    <a:pt x="10968" y="20196"/>
                  </a:lnTo>
                  <a:lnTo>
                    <a:pt x="21937" y="40759"/>
                  </a:lnTo>
                  <a:lnTo>
                    <a:pt x="32906" y="61683"/>
                  </a:lnTo>
                  <a:lnTo>
                    <a:pt x="43875" y="82959"/>
                  </a:lnTo>
                  <a:lnTo>
                    <a:pt x="54843" y="104580"/>
                  </a:lnTo>
                  <a:lnTo>
                    <a:pt x="65812" y="126534"/>
                  </a:lnTo>
                  <a:lnTo>
                    <a:pt x="76781" y="148813"/>
                  </a:lnTo>
                  <a:lnTo>
                    <a:pt x="87750" y="171404"/>
                  </a:lnTo>
                  <a:lnTo>
                    <a:pt x="98718" y="194295"/>
                  </a:lnTo>
                  <a:lnTo>
                    <a:pt x="109687" y="217475"/>
                  </a:lnTo>
                  <a:lnTo>
                    <a:pt x="120656" y="240928"/>
                  </a:lnTo>
                  <a:lnTo>
                    <a:pt x="131625" y="264640"/>
                  </a:lnTo>
                  <a:lnTo>
                    <a:pt x="142593" y="288596"/>
                  </a:lnTo>
                  <a:lnTo>
                    <a:pt x="153562" y="312781"/>
                  </a:lnTo>
                  <a:lnTo>
                    <a:pt x="164531" y="337177"/>
                  </a:lnTo>
                  <a:lnTo>
                    <a:pt x="175500" y="361767"/>
                  </a:lnTo>
                  <a:lnTo>
                    <a:pt x="186468" y="386534"/>
                  </a:lnTo>
                  <a:lnTo>
                    <a:pt x="197437" y="411459"/>
                  </a:lnTo>
                  <a:lnTo>
                    <a:pt x="208406" y="436523"/>
                  </a:lnTo>
                  <a:lnTo>
                    <a:pt x="219375" y="461706"/>
                  </a:lnTo>
                  <a:lnTo>
                    <a:pt x="230343" y="486990"/>
                  </a:lnTo>
                  <a:lnTo>
                    <a:pt x="241312" y="512353"/>
                  </a:lnTo>
                  <a:lnTo>
                    <a:pt x="252281" y="537776"/>
                  </a:lnTo>
                  <a:lnTo>
                    <a:pt x="263250" y="563239"/>
                  </a:lnTo>
                  <a:lnTo>
                    <a:pt x="274218" y="588720"/>
                  </a:lnTo>
                  <a:lnTo>
                    <a:pt x="285187" y="614198"/>
                  </a:lnTo>
                  <a:lnTo>
                    <a:pt x="296156" y="639654"/>
                  </a:lnTo>
                  <a:lnTo>
                    <a:pt x="307125" y="665067"/>
                  </a:lnTo>
                  <a:lnTo>
                    <a:pt x="318093" y="690415"/>
                  </a:lnTo>
                  <a:lnTo>
                    <a:pt x="329062" y="715680"/>
                  </a:lnTo>
                  <a:lnTo>
                    <a:pt x="340031" y="740840"/>
                  </a:lnTo>
                  <a:lnTo>
                    <a:pt x="351000" y="765876"/>
                  </a:lnTo>
                  <a:lnTo>
                    <a:pt x="361968" y="790770"/>
                  </a:lnTo>
                  <a:lnTo>
                    <a:pt x="372937" y="815502"/>
                  </a:lnTo>
                  <a:lnTo>
                    <a:pt x="383906" y="840053"/>
                  </a:lnTo>
                  <a:lnTo>
                    <a:pt x="394875" y="864407"/>
                  </a:lnTo>
                  <a:lnTo>
                    <a:pt x="405843" y="888546"/>
                  </a:lnTo>
                  <a:lnTo>
                    <a:pt x="416812" y="912453"/>
                  </a:lnTo>
                  <a:lnTo>
                    <a:pt x="427781" y="936113"/>
                  </a:lnTo>
                  <a:lnTo>
                    <a:pt x="438750" y="959510"/>
                  </a:lnTo>
                  <a:lnTo>
                    <a:pt x="449718" y="982631"/>
                  </a:lnTo>
                  <a:lnTo>
                    <a:pt x="460687" y="1005461"/>
                  </a:lnTo>
                  <a:lnTo>
                    <a:pt x="471656" y="1027988"/>
                  </a:lnTo>
                  <a:lnTo>
                    <a:pt x="482625" y="1050200"/>
                  </a:lnTo>
                  <a:lnTo>
                    <a:pt x="493593" y="1072087"/>
                  </a:lnTo>
                  <a:lnTo>
                    <a:pt x="504562" y="1093636"/>
                  </a:lnTo>
                  <a:lnTo>
                    <a:pt x="515531" y="1114840"/>
                  </a:lnTo>
                  <a:lnTo>
                    <a:pt x="526500" y="1135690"/>
                  </a:lnTo>
                  <a:lnTo>
                    <a:pt x="537468" y="1156178"/>
                  </a:lnTo>
                  <a:lnTo>
                    <a:pt x="548437" y="1176297"/>
                  </a:lnTo>
                  <a:lnTo>
                    <a:pt x="559406" y="1196042"/>
                  </a:lnTo>
                  <a:lnTo>
                    <a:pt x="570375" y="1215406"/>
                  </a:lnTo>
                  <a:lnTo>
                    <a:pt x="581343" y="1234385"/>
                  </a:lnTo>
                  <a:lnTo>
                    <a:pt x="592312" y="1252977"/>
                  </a:lnTo>
                  <a:lnTo>
                    <a:pt x="603281" y="1271178"/>
                  </a:lnTo>
                  <a:lnTo>
                    <a:pt x="614250" y="1288985"/>
                  </a:lnTo>
                  <a:lnTo>
                    <a:pt x="625218" y="1306399"/>
                  </a:lnTo>
                  <a:lnTo>
                    <a:pt x="636187" y="1323417"/>
                  </a:lnTo>
                  <a:lnTo>
                    <a:pt x="647156" y="1340040"/>
                  </a:lnTo>
                  <a:lnTo>
                    <a:pt x="658125" y="1356268"/>
                  </a:lnTo>
                  <a:lnTo>
                    <a:pt x="669093" y="1372103"/>
                  </a:lnTo>
                  <a:lnTo>
                    <a:pt x="680062" y="1387546"/>
                  </a:lnTo>
                  <a:lnTo>
                    <a:pt x="691031" y="1402600"/>
                  </a:lnTo>
                  <a:lnTo>
                    <a:pt x="702000" y="1417267"/>
                  </a:lnTo>
                  <a:lnTo>
                    <a:pt x="712968" y="1431551"/>
                  </a:lnTo>
                  <a:lnTo>
                    <a:pt x="723937" y="1445455"/>
                  </a:lnTo>
                  <a:lnTo>
                    <a:pt x="734906" y="1458984"/>
                  </a:lnTo>
                  <a:lnTo>
                    <a:pt x="745875" y="1472141"/>
                  </a:lnTo>
                  <a:lnTo>
                    <a:pt x="756843" y="1484932"/>
                  </a:lnTo>
                  <a:lnTo>
                    <a:pt x="767812" y="1497362"/>
                  </a:lnTo>
                  <a:lnTo>
                    <a:pt x="778781" y="1509436"/>
                  </a:lnTo>
                  <a:lnTo>
                    <a:pt x="789750" y="1521160"/>
                  </a:lnTo>
                  <a:lnTo>
                    <a:pt x="800718" y="1532540"/>
                  </a:lnTo>
                  <a:lnTo>
                    <a:pt x="811687" y="1543582"/>
                  </a:lnTo>
                  <a:lnTo>
                    <a:pt x="822656" y="1554292"/>
                  </a:lnTo>
                  <a:lnTo>
                    <a:pt x="833625" y="1564676"/>
                  </a:lnTo>
                  <a:lnTo>
                    <a:pt x="844593" y="1574742"/>
                  </a:lnTo>
                  <a:lnTo>
                    <a:pt x="855562" y="1584496"/>
                  </a:lnTo>
                  <a:lnTo>
                    <a:pt x="866531" y="1593944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9"/>
            <p:cNvSpPr/>
            <p:nvPr/>
          </p:nvSpPr>
          <p:spPr>
            <a:xfrm>
              <a:off x="1772112" y="2089613"/>
              <a:ext cx="531539" cy="1927825"/>
            </a:xfrm>
            <a:custGeom>
              <a:avLst/>
              <a:gdLst/>
              <a:ahLst/>
              <a:cxnLst/>
              <a:rect l="0" t="0" r="0" b="0"/>
              <a:pathLst>
                <a:path w="531539" h="1927825">
                  <a:moveTo>
                    <a:pt x="0" y="1927825"/>
                  </a:moveTo>
                  <a:lnTo>
                    <a:pt x="6728" y="1925742"/>
                  </a:lnTo>
                  <a:lnTo>
                    <a:pt x="13456" y="1923506"/>
                  </a:lnTo>
                  <a:lnTo>
                    <a:pt x="20185" y="1921108"/>
                  </a:lnTo>
                  <a:lnTo>
                    <a:pt x="26913" y="1918534"/>
                  </a:lnTo>
                  <a:lnTo>
                    <a:pt x="33641" y="1915773"/>
                  </a:lnTo>
                  <a:lnTo>
                    <a:pt x="40370" y="1912812"/>
                  </a:lnTo>
                  <a:lnTo>
                    <a:pt x="47098" y="1909636"/>
                  </a:lnTo>
                  <a:lnTo>
                    <a:pt x="53826" y="1906232"/>
                  </a:lnTo>
                  <a:lnTo>
                    <a:pt x="60555" y="1902582"/>
                  </a:lnTo>
                  <a:lnTo>
                    <a:pt x="67283" y="1898670"/>
                  </a:lnTo>
                  <a:lnTo>
                    <a:pt x="74011" y="1894479"/>
                  </a:lnTo>
                  <a:lnTo>
                    <a:pt x="80740" y="1889988"/>
                  </a:lnTo>
                  <a:lnTo>
                    <a:pt x="87468" y="1885179"/>
                  </a:lnTo>
                  <a:lnTo>
                    <a:pt x="94196" y="1880031"/>
                  </a:lnTo>
                  <a:lnTo>
                    <a:pt x="100925" y="1874519"/>
                  </a:lnTo>
                  <a:lnTo>
                    <a:pt x="107653" y="1868622"/>
                  </a:lnTo>
                  <a:lnTo>
                    <a:pt x="114381" y="1862314"/>
                  </a:lnTo>
                  <a:lnTo>
                    <a:pt x="121110" y="1855569"/>
                  </a:lnTo>
                  <a:lnTo>
                    <a:pt x="127838" y="1848359"/>
                  </a:lnTo>
                  <a:lnTo>
                    <a:pt x="134566" y="1840656"/>
                  </a:lnTo>
                  <a:lnTo>
                    <a:pt x="141295" y="1832429"/>
                  </a:lnTo>
                  <a:lnTo>
                    <a:pt x="148023" y="1823647"/>
                  </a:lnTo>
                  <a:lnTo>
                    <a:pt x="154751" y="1814277"/>
                  </a:lnTo>
                  <a:lnTo>
                    <a:pt x="161480" y="1804286"/>
                  </a:lnTo>
                  <a:lnTo>
                    <a:pt x="168208" y="1793638"/>
                  </a:lnTo>
                  <a:lnTo>
                    <a:pt x="174937" y="1782297"/>
                  </a:lnTo>
                  <a:lnTo>
                    <a:pt x="181665" y="1770225"/>
                  </a:lnTo>
                  <a:lnTo>
                    <a:pt x="188393" y="1757385"/>
                  </a:lnTo>
                  <a:lnTo>
                    <a:pt x="195122" y="1743737"/>
                  </a:lnTo>
                  <a:lnTo>
                    <a:pt x="201850" y="1729243"/>
                  </a:lnTo>
                  <a:lnTo>
                    <a:pt x="208578" y="1713862"/>
                  </a:lnTo>
                  <a:lnTo>
                    <a:pt x="215307" y="1697554"/>
                  </a:lnTo>
                  <a:lnTo>
                    <a:pt x="222035" y="1680280"/>
                  </a:lnTo>
                  <a:lnTo>
                    <a:pt x="228763" y="1662000"/>
                  </a:lnTo>
                  <a:lnTo>
                    <a:pt x="235492" y="1642676"/>
                  </a:lnTo>
                  <a:lnTo>
                    <a:pt x="242220" y="1622272"/>
                  </a:lnTo>
                  <a:lnTo>
                    <a:pt x="248948" y="1600752"/>
                  </a:lnTo>
                  <a:lnTo>
                    <a:pt x="255677" y="1578083"/>
                  </a:lnTo>
                  <a:lnTo>
                    <a:pt x="262405" y="1554234"/>
                  </a:lnTo>
                  <a:lnTo>
                    <a:pt x="269133" y="1529178"/>
                  </a:lnTo>
                  <a:lnTo>
                    <a:pt x="275862" y="1502892"/>
                  </a:lnTo>
                  <a:lnTo>
                    <a:pt x="282590" y="1475357"/>
                  </a:lnTo>
                  <a:lnTo>
                    <a:pt x="289318" y="1446559"/>
                  </a:lnTo>
                  <a:lnTo>
                    <a:pt x="296047" y="1416490"/>
                  </a:lnTo>
                  <a:lnTo>
                    <a:pt x="302775" y="1385147"/>
                  </a:lnTo>
                  <a:lnTo>
                    <a:pt x="309503" y="1352536"/>
                  </a:lnTo>
                  <a:lnTo>
                    <a:pt x="316232" y="1318667"/>
                  </a:lnTo>
                  <a:lnTo>
                    <a:pt x="322960" y="1283561"/>
                  </a:lnTo>
                  <a:lnTo>
                    <a:pt x="329688" y="1247245"/>
                  </a:lnTo>
                  <a:lnTo>
                    <a:pt x="336417" y="1209756"/>
                  </a:lnTo>
                  <a:lnTo>
                    <a:pt x="343145" y="1171139"/>
                  </a:lnTo>
                  <a:lnTo>
                    <a:pt x="349874" y="1131447"/>
                  </a:lnTo>
                  <a:lnTo>
                    <a:pt x="356602" y="1090744"/>
                  </a:lnTo>
                  <a:lnTo>
                    <a:pt x="363330" y="1049100"/>
                  </a:lnTo>
                  <a:lnTo>
                    <a:pt x="370059" y="1006594"/>
                  </a:lnTo>
                  <a:lnTo>
                    <a:pt x="376787" y="963316"/>
                  </a:lnTo>
                  <a:lnTo>
                    <a:pt x="383515" y="919359"/>
                  </a:lnTo>
                  <a:lnTo>
                    <a:pt x="390244" y="874824"/>
                  </a:lnTo>
                  <a:lnTo>
                    <a:pt x="396972" y="829820"/>
                  </a:lnTo>
                  <a:lnTo>
                    <a:pt x="403700" y="784458"/>
                  </a:lnTo>
                  <a:lnTo>
                    <a:pt x="410429" y="738853"/>
                  </a:lnTo>
                  <a:lnTo>
                    <a:pt x="417157" y="693125"/>
                  </a:lnTo>
                  <a:lnTo>
                    <a:pt x="423885" y="647391"/>
                  </a:lnTo>
                  <a:lnTo>
                    <a:pt x="430614" y="601772"/>
                  </a:lnTo>
                  <a:lnTo>
                    <a:pt x="437342" y="556386"/>
                  </a:lnTo>
                  <a:lnTo>
                    <a:pt x="444070" y="511349"/>
                  </a:lnTo>
                  <a:lnTo>
                    <a:pt x="450799" y="466773"/>
                  </a:lnTo>
                  <a:lnTo>
                    <a:pt x="457527" y="422766"/>
                  </a:lnTo>
                  <a:lnTo>
                    <a:pt x="464255" y="379429"/>
                  </a:lnTo>
                  <a:lnTo>
                    <a:pt x="470984" y="336858"/>
                  </a:lnTo>
                  <a:lnTo>
                    <a:pt x="477712" y="295142"/>
                  </a:lnTo>
                  <a:lnTo>
                    <a:pt x="484440" y="254360"/>
                  </a:lnTo>
                  <a:lnTo>
                    <a:pt x="491169" y="214584"/>
                  </a:lnTo>
                  <a:lnTo>
                    <a:pt x="497897" y="175879"/>
                  </a:lnTo>
                  <a:lnTo>
                    <a:pt x="504626" y="138297"/>
                  </a:lnTo>
                  <a:lnTo>
                    <a:pt x="511354" y="101886"/>
                  </a:lnTo>
                  <a:lnTo>
                    <a:pt x="518082" y="66682"/>
                  </a:lnTo>
                  <a:lnTo>
                    <a:pt x="524811" y="32713"/>
                  </a:lnTo>
                  <a:lnTo>
                    <a:pt x="53153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l220"/>
            <p:cNvSpPr/>
            <p:nvPr/>
          </p:nvSpPr>
          <p:spPr>
            <a:xfrm>
              <a:off x="1859046" y="2417036"/>
              <a:ext cx="736584" cy="1556968"/>
            </a:xfrm>
            <a:custGeom>
              <a:avLst/>
              <a:gdLst/>
              <a:ahLst/>
              <a:cxnLst/>
              <a:rect l="0" t="0" r="0" b="0"/>
              <a:pathLst>
                <a:path w="736584" h="1556968">
                  <a:moveTo>
                    <a:pt x="0" y="1556968"/>
                  </a:moveTo>
                  <a:lnTo>
                    <a:pt x="9323" y="1553245"/>
                  </a:lnTo>
                  <a:lnTo>
                    <a:pt x="18647" y="1549333"/>
                  </a:lnTo>
                  <a:lnTo>
                    <a:pt x="27971" y="1545225"/>
                  </a:lnTo>
                  <a:lnTo>
                    <a:pt x="37295" y="1540912"/>
                  </a:lnTo>
                  <a:lnTo>
                    <a:pt x="46619" y="1536384"/>
                  </a:lnTo>
                  <a:lnTo>
                    <a:pt x="55943" y="1531630"/>
                  </a:lnTo>
                  <a:lnTo>
                    <a:pt x="65266" y="1526642"/>
                  </a:lnTo>
                  <a:lnTo>
                    <a:pt x="74590" y="1521408"/>
                  </a:lnTo>
                  <a:lnTo>
                    <a:pt x="83914" y="1515918"/>
                  </a:lnTo>
                  <a:lnTo>
                    <a:pt x="93238" y="1510160"/>
                  </a:lnTo>
                  <a:lnTo>
                    <a:pt x="102562" y="1504123"/>
                  </a:lnTo>
                  <a:lnTo>
                    <a:pt x="111886" y="1497794"/>
                  </a:lnTo>
                  <a:lnTo>
                    <a:pt x="121210" y="1491162"/>
                  </a:lnTo>
                  <a:lnTo>
                    <a:pt x="130533" y="1484213"/>
                  </a:lnTo>
                  <a:lnTo>
                    <a:pt x="139857" y="1476935"/>
                  </a:lnTo>
                  <a:lnTo>
                    <a:pt x="149181" y="1469315"/>
                  </a:lnTo>
                  <a:lnTo>
                    <a:pt x="158505" y="1461338"/>
                  </a:lnTo>
                  <a:lnTo>
                    <a:pt x="167829" y="1452991"/>
                  </a:lnTo>
                  <a:lnTo>
                    <a:pt x="177153" y="1444260"/>
                  </a:lnTo>
                  <a:lnTo>
                    <a:pt x="186476" y="1435131"/>
                  </a:lnTo>
                  <a:lnTo>
                    <a:pt x="195800" y="1425588"/>
                  </a:lnTo>
                  <a:lnTo>
                    <a:pt x="205124" y="1415617"/>
                  </a:lnTo>
                  <a:lnTo>
                    <a:pt x="214448" y="1405202"/>
                  </a:lnTo>
                  <a:lnTo>
                    <a:pt x="223772" y="1394331"/>
                  </a:lnTo>
                  <a:lnTo>
                    <a:pt x="233096" y="1382986"/>
                  </a:lnTo>
                  <a:lnTo>
                    <a:pt x="242420" y="1371153"/>
                  </a:lnTo>
                  <a:lnTo>
                    <a:pt x="251743" y="1358817"/>
                  </a:lnTo>
                  <a:lnTo>
                    <a:pt x="261067" y="1345963"/>
                  </a:lnTo>
                  <a:lnTo>
                    <a:pt x="270391" y="1332577"/>
                  </a:lnTo>
                  <a:lnTo>
                    <a:pt x="279715" y="1318644"/>
                  </a:lnTo>
                  <a:lnTo>
                    <a:pt x="289039" y="1304150"/>
                  </a:lnTo>
                  <a:lnTo>
                    <a:pt x="298363" y="1289082"/>
                  </a:lnTo>
                  <a:lnTo>
                    <a:pt x="307686" y="1273427"/>
                  </a:lnTo>
                  <a:lnTo>
                    <a:pt x="317010" y="1257172"/>
                  </a:lnTo>
                  <a:lnTo>
                    <a:pt x="326334" y="1240306"/>
                  </a:lnTo>
                  <a:lnTo>
                    <a:pt x="335658" y="1222818"/>
                  </a:lnTo>
                  <a:lnTo>
                    <a:pt x="344982" y="1204698"/>
                  </a:lnTo>
                  <a:lnTo>
                    <a:pt x="354306" y="1185937"/>
                  </a:lnTo>
                  <a:lnTo>
                    <a:pt x="363630" y="1166528"/>
                  </a:lnTo>
                  <a:lnTo>
                    <a:pt x="372953" y="1146465"/>
                  </a:lnTo>
                  <a:lnTo>
                    <a:pt x="382277" y="1125742"/>
                  </a:lnTo>
                  <a:lnTo>
                    <a:pt x="391601" y="1104356"/>
                  </a:lnTo>
                  <a:lnTo>
                    <a:pt x="400925" y="1082305"/>
                  </a:lnTo>
                  <a:lnTo>
                    <a:pt x="410249" y="1059590"/>
                  </a:lnTo>
                  <a:lnTo>
                    <a:pt x="419573" y="1036213"/>
                  </a:lnTo>
                  <a:lnTo>
                    <a:pt x="428897" y="1012177"/>
                  </a:lnTo>
                  <a:lnTo>
                    <a:pt x="438220" y="987489"/>
                  </a:lnTo>
                  <a:lnTo>
                    <a:pt x="447544" y="962156"/>
                  </a:lnTo>
                  <a:lnTo>
                    <a:pt x="456868" y="936188"/>
                  </a:lnTo>
                  <a:lnTo>
                    <a:pt x="466192" y="909600"/>
                  </a:lnTo>
                  <a:lnTo>
                    <a:pt x="475516" y="882405"/>
                  </a:lnTo>
                  <a:lnTo>
                    <a:pt x="484840" y="854621"/>
                  </a:lnTo>
                  <a:lnTo>
                    <a:pt x="494163" y="826268"/>
                  </a:lnTo>
                  <a:lnTo>
                    <a:pt x="503487" y="797367"/>
                  </a:lnTo>
                  <a:lnTo>
                    <a:pt x="512811" y="767945"/>
                  </a:lnTo>
                  <a:lnTo>
                    <a:pt x="522135" y="738027"/>
                  </a:lnTo>
                  <a:lnTo>
                    <a:pt x="531459" y="707643"/>
                  </a:lnTo>
                  <a:lnTo>
                    <a:pt x="540783" y="676824"/>
                  </a:lnTo>
                  <a:lnTo>
                    <a:pt x="550107" y="645604"/>
                  </a:lnTo>
                  <a:lnTo>
                    <a:pt x="559430" y="614019"/>
                  </a:lnTo>
                  <a:lnTo>
                    <a:pt x="568754" y="582105"/>
                  </a:lnTo>
                  <a:lnTo>
                    <a:pt x="578078" y="549903"/>
                  </a:lnTo>
                  <a:lnTo>
                    <a:pt x="587402" y="517451"/>
                  </a:lnTo>
                  <a:lnTo>
                    <a:pt x="596726" y="484794"/>
                  </a:lnTo>
                  <a:lnTo>
                    <a:pt x="606050" y="451972"/>
                  </a:lnTo>
                  <a:lnTo>
                    <a:pt x="615373" y="419031"/>
                  </a:lnTo>
                  <a:lnTo>
                    <a:pt x="624697" y="386015"/>
                  </a:lnTo>
                  <a:lnTo>
                    <a:pt x="634021" y="352968"/>
                  </a:lnTo>
                  <a:lnTo>
                    <a:pt x="643345" y="319937"/>
                  </a:lnTo>
                  <a:lnTo>
                    <a:pt x="652669" y="286965"/>
                  </a:lnTo>
                  <a:lnTo>
                    <a:pt x="661993" y="254098"/>
                  </a:lnTo>
                  <a:lnTo>
                    <a:pt x="671317" y="221379"/>
                  </a:lnTo>
                  <a:lnTo>
                    <a:pt x="680640" y="188853"/>
                  </a:lnTo>
                  <a:lnTo>
                    <a:pt x="689964" y="156561"/>
                  </a:lnTo>
                  <a:lnTo>
                    <a:pt x="699288" y="124545"/>
                  </a:lnTo>
                  <a:lnTo>
                    <a:pt x="708612" y="92843"/>
                  </a:lnTo>
                  <a:lnTo>
                    <a:pt x="717936" y="61495"/>
                  </a:lnTo>
                  <a:lnTo>
                    <a:pt x="727260" y="30535"/>
                  </a:lnTo>
                  <a:lnTo>
                    <a:pt x="73658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429217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480224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531231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582238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602156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g235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tx236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l240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l242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l244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l246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l248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l250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l252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pt253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" name="pl254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" name="tx255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629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20416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34536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48655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9237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63357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7747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91595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5299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7973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7943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7010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736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71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32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32721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73016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642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4625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3108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3508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5297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5351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628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4532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284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52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7017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244263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91217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475968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229636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484218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2308671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32277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66046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322772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484212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30715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29482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75975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66040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244547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91274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32938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3278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47020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45038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47651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46701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4501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33077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46989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36614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250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689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4595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3473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2481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3626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45966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52761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52750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467394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47625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36731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3250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246703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69722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212317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440241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27467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20700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26973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4650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12349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429164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74723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46538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70019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46681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29283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40255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7201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472044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389453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99326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389470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410754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166208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407695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410737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146504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1462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407726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39934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166208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9059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440237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20127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443214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01603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443265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19007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89667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190593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77769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2777684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43199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72718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272862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449927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43203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44020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449946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48012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47833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46025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53631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8156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6168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4706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3276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4711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3426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2822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48725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30487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477558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42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064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48700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42934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293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26751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1806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645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44698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30674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720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4391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29677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43892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319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44715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9832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3176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2658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4500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45641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7073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661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45692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4498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l212"/>
            <p:cNvSpPr/>
            <p:nvPr/>
          </p:nvSpPr>
          <p:spPr>
            <a:xfrm>
              <a:off x="2706411" y="1516266"/>
              <a:ext cx="2457425" cy="0"/>
            </a:xfrm>
            <a:custGeom>
              <a:avLst/>
              <a:gdLst/>
              <a:ahLst/>
              <a:cxnLst/>
              <a:rect l="0" t="0" r="0" b="0"/>
              <a:pathLst>
                <a:path w="2457425">
                  <a:moveTo>
                    <a:pt x="0" y="0"/>
                  </a:moveTo>
                  <a:lnTo>
                    <a:pt x="31106" y="0"/>
                  </a:lnTo>
                  <a:lnTo>
                    <a:pt x="62213" y="0"/>
                  </a:lnTo>
                  <a:lnTo>
                    <a:pt x="93319" y="0"/>
                  </a:lnTo>
                  <a:lnTo>
                    <a:pt x="124426" y="0"/>
                  </a:lnTo>
                  <a:lnTo>
                    <a:pt x="155533" y="0"/>
                  </a:lnTo>
                  <a:lnTo>
                    <a:pt x="186639" y="0"/>
                  </a:lnTo>
                  <a:lnTo>
                    <a:pt x="217746" y="0"/>
                  </a:lnTo>
                  <a:lnTo>
                    <a:pt x="248853" y="0"/>
                  </a:lnTo>
                  <a:lnTo>
                    <a:pt x="279959" y="0"/>
                  </a:lnTo>
                  <a:lnTo>
                    <a:pt x="311066" y="0"/>
                  </a:lnTo>
                  <a:lnTo>
                    <a:pt x="342173" y="0"/>
                  </a:lnTo>
                  <a:lnTo>
                    <a:pt x="373279" y="0"/>
                  </a:lnTo>
                  <a:lnTo>
                    <a:pt x="404386" y="0"/>
                  </a:lnTo>
                  <a:lnTo>
                    <a:pt x="435493" y="0"/>
                  </a:lnTo>
                  <a:lnTo>
                    <a:pt x="466599" y="0"/>
                  </a:lnTo>
                  <a:lnTo>
                    <a:pt x="497706" y="0"/>
                  </a:lnTo>
                  <a:lnTo>
                    <a:pt x="528813" y="0"/>
                  </a:lnTo>
                  <a:lnTo>
                    <a:pt x="559919" y="0"/>
                  </a:lnTo>
                  <a:lnTo>
                    <a:pt x="591026" y="0"/>
                  </a:lnTo>
                  <a:lnTo>
                    <a:pt x="622133" y="0"/>
                  </a:lnTo>
                  <a:lnTo>
                    <a:pt x="653239" y="0"/>
                  </a:lnTo>
                  <a:lnTo>
                    <a:pt x="684346" y="0"/>
                  </a:lnTo>
                  <a:lnTo>
                    <a:pt x="715452" y="0"/>
                  </a:lnTo>
                  <a:lnTo>
                    <a:pt x="746559" y="0"/>
                  </a:lnTo>
                  <a:lnTo>
                    <a:pt x="777666" y="0"/>
                  </a:lnTo>
                  <a:lnTo>
                    <a:pt x="808772" y="0"/>
                  </a:lnTo>
                  <a:lnTo>
                    <a:pt x="839879" y="0"/>
                  </a:lnTo>
                  <a:lnTo>
                    <a:pt x="870986" y="0"/>
                  </a:lnTo>
                  <a:lnTo>
                    <a:pt x="902092" y="0"/>
                  </a:lnTo>
                  <a:lnTo>
                    <a:pt x="933199" y="0"/>
                  </a:lnTo>
                  <a:lnTo>
                    <a:pt x="964306" y="0"/>
                  </a:lnTo>
                  <a:lnTo>
                    <a:pt x="995412" y="0"/>
                  </a:lnTo>
                  <a:lnTo>
                    <a:pt x="1026519" y="0"/>
                  </a:lnTo>
                  <a:lnTo>
                    <a:pt x="1057626" y="0"/>
                  </a:lnTo>
                  <a:lnTo>
                    <a:pt x="1088732" y="0"/>
                  </a:lnTo>
                  <a:lnTo>
                    <a:pt x="1119839" y="0"/>
                  </a:lnTo>
                  <a:lnTo>
                    <a:pt x="1150946" y="0"/>
                  </a:lnTo>
                  <a:lnTo>
                    <a:pt x="1182052" y="0"/>
                  </a:lnTo>
                  <a:lnTo>
                    <a:pt x="1213159" y="0"/>
                  </a:lnTo>
                  <a:lnTo>
                    <a:pt x="1244266" y="0"/>
                  </a:lnTo>
                  <a:lnTo>
                    <a:pt x="1275372" y="0"/>
                  </a:lnTo>
                  <a:lnTo>
                    <a:pt x="1306479" y="0"/>
                  </a:lnTo>
                  <a:lnTo>
                    <a:pt x="1337585" y="0"/>
                  </a:lnTo>
                  <a:lnTo>
                    <a:pt x="1368692" y="0"/>
                  </a:lnTo>
                  <a:lnTo>
                    <a:pt x="1399799" y="0"/>
                  </a:lnTo>
                  <a:lnTo>
                    <a:pt x="1430905" y="0"/>
                  </a:lnTo>
                  <a:lnTo>
                    <a:pt x="1462012" y="0"/>
                  </a:lnTo>
                  <a:lnTo>
                    <a:pt x="1493119" y="0"/>
                  </a:lnTo>
                  <a:lnTo>
                    <a:pt x="1524225" y="0"/>
                  </a:lnTo>
                  <a:lnTo>
                    <a:pt x="1555332" y="0"/>
                  </a:lnTo>
                  <a:lnTo>
                    <a:pt x="1586439" y="0"/>
                  </a:lnTo>
                  <a:lnTo>
                    <a:pt x="1617545" y="0"/>
                  </a:lnTo>
                  <a:lnTo>
                    <a:pt x="1648652" y="0"/>
                  </a:lnTo>
                  <a:lnTo>
                    <a:pt x="1679759" y="0"/>
                  </a:lnTo>
                  <a:lnTo>
                    <a:pt x="1710865" y="0"/>
                  </a:lnTo>
                  <a:lnTo>
                    <a:pt x="1741972" y="0"/>
                  </a:lnTo>
                  <a:lnTo>
                    <a:pt x="1773079" y="0"/>
                  </a:lnTo>
                  <a:lnTo>
                    <a:pt x="1804185" y="0"/>
                  </a:lnTo>
                  <a:lnTo>
                    <a:pt x="1835292" y="0"/>
                  </a:lnTo>
                  <a:lnTo>
                    <a:pt x="1866399" y="0"/>
                  </a:lnTo>
                  <a:lnTo>
                    <a:pt x="1897505" y="0"/>
                  </a:lnTo>
                  <a:lnTo>
                    <a:pt x="1928612" y="0"/>
                  </a:lnTo>
                  <a:lnTo>
                    <a:pt x="1959718" y="0"/>
                  </a:lnTo>
                  <a:lnTo>
                    <a:pt x="1990825" y="0"/>
                  </a:lnTo>
                  <a:lnTo>
                    <a:pt x="2021932" y="0"/>
                  </a:lnTo>
                  <a:lnTo>
                    <a:pt x="2053038" y="0"/>
                  </a:lnTo>
                  <a:lnTo>
                    <a:pt x="2084145" y="0"/>
                  </a:lnTo>
                  <a:lnTo>
                    <a:pt x="2115252" y="0"/>
                  </a:lnTo>
                  <a:lnTo>
                    <a:pt x="2146358" y="0"/>
                  </a:lnTo>
                  <a:lnTo>
                    <a:pt x="2177465" y="0"/>
                  </a:lnTo>
                  <a:lnTo>
                    <a:pt x="2208572" y="0"/>
                  </a:lnTo>
                  <a:lnTo>
                    <a:pt x="2239678" y="0"/>
                  </a:lnTo>
                  <a:lnTo>
                    <a:pt x="2270785" y="0"/>
                  </a:lnTo>
                  <a:lnTo>
                    <a:pt x="2301892" y="0"/>
                  </a:lnTo>
                  <a:lnTo>
                    <a:pt x="2332998" y="0"/>
                  </a:lnTo>
                  <a:lnTo>
                    <a:pt x="2364105" y="0"/>
                  </a:lnTo>
                  <a:lnTo>
                    <a:pt x="2395212" y="0"/>
                  </a:lnTo>
                  <a:lnTo>
                    <a:pt x="2426318" y="0"/>
                  </a:lnTo>
                  <a:lnTo>
                    <a:pt x="24574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l213"/>
            <p:cNvSpPr/>
            <p:nvPr/>
          </p:nvSpPr>
          <p:spPr>
            <a:xfrm>
              <a:off x="3066777" y="1649405"/>
              <a:ext cx="2357225" cy="2146917"/>
            </a:xfrm>
            <a:custGeom>
              <a:avLst/>
              <a:gdLst/>
              <a:ahLst/>
              <a:cxnLst/>
              <a:rect l="0" t="0" r="0" b="0"/>
              <a:pathLst>
                <a:path w="2357225" h="2146917">
                  <a:moveTo>
                    <a:pt x="0" y="0"/>
                  </a:moveTo>
                  <a:lnTo>
                    <a:pt x="29838" y="8388"/>
                  </a:lnTo>
                  <a:lnTo>
                    <a:pt x="59676" y="17272"/>
                  </a:lnTo>
                  <a:lnTo>
                    <a:pt x="89514" y="26675"/>
                  </a:lnTo>
                  <a:lnTo>
                    <a:pt x="119353" y="36625"/>
                  </a:lnTo>
                  <a:lnTo>
                    <a:pt x="149191" y="47148"/>
                  </a:lnTo>
                  <a:lnTo>
                    <a:pt x="179029" y="58269"/>
                  </a:lnTo>
                  <a:lnTo>
                    <a:pt x="208868" y="70018"/>
                  </a:lnTo>
                  <a:lnTo>
                    <a:pt x="238706" y="82421"/>
                  </a:lnTo>
                  <a:lnTo>
                    <a:pt x="268544" y="95506"/>
                  </a:lnTo>
                  <a:lnTo>
                    <a:pt x="298382" y="109303"/>
                  </a:lnTo>
                  <a:lnTo>
                    <a:pt x="328221" y="123839"/>
                  </a:lnTo>
                  <a:lnTo>
                    <a:pt x="358059" y="139144"/>
                  </a:lnTo>
                  <a:lnTo>
                    <a:pt x="387897" y="155243"/>
                  </a:lnTo>
                  <a:lnTo>
                    <a:pt x="417736" y="172166"/>
                  </a:lnTo>
                  <a:lnTo>
                    <a:pt x="447574" y="189939"/>
                  </a:lnTo>
                  <a:lnTo>
                    <a:pt x="477412" y="208588"/>
                  </a:lnTo>
                  <a:lnTo>
                    <a:pt x="507250" y="228137"/>
                  </a:lnTo>
                  <a:lnTo>
                    <a:pt x="537089" y="248609"/>
                  </a:lnTo>
                  <a:lnTo>
                    <a:pt x="566927" y="270025"/>
                  </a:lnTo>
                  <a:lnTo>
                    <a:pt x="596765" y="292405"/>
                  </a:lnTo>
                  <a:lnTo>
                    <a:pt x="626604" y="315765"/>
                  </a:lnTo>
                  <a:lnTo>
                    <a:pt x="656442" y="340118"/>
                  </a:lnTo>
                  <a:lnTo>
                    <a:pt x="686280" y="365476"/>
                  </a:lnTo>
                  <a:lnTo>
                    <a:pt x="716119" y="391846"/>
                  </a:lnTo>
                  <a:lnTo>
                    <a:pt x="745957" y="419231"/>
                  </a:lnTo>
                  <a:lnTo>
                    <a:pt x="775795" y="447631"/>
                  </a:lnTo>
                  <a:lnTo>
                    <a:pt x="805633" y="477040"/>
                  </a:lnTo>
                  <a:lnTo>
                    <a:pt x="835472" y="507448"/>
                  </a:lnTo>
                  <a:lnTo>
                    <a:pt x="865310" y="538842"/>
                  </a:lnTo>
                  <a:lnTo>
                    <a:pt x="895148" y="571200"/>
                  </a:lnTo>
                  <a:lnTo>
                    <a:pt x="924987" y="604498"/>
                  </a:lnTo>
                  <a:lnTo>
                    <a:pt x="954825" y="638704"/>
                  </a:lnTo>
                  <a:lnTo>
                    <a:pt x="984663" y="673781"/>
                  </a:lnTo>
                  <a:lnTo>
                    <a:pt x="1014501" y="709689"/>
                  </a:lnTo>
                  <a:lnTo>
                    <a:pt x="1044340" y="746378"/>
                  </a:lnTo>
                  <a:lnTo>
                    <a:pt x="1074178" y="783796"/>
                  </a:lnTo>
                  <a:lnTo>
                    <a:pt x="1104016" y="821885"/>
                  </a:lnTo>
                  <a:lnTo>
                    <a:pt x="1133855" y="860580"/>
                  </a:lnTo>
                  <a:lnTo>
                    <a:pt x="1163693" y="899815"/>
                  </a:lnTo>
                  <a:lnTo>
                    <a:pt x="1193531" y="939516"/>
                  </a:lnTo>
                  <a:lnTo>
                    <a:pt x="1223370" y="979609"/>
                  </a:lnTo>
                  <a:lnTo>
                    <a:pt x="1253208" y="1020014"/>
                  </a:lnTo>
                  <a:lnTo>
                    <a:pt x="1283046" y="1060649"/>
                  </a:lnTo>
                  <a:lnTo>
                    <a:pt x="1312884" y="1101432"/>
                  </a:lnTo>
                  <a:lnTo>
                    <a:pt x="1342723" y="1142278"/>
                  </a:lnTo>
                  <a:lnTo>
                    <a:pt x="1372561" y="1183101"/>
                  </a:lnTo>
                  <a:lnTo>
                    <a:pt x="1402399" y="1223816"/>
                  </a:lnTo>
                  <a:lnTo>
                    <a:pt x="1432238" y="1264340"/>
                  </a:lnTo>
                  <a:lnTo>
                    <a:pt x="1462076" y="1304590"/>
                  </a:lnTo>
                  <a:lnTo>
                    <a:pt x="1491914" y="1344486"/>
                  </a:lnTo>
                  <a:lnTo>
                    <a:pt x="1521752" y="1383950"/>
                  </a:lnTo>
                  <a:lnTo>
                    <a:pt x="1551591" y="1422909"/>
                  </a:lnTo>
                  <a:lnTo>
                    <a:pt x="1581429" y="1461292"/>
                  </a:lnTo>
                  <a:lnTo>
                    <a:pt x="1611267" y="1499034"/>
                  </a:lnTo>
                  <a:lnTo>
                    <a:pt x="1641106" y="1536075"/>
                  </a:lnTo>
                  <a:lnTo>
                    <a:pt x="1670944" y="1572357"/>
                  </a:lnTo>
                  <a:lnTo>
                    <a:pt x="1700782" y="1607832"/>
                  </a:lnTo>
                  <a:lnTo>
                    <a:pt x="1730621" y="1642455"/>
                  </a:lnTo>
                  <a:lnTo>
                    <a:pt x="1760459" y="1676185"/>
                  </a:lnTo>
                  <a:lnTo>
                    <a:pt x="1790297" y="1708990"/>
                  </a:lnTo>
                  <a:lnTo>
                    <a:pt x="1820135" y="1740842"/>
                  </a:lnTo>
                  <a:lnTo>
                    <a:pt x="1849974" y="1771718"/>
                  </a:lnTo>
                  <a:lnTo>
                    <a:pt x="1879812" y="1801600"/>
                  </a:lnTo>
                  <a:lnTo>
                    <a:pt x="1909650" y="1830477"/>
                  </a:lnTo>
                  <a:lnTo>
                    <a:pt x="1939489" y="1858342"/>
                  </a:lnTo>
                  <a:lnTo>
                    <a:pt x="1969327" y="1885191"/>
                  </a:lnTo>
                  <a:lnTo>
                    <a:pt x="1999165" y="1911026"/>
                  </a:lnTo>
                  <a:lnTo>
                    <a:pt x="2029003" y="1935852"/>
                  </a:lnTo>
                  <a:lnTo>
                    <a:pt x="2058842" y="1959679"/>
                  </a:lnTo>
                  <a:lnTo>
                    <a:pt x="2088680" y="1982520"/>
                  </a:lnTo>
                  <a:lnTo>
                    <a:pt x="2118518" y="2004388"/>
                  </a:lnTo>
                  <a:lnTo>
                    <a:pt x="2148357" y="2025304"/>
                  </a:lnTo>
                  <a:lnTo>
                    <a:pt x="2178195" y="2045285"/>
                  </a:lnTo>
                  <a:lnTo>
                    <a:pt x="2208033" y="2064356"/>
                  </a:lnTo>
                  <a:lnTo>
                    <a:pt x="2237872" y="2082539"/>
                  </a:lnTo>
                  <a:lnTo>
                    <a:pt x="2267710" y="2099860"/>
                  </a:lnTo>
                  <a:lnTo>
                    <a:pt x="2297548" y="2116345"/>
                  </a:lnTo>
                  <a:lnTo>
                    <a:pt x="2327386" y="2132022"/>
                  </a:lnTo>
                  <a:lnTo>
                    <a:pt x="2357225" y="214691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3308923" y="1797479"/>
              <a:ext cx="2028048" cy="715032"/>
            </a:xfrm>
            <a:custGeom>
              <a:avLst/>
              <a:gdLst/>
              <a:ahLst/>
              <a:cxnLst/>
              <a:rect l="0" t="0" r="0" b="0"/>
              <a:pathLst>
                <a:path w="2028048" h="715032">
                  <a:moveTo>
                    <a:pt x="0" y="0"/>
                  </a:moveTo>
                  <a:lnTo>
                    <a:pt x="25671" y="5255"/>
                  </a:lnTo>
                  <a:lnTo>
                    <a:pt x="51343" y="10596"/>
                  </a:lnTo>
                  <a:lnTo>
                    <a:pt x="77014" y="16024"/>
                  </a:lnTo>
                  <a:lnTo>
                    <a:pt x="102686" y="21538"/>
                  </a:lnTo>
                  <a:lnTo>
                    <a:pt x="128357" y="27141"/>
                  </a:lnTo>
                  <a:lnTo>
                    <a:pt x="154029" y="32833"/>
                  </a:lnTo>
                  <a:lnTo>
                    <a:pt x="179700" y="38615"/>
                  </a:lnTo>
                  <a:lnTo>
                    <a:pt x="205372" y="44488"/>
                  </a:lnTo>
                  <a:lnTo>
                    <a:pt x="231043" y="50452"/>
                  </a:lnTo>
                  <a:lnTo>
                    <a:pt x="256715" y="56509"/>
                  </a:lnTo>
                  <a:lnTo>
                    <a:pt x="282386" y="62659"/>
                  </a:lnTo>
                  <a:lnTo>
                    <a:pt x="308058" y="68903"/>
                  </a:lnTo>
                  <a:lnTo>
                    <a:pt x="333729" y="75242"/>
                  </a:lnTo>
                  <a:lnTo>
                    <a:pt x="359401" y="81677"/>
                  </a:lnTo>
                  <a:lnTo>
                    <a:pt x="385072" y="88208"/>
                  </a:lnTo>
                  <a:lnTo>
                    <a:pt x="410744" y="94837"/>
                  </a:lnTo>
                  <a:lnTo>
                    <a:pt x="436415" y="101563"/>
                  </a:lnTo>
                  <a:lnTo>
                    <a:pt x="462087" y="108388"/>
                  </a:lnTo>
                  <a:lnTo>
                    <a:pt x="487758" y="115312"/>
                  </a:lnTo>
                  <a:lnTo>
                    <a:pt x="513430" y="122335"/>
                  </a:lnTo>
                  <a:lnTo>
                    <a:pt x="539101" y="129460"/>
                  </a:lnTo>
                  <a:lnTo>
                    <a:pt x="564773" y="136685"/>
                  </a:lnTo>
                  <a:lnTo>
                    <a:pt x="590444" y="144012"/>
                  </a:lnTo>
                  <a:lnTo>
                    <a:pt x="616116" y="151441"/>
                  </a:lnTo>
                  <a:lnTo>
                    <a:pt x="641787" y="158973"/>
                  </a:lnTo>
                  <a:lnTo>
                    <a:pt x="667459" y="166607"/>
                  </a:lnTo>
                  <a:lnTo>
                    <a:pt x="693130" y="174346"/>
                  </a:lnTo>
                  <a:lnTo>
                    <a:pt x="718802" y="182188"/>
                  </a:lnTo>
                  <a:lnTo>
                    <a:pt x="744473" y="190135"/>
                  </a:lnTo>
                  <a:lnTo>
                    <a:pt x="770145" y="198186"/>
                  </a:lnTo>
                  <a:lnTo>
                    <a:pt x="795816" y="206342"/>
                  </a:lnTo>
                  <a:lnTo>
                    <a:pt x="821488" y="214603"/>
                  </a:lnTo>
                  <a:lnTo>
                    <a:pt x="847159" y="222970"/>
                  </a:lnTo>
                  <a:lnTo>
                    <a:pt x="872831" y="231442"/>
                  </a:lnTo>
                  <a:lnTo>
                    <a:pt x="898502" y="240021"/>
                  </a:lnTo>
                  <a:lnTo>
                    <a:pt x="924174" y="248705"/>
                  </a:lnTo>
                  <a:lnTo>
                    <a:pt x="949845" y="257494"/>
                  </a:lnTo>
                  <a:lnTo>
                    <a:pt x="975517" y="266390"/>
                  </a:lnTo>
                  <a:lnTo>
                    <a:pt x="1001188" y="275391"/>
                  </a:lnTo>
                  <a:lnTo>
                    <a:pt x="1026860" y="284499"/>
                  </a:lnTo>
                  <a:lnTo>
                    <a:pt x="1052531" y="293711"/>
                  </a:lnTo>
                  <a:lnTo>
                    <a:pt x="1078203" y="303030"/>
                  </a:lnTo>
                  <a:lnTo>
                    <a:pt x="1103874" y="312453"/>
                  </a:lnTo>
                  <a:lnTo>
                    <a:pt x="1129546" y="321981"/>
                  </a:lnTo>
                  <a:lnTo>
                    <a:pt x="1155217" y="331614"/>
                  </a:lnTo>
                  <a:lnTo>
                    <a:pt x="1180889" y="341351"/>
                  </a:lnTo>
                  <a:lnTo>
                    <a:pt x="1206560" y="351191"/>
                  </a:lnTo>
                  <a:lnTo>
                    <a:pt x="1232232" y="361135"/>
                  </a:lnTo>
                  <a:lnTo>
                    <a:pt x="1257903" y="371181"/>
                  </a:lnTo>
                  <a:lnTo>
                    <a:pt x="1283575" y="381329"/>
                  </a:lnTo>
                  <a:lnTo>
                    <a:pt x="1309246" y="391578"/>
                  </a:lnTo>
                  <a:lnTo>
                    <a:pt x="1334918" y="401928"/>
                  </a:lnTo>
                  <a:lnTo>
                    <a:pt x="1360589" y="412378"/>
                  </a:lnTo>
                  <a:lnTo>
                    <a:pt x="1386261" y="422926"/>
                  </a:lnTo>
                  <a:lnTo>
                    <a:pt x="1411932" y="433573"/>
                  </a:lnTo>
                  <a:lnTo>
                    <a:pt x="1437604" y="444316"/>
                  </a:lnTo>
                  <a:lnTo>
                    <a:pt x="1463275" y="455156"/>
                  </a:lnTo>
                  <a:lnTo>
                    <a:pt x="1488947" y="466090"/>
                  </a:lnTo>
                  <a:lnTo>
                    <a:pt x="1514618" y="477118"/>
                  </a:lnTo>
                  <a:lnTo>
                    <a:pt x="1540290" y="488238"/>
                  </a:lnTo>
                  <a:lnTo>
                    <a:pt x="1565961" y="499450"/>
                  </a:lnTo>
                  <a:lnTo>
                    <a:pt x="1591633" y="510751"/>
                  </a:lnTo>
                  <a:lnTo>
                    <a:pt x="1617304" y="522141"/>
                  </a:lnTo>
                  <a:lnTo>
                    <a:pt x="1642976" y="533618"/>
                  </a:lnTo>
                  <a:lnTo>
                    <a:pt x="1668647" y="545180"/>
                  </a:lnTo>
                  <a:lnTo>
                    <a:pt x="1694319" y="556827"/>
                  </a:lnTo>
                  <a:lnTo>
                    <a:pt x="1719990" y="568555"/>
                  </a:lnTo>
                  <a:lnTo>
                    <a:pt x="1745662" y="580364"/>
                  </a:lnTo>
                  <a:lnTo>
                    <a:pt x="1771333" y="592252"/>
                  </a:lnTo>
                  <a:lnTo>
                    <a:pt x="1797005" y="604216"/>
                  </a:lnTo>
                  <a:lnTo>
                    <a:pt x="1822676" y="616256"/>
                  </a:lnTo>
                  <a:lnTo>
                    <a:pt x="1848348" y="628369"/>
                  </a:lnTo>
                  <a:lnTo>
                    <a:pt x="1874019" y="640553"/>
                  </a:lnTo>
                  <a:lnTo>
                    <a:pt x="1899691" y="652806"/>
                  </a:lnTo>
                  <a:lnTo>
                    <a:pt x="1925362" y="665126"/>
                  </a:lnTo>
                  <a:lnTo>
                    <a:pt x="1951034" y="677511"/>
                  </a:lnTo>
                  <a:lnTo>
                    <a:pt x="1976705" y="689958"/>
                  </a:lnTo>
                  <a:lnTo>
                    <a:pt x="2002377" y="702466"/>
                  </a:lnTo>
                  <a:lnTo>
                    <a:pt x="2028048" y="71503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3332956" y="1607863"/>
              <a:ext cx="2027810" cy="1395424"/>
            </a:xfrm>
            <a:custGeom>
              <a:avLst/>
              <a:gdLst/>
              <a:ahLst/>
              <a:cxnLst/>
              <a:rect l="0" t="0" r="0" b="0"/>
              <a:pathLst>
                <a:path w="2027810" h="1395424">
                  <a:moveTo>
                    <a:pt x="0" y="0"/>
                  </a:moveTo>
                  <a:lnTo>
                    <a:pt x="25668" y="4151"/>
                  </a:lnTo>
                  <a:lnTo>
                    <a:pt x="51336" y="8484"/>
                  </a:lnTo>
                  <a:lnTo>
                    <a:pt x="77005" y="13004"/>
                  </a:lnTo>
                  <a:lnTo>
                    <a:pt x="102673" y="17719"/>
                  </a:lnTo>
                  <a:lnTo>
                    <a:pt x="128342" y="22636"/>
                  </a:lnTo>
                  <a:lnTo>
                    <a:pt x="154010" y="27764"/>
                  </a:lnTo>
                  <a:lnTo>
                    <a:pt x="179679" y="33110"/>
                  </a:lnTo>
                  <a:lnTo>
                    <a:pt x="205347" y="38683"/>
                  </a:lnTo>
                  <a:lnTo>
                    <a:pt x="231016" y="44490"/>
                  </a:lnTo>
                  <a:lnTo>
                    <a:pt x="256684" y="50541"/>
                  </a:lnTo>
                  <a:lnTo>
                    <a:pt x="282353" y="56844"/>
                  </a:lnTo>
                  <a:lnTo>
                    <a:pt x="308021" y="63409"/>
                  </a:lnTo>
                  <a:lnTo>
                    <a:pt x="333690" y="70244"/>
                  </a:lnTo>
                  <a:lnTo>
                    <a:pt x="359358" y="77360"/>
                  </a:lnTo>
                  <a:lnTo>
                    <a:pt x="385027" y="84765"/>
                  </a:lnTo>
                  <a:lnTo>
                    <a:pt x="410695" y="92469"/>
                  </a:lnTo>
                  <a:lnTo>
                    <a:pt x="436364" y="100482"/>
                  </a:lnTo>
                  <a:lnTo>
                    <a:pt x="462032" y="108814"/>
                  </a:lnTo>
                  <a:lnTo>
                    <a:pt x="487701" y="117475"/>
                  </a:lnTo>
                  <a:lnTo>
                    <a:pt x="513369" y="126476"/>
                  </a:lnTo>
                  <a:lnTo>
                    <a:pt x="539038" y="135826"/>
                  </a:lnTo>
                  <a:lnTo>
                    <a:pt x="564706" y="145535"/>
                  </a:lnTo>
                  <a:lnTo>
                    <a:pt x="590375" y="155615"/>
                  </a:lnTo>
                  <a:lnTo>
                    <a:pt x="616043" y="166075"/>
                  </a:lnTo>
                  <a:lnTo>
                    <a:pt x="641712" y="176926"/>
                  </a:lnTo>
                  <a:lnTo>
                    <a:pt x="667380" y="188177"/>
                  </a:lnTo>
                  <a:lnTo>
                    <a:pt x="693049" y="199839"/>
                  </a:lnTo>
                  <a:lnTo>
                    <a:pt x="718717" y="211921"/>
                  </a:lnTo>
                  <a:lnTo>
                    <a:pt x="744386" y="224433"/>
                  </a:lnTo>
                  <a:lnTo>
                    <a:pt x="770054" y="237386"/>
                  </a:lnTo>
                  <a:lnTo>
                    <a:pt x="795723" y="250786"/>
                  </a:lnTo>
                  <a:lnTo>
                    <a:pt x="821391" y="264645"/>
                  </a:lnTo>
                  <a:lnTo>
                    <a:pt x="847060" y="278969"/>
                  </a:lnTo>
                  <a:lnTo>
                    <a:pt x="872728" y="293767"/>
                  </a:lnTo>
                  <a:lnTo>
                    <a:pt x="898397" y="309046"/>
                  </a:lnTo>
                  <a:lnTo>
                    <a:pt x="924065" y="324814"/>
                  </a:lnTo>
                  <a:lnTo>
                    <a:pt x="949733" y="341075"/>
                  </a:lnTo>
                  <a:lnTo>
                    <a:pt x="975402" y="357837"/>
                  </a:lnTo>
                  <a:lnTo>
                    <a:pt x="1001070" y="375104"/>
                  </a:lnTo>
                  <a:lnTo>
                    <a:pt x="1026739" y="392879"/>
                  </a:lnTo>
                  <a:lnTo>
                    <a:pt x="1052407" y="411166"/>
                  </a:lnTo>
                  <a:lnTo>
                    <a:pt x="1078076" y="429968"/>
                  </a:lnTo>
                  <a:lnTo>
                    <a:pt x="1103744" y="449285"/>
                  </a:lnTo>
                  <a:lnTo>
                    <a:pt x="1129413" y="469118"/>
                  </a:lnTo>
                  <a:lnTo>
                    <a:pt x="1155081" y="489465"/>
                  </a:lnTo>
                  <a:lnTo>
                    <a:pt x="1180750" y="510325"/>
                  </a:lnTo>
                  <a:lnTo>
                    <a:pt x="1206418" y="531695"/>
                  </a:lnTo>
                  <a:lnTo>
                    <a:pt x="1232087" y="553568"/>
                  </a:lnTo>
                  <a:lnTo>
                    <a:pt x="1257755" y="575941"/>
                  </a:lnTo>
                  <a:lnTo>
                    <a:pt x="1283424" y="598806"/>
                  </a:lnTo>
                  <a:lnTo>
                    <a:pt x="1309092" y="622153"/>
                  </a:lnTo>
                  <a:lnTo>
                    <a:pt x="1334761" y="645973"/>
                  </a:lnTo>
                  <a:lnTo>
                    <a:pt x="1360429" y="670254"/>
                  </a:lnTo>
                  <a:lnTo>
                    <a:pt x="1386098" y="694984"/>
                  </a:lnTo>
                  <a:lnTo>
                    <a:pt x="1411766" y="720148"/>
                  </a:lnTo>
                  <a:lnTo>
                    <a:pt x="1437435" y="745730"/>
                  </a:lnTo>
                  <a:lnTo>
                    <a:pt x="1463103" y="771713"/>
                  </a:lnTo>
                  <a:lnTo>
                    <a:pt x="1488772" y="798078"/>
                  </a:lnTo>
                  <a:lnTo>
                    <a:pt x="1514440" y="824806"/>
                  </a:lnTo>
                  <a:lnTo>
                    <a:pt x="1540109" y="851875"/>
                  </a:lnTo>
                  <a:lnTo>
                    <a:pt x="1565777" y="879262"/>
                  </a:lnTo>
                  <a:lnTo>
                    <a:pt x="1591446" y="906943"/>
                  </a:lnTo>
                  <a:lnTo>
                    <a:pt x="1617114" y="934893"/>
                  </a:lnTo>
                  <a:lnTo>
                    <a:pt x="1642783" y="963087"/>
                  </a:lnTo>
                  <a:lnTo>
                    <a:pt x="1668451" y="991498"/>
                  </a:lnTo>
                  <a:lnTo>
                    <a:pt x="1694120" y="1020096"/>
                  </a:lnTo>
                  <a:lnTo>
                    <a:pt x="1719788" y="1048854"/>
                  </a:lnTo>
                  <a:lnTo>
                    <a:pt x="1745457" y="1077743"/>
                  </a:lnTo>
                  <a:lnTo>
                    <a:pt x="1771125" y="1106731"/>
                  </a:lnTo>
                  <a:lnTo>
                    <a:pt x="1796794" y="1135790"/>
                  </a:lnTo>
                  <a:lnTo>
                    <a:pt x="1822462" y="1164889"/>
                  </a:lnTo>
                  <a:lnTo>
                    <a:pt x="1848131" y="1193995"/>
                  </a:lnTo>
                  <a:lnTo>
                    <a:pt x="1873799" y="1223080"/>
                  </a:lnTo>
                  <a:lnTo>
                    <a:pt x="1899467" y="1252112"/>
                  </a:lnTo>
                  <a:lnTo>
                    <a:pt x="1925136" y="1281060"/>
                  </a:lnTo>
                  <a:lnTo>
                    <a:pt x="1950804" y="1309895"/>
                  </a:lnTo>
                  <a:lnTo>
                    <a:pt x="1976473" y="1338586"/>
                  </a:lnTo>
                  <a:lnTo>
                    <a:pt x="2002141" y="1367106"/>
                  </a:lnTo>
                  <a:lnTo>
                    <a:pt x="2027810" y="1395424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941827" y="3162564"/>
              <a:ext cx="3139015" cy="797933"/>
            </a:xfrm>
            <a:custGeom>
              <a:avLst/>
              <a:gdLst/>
              <a:ahLst/>
              <a:cxnLst/>
              <a:rect l="0" t="0" r="0" b="0"/>
              <a:pathLst>
                <a:path w="3139015" h="797933">
                  <a:moveTo>
                    <a:pt x="0" y="0"/>
                  </a:moveTo>
                  <a:lnTo>
                    <a:pt x="39734" y="19794"/>
                  </a:lnTo>
                  <a:lnTo>
                    <a:pt x="79468" y="39373"/>
                  </a:lnTo>
                  <a:lnTo>
                    <a:pt x="119203" y="58727"/>
                  </a:lnTo>
                  <a:lnTo>
                    <a:pt x="158937" y="77849"/>
                  </a:lnTo>
                  <a:lnTo>
                    <a:pt x="198671" y="96732"/>
                  </a:lnTo>
                  <a:lnTo>
                    <a:pt x="238406" y="115369"/>
                  </a:lnTo>
                  <a:lnTo>
                    <a:pt x="278140" y="133754"/>
                  </a:lnTo>
                  <a:lnTo>
                    <a:pt x="317874" y="151882"/>
                  </a:lnTo>
                  <a:lnTo>
                    <a:pt x="357609" y="169747"/>
                  </a:lnTo>
                  <a:lnTo>
                    <a:pt x="397343" y="187344"/>
                  </a:lnTo>
                  <a:lnTo>
                    <a:pt x="437078" y="204670"/>
                  </a:lnTo>
                  <a:lnTo>
                    <a:pt x="476812" y="221719"/>
                  </a:lnTo>
                  <a:lnTo>
                    <a:pt x="516546" y="238489"/>
                  </a:lnTo>
                  <a:lnTo>
                    <a:pt x="556281" y="254977"/>
                  </a:lnTo>
                  <a:lnTo>
                    <a:pt x="596015" y="271179"/>
                  </a:lnTo>
                  <a:lnTo>
                    <a:pt x="635749" y="287095"/>
                  </a:lnTo>
                  <a:lnTo>
                    <a:pt x="675484" y="302722"/>
                  </a:lnTo>
                  <a:lnTo>
                    <a:pt x="715218" y="318059"/>
                  </a:lnTo>
                  <a:lnTo>
                    <a:pt x="754953" y="333105"/>
                  </a:lnTo>
                  <a:lnTo>
                    <a:pt x="794687" y="347859"/>
                  </a:lnTo>
                  <a:lnTo>
                    <a:pt x="834421" y="362322"/>
                  </a:lnTo>
                  <a:lnTo>
                    <a:pt x="874156" y="376493"/>
                  </a:lnTo>
                  <a:lnTo>
                    <a:pt x="913890" y="390373"/>
                  </a:lnTo>
                  <a:lnTo>
                    <a:pt x="953624" y="403962"/>
                  </a:lnTo>
                  <a:lnTo>
                    <a:pt x="993359" y="417263"/>
                  </a:lnTo>
                  <a:lnTo>
                    <a:pt x="1033093" y="430275"/>
                  </a:lnTo>
                  <a:lnTo>
                    <a:pt x="1072828" y="443002"/>
                  </a:lnTo>
                  <a:lnTo>
                    <a:pt x="1112562" y="455444"/>
                  </a:lnTo>
                  <a:lnTo>
                    <a:pt x="1152296" y="467605"/>
                  </a:lnTo>
                  <a:lnTo>
                    <a:pt x="1192031" y="479486"/>
                  </a:lnTo>
                  <a:lnTo>
                    <a:pt x="1231765" y="491090"/>
                  </a:lnTo>
                  <a:lnTo>
                    <a:pt x="1271499" y="502420"/>
                  </a:lnTo>
                  <a:lnTo>
                    <a:pt x="1311234" y="513479"/>
                  </a:lnTo>
                  <a:lnTo>
                    <a:pt x="1350968" y="524271"/>
                  </a:lnTo>
                  <a:lnTo>
                    <a:pt x="1390703" y="534798"/>
                  </a:lnTo>
                  <a:lnTo>
                    <a:pt x="1430437" y="545064"/>
                  </a:lnTo>
                  <a:lnTo>
                    <a:pt x="1470171" y="555073"/>
                  </a:lnTo>
                  <a:lnTo>
                    <a:pt x="1509906" y="564829"/>
                  </a:lnTo>
                  <a:lnTo>
                    <a:pt x="1549640" y="574335"/>
                  </a:lnTo>
                  <a:lnTo>
                    <a:pt x="1589374" y="583595"/>
                  </a:lnTo>
                  <a:lnTo>
                    <a:pt x="1629109" y="592614"/>
                  </a:lnTo>
                  <a:lnTo>
                    <a:pt x="1668843" y="601396"/>
                  </a:lnTo>
                  <a:lnTo>
                    <a:pt x="1708578" y="609944"/>
                  </a:lnTo>
                  <a:lnTo>
                    <a:pt x="1748312" y="618264"/>
                  </a:lnTo>
                  <a:lnTo>
                    <a:pt x="1788046" y="626358"/>
                  </a:lnTo>
                  <a:lnTo>
                    <a:pt x="1827781" y="634233"/>
                  </a:lnTo>
                  <a:lnTo>
                    <a:pt x="1867515" y="641891"/>
                  </a:lnTo>
                  <a:lnTo>
                    <a:pt x="1907249" y="649338"/>
                  </a:lnTo>
                  <a:lnTo>
                    <a:pt x="1946984" y="656577"/>
                  </a:lnTo>
                  <a:lnTo>
                    <a:pt x="1986718" y="663614"/>
                  </a:lnTo>
                  <a:lnTo>
                    <a:pt x="2026453" y="670452"/>
                  </a:lnTo>
                  <a:lnTo>
                    <a:pt x="2066187" y="677096"/>
                  </a:lnTo>
                  <a:lnTo>
                    <a:pt x="2105921" y="683550"/>
                  </a:lnTo>
                  <a:lnTo>
                    <a:pt x="2145656" y="689818"/>
                  </a:lnTo>
                  <a:lnTo>
                    <a:pt x="2185390" y="695906"/>
                  </a:lnTo>
                  <a:lnTo>
                    <a:pt x="2225124" y="701816"/>
                  </a:lnTo>
                  <a:lnTo>
                    <a:pt x="2264859" y="707554"/>
                  </a:lnTo>
                  <a:lnTo>
                    <a:pt x="2304593" y="713123"/>
                  </a:lnTo>
                  <a:lnTo>
                    <a:pt x="2344328" y="718527"/>
                  </a:lnTo>
                  <a:lnTo>
                    <a:pt x="2384062" y="723771"/>
                  </a:lnTo>
                  <a:lnTo>
                    <a:pt x="2423796" y="728859"/>
                  </a:lnTo>
                  <a:lnTo>
                    <a:pt x="2463531" y="733795"/>
                  </a:lnTo>
                  <a:lnTo>
                    <a:pt x="2503265" y="738582"/>
                  </a:lnTo>
                  <a:lnTo>
                    <a:pt x="2542999" y="743224"/>
                  </a:lnTo>
                  <a:lnTo>
                    <a:pt x="2582734" y="747726"/>
                  </a:lnTo>
                  <a:lnTo>
                    <a:pt x="2622468" y="752090"/>
                  </a:lnTo>
                  <a:lnTo>
                    <a:pt x="2662203" y="756322"/>
                  </a:lnTo>
                  <a:lnTo>
                    <a:pt x="2701937" y="760423"/>
                  </a:lnTo>
                  <a:lnTo>
                    <a:pt x="2741671" y="764398"/>
                  </a:lnTo>
                  <a:lnTo>
                    <a:pt x="2781406" y="768250"/>
                  </a:lnTo>
                  <a:lnTo>
                    <a:pt x="2821140" y="771983"/>
                  </a:lnTo>
                  <a:lnTo>
                    <a:pt x="2860874" y="775600"/>
                  </a:lnTo>
                  <a:lnTo>
                    <a:pt x="2900609" y="779104"/>
                  </a:lnTo>
                  <a:lnTo>
                    <a:pt x="2940343" y="782498"/>
                  </a:lnTo>
                  <a:lnTo>
                    <a:pt x="2980078" y="785786"/>
                  </a:lnTo>
                  <a:lnTo>
                    <a:pt x="3019812" y="788971"/>
                  </a:lnTo>
                  <a:lnTo>
                    <a:pt x="3059546" y="792055"/>
                  </a:lnTo>
                  <a:lnTo>
                    <a:pt x="3099281" y="795041"/>
                  </a:lnTo>
                  <a:lnTo>
                    <a:pt x="3139015" y="797933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1623483" y="2361919"/>
              <a:ext cx="3142113" cy="1253537"/>
            </a:xfrm>
            <a:custGeom>
              <a:avLst/>
              <a:gdLst/>
              <a:ahLst/>
              <a:cxnLst/>
              <a:rect l="0" t="0" r="0" b="0"/>
              <a:pathLst>
                <a:path w="3142113" h="1253537">
                  <a:moveTo>
                    <a:pt x="0" y="0"/>
                  </a:moveTo>
                  <a:lnTo>
                    <a:pt x="39773" y="16279"/>
                  </a:lnTo>
                  <a:lnTo>
                    <a:pt x="79547" y="32708"/>
                  </a:lnTo>
                  <a:lnTo>
                    <a:pt x="119320" y="49282"/>
                  </a:lnTo>
                  <a:lnTo>
                    <a:pt x="159094" y="65997"/>
                  </a:lnTo>
                  <a:lnTo>
                    <a:pt x="198867" y="82846"/>
                  </a:lnTo>
                  <a:lnTo>
                    <a:pt x="238641" y="99824"/>
                  </a:lnTo>
                  <a:lnTo>
                    <a:pt x="278415" y="116926"/>
                  </a:lnTo>
                  <a:lnTo>
                    <a:pt x="318188" y="134147"/>
                  </a:lnTo>
                  <a:lnTo>
                    <a:pt x="357962" y="151479"/>
                  </a:lnTo>
                  <a:lnTo>
                    <a:pt x="397735" y="168917"/>
                  </a:lnTo>
                  <a:lnTo>
                    <a:pt x="437509" y="186455"/>
                  </a:lnTo>
                  <a:lnTo>
                    <a:pt x="477283" y="204085"/>
                  </a:lnTo>
                  <a:lnTo>
                    <a:pt x="517056" y="221803"/>
                  </a:lnTo>
                  <a:lnTo>
                    <a:pt x="556830" y="239599"/>
                  </a:lnTo>
                  <a:lnTo>
                    <a:pt x="596603" y="257469"/>
                  </a:lnTo>
                  <a:lnTo>
                    <a:pt x="636377" y="275404"/>
                  </a:lnTo>
                  <a:lnTo>
                    <a:pt x="676151" y="293399"/>
                  </a:lnTo>
                  <a:lnTo>
                    <a:pt x="715924" y="311444"/>
                  </a:lnTo>
                  <a:lnTo>
                    <a:pt x="755698" y="329534"/>
                  </a:lnTo>
                  <a:lnTo>
                    <a:pt x="795471" y="347661"/>
                  </a:lnTo>
                  <a:lnTo>
                    <a:pt x="835245" y="365817"/>
                  </a:lnTo>
                  <a:lnTo>
                    <a:pt x="875018" y="383995"/>
                  </a:lnTo>
                  <a:lnTo>
                    <a:pt x="914792" y="402188"/>
                  </a:lnTo>
                  <a:lnTo>
                    <a:pt x="954566" y="420387"/>
                  </a:lnTo>
                  <a:lnTo>
                    <a:pt x="994339" y="438586"/>
                  </a:lnTo>
                  <a:lnTo>
                    <a:pt x="1034113" y="456777"/>
                  </a:lnTo>
                  <a:lnTo>
                    <a:pt x="1073886" y="474952"/>
                  </a:lnTo>
                  <a:lnTo>
                    <a:pt x="1113660" y="493104"/>
                  </a:lnTo>
                  <a:lnTo>
                    <a:pt x="1153434" y="511226"/>
                  </a:lnTo>
                  <a:lnTo>
                    <a:pt x="1193207" y="529309"/>
                  </a:lnTo>
                  <a:lnTo>
                    <a:pt x="1232981" y="547348"/>
                  </a:lnTo>
                  <a:lnTo>
                    <a:pt x="1272754" y="565333"/>
                  </a:lnTo>
                  <a:lnTo>
                    <a:pt x="1312528" y="583259"/>
                  </a:lnTo>
                  <a:lnTo>
                    <a:pt x="1352302" y="601118"/>
                  </a:lnTo>
                  <a:lnTo>
                    <a:pt x="1392075" y="618903"/>
                  </a:lnTo>
                  <a:lnTo>
                    <a:pt x="1431849" y="636607"/>
                  </a:lnTo>
                  <a:lnTo>
                    <a:pt x="1471622" y="654224"/>
                  </a:lnTo>
                  <a:lnTo>
                    <a:pt x="1511396" y="671746"/>
                  </a:lnTo>
                  <a:lnTo>
                    <a:pt x="1551169" y="689168"/>
                  </a:lnTo>
                  <a:lnTo>
                    <a:pt x="1590943" y="706484"/>
                  </a:lnTo>
                  <a:lnTo>
                    <a:pt x="1630717" y="723686"/>
                  </a:lnTo>
                  <a:lnTo>
                    <a:pt x="1670490" y="740770"/>
                  </a:lnTo>
                  <a:lnTo>
                    <a:pt x="1710264" y="757729"/>
                  </a:lnTo>
                  <a:lnTo>
                    <a:pt x="1750037" y="774557"/>
                  </a:lnTo>
                  <a:lnTo>
                    <a:pt x="1789811" y="791250"/>
                  </a:lnTo>
                  <a:lnTo>
                    <a:pt x="1829585" y="807802"/>
                  </a:lnTo>
                  <a:lnTo>
                    <a:pt x="1869358" y="824209"/>
                  </a:lnTo>
                  <a:lnTo>
                    <a:pt x="1909132" y="840464"/>
                  </a:lnTo>
                  <a:lnTo>
                    <a:pt x="1948905" y="856565"/>
                  </a:lnTo>
                  <a:lnTo>
                    <a:pt x="1988679" y="872506"/>
                  </a:lnTo>
                  <a:lnTo>
                    <a:pt x="2028453" y="888283"/>
                  </a:lnTo>
                  <a:lnTo>
                    <a:pt x="2068226" y="903893"/>
                  </a:lnTo>
                  <a:lnTo>
                    <a:pt x="2108000" y="919331"/>
                  </a:lnTo>
                  <a:lnTo>
                    <a:pt x="2147773" y="934595"/>
                  </a:lnTo>
                  <a:lnTo>
                    <a:pt x="2187547" y="949680"/>
                  </a:lnTo>
                  <a:lnTo>
                    <a:pt x="2227320" y="964584"/>
                  </a:lnTo>
                  <a:lnTo>
                    <a:pt x="2267094" y="979305"/>
                  </a:lnTo>
                  <a:lnTo>
                    <a:pt x="2306868" y="993839"/>
                  </a:lnTo>
                  <a:lnTo>
                    <a:pt x="2346641" y="1008184"/>
                  </a:lnTo>
                  <a:lnTo>
                    <a:pt x="2386415" y="1022338"/>
                  </a:lnTo>
                  <a:lnTo>
                    <a:pt x="2426188" y="1036298"/>
                  </a:lnTo>
                  <a:lnTo>
                    <a:pt x="2465962" y="1050064"/>
                  </a:lnTo>
                  <a:lnTo>
                    <a:pt x="2505736" y="1063634"/>
                  </a:lnTo>
                  <a:lnTo>
                    <a:pt x="2545509" y="1077006"/>
                  </a:lnTo>
                  <a:lnTo>
                    <a:pt x="2585283" y="1090180"/>
                  </a:lnTo>
                  <a:lnTo>
                    <a:pt x="2625056" y="1103153"/>
                  </a:lnTo>
                  <a:lnTo>
                    <a:pt x="2664830" y="1115926"/>
                  </a:lnTo>
                  <a:lnTo>
                    <a:pt x="2704604" y="1128499"/>
                  </a:lnTo>
                  <a:lnTo>
                    <a:pt x="2744377" y="1140869"/>
                  </a:lnTo>
                  <a:lnTo>
                    <a:pt x="2784151" y="1153039"/>
                  </a:lnTo>
                  <a:lnTo>
                    <a:pt x="2823924" y="1165006"/>
                  </a:lnTo>
                  <a:lnTo>
                    <a:pt x="2863698" y="1176772"/>
                  </a:lnTo>
                  <a:lnTo>
                    <a:pt x="2903471" y="1188337"/>
                  </a:lnTo>
                  <a:lnTo>
                    <a:pt x="2943245" y="1199701"/>
                  </a:lnTo>
                  <a:lnTo>
                    <a:pt x="2983019" y="1210865"/>
                  </a:lnTo>
                  <a:lnTo>
                    <a:pt x="3022792" y="1221830"/>
                  </a:lnTo>
                  <a:lnTo>
                    <a:pt x="3062566" y="1232596"/>
                  </a:lnTo>
                  <a:lnTo>
                    <a:pt x="3102339" y="1243164"/>
                  </a:lnTo>
                  <a:lnTo>
                    <a:pt x="3142113" y="1253537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2115171" y="2250639"/>
              <a:ext cx="2915646" cy="1794203"/>
            </a:xfrm>
            <a:custGeom>
              <a:avLst/>
              <a:gdLst/>
              <a:ahLst/>
              <a:cxnLst/>
              <a:rect l="0" t="0" r="0" b="0"/>
              <a:pathLst>
                <a:path w="2915646" h="1794203">
                  <a:moveTo>
                    <a:pt x="0" y="0"/>
                  </a:moveTo>
                  <a:lnTo>
                    <a:pt x="36906" y="61443"/>
                  </a:lnTo>
                  <a:lnTo>
                    <a:pt x="73813" y="125565"/>
                  </a:lnTo>
                  <a:lnTo>
                    <a:pt x="110720" y="192091"/>
                  </a:lnTo>
                  <a:lnTo>
                    <a:pt x="147627" y="260697"/>
                  </a:lnTo>
                  <a:lnTo>
                    <a:pt x="184534" y="331006"/>
                  </a:lnTo>
                  <a:lnTo>
                    <a:pt x="221441" y="402601"/>
                  </a:lnTo>
                  <a:lnTo>
                    <a:pt x="258348" y="475033"/>
                  </a:lnTo>
                  <a:lnTo>
                    <a:pt x="295255" y="547829"/>
                  </a:lnTo>
                  <a:lnTo>
                    <a:pt x="332162" y="620509"/>
                  </a:lnTo>
                  <a:lnTo>
                    <a:pt x="369069" y="692595"/>
                  </a:lnTo>
                  <a:lnTo>
                    <a:pt x="405976" y="763624"/>
                  </a:lnTo>
                  <a:lnTo>
                    <a:pt x="442883" y="833161"/>
                  </a:lnTo>
                  <a:lnTo>
                    <a:pt x="479789" y="900807"/>
                  </a:lnTo>
                  <a:lnTo>
                    <a:pt x="516696" y="966211"/>
                  </a:lnTo>
                  <a:lnTo>
                    <a:pt x="553603" y="1029071"/>
                  </a:lnTo>
                  <a:lnTo>
                    <a:pt x="590510" y="1089142"/>
                  </a:lnTo>
                  <a:lnTo>
                    <a:pt x="627417" y="1146234"/>
                  </a:lnTo>
                  <a:lnTo>
                    <a:pt x="664324" y="1200214"/>
                  </a:lnTo>
                  <a:lnTo>
                    <a:pt x="701231" y="1251000"/>
                  </a:lnTo>
                  <a:lnTo>
                    <a:pt x="738138" y="1298563"/>
                  </a:lnTo>
                  <a:lnTo>
                    <a:pt x="775045" y="1342913"/>
                  </a:lnTo>
                  <a:lnTo>
                    <a:pt x="811952" y="1384100"/>
                  </a:lnTo>
                  <a:lnTo>
                    <a:pt x="848859" y="1422208"/>
                  </a:lnTo>
                  <a:lnTo>
                    <a:pt x="885766" y="1457344"/>
                  </a:lnTo>
                  <a:lnTo>
                    <a:pt x="922673" y="1489636"/>
                  </a:lnTo>
                  <a:lnTo>
                    <a:pt x="959579" y="1519228"/>
                  </a:lnTo>
                  <a:lnTo>
                    <a:pt x="996486" y="1546272"/>
                  </a:lnTo>
                  <a:lnTo>
                    <a:pt x="1033393" y="1570926"/>
                  </a:lnTo>
                  <a:lnTo>
                    <a:pt x="1070300" y="1593351"/>
                  </a:lnTo>
                  <a:lnTo>
                    <a:pt x="1107207" y="1613708"/>
                  </a:lnTo>
                  <a:lnTo>
                    <a:pt x="1144114" y="1632152"/>
                  </a:lnTo>
                  <a:lnTo>
                    <a:pt x="1181021" y="1648836"/>
                  </a:lnTo>
                  <a:lnTo>
                    <a:pt x="1217928" y="1663903"/>
                  </a:lnTo>
                  <a:lnTo>
                    <a:pt x="1254835" y="1677493"/>
                  </a:lnTo>
                  <a:lnTo>
                    <a:pt x="1291742" y="1689735"/>
                  </a:lnTo>
                  <a:lnTo>
                    <a:pt x="1328649" y="1700750"/>
                  </a:lnTo>
                  <a:lnTo>
                    <a:pt x="1365556" y="1710652"/>
                  </a:lnTo>
                  <a:lnTo>
                    <a:pt x="1402462" y="1719544"/>
                  </a:lnTo>
                  <a:lnTo>
                    <a:pt x="1439369" y="1727524"/>
                  </a:lnTo>
                  <a:lnTo>
                    <a:pt x="1476276" y="1734679"/>
                  </a:lnTo>
                  <a:lnTo>
                    <a:pt x="1513183" y="1741091"/>
                  </a:lnTo>
                  <a:lnTo>
                    <a:pt x="1550090" y="1746833"/>
                  </a:lnTo>
                  <a:lnTo>
                    <a:pt x="1586997" y="1751973"/>
                  </a:lnTo>
                  <a:lnTo>
                    <a:pt x="1623904" y="1756572"/>
                  </a:lnTo>
                  <a:lnTo>
                    <a:pt x="1660811" y="1760685"/>
                  </a:lnTo>
                  <a:lnTo>
                    <a:pt x="1697718" y="1764362"/>
                  </a:lnTo>
                  <a:lnTo>
                    <a:pt x="1734625" y="1767648"/>
                  </a:lnTo>
                  <a:lnTo>
                    <a:pt x="1771532" y="1770584"/>
                  </a:lnTo>
                  <a:lnTo>
                    <a:pt x="1808439" y="1773206"/>
                  </a:lnTo>
                  <a:lnTo>
                    <a:pt x="1845346" y="1775547"/>
                  </a:lnTo>
                  <a:lnTo>
                    <a:pt x="1882252" y="1777638"/>
                  </a:lnTo>
                  <a:lnTo>
                    <a:pt x="1919159" y="1779504"/>
                  </a:lnTo>
                  <a:lnTo>
                    <a:pt x="1956066" y="1781169"/>
                  </a:lnTo>
                  <a:lnTo>
                    <a:pt x="1992973" y="1782655"/>
                  </a:lnTo>
                  <a:lnTo>
                    <a:pt x="2029880" y="1783981"/>
                  </a:lnTo>
                  <a:lnTo>
                    <a:pt x="2066787" y="1785164"/>
                  </a:lnTo>
                  <a:lnTo>
                    <a:pt x="2103694" y="1786219"/>
                  </a:lnTo>
                  <a:lnTo>
                    <a:pt x="2140601" y="1787159"/>
                  </a:lnTo>
                  <a:lnTo>
                    <a:pt x="2177508" y="1787999"/>
                  </a:lnTo>
                  <a:lnTo>
                    <a:pt x="2214415" y="1788747"/>
                  </a:lnTo>
                  <a:lnTo>
                    <a:pt x="2251322" y="1789414"/>
                  </a:lnTo>
                  <a:lnTo>
                    <a:pt x="2288229" y="1790009"/>
                  </a:lnTo>
                  <a:lnTo>
                    <a:pt x="2325135" y="1790540"/>
                  </a:lnTo>
                  <a:lnTo>
                    <a:pt x="2362042" y="1791013"/>
                  </a:lnTo>
                  <a:lnTo>
                    <a:pt x="2398949" y="1791434"/>
                  </a:lnTo>
                  <a:lnTo>
                    <a:pt x="2435856" y="1791810"/>
                  </a:lnTo>
                  <a:lnTo>
                    <a:pt x="2472763" y="1792145"/>
                  </a:lnTo>
                  <a:lnTo>
                    <a:pt x="2509670" y="1792444"/>
                  </a:lnTo>
                  <a:lnTo>
                    <a:pt x="2546577" y="1792710"/>
                  </a:lnTo>
                  <a:lnTo>
                    <a:pt x="2583484" y="1792948"/>
                  </a:lnTo>
                  <a:lnTo>
                    <a:pt x="2620391" y="1793159"/>
                  </a:lnTo>
                  <a:lnTo>
                    <a:pt x="2657298" y="1793348"/>
                  </a:lnTo>
                  <a:lnTo>
                    <a:pt x="2694205" y="1793516"/>
                  </a:lnTo>
                  <a:lnTo>
                    <a:pt x="2731112" y="1793666"/>
                  </a:lnTo>
                  <a:lnTo>
                    <a:pt x="2768019" y="1793799"/>
                  </a:lnTo>
                  <a:lnTo>
                    <a:pt x="2804925" y="1793918"/>
                  </a:lnTo>
                  <a:lnTo>
                    <a:pt x="2841832" y="1794024"/>
                  </a:lnTo>
                  <a:lnTo>
                    <a:pt x="2878739" y="1794119"/>
                  </a:lnTo>
                  <a:lnTo>
                    <a:pt x="2915646" y="179420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9"/>
            <p:cNvSpPr/>
            <p:nvPr/>
          </p:nvSpPr>
          <p:spPr>
            <a:xfrm>
              <a:off x="2339979" y="2517239"/>
              <a:ext cx="3182780" cy="1482111"/>
            </a:xfrm>
            <a:custGeom>
              <a:avLst/>
              <a:gdLst/>
              <a:ahLst/>
              <a:cxnLst/>
              <a:rect l="0" t="0" r="0" b="0"/>
              <a:pathLst>
                <a:path w="3182780" h="1482111">
                  <a:moveTo>
                    <a:pt x="0" y="0"/>
                  </a:moveTo>
                  <a:lnTo>
                    <a:pt x="40288" y="33935"/>
                  </a:lnTo>
                  <a:lnTo>
                    <a:pt x="80576" y="68216"/>
                  </a:lnTo>
                  <a:lnTo>
                    <a:pt x="120865" y="102793"/>
                  </a:lnTo>
                  <a:lnTo>
                    <a:pt x="161153" y="137617"/>
                  </a:lnTo>
                  <a:lnTo>
                    <a:pt x="201441" y="172635"/>
                  </a:lnTo>
                  <a:lnTo>
                    <a:pt x="241730" y="207794"/>
                  </a:lnTo>
                  <a:lnTo>
                    <a:pt x="282018" y="243040"/>
                  </a:lnTo>
                  <a:lnTo>
                    <a:pt x="322306" y="278318"/>
                  </a:lnTo>
                  <a:lnTo>
                    <a:pt x="362595" y="313573"/>
                  </a:lnTo>
                  <a:lnTo>
                    <a:pt x="402883" y="348750"/>
                  </a:lnTo>
                  <a:lnTo>
                    <a:pt x="443171" y="383796"/>
                  </a:lnTo>
                  <a:lnTo>
                    <a:pt x="483460" y="418656"/>
                  </a:lnTo>
                  <a:lnTo>
                    <a:pt x="523748" y="453279"/>
                  </a:lnTo>
                  <a:lnTo>
                    <a:pt x="564037" y="487614"/>
                  </a:lnTo>
                  <a:lnTo>
                    <a:pt x="604325" y="521611"/>
                  </a:lnTo>
                  <a:lnTo>
                    <a:pt x="644613" y="555223"/>
                  </a:lnTo>
                  <a:lnTo>
                    <a:pt x="684902" y="588406"/>
                  </a:lnTo>
                  <a:lnTo>
                    <a:pt x="725190" y="621117"/>
                  </a:lnTo>
                  <a:lnTo>
                    <a:pt x="765478" y="653317"/>
                  </a:lnTo>
                  <a:lnTo>
                    <a:pt x="805767" y="684967"/>
                  </a:lnTo>
                  <a:lnTo>
                    <a:pt x="846055" y="716035"/>
                  </a:lnTo>
                  <a:lnTo>
                    <a:pt x="886343" y="746489"/>
                  </a:lnTo>
                  <a:lnTo>
                    <a:pt x="926632" y="776302"/>
                  </a:lnTo>
                  <a:lnTo>
                    <a:pt x="966920" y="805447"/>
                  </a:lnTo>
                  <a:lnTo>
                    <a:pt x="1007209" y="833905"/>
                  </a:lnTo>
                  <a:lnTo>
                    <a:pt x="1047497" y="861655"/>
                  </a:lnTo>
                  <a:lnTo>
                    <a:pt x="1087785" y="888684"/>
                  </a:lnTo>
                  <a:lnTo>
                    <a:pt x="1128074" y="914977"/>
                  </a:lnTo>
                  <a:lnTo>
                    <a:pt x="1168362" y="940525"/>
                  </a:lnTo>
                  <a:lnTo>
                    <a:pt x="1208650" y="965322"/>
                  </a:lnTo>
                  <a:lnTo>
                    <a:pt x="1248939" y="989363"/>
                  </a:lnTo>
                  <a:lnTo>
                    <a:pt x="1289227" y="1012647"/>
                  </a:lnTo>
                  <a:lnTo>
                    <a:pt x="1329515" y="1035174"/>
                  </a:lnTo>
                  <a:lnTo>
                    <a:pt x="1369804" y="1056947"/>
                  </a:lnTo>
                  <a:lnTo>
                    <a:pt x="1410092" y="1077972"/>
                  </a:lnTo>
                  <a:lnTo>
                    <a:pt x="1450381" y="1098255"/>
                  </a:lnTo>
                  <a:lnTo>
                    <a:pt x="1490669" y="1117804"/>
                  </a:lnTo>
                  <a:lnTo>
                    <a:pt x="1530957" y="1136631"/>
                  </a:lnTo>
                  <a:lnTo>
                    <a:pt x="1571246" y="1154746"/>
                  </a:lnTo>
                  <a:lnTo>
                    <a:pt x="1611534" y="1172163"/>
                  </a:lnTo>
                  <a:lnTo>
                    <a:pt x="1651822" y="1188896"/>
                  </a:lnTo>
                  <a:lnTo>
                    <a:pt x="1692111" y="1204960"/>
                  </a:lnTo>
                  <a:lnTo>
                    <a:pt x="1732399" y="1220370"/>
                  </a:lnTo>
                  <a:lnTo>
                    <a:pt x="1772687" y="1235144"/>
                  </a:lnTo>
                  <a:lnTo>
                    <a:pt x="1812976" y="1249297"/>
                  </a:lnTo>
                  <a:lnTo>
                    <a:pt x="1853264" y="1262849"/>
                  </a:lnTo>
                  <a:lnTo>
                    <a:pt x="1893552" y="1275816"/>
                  </a:lnTo>
                  <a:lnTo>
                    <a:pt x="1933841" y="1288216"/>
                  </a:lnTo>
                  <a:lnTo>
                    <a:pt x="1974129" y="1300069"/>
                  </a:lnTo>
                  <a:lnTo>
                    <a:pt x="2014418" y="1311392"/>
                  </a:lnTo>
                  <a:lnTo>
                    <a:pt x="2054706" y="1322204"/>
                  </a:lnTo>
                  <a:lnTo>
                    <a:pt x="2094994" y="1332522"/>
                  </a:lnTo>
                  <a:lnTo>
                    <a:pt x="2135283" y="1342365"/>
                  </a:lnTo>
                  <a:lnTo>
                    <a:pt x="2175571" y="1351751"/>
                  </a:lnTo>
                  <a:lnTo>
                    <a:pt x="2215859" y="1360696"/>
                  </a:lnTo>
                  <a:lnTo>
                    <a:pt x="2256148" y="1369219"/>
                  </a:lnTo>
                  <a:lnTo>
                    <a:pt x="2296436" y="1377337"/>
                  </a:lnTo>
                  <a:lnTo>
                    <a:pt x="2336724" y="1385065"/>
                  </a:lnTo>
                  <a:lnTo>
                    <a:pt x="2377013" y="1392420"/>
                  </a:lnTo>
                  <a:lnTo>
                    <a:pt x="2417301" y="1399418"/>
                  </a:lnTo>
                  <a:lnTo>
                    <a:pt x="2457590" y="1406073"/>
                  </a:lnTo>
                  <a:lnTo>
                    <a:pt x="2497878" y="1412402"/>
                  </a:lnTo>
                  <a:lnTo>
                    <a:pt x="2538166" y="1418418"/>
                  </a:lnTo>
                  <a:lnTo>
                    <a:pt x="2578455" y="1424135"/>
                  </a:lnTo>
                  <a:lnTo>
                    <a:pt x="2618743" y="1429567"/>
                  </a:lnTo>
                  <a:lnTo>
                    <a:pt x="2659031" y="1434726"/>
                  </a:lnTo>
                  <a:lnTo>
                    <a:pt x="2699320" y="1439626"/>
                  </a:lnTo>
                  <a:lnTo>
                    <a:pt x="2739608" y="1444278"/>
                  </a:lnTo>
                  <a:lnTo>
                    <a:pt x="2779896" y="1448694"/>
                  </a:lnTo>
                  <a:lnTo>
                    <a:pt x="2820185" y="1452885"/>
                  </a:lnTo>
                  <a:lnTo>
                    <a:pt x="2860473" y="1456861"/>
                  </a:lnTo>
                  <a:lnTo>
                    <a:pt x="2900762" y="1460634"/>
                  </a:lnTo>
                  <a:lnTo>
                    <a:pt x="2941050" y="1464213"/>
                  </a:lnTo>
                  <a:lnTo>
                    <a:pt x="2981338" y="1467607"/>
                  </a:lnTo>
                  <a:lnTo>
                    <a:pt x="3021627" y="1470825"/>
                  </a:lnTo>
                  <a:lnTo>
                    <a:pt x="3061915" y="1473877"/>
                  </a:lnTo>
                  <a:lnTo>
                    <a:pt x="3102203" y="1476770"/>
                  </a:lnTo>
                  <a:lnTo>
                    <a:pt x="3142492" y="1479512"/>
                  </a:lnTo>
                  <a:lnTo>
                    <a:pt x="3182780" y="1482111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35247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49366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6348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77605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g233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tx234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l238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t239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l240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t241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l242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t243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l244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t245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l246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t247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pl248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" name="pt249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" name="pl250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" name="pt251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" name="pl252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" name="tx253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14947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59541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504135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287244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431838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g19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g20"/>
            <p:cNvSpPr/>
            <p:nvPr/>
          </p:nvSpPr>
          <p:spPr>
            <a:xfrm>
              <a:off x="4586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g21"/>
            <p:cNvSpPr/>
            <p:nvPr/>
          </p:nvSpPr>
          <p:spPr>
            <a:xfrm>
              <a:off x="4593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46518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6483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51482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4582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48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45543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31150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2696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43854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44803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51452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045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30707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3817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3841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2599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081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45543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3195214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47722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t45"/>
            <p:cNvSpPr/>
            <p:nvPr/>
          </p:nvSpPr>
          <p:spPr>
            <a:xfrm>
              <a:off x="2433776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242954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534322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477196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28846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319521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48521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466817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66785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485184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24271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88694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254362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242599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0738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430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4634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442700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4637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3432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30842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3397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32388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45291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4602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459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4605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46988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028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52109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52082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0272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344069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30497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46957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0269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45291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6134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261093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266352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44401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40651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38776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66086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2122695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27901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404925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167678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1157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44440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169746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28024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387834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194041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55539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38486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396206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613477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74467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392835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225685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384924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39615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455473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392853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9428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158824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1582188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618740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374476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25826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1852718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428975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9422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185272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591091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185257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43838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194270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421019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432124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42111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53838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432210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5150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2590669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4288836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43845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538617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47972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45953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7943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45920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336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46916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6913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7641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2148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53428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32218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4853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303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3613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3051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47647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48511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5150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41771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7557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41754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24924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2854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4277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43576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29660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9664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9853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5026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2771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43577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4277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5583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44542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5485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43883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43899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4456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5047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l209"/>
            <p:cNvSpPr/>
            <p:nvPr/>
          </p:nvSpPr>
          <p:spPr>
            <a:xfrm>
              <a:off x="2553218" y="1516266"/>
              <a:ext cx="2492292" cy="0"/>
            </a:xfrm>
            <a:custGeom>
              <a:avLst/>
              <a:gdLst/>
              <a:ahLst/>
              <a:cxnLst/>
              <a:rect l="0" t="0" r="0" b="0"/>
              <a:pathLst>
                <a:path w="2492292">
                  <a:moveTo>
                    <a:pt x="0" y="0"/>
                  </a:moveTo>
                  <a:lnTo>
                    <a:pt x="31548" y="0"/>
                  </a:lnTo>
                  <a:lnTo>
                    <a:pt x="63096" y="0"/>
                  </a:lnTo>
                  <a:lnTo>
                    <a:pt x="94644" y="0"/>
                  </a:lnTo>
                  <a:lnTo>
                    <a:pt x="126192" y="0"/>
                  </a:lnTo>
                  <a:lnTo>
                    <a:pt x="157740" y="0"/>
                  </a:lnTo>
                  <a:lnTo>
                    <a:pt x="189288" y="0"/>
                  </a:lnTo>
                  <a:lnTo>
                    <a:pt x="220836" y="0"/>
                  </a:lnTo>
                  <a:lnTo>
                    <a:pt x="252384" y="0"/>
                  </a:lnTo>
                  <a:lnTo>
                    <a:pt x="283932" y="0"/>
                  </a:lnTo>
                  <a:lnTo>
                    <a:pt x="315480" y="0"/>
                  </a:lnTo>
                  <a:lnTo>
                    <a:pt x="347028" y="0"/>
                  </a:lnTo>
                  <a:lnTo>
                    <a:pt x="378576" y="0"/>
                  </a:lnTo>
                  <a:lnTo>
                    <a:pt x="410124" y="0"/>
                  </a:lnTo>
                  <a:lnTo>
                    <a:pt x="441672" y="0"/>
                  </a:lnTo>
                  <a:lnTo>
                    <a:pt x="473220" y="0"/>
                  </a:lnTo>
                  <a:lnTo>
                    <a:pt x="504768" y="0"/>
                  </a:lnTo>
                  <a:lnTo>
                    <a:pt x="536316" y="0"/>
                  </a:lnTo>
                  <a:lnTo>
                    <a:pt x="567864" y="0"/>
                  </a:lnTo>
                  <a:lnTo>
                    <a:pt x="599412" y="0"/>
                  </a:lnTo>
                  <a:lnTo>
                    <a:pt x="630960" y="0"/>
                  </a:lnTo>
                  <a:lnTo>
                    <a:pt x="662508" y="0"/>
                  </a:lnTo>
                  <a:lnTo>
                    <a:pt x="694056" y="0"/>
                  </a:lnTo>
                  <a:lnTo>
                    <a:pt x="725604" y="0"/>
                  </a:lnTo>
                  <a:lnTo>
                    <a:pt x="757152" y="0"/>
                  </a:lnTo>
                  <a:lnTo>
                    <a:pt x="788700" y="0"/>
                  </a:lnTo>
                  <a:lnTo>
                    <a:pt x="820248" y="0"/>
                  </a:lnTo>
                  <a:lnTo>
                    <a:pt x="851796" y="0"/>
                  </a:lnTo>
                  <a:lnTo>
                    <a:pt x="883344" y="0"/>
                  </a:lnTo>
                  <a:lnTo>
                    <a:pt x="914892" y="0"/>
                  </a:lnTo>
                  <a:lnTo>
                    <a:pt x="946440" y="0"/>
                  </a:lnTo>
                  <a:lnTo>
                    <a:pt x="977988" y="0"/>
                  </a:lnTo>
                  <a:lnTo>
                    <a:pt x="1009536" y="0"/>
                  </a:lnTo>
                  <a:lnTo>
                    <a:pt x="1041084" y="0"/>
                  </a:lnTo>
                  <a:lnTo>
                    <a:pt x="1072632" y="0"/>
                  </a:lnTo>
                  <a:lnTo>
                    <a:pt x="1104180" y="0"/>
                  </a:lnTo>
                  <a:lnTo>
                    <a:pt x="1135728" y="0"/>
                  </a:lnTo>
                  <a:lnTo>
                    <a:pt x="1167276" y="0"/>
                  </a:lnTo>
                  <a:lnTo>
                    <a:pt x="1198824" y="0"/>
                  </a:lnTo>
                  <a:lnTo>
                    <a:pt x="1230372" y="0"/>
                  </a:lnTo>
                  <a:lnTo>
                    <a:pt x="1261920" y="0"/>
                  </a:lnTo>
                  <a:lnTo>
                    <a:pt x="1293468" y="0"/>
                  </a:lnTo>
                  <a:lnTo>
                    <a:pt x="1325016" y="0"/>
                  </a:lnTo>
                  <a:lnTo>
                    <a:pt x="1356564" y="0"/>
                  </a:lnTo>
                  <a:lnTo>
                    <a:pt x="1388112" y="0"/>
                  </a:lnTo>
                  <a:lnTo>
                    <a:pt x="1419660" y="0"/>
                  </a:lnTo>
                  <a:lnTo>
                    <a:pt x="1451208" y="0"/>
                  </a:lnTo>
                  <a:lnTo>
                    <a:pt x="1482756" y="0"/>
                  </a:lnTo>
                  <a:lnTo>
                    <a:pt x="1514304" y="0"/>
                  </a:lnTo>
                  <a:lnTo>
                    <a:pt x="1545852" y="0"/>
                  </a:lnTo>
                  <a:lnTo>
                    <a:pt x="1577400" y="0"/>
                  </a:lnTo>
                  <a:lnTo>
                    <a:pt x="1608948" y="0"/>
                  </a:lnTo>
                  <a:lnTo>
                    <a:pt x="1640496" y="0"/>
                  </a:lnTo>
                  <a:lnTo>
                    <a:pt x="1672044" y="0"/>
                  </a:lnTo>
                  <a:lnTo>
                    <a:pt x="1703592" y="0"/>
                  </a:lnTo>
                  <a:lnTo>
                    <a:pt x="1735140" y="0"/>
                  </a:lnTo>
                  <a:lnTo>
                    <a:pt x="1766688" y="0"/>
                  </a:lnTo>
                  <a:lnTo>
                    <a:pt x="1798236" y="0"/>
                  </a:lnTo>
                  <a:lnTo>
                    <a:pt x="1829784" y="0"/>
                  </a:lnTo>
                  <a:lnTo>
                    <a:pt x="1861332" y="0"/>
                  </a:lnTo>
                  <a:lnTo>
                    <a:pt x="1892880" y="0"/>
                  </a:lnTo>
                  <a:lnTo>
                    <a:pt x="1924428" y="0"/>
                  </a:lnTo>
                  <a:lnTo>
                    <a:pt x="1955976" y="0"/>
                  </a:lnTo>
                  <a:lnTo>
                    <a:pt x="1987524" y="0"/>
                  </a:lnTo>
                  <a:lnTo>
                    <a:pt x="2019072" y="0"/>
                  </a:lnTo>
                  <a:lnTo>
                    <a:pt x="2050620" y="0"/>
                  </a:lnTo>
                  <a:lnTo>
                    <a:pt x="2082168" y="0"/>
                  </a:lnTo>
                  <a:lnTo>
                    <a:pt x="2113716" y="0"/>
                  </a:lnTo>
                  <a:lnTo>
                    <a:pt x="2145264" y="0"/>
                  </a:lnTo>
                  <a:lnTo>
                    <a:pt x="2176812" y="0"/>
                  </a:lnTo>
                  <a:lnTo>
                    <a:pt x="2208360" y="0"/>
                  </a:lnTo>
                  <a:lnTo>
                    <a:pt x="2239908" y="0"/>
                  </a:lnTo>
                  <a:lnTo>
                    <a:pt x="2271456" y="0"/>
                  </a:lnTo>
                  <a:lnTo>
                    <a:pt x="2303004" y="0"/>
                  </a:lnTo>
                  <a:lnTo>
                    <a:pt x="2334552" y="0"/>
                  </a:lnTo>
                  <a:lnTo>
                    <a:pt x="2366100" y="0"/>
                  </a:lnTo>
                  <a:lnTo>
                    <a:pt x="2397648" y="0"/>
                  </a:lnTo>
                  <a:lnTo>
                    <a:pt x="2429196" y="0"/>
                  </a:lnTo>
                  <a:lnTo>
                    <a:pt x="2460744" y="0"/>
                  </a:lnTo>
                  <a:lnTo>
                    <a:pt x="249229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l210"/>
            <p:cNvSpPr/>
            <p:nvPr/>
          </p:nvSpPr>
          <p:spPr>
            <a:xfrm>
              <a:off x="3056700" y="1659478"/>
              <a:ext cx="2346942" cy="2130602"/>
            </a:xfrm>
            <a:custGeom>
              <a:avLst/>
              <a:gdLst/>
              <a:ahLst/>
              <a:cxnLst/>
              <a:rect l="0" t="0" r="0" b="0"/>
              <a:pathLst>
                <a:path w="2346942" h="2130602">
                  <a:moveTo>
                    <a:pt x="0" y="0"/>
                  </a:moveTo>
                  <a:lnTo>
                    <a:pt x="29708" y="8793"/>
                  </a:lnTo>
                  <a:lnTo>
                    <a:pt x="59416" y="18090"/>
                  </a:lnTo>
                  <a:lnTo>
                    <a:pt x="89124" y="27914"/>
                  </a:lnTo>
                  <a:lnTo>
                    <a:pt x="118832" y="38291"/>
                  </a:lnTo>
                  <a:lnTo>
                    <a:pt x="148540" y="49246"/>
                  </a:lnTo>
                  <a:lnTo>
                    <a:pt x="178248" y="60804"/>
                  </a:lnTo>
                  <a:lnTo>
                    <a:pt x="207956" y="72993"/>
                  </a:lnTo>
                  <a:lnTo>
                    <a:pt x="237665" y="85838"/>
                  </a:lnTo>
                  <a:lnTo>
                    <a:pt x="267373" y="99366"/>
                  </a:lnTo>
                  <a:lnTo>
                    <a:pt x="297081" y="113604"/>
                  </a:lnTo>
                  <a:lnTo>
                    <a:pt x="326789" y="128578"/>
                  </a:lnTo>
                  <a:lnTo>
                    <a:pt x="356497" y="144315"/>
                  </a:lnTo>
                  <a:lnTo>
                    <a:pt x="386205" y="160840"/>
                  </a:lnTo>
                  <a:lnTo>
                    <a:pt x="415913" y="178179"/>
                  </a:lnTo>
                  <a:lnTo>
                    <a:pt x="445621" y="196355"/>
                  </a:lnTo>
                  <a:lnTo>
                    <a:pt x="475330" y="215393"/>
                  </a:lnTo>
                  <a:lnTo>
                    <a:pt x="505038" y="235314"/>
                  </a:lnTo>
                  <a:lnTo>
                    <a:pt x="534746" y="256137"/>
                  </a:lnTo>
                  <a:lnTo>
                    <a:pt x="564454" y="277882"/>
                  </a:lnTo>
                  <a:lnTo>
                    <a:pt x="594162" y="300564"/>
                  </a:lnTo>
                  <a:lnTo>
                    <a:pt x="623870" y="324197"/>
                  </a:lnTo>
                  <a:lnTo>
                    <a:pt x="653578" y="348792"/>
                  </a:lnTo>
                  <a:lnTo>
                    <a:pt x="683287" y="374356"/>
                  </a:lnTo>
                  <a:lnTo>
                    <a:pt x="712995" y="400894"/>
                  </a:lnTo>
                  <a:lnTo>
                    <a:pt x="742703" y="428405"/>
                  </a:lnTo>
                  <a:lnTo>
                    <a:pt x="772411" y="456887"/>
                  </a:lnTo>
                  <a:lnTo>
                    <a:pt x="802119" y="486332"/>
                  </a:lnTo>
                  <a:lnTo>
                    <a:pt x="831827" y="516728"/>
                  </a:lnTo>
                  <a:lnTo>
                    <a:pt x="861535" y="548057"/>
                  </a:lnTo>
                  <a:lnTo>
                    <a:pt x="891243" y="580297"/>
                  </a:lnTo>
                  <a:lnTo>
                    <a:pt x="920952" y="613422"/>
                  </a:lnTo>
                  <a:lnTo>
                    <a:pt x="950660" y="647400"/>
                  </a:lnTo>
                  <a:lnTo>
                    <a:pt x="980368" y="682194"/>
                  </a:lnTo>
                  <a:lnTo>
                    <a:pt x="1010076" y="717760"/>
                  </a:lnTo>
                  <a:lnTo>
                    <a:pt x="1039784" y="754051"/>
                  </a:lnTo>
                  <a:lnTo>
                    <a:pt x="1069492" y="791016"/>
                  </a:lnTo>
                  <a:lnTo>
                    <a:pt x="1099200" y="828597"/>
                  </a:lnTo>
                  <a:lnTo>
                    <a:pt x="1128908" y="866732"/>
                  </a:lnTo>
                  <a:lnTo>
                    <a:pt x="1158617" y="905357"/>
                  </a:lnTo>
                  <a:lnTo>
                    <a:pt x="1188325" y="944401"/>
                  </a:lnTo>
                  <a:lnTo>
                    <a:pt x="1218033" y="983792"/>
                  </a:lnTo>
                  <a:lnTo>
                    <a:pt x="1247741" y="1023455"/>
                  </a:lnTo>
                  <a:lnTo>
                    <a:pt x="1277449" y="1063314"/>
                  </a:lnTo>
                  <a:lnTo>
                    <a:pt x="1307157" y="1103288"/>
                  </a:lnTo>
                  <a:lnTo>
                    <a:pt x="1336865" y="1143298"/>
                  </a:lnTo>
                  <a:lnTo>
                    <a:pt x="1366574" y="1183265"/>
                  </a:lnTo>
                  <a:lnTo>
                    <a:pt x="1396282" y="1223109"/>
                  </a:lnTo>
                  <a:lnTo>
                    <a:pt x="1425990" y="1262750"/>
                  </a:lnTo>
                  <a:lnTo>
                    <a:pt x="1455698" y="1302112"/>
                  </a:lnTo>
                  <a:lnTo>
                    <a:pt x="1485406" y="1341120"/>
                  </a:lnTo>
                  <a:lnTo>
                    <a:pt x="1515114" y="1379701"/>
                  </a:lnTo>
                  <a:lnTo>
                    <a:pt x="1544822" y="1417787"/>
                  </a:lnTo>
                  <a:lnTo>
                    <a:pt x="1574530" y="1455313"/>
                  </a:lnTo>
                  <a:lnTo>
                    <a:pt x="1604239" y="1492217"/>
                  </a:lnTo>
                  <a:lnTo>
                    <a:pt x="1633947" y="1528443"/>
                  </a:lnTo>
                  <a:lnTo>
                    <a:pt x="1663655" y="1563939"/>
                  </a:lnTo>
                  <a:lnTo>
                    <a:pt x="1693363" y="1598657"/>
                  </a:lnTo>
                  <a:lnTo>
                    <a:pt x="1723071" y="1632557"/>
                  </a:lnTo>
                  <a:lnTo>
                    <a:pt x="1752779" y="1665600"/>
                  </a:lnTo>
                  <a:lnTo>
                    <a:pt x="1782487" y="1697757"/>
                  </a:lnTo>
                  <a:lnTo>
                    <a:pt x="1812195" y="1728999"/>
                  </a:lnTo>
                  <a:lnTo>
                    <a:pt x="1841904" y="1759306"/>
                  </a:lnTo>
                  <a:lnTo>
                    <a:pt x="1871612" y="1788662"/>
                  </a:lnTo>
                  <a:lnTo>
                    <a:pt x="1901320" y="1817053"/>
                  </a:lnTo>
                  <a:lnTo>
                    <a:pt x="1931028" y="1844474"/>
                  </a:lnTo>
                  <a:lnTo>
                    <a:pt x="1960736" y="1870920"/>
                  </a:lnTo>
                  <a:lnTo>
                    <a:pt x="1990444" y="1896393"/>
                  </a:lnTo>
                  <a:lnTo>
                    <a:pt x="2020152" y="1920897"/>
                  </a:lnTo>
                  <a:lnTo>
                    <a:pt x="2049861" y="1944441"/>
                  </a:lnTo>
                  <a:lnTo>
                    <a:pt x="2079569" y="1967035"/>
                  </a:lnTo>
                  <a:lnTo>
                    <a:pt x="2109277" y="1988692"/>
                  </a:lnTo>
                  <a:lnTo>
                    <a:pt x="2138985" y="2009431"/>
                  </a:lnTo>
                  <a:lnTo>
                    <a:pt x="2168693" y="2029268"/>
                  </a:lnTo>
                  <a:lnTo>
                    <a:pt x="2198401" y="2048224"/>
                  </a:lnTo>
                  <a:lnTo>
                    <a:pt x="2228109" y="2066321"/>
                  </a:lnTo>
                  <a:lnTo>
                    <a:pt x="2257817" y="2083583"/>
                  </a:lnTo>
                  <a:lnTo>
                    <a:pt x="2287526" y="2100033"/>
                  </a:lnTo>
                  <a:lnTo>
                    <a:pt x="2317234" y="2115698"/>
                  </a:lnTo>
                  <a:lnTo>
                    <a:pt x="2346942" y="2130602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l211"/>
            <p:cNvSpPr/>
            <p:nvPr/>
          </p:nvSpPr>
          <p:spPr>
            <a:xfrm>
              <a:off x="3087776" y="1792519"/>
              <a:ext cx="2183940" cy="715233"/>
            </a:xfrm>
            <a:custGeom>
              <a:avLst/>
              <a:gdLst/>
              <a:ahLst/>
              <a:cxnLst/>
              <a:rect l="0" t="0" r="0" b="0"/>
              <a:pathLst>
                <a:path w="2183940" h="715233">
                  <a:moveTo>
                    <a:pt x="0" y="0"/>
                  </a:moveTo>
                  <a:lnTo>
                    <a:pt x="27644" y="5212"/>
                  </a:lnTo>
                  <a:lnTo>
                    <a:pt x="55289" y="10511"/>
                  </a:lnTo>
                  <a:lnTo>
                    <a:pt x="82934" y="15896"/>
                  </a:lnTo>
                  <a:lnTo>
                    <a:pt x="110579" y="21370"/>
                  </a:lnTo>
                  <a:lnTo>
                    <a:pt x="138224" y="26931"/>
                  </a:lnTo>
                  <a:lnTo>
                    <a:pt x="165868" y="32583"/>
                  </a:lnTo>
                  <a:lnTo>
                    <a:pt x="193513" y="38325"/>
                  </a:lnTo>
                  <a:lnTo>
                    <a:pt x="221158" y="44158"/>
                  </a:lnTo>
                  <a:lnTo>
                    <a:pt x="248803" y="50083"/>
                  </a:lnTo>
                  <a:lnTo>
                    <a:pt x="276448" y="56102"/>
                  </a:lnTo>
                  <a:lnTo>
                    <a:pt x="304092" y="62214"/>
                  </a:lnTo>
                  <a:lnTo>
                    <a:pt x="331737" y="68421"/>
                  </a:lnTo>
                  <a:lnTo>
                    <a:pt x="359382" y="74724"/>
                  </a:lnTo>
                  <a:lnTo>
                    <a:pt x="387027" y="81123"/>
                  </a:lnTo>
                  <a:lnTo>
                    <a:pt x="414672" y="87620"/>
                  </a:lnTo>
                  <a:lnTo>
                    <a:pt x="442317" y="94214"/>
                  </a:lnTo>
                  <a:lnTo>
                    <a:pt x="469961" y="100907"/>
                  </a:lnTo>
                  <a:lnTo>
                    <a:pt x="497606" y="107699"/>
                  </a:lnTo>
                  <a:lnTo>
                    <a:pt x="525251" y="114592"/>
                  </a:lnTo>
                  <a:lnTo>
                    <a:pt x="552896" y="121585"/>
                  </a:lnTo>
                  <a:lnTo>
                    <a:pt x="580541" y="128680"/>
                  </a:lnTo>
                  <a:lnTo>
                    <a:pt x="608185" y="135877"/>
                  </a:lnTo>
                  <a:lnTo>
                    <a:pt x="635830" y="143176"/>
                  </a:lnTo>
                  <a:lnTo>
                    <a:pt x="663475" y="150579"/>
                  </a:lnTo>
                  <a:lnTo>
                    <a:pt x="691120" y="158086"/>
                  </a:lnTo>
                  <a:lnTo>
                    <a:pt x="718765" y="165696"/>
                  </a:lnTo>
                  <a:lnTo>
                    <a:pt x="746410" y="173412"/>
                  </a:lnTo>
                  <a:lnTo>
                    <a:pt x="774054" y="181232"/>
                  </a:lnTo>
                  <a:lnTo>
                    <a:pt x="801699" y="189159"/>
                  </a:lnTo>
                  <a:lnTo>
                    <a:pt x="829344" y="197191"/>
                  </a:lnTo>
                  <a:lnTo>
                    <a:pt x="856989" y="205329"/>
                  </a:lnTo>
                  <a:lnTo>
                    <a:pt x="884634" y="213574"/>
                  </a:lnTo>
                  <a:lnTo>
                    <a:pt x="912278" y="221926"/>
                  </a:lnTo>
                  <a:lnTo>
                    <a:pt x="939923" y="230385"/>
                  </a:lnTo>
                  <a:lnTo>
                    <a:pt x="967568" y="238951"/>
                  </a:lnTo>
                  <a:lnTo>
                    <a:pt x="995213" y="247624"/>
                  </a:lnTo>
                  <a:lnTo>
                    <a:pt x="1022858" y="256405"/>
                  </a:lnTo>
                  <a:lnTo>
                    <a:pt x="1050502" y="265293"/>
                  </a:lnTo>
                  <a:lnTo>
                    <a:pt x="1078147" y="274289"/>
                  </a:lnTo>
                  <a:lnTo>
                    <a:pt x="1105792" y="283392"/>
                  </a:lnTo>
                  <a:lnTo>
                    <a:pt x="1133437" y="292602"/>
                  </a:lnTo>
                  <a:lnTo>
                    <a:pt x="1161082" y="301919"/>
                  </a:lnTo>
                  <a:lnTo>
                    <a:pt x="1188727" y="311343"/>
                  </a:lnTo>
                  <a:lnTo>
                    <a:pt x="1216371" y="320874"/>
                  </a:lnTo>
                  <a:lnTo>
                    <a:pt x="1244016" y="330511"/>
                  </a:lnTo>
                  <a:lnTo>
                    <a:pt x="1271661" y="340254"/>
                  </a:lnTo>
                  <a:lnTo>
                    <a:pt x="1299306" y="350102"/>
                  </a:lnTo>
                  <a:lnTo>
                    <a:pt x="1326951" y="360056"/>
                  </a:lnTo>
                  <a:lnTo>
                    <a:pt x="1354595" y="370114"/>
                  </a:lnTo>
                  <a:lnTo>
                    <a:pt x="1382240" y="380275"/>
                  </a:lnTo>
                  <a:lnTo>
                    <a:pt x="1409885" y="390540"/>
                  </a:lnTo>
                  <a:lnTo>
                    <a:pt x="1437530" y="400907"/>
                  </a:lnTo>
                  <a:lnTo>
                    <a:pt x="1465175" y="411376"/>
                  </a:lnTo>
                  <a:lnTo>
                    <a:pt x="1492820" y="421946"/>
                  </a:lnTo>
                  <a:lnTo>
                    <a:pt x="1520464" y="432616"/>
                  </a:lnTo>
                  <a:lnTo>
                    <a:pt x="1548109" y="443385"/>
                  </a:lnTo>
                  <a:lnTo>
                    <a:pt x="1575754" y="454251"/>
                  </a:lnTo>
                  <a:lnTo>
                    <a:pt x="1603399" y="465215"/>
                  </a:lnTo>
                  <a:lnTo>
                    <a:pt x="1631044" y="476274"/>
                  </a:lnTo>
                  <a:lnTo>
                    <a:pt x="1658688" y="487428"/>
                  </a:lnTo>
                  <a:lnTo>
                    <a:pt x="1686333" y="498675"/>
                  </a:lnTo>
                  <a:lnTo>
                    <a:pt x="1713978" y="510014"/>
                  </a:lnTo>
                  <a:lnTo>
                    <a:pt x="1741623" y="521443"/>
                  </a:lnTo>
                  <a:lnTo>
                    <a:pt x="1769268" y="532961"/>
                  </a:lnTo>
                  <a:lnTo>
                    <a:pt x="1796913" y="544567"/>
                  </a:lnTo>
                  <a:lnTo>
                    <a:pt x="1824557" y="556259"/>
                  </a:lnTo>
                  <a:lnTo>
                    <a:pt x="1852202" y="568034"/>
                  </a:lnTo>
                  <a:lnTo>
                    <a:pt x="1879847" y="579893"/>
                  </a:lnTo>
                  <a:lnTo>
                    <a:pt x="1907492" y="591832"/>
                  </a:lnTo>
                  <a:lnTo>
                    <a:pt x="1935137" y="603850"/>
                  </a:lnTo>
                  <a:lnTo>
                    <a:pt x="1962781" y="615945"/>
                  </a:lnTo>
                  <a:lnTo>
                    <a:pt x="1990426" y="628115"/>
                  </a:lnTo>
                  <a:lnTo>
                    <a:pt x="2018071" y="640359"/>
                  </a:lnTo>
                  <a:lnTo>
                    <a:pt x="2045716" y="652673"/>
                  </a:lnTo>
                  <a:lnTo>
                    <a:pt x="2073361" y="665056"/>
                  </a:lnTo>
                  <a:lnTo>
                    <a:pt x="2101005" y="677506"/>
                  </a:lnTo>
                  <a:lnTo>
                    <a:pt x="2128650" y="690020"/>
                  </a:lnTo>
                  <a:lnTo>
                    <a:pt x="2156295" y="702596"/>
                  </a:lnTo>
                  <a:lnTo>
                    <a:pt x="2183940" y="715233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l212"/>
            <p:cNvSpPr/>
            <p:nvPr/>
          </p:nvSpPr>
          <p:spPr>
            <a:xfrm>
              <a:off x="3131521" y="1605177"/>
              <a:ext cx="2077506" cy="1397385"/>
            </a:xfrm>
            <a:custGeom>
              <a:avLst/>
              <a:gdLst/>
              <a:ahLst/>
              <a:cxnLst/>
              <a:rect l="0" t="0" r="0" b="0"/>
              <a:pathLst>
                <a:path w="2077506" h="1397385">
                  <a:moveTo>
                    <a:pt x="0" y="0"/>
                  </a:moveTo>
                  <a:lnTo>
                    <a:pt x="26297" y="4068"/>
                  </a:lnTo>
                  <a:lnTo>
                    <a:pt x="52595" y="8315"/>
                  </a:lnTo>
                  <a:lnTo>
                    <a:pt x="78892" y="12748"/>
                  </a:lnTo>
                  <a:lnTo>
                    <a:pt x="105190" y="17375"/>
                  </a:lnTo>
                  <a:lnTo>
                    <a:pt x="131487" y="22202"/>
                  </a:lnTo>
                  <a:lnTo>
                    <a:pt x="157785" y="27238"/>
                  </a:lnTo>
                  <a:lnTo>
                    <a:pt x="184082" y="32491"/>
                  </a:lnTo>
                  <a:lnTo>
                    <a:pt x="210380" y="37969"/>
                  </a:lnTo>
                  <a:lnTo>
                    <a:pt x="236678" y="43680"/>
                  </a:lnTo>
                  <a:lnTo>
                    <a:pt x="262975" y="49634"/>
                  </a:lnTo>
                  <a:lnTo>
                    <a:pt x="289273" y="55839"/>
                  </a:lnTo>
                  <a:lnTo>
                    <a:pt x="315570" y="62304"/>
                  </a:lnTo>
                  <a:lnTo>
                    <a:pt x="341868" y="69039"/>
                  </a:lnTo>
                  <a:lnTo>
                    <a:pt x="368165" y="76053"/>
                  </a:lnTo>
                  <a:lnTo>
                    <a:pt x="394463" y="83356"/>
                  </a:lnTo>
                  <a:lnTo>
                    <a:pt x="420760" y="90958"/>
                  </a:lnTo>
                  <a:lnTo>
                    <a:pt x="447058" y="98868"/>
                  </a:lnTo>
                  <a:lnTo>
                    <a:pt x="473356" y="107097"/>
                  </a:lnTo>
                  <a:lnTo>
                    <a:pt x="499653" y="115655"/>
                  </a:lnTo>
                  <a:lnTo>
                    <a:pt x="525951" y="124553"/>
                  </a:lnTo>
                  <a:lnTo>
                    <a:pt x="552248" y="133801"/>
                  </a:lnTo>
                  <a:lnTo>
                    <a:pt x="578546" y="143409"/>
                  </a:lnTo>
                  <a:lnTo>
                    <a:pt x="604843" y="153388"/>
                  </a:lnTo>
                  <a:lnTo>
                    <a:pt x="631141" y="163749"/>
                  </a:lnTo>
                  <a:lnTo>
                    <a:pt x="657438" y="174501"/>
                  </a:lnTo>
                  <a:lnTo>
                    <a:pt x="683736" y="185656"/>
                  </a:lnTo>
                  <a:lnTo>
                    <a:pt x="710034" y="197224"/>
                  </a:lnTo>
                  <a:lnTo>
                    <a:pt x="736331" y="209215"/>
                  </a:lnTo>
                  <a:lnTo>
                    <a:pt x="762629" y="221638"/>
                  </a:lnTo>
                  <a:lnTo>
                    <a:pt x="788926" y="234504"/>
                  </a:lnTo>
                  <a:lnTo>
                    <a:pt x="815224" y="247823"/>
                  </a:lnTo>
                  <a:lnTo>
                    <a:pt x="841521" y="261603"/>
                  </a:lnTo>
                  <a:lnTo>
                    <a:pt x="867819" y="275852"/>
                  </a:lnTo>
                  <a:lnTo>
                    <a:pt x="894116" y="290580"/>
                  </a:lnTo>
                  <a:lnTo>
                    <a:pt x="920414" y="305795"/>
                  </a:lnTo>
                  <a:lnTo>
                    <a:pt x="946712" y="321503"/>
                  </a:lnTo>
                  <a:lnTo>
                    <a:pt x="973009" y="337711"/>
                  </a:lnTo>
                  <a:lnTo>
                    <a:pt x="999307" y="354425"/>
                  </a:lnTo>
                  <a:lnTo>
                    <a:pt x="1025604" y="371651"/>
                  </a:lnTo>
                  <a:lnTo>
                    <a:pt x="1051902" y="389392"/>
                  </a:lnTo>
                  <a:lnTo>
                    <a:pt x="1078199" y="407653"/>
                  </a:lnTo>
                  <a:lnTo>
                    <a:pt x="1104497" y="426436"/>
                  </a:lnTo>
                  <a:lnTo>
                    <a:pt x="1130794" y="445743"/>
                  </a:lnTo>
                  <a:lnTo>
                    <a:pt x="1157092" y="465573"/>
                  </a:lnTo>
                  <a:lnTo>
                    <a:pt x="1183390" y="485927"/>
                  </a:lnTo>
                  <a:lnTo>
                    <a:pt x="1209687" y="506803"/>
                  </a:lnTo>
                  <a:lnTo>
                    <a:pt x="1235985" y="528198"/>
                  </a:lnTo>
                  <a:lnTo>
                    <a:pt x="1262282" y="550107"/>
                  </a:lnTo>
                  <a:lnTo>
                    <a:pt x="1288580" y="572525"/>
                  </a:lnTo>
                  <a:lnTo>
                    <a:pt x="1314877" y="595445"/>
                  </a:lnTo>
                  <a:lnTo>
                    <a:pt x="1341175" y="618858"/>
                  </a:lnTo>
                  <a:lnTo>
                    <a:pt x="1367472" y="642754"/>
                  </a:lnTo>
                  <a:lnTo>
                    <a:pt x="1393770" y="667122"/>
                  </a:lnTo>
                  <a:lnTo>
                    <a:pt x="1420068" y="691949"/>
                  </a:lnTo>
                  <a:lnTo>
                    <a:pt x="1446365" y="717221"/>
                  </a:lnTo>
                  <a:lnTo>
                    <a:pt x="1472663" y="742922"/>
                  </a:lnTo>
                  <a:lnTo>
                    <a:pt x="1498960" y="769034"/>
                  </a:lnTo>
                  <a:lnTo>
                    <a:pt x="1525258" y="795538"/>
                  </a:lnTo>
                  <a:lnTo>
                    <a:pt x="1551555" y="822415"/>
                  </a:lnTo>
                  <a:lnTo>
                    <a:pt x="1577853" y="849643"/>
                  </a:lnTo>
                  <a:lnTo>
                    <a:pt x="1604150" y="877198"/>
                  </a:lnTo>
                  <a:lnTo>
                    <a:pt x="1630448" y="905057"/>
                  </a:lnTo>
                  <a:lnTo>
                    <a:pt x="1656746" y="933194"/>
                  </a:lnTo>
                  <a:lnTo>
                    <a:pt x="1683043" y="961582"/>
                  </a:lnTo>
                  <a:lnTo>
                    <a:pt x="1709341" y="990195"/>
                  </a:lnTo>
                  <a:lnTo>
                    <a:pt x="1735638" y="1019003"/>
                  </a:lnTo>
                  <a:lnTo>
                    <a:pt x="1761936" y="1047977"/>
                  </a:lnTo>
                  <a:lnTo>
                    <a:pt x="1788233" y="1077087"/>
                  </a:lnTo>
                  <a:lnTo>
                    <a:pt x="1814531" y="1106302"/>
                  </a:lnTo>
                  <a:lnTo>
                    <a:pt x="1840828" y="1135592"/>
                  </a:lnTo>
                  <a:lnTo>
                    <a:pt x="1867126" y="1164926"/>
                  </a:lnTo>
                  <a:lnTo>
                    <a:pt x="1893424" y="1194271"/>
                  </a:lnTo>
                  <a:lnTo>
                    <a:pt x="1919721" y="1223596"/>
                  </a:lnTo>
                  <a:lnTo>
                    <a:pt x="1946019" y="1252869"/>
                  </a:lnTo>
                  <a:lnTo>
                    <a:pt x="1972316" y="1282060"/>
                  </a:lnTo>
                  <a:lnTo>
                    <a:pt x="1998614" y="1311137"/>
                  </a:lnTo>
                  <a:lnTo>
                    <a:pt x="2024911" y="1340070"/>
                  </a:lnTo>
                  <a:lnTo>
                    <a:pt x="2051209" y="1368829"/>
                  </a:lnTo>
                  <a:lnTo>
                    <a:pt x="2077506" y="1397385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l213"/>
            <p:cNvSpPr/>
            <p:nvPr/>
          </p:nvSpPr>
          <p:spPr>
            <a:xfrm>
              <a:off x="1896659" y="3156701"/>
              <a:ext cx="3057073" cy="820257"/>
            </a:xfrm>
            <a:custGeom>
              <a:avLst/>
              <a:gdLst/>
              <a:ahLst/>
              <a:cxnLst/>
              <a:rect l="0" t="0" r="0" b="0"/>
              <a:pathLst>
                <a:path w="3057073" h="820257">
                  <a:moveTo>
                    <a:pt x="0" y="0"/>
                  </a:moveTo>
                  <a:lnTo>
                    <a:pt x="38697" y="21531"/>
                  </a:lnTo>
                  <a:lnTo>
                    <a:pt x="77394" y="42810"/>
                  </a:lnTo>
                  <a:lnTo>
                    <a:pt x="116091" y="63826"/>
                  </a:lnTo>
                  <a:lnTo>
                    <a:pt x="154788" y="84569"/>
                  </a:lnTo>
                  <a:lnTo>
                    <a:pt x="193485" y="105031"/>
                  </a:lnTo>
                  <a:lnTo>
                    <a:pt x="232182" y="125202"/>
                  </a:lnTo>
                  <a:lnTo>
                    <a:pt x="270879" y="145076"/>
                  </a:lnTo>
                  <a:lnTo>
                    <a:pt x="309577" y="164644"/>
                  </a:lnTo>
                  <a:lnTo>
                    <a:pt x="348274" y="183901"/>
                  </a:lnTo>
                  <a:lnTo>
                    <a:pt x="386971" y="202841"/>
                  </a:lnTo>
                  <a:lnTo>
                    <a:pt x="425668" y="221457"/>
                  </a:lnTo>
                  <a:lnTo>
                    <a:pt x="464365" y="239747"/>
                  </a:lnTo>
                  <a:lnTo>
                    <a:pt x="503062" y="257705"/>
                  </a:lnTo>
                  <a:lnTo>
                    <a:pt x="541759" y="275328"/>
                  </a:lnTo>
                  <a:lnTo>
                    <a:pt x="580457" y="292614"/>
                  </a:lnTo>
                  <a:lnTo>
                    <a:pt x="619154" y="309560"/>
                  </a:lnTo>
                  <a:lnTo>
                    <a:pt x="657851" y="326165"/>
                  </a:lnTo>
                  <a:lnTo>
                    <a:pt x="696548" y="342427"/>
                  </a:lnTo>
                  <a:lnTo>
                    <a:pt x="735245" y="358346"/>
                  </a:lnTo>
                  <a:lnTo>
                    <a:pt x="773942" y="373921"/>
                  </a:lnTo>
                  <a:lnTo>
                    <a:pt x="812639" y="389154"/>
                  </a:lnTo>
                  <a:lnTo>
                    <a:pt x="851337" y="404044"/>
                  </a:lnTo>
                  <a:lnTo>
                    <a:pt x="890034" y="418594"/>
                  </a:lnTo>
                  <a:lnTo>
                    <a:pt x="928731" y="432804"/>
                  </a:lnTo>
                  <a:lnTo>
                    <a:pt x="967428" y="446677"/>
                  </a:lnTo>
                  <a:lnTo>
                    <a:pt x="1006125" y="460215"/>
                  </a:lnTo>
                  <a:lnTo>
                    <a:pt x="1044822" y="473421"/>
                  </a:lnTo>
                  <a:lnTo>
                    <a:pt x="1083519" y="486298"/>
                  </a:lnTo>
                  <a:lnTo>
                    <a:pt x="1122216" y="498850"/>
                  </a:lnTo>
                  <a:lnTo>
                    <a:pt x="1160914" y="511080"/>
                  </a:lnTo>
                  <a:lnTo>
                    <a:pt x="1199611" y="522992"/>
                  </a:lnTo>
                  <a:lnTo>
                    <a:pt x="1238308" y="534590"/>
                  </a:lnTo>
                  <a:lnTo>
                    <a:pt x="1277005" y="545878"/>
                  </a:lnTo>
                  <a:lnTo>
                    <a:pt x="1315702" y="556862"/>
                  </a:lnTo>
                  <a:lnTo>
                    <a:pt x="1354399" y="567546"/>
                  </a:lnTo>
                  <a:lnTo>
                    <a:pt x="1393096" y="577935"/>
                  </a:lnTo>
                  <a:lnTo>
                    <a:pt x="1431794" y="588033"/>
                  </a:lnTo>
                  <a:lnTo>
                    <a:pt x="1470491" y="597846"/>
                  </a:lnTo>
                  <a:lnTo>
                    <a:pt x="1509188" y="607380"/>
                  </a:lnTo>
                  <a:lnTo>
                    <a:pt x="1547885" y="616640"/>
                  </a:lnTo>
                  <a:lnTo>
                    <a:pt x="1586582" y="625630"/>
                  </a:lnTo>
                  <a:lnTo>
                    <a:pt x="1625279" y="634357"/>
                  </a:lnTo>
                  <a:lnTo>
                    <a:pt x="1663976" y="642826"/>
                  </a:lnTo>
                  <a:lnTo>
                    <a:pt x="1702674" y="651043"/>
                  </a:lnTo>
                  <a:lnTo>
                    <a:pt x="1741371" y="659012"/>
                  </a:lnTo>
                  <a:lnTo>
                    <a:pt x="1780068" y="666741"/>
                  </a:lnTo>
                  <a:lnTo>
                    <a:pt x="1818765" y="674234"/>
                  </a:lnTo>
                  <a:lnTo>
                    <a:pt x="1857462" y="681497"/>
                  </a:lnTo>
                  <a:lnTo>
                    <a:pt x="1896159" y="688535"/>
                  </a:lnTo>
                  <a:lnTo>
                    <a:pt x="1934856" y="695354"/>
                  </a:lnTo>
                  <a:lnTo>
                    <a:pt x="1973554" y="701960"/>
                  </a:lnTo>
                  <a:lnTo>
                    <a:pt x="2012251" y="708358"/>
                  </a:lnTo>
                  <a:lnTo>
                    <a:pt x="2050948" y="714553"/>
                  </a:lnTo>
                  <a:lnTo>
                    <a:pt x="2089645" y="720550"/>
                  </a:lnTo>
                  <a:lnTo>
                    <a:pt x="2128342" y="726355"/>
                  </a:lnTo>
                  <a:lnTo>
                    <a:pt x="2167039" y="731974"/>
                  </a:lnTo>
                  <a:lnTo>
                    <a:pt x="2205736" y="737410"/>
                  </a:lnTo>
                  <a:lnTo>
                    <a:pt x="2244433" y="742670"/>
                  </a:lnTo>
                  <a:lnTo>
                    <a:pt x="2283131" y="747758"/>
                  </a:lnTo>
                  <a:lnTo>
                    <a:pt x="2321828" y="752679"/>
                  </a:lnTo>
                  <a:lnTo>
                    <a:pt x="2360525" y="757437"/>
                  </a:lnTo>
                  <a:lnTo>
                    <a:pt x="2399222" y="762039"/>
                  </a:lnTo>
                  <a:lnTo>
                    <a:pt x="2437919" y="766487"/>
                  </a:lnTo>
                  <a:lnTo>
                    <a:pt x="2476616" y="770787"/>
                  </a:lnTo>
                  <a:lnTo>
                    <a:pt x="2515313" y="774943"/>
                  </a:lnTo>
                  <a:lnTo>
                    <a:pt x="2554011" y="778959"/>
                  </a:lnTo>
                  <a:lnTo>
                    <a:pt x="2592708" y="782840"/>
                  </a:lnTo>
                  <a:lnTo>
                    <a:pt x="2631405" y="786589"/>
                  </a:lnTo>
                  <a:lnTo>
                    <a:pt x="2670102" y="790212"/>
                  </a:lnTo>
                  <a:lnTo>
                    <a:pt x="2708799" y="793711"/>
                  </a:lnTo>
                  <a:lnTo>
                    <a:pt x="2747496" y="797090"/>
                  </a:lnTo>
                  <a:lnTo>
                    <a:pt x="2786193" y="800354"/>
                  </a:lnTo>
                  <a:lnTo>
                    <a:pt x="2824891" y="803506"/>
                  </a:lnTo>
                  <a:lnTo>
                    <a:pt x="2863588" y="806549"/>
                  </a:lnTo>
                  <a:lnTo>
                    <a:pt x="2902285" y="809487"/>
                  </a:lnTo>
                  <a:lnTo>
                    <a:pt x="2940982" y="812324"/>
                  </a:lnTo>
                  <a:lnTo>
                    <a:pt x="2979679" y="815062"/>
                  </a:lnTo>
                  <a:lnTo>
                    <a:pt x="3018376" y="817705"/>
                  </a:lnTo>
                  <a:lnTo>
                    <a:pt x="3057073" y="82025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1623483" y="2370561"/>
              <a:ext cx="2977066" cy="1278031"/>
            </a:xfrm>
            <a:custGeom>
              <a:avLst/>
              <a:gdLst/>
              <a:ahLst/>
              <a:cxnLst/>
              <a:rect l="0" t="0" r="0" b="0"/>
              <a:pathLst>
                <a:path w="2977066" h="1278031">
                  <a:moveTo>
                    <a:pt x="0" y="0"/>
                  </a:moveTo>
                  <a:lnTo>
                    <a:pt x="37684" y="16941"/>
                  </a:lnTo>
                  <a:lnTo>
                    <a:pt x="75368" y="34041"/>
                  </a:lnTo>
                  <a:lnTo>
                    <a:pt x="113053" y="51292"/>
                  </a:lnTo>
                  <a:lnTo>
                    <a:pt x="150737" y="68691"/>
                  </a:lnTo>
                  <a:lnTo>
                    <a:pt x="188421" y="86230"/>
                  </a:lnTo>
                  <a:lnTo>
                    <a:pt x="226106" y="103903"/>
                  </a:lnTo>
                  <a:lnTo>
                    <a:pt x="263790" y="121705"/>
                  </a:lnTo>
                  <a:lnTo>
                    <a:pt x="301475" y="139628"/>
                  </a:lnTo>
                  <a:lnTo>
                    <a:pt x="339159" y="157666"/>
                  </a:lnTo>
                  <a:lnTo>
                    <a:pt x="376843" y="175811"/>
                  </a:lnTo>
                  <a:lnTo>
                    <a:pt x="414528" y="194057"/>
                  </a:lnTo>
                  <a:lnTo>
                    <a:pt x="452212" y="212397"/>
                  </a:lnTo>
                  <a:lnTo>
                    <a:pt x="489897" y="230822"/>
                  </a:lnTo>
                  <a:lnTo>
                    <a:pt x="527581" y="249325"/>
                  </a:lnTo>
                  <a:lnTo>
                    <a:pt x="565265" y="267898"/>
                  </a:lnTo>
                  <a:lnTo>
                    <a:pt x="602950" y="286534"/>
                  </a:lnTo>
                  <a:lnTo>
                    <a:pt x="640634" y="305225"/>
                  </a:lnTo>
                  <a:lnTo>
                    <a:pt x="678318" y="323961"/>
                  </a:lnTo>
                  <a:lnTo>
                    <a:pt x="716003" y="342736"/>
                  </a:lnTo>
                  <a:lnTo>
                    <a:pt x="753687" y="361541"/>
                  </a:lnTo>
                  <a:lnTo>
                    <a:pt x="791372" y="380367"/>
                  </a:lnTo>
                  <a:lnTo>
                    <a:pt x="829056" y="399207"/>
                  </a:lnTo>
                  <a:lnTo>
                    <a:pt x="866740" y="418052"/>
                  </a:lnTo>
                  <a:lnTo>
                    <a:pt x="904425" y="436893"/>
                  </a:lnTo>
                  <a:lnTo>
                    <a:pt x="942109" y="455723"/>
                  </a:lnTo>
                  <a:lnTo>
                    <a:pt x="979794" y="474532"/>
                  </a:lnTo>
                  <a:lnTo>
                    <a:pt x="1017478" y="493313"/>
                  </a:lnTo>
                  <a:lnTo>
                    <a:pt x="1055162" y="512057"/>
                  </a:lnTo>
                  <a:lnTo>
                    <a:pt x="1092847" y="530757"/>
                  </a:lnTo>
                  <a:lnTo>
                    <a:pt x="1130531" y="549403"/>
                  </a:lnTo>
                  <a:lnTo>
                    <a:pt x="1168215" y="567988"/>
                  </a:lnTo>
                  <a:lnTo>
                    <a:pt x="1205900" y="586505"/>
                  </a:lnTo>
                  <a:lnTo>
                    <a:pt x="1243584" y="604945"/>
                  </a:lnTo>
                  <a:lnTo>
                    <a:pt x="1281269" y="623300"/>
                  </a:lnTo>
                  <a:lnTo>
                    <a:pt x="1318953" y="641564"/>
                  </a:lnTo>
                  <a:lnTo>
                    <a:pt x="1356637" y="659728"/>
                  </a:lnTo>
                  <a:lnTo>
                    <a:pt x="1394322" y="677786"/>
                  </a:lnTo>
                  <a:lnTo>
                    <a:pt x="1432006" y="695730"/>
                  </a:lnTo>
                  <a:lnTo>
                    <a:pt x="1469691" y="713554"/>
                  </a:lnTo>
                  <a:lnTo>
                    <a:pt x="1507375" y="731251"/>
                  </a:lnTo>
                  <a:lnTo>
                    <a:pt x="1545059" y="748815"/>
                  </a:lnTo>
                  <a:lnTo>
                    <a:pt x="1582744" y="766240"/>
                  </a:lnTo>
                  <a:lnTo>
                    <a:pt x="1620428" y="783518"/>
                  </a:lnTo>
                  <a:lnTo>
                    <a:pt x="1658112" y="800646"/>
                  </a:lnTo>
                  <a:lnTo>
                    <a:pt x="1695797" y="817617"/>
                  </a:lnTo>
                  <a:lnTo>
                    <a:pt x="1733481" y="834425"/>
                  </a:lnTo>
                  <a:lnTo>
                    <a:pt x="1771166" y="851067"/>
                  </a:lnTo>
                  <a:lnTo>
                    <a:pt x="1808850" y="867536"/>
                  </a:lnTo>
                  <a:lnTo>
                    <a:pt x="1846534" y="883829"/>
                  </a:lnTo>
                  <a:lnTo>
                    <a:pt x="1884219" y="899942"/>
                  </a:lnTo>
                  <a:lnTo>
                    <a:pt x="1921903" y="915869"/>
                  </a:lnTo>
                  <a:lnTo>
                    <a:pt x="1959588" y="931608"/>
                  </a:lnTo>
                  <a:lnTo>
                    <a:pt x="1997272" y="947154"/>
                  </a:lnTo>
                  <a:lnTo>
                    <a:pt x="2034956" y="962506"/>
                  </a:lnTo>
                  <a:lnTo>
                    <a:pt x="2072641" y="977658"/>
                  </a:lnTo>
                  <a:lnTo>
                    <a:pt x="2110325" y="992610"/>
                  </a:lnTo>
                  <a:lnTo>
                    <a:pt x="2148009" y="1007358"/>
                  </a:lnTo>
                  <a:lnTo>
                    <a:pt x="2185694" y="1021900"/>
                  </a:lnTo>
                  <a:lnTo>
                    <a:pt x="2223378" y="1036233"/>
                  </a:lnTo>
                  <a:lnTo>
                    <a:pt x="2261063" y="1050357"/>
                  </a:lnTo>
                  <a:lnTo>
                    <a:pt x="2298747" y="1064269"/>
                  </a:lnTo>
                  <a:lnTo>
                    <a:pt x="2336431" y="1077969"/>
                  </a:lnTo>
                  <a:lnTo>
                    <a:pt x="2374116" y="1091455"/>
                  </a:lnTo>
                  <a:lnTo>
                    <a:pt x="2411800" y="1104726"/>
                  </a:lnTo>
                  <a:lnTo>
                    <a:pt x="2449485" y="1117782"/>
                  </a:lnTo>
                  <a:lnTo>
                    <a:pt x="2487169" y="1130621"/>
                  </a:lnTo>
                  <a:lnTo>
                    <a:pt x="2524853" y="1143245"/>
                  </a:lnTo>
                  <a:lnTo>
                    <a:pt x="2562538" y="1155653"/>
                  </a:lnTo>
                  <a:lnTo>
                    <a:pt x="2600222" y="1167844"/>
                  </a:lnTo>
                  <a:lnTo>
                    <a:pt x="2637906" y="1179820"/>
                  </a:lnTo>
                  <a:lnTo>
                    <a:pt x="2675591" y="1191581"/>
                  </a:lnTo>
                  <a:lnTo>
                    <a:pt x="2713275" y="1203127"/>
                  </a:lnTo>
                  <a:lnTo>
                    <a:pt x="2750960" y="1214459"/>
                  </a:lnTo>
                  <a:lnTo>
                    <a:pt x="2788644" y="1225579"/>
                  </a:lnTo>
                  <a:lnTo>
                    <a:pt x="2826328" y="1236487"/>
                  </a:lnTo>
                  <a:lnTo>
                    <a:pt x="2864013" y="1247185"/>
                  </a:lnTo>
                  <a:lnTo>
                    <a:pt x="2901697" y="1257674"/>
                  </a:lnTo>
                  <a:lnTo>
                    <a:pt x="2939382" y="1267955"/>
                  </a:lnTo>
                  <a:lnTo>
                    <a:pt x="2977066" y="127803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2160945" y="2250799"/>
              <a:ext cx="2829233" cy="1794630"/>
            </a:xfrm>
            <a:custGeom>
              <a:avLst/>
              <a:gdLst/>
              <a:ahLst/>
              <a:cxnLst/>
              <a:rect l="0" t="0" r="0" b="0"/>
              <a:pathLst>
                <a:path w="2829233" h="1794630">
                  <a:moveTo>
                    <a:pt x="0" y="0"/>
                  </a:moveTo>
                  <a:lnTo>
                    <a:pt x="35813" y="74629"/>
                  </a:lnTo>
                  <a:lnTo>
                    <a:pt x="71626" y="153092"/>
                  </a:lnTo>
                  <a:lnTo>
                    <a:pt x="107439" y="234874"/>
                  </a:lnTo>
                  <a:lnTo>
                    <a:pt x="143252" y="319355"/>
                  </a:lnTo>
                  <a:lnTo>
                    <a:pt x="179065" y="405815"/>
                  </a:lnTo>
                  <a:lnTo>
                    <a:pt x="214878" y="493465"/>
                  </a:lnTo>
                  <a:lnTo>
                    <a:pt x="250691" y="581468"/>
                  </a:lnTo>
                  <a:lnTo>
                    <a:pt x="286504" y="668976"/>
                  </a:lnTo>
                  <a:lnTo>
                    <a:pt x="322317" y="755159"/>
                  </a:lnTo>
                  <a:lnTo>
                    <a:pt x="358130" y="839235"/>
                  </a:lnTo>
                  <a:lnTo>
                    <a:pt x="393943" y="920502"/>
                  </a:lnTo>
                  <a:lnTo>
                    <a:pt x="429757" y="998354"/>
                  </a:lnTo>
                  <a:lnTo>
                    <a:pt x="465570" y="1072300"/>
                  </a:lnTo>
                  <a:lnTo>
                    <a:pt x="501383" y="1141966"/>
                  </a:lnTo>
                  <a:lnTo>
                    <a:pt x="537196" y="1207100"/>
                  </a:lnTo>
                  <a:lnTo>
                    <a:pt x="573009" y="1267559"/>
                  </a:lnTo>
                  <a:lnTo>
                    <a:pt x="608822" y="1323309"/>
                  </a:lnTo>
                  <a:lnTo>
                    <a:pt x="644635" y="1374401"/>
                  </a:lnTo>
                  <a:lnTo>
                    <a:pt x="680448" y="1420961"/>
                  </a:lnTo>
                  <a:lnTo>
                    <a:pt x="716261" y="1463175"/>
                  </a:lnTo>
                  <a:lnTo>
                    <a:pt x="752074" y="1501270"/>
                  </a:lnTo>
                  <a:lnTo>
                    <a:pt x="787887" y="1535505"/>
                  </a:lnTo>
                  <a:lnTo>
                    <a:pt x="823700" y="1566154"/>
                  </a:lnTo>
                  <a:lnTo>
                    <a:pt x="859514" y="1593500"/>
                  </a:lnTo>
                  <a:lnTo>
                    <a:pt x="895327" y="1617827"/>
                  </a:lnTo>
                  <a:lnTo>
                    <a:pt x="931140" y="1639409"/>
                  </a:lnTo>
                  <a:lnTo>
                    <a:pt x="966953" y="1658510"/>
                  </a:lnTo>
                  <a:lnTo>
                    <a:pt x="1002766" y="1675381"/>
                  </a:lnTo>
                  <a:lnTo>
                    <a:pt x="1038579" y="1690253"/>
                  </a:lnTo>
                  <a:lnTo>
                    <a:pt x="1074392" y="1703343"/>
                  </a:lnTo>
                  <a:lnTo>
                    <a:pt x="1110205" y="1714846"/>
                  </a:lnTo>
                  <a:lnTo>
                    <a:pt x="1146018" y="1724943"/>
                  </a:lnTo>
                  <a:lnTo>
                    <a:pt x="1181831" y="1733796"/>
                  </a:lnTo>
                  <a:lnTo>
                    <a:pt x="1217644" y="1741550"/>
                  </a:lnTo>
                  <a:lnTo>
                    <a:pt x="1253457" y="1748336"/>
                  </a:lnTo>
                  <a:lnTo>
                    <a:pt x="1289271" y="1754270"/>
                  </a:lnTo>
                  <a:lnTo>
                    <a:pt x="1325084" y="1759456"/>
                  </a:lnTo>
                  <a:lnTo>
                    <a:pt x="1360897" y="1763986"/>
                  </a:lnTo>
                  <a:lnTo>
                    <a:pt x="1396710" y="1767940"/>
                  </a:lnTo>
                  <a:lnTo>
                    <a:pt x="1432523" y="1771390"/>
                  </a:lnTo>
                  <a:lnTo>
                    <a:pt x="1468336" y="1774400"/>
                  </a:lnTo>
                  <a:lnTo>
                    <a:pt x="1504149" y="1777024"/>
                  </a:lnTo>
                  <a:lnTo>
                    <a:pt x="1539962" y="1779312"/>
                  </a:lnTo>
                  <a:lnTo>
                    <a:pt x="1575775" y="1781306"/>
                  </a:lnTo>
                  <a:lnTo>
                    <a:pt x="1611588" y="1783043"/>
                  </a:lnTo>
                  <a:lnTo>
                    <a:pt x="1647401" y="1784557"/>
                  </a:lnTo>
                  <a:lnTo>
                    <a:pt x="1683215" y="1785875"/>
                  </a:lnTo>
                  <a:lnTo>
                    <a:pt x="1719028" y="1787023"/>
                  </a:lnTo>
                  <a:lnTo>
                    <a:pt x="1754841" y="1788022"/>
                  </a:lnTo>
                  <a:lnTo>
                    <a:pt x="1790654" y="1788893"/>
                  </a:lnTo>
                  <a:lnTo>
                    <a:pt x="1826467" y="1789650"/>
                  </a:lnTo>
                  <a:lnTo>
                    <a:pt x="1862280" y="1790310"/>
                  </a:lnTo>
                  <a:lnTo>
                    <a:pt x="1898093" y="1790884"/>
                  </a:lnTo>
                  <a:lnTo>
                    <a:pt x="1933906" y="1791384"/>
                  </a:lnTo>
                  <a:lnTo>
                    <a:pt x="1969719" y="1791819"/>
                  </a:lnTo>
                  <a:lnTo>
                    <a:pt x="2005532" y="1792197"/>
                  </a:lnTo>
                  <a:lnTo>
                    <a:pt x="2041345" y="1792526"/>
                  </a:lnTo>
                  <a:lnTo>
                    <a:pt x="2077158" y="1792813"/>
                  </a:lnTo>
                  <a:lnTo>
                    <a:pt x="2112972" y="1793063"/>
                  </a:lnTo>
                  <a:lnTo>
                    <a:pt x="2148785" y="1793280"/>
                  </a:lnTo>
                  <a:lnTo>
                    <a:pt x="2184598" y="1793469"/>
                  </a:lnTo>
                  <a:lnTo>
                    <a:pt x="2220411" y="1793633"/>
                  </a:lnTo>
                  <a:lnTo>
                    <a:pt x="2256224" y="1793776"/>
                  </a:lnTo>
                  <a:lnTo>
                    <a:pt x="2292037" y="1793900"/>
                  </a:lnTo>
                  <a:lnTo>
                    <a:pt x="2327850" y="1794009"/>
                  </a:lnTo>
                  <a:lnTo>
                    <a:pt x="2363663" y="1794103"/>
                  </a:lnTo>
                  <a:lnTo>
                    <a:pt x="2399476" y="1794185"/>
                  </a:lnTo>
                  <a:lnTo>
                    <a:pt x="2435289" y="1794256"/>
                  </a:lnTo>
                  <a:lnTo>
                    <a:pt x="2471102" y="1794318"/>
                  </a:lnTo>
                  <a:lnTo>
                    <a:pt x="2506915" y="1794372"/>
                  </a:lnTo>
                  <a:lnTo>
                    <a:pt x="2542729" y="1794419"/>
                  </a:lnTo>
                  <a:lnTo>
                    <a:pt x="2578542" y="1794460"/>
                  </a:lnTo>
                  <a:lnTo>
                    <a:pt x="2614355" y="1794495"/>
                  </a:lnTo>
                  <a:lnTo>
                    <a:pt x="2650168" y="1794526"/>
                  </a:lnTo>
                  <a:lnTo>
                    <a:pt x="2685981" y="1794553"/>
                  </a:lnTo>
                  <a:lnTo>
                    <a:pt x="2721794" y="1794577"/>
                  </a:lnTo>
                  <a:lnTo>
                    <a:pt x="2757607" y="1794597"/>
                  </a:lnTo>
                  <a:lnTo>
                    <a:pt x="2793420" y="1794615"/>
                  </a:lnTo>
                  <a:lnTo>
                    <a:pt x="2829233" y="179463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2471149" y="2542311"/>
              <a:ext cx="3051610" cy="1468168"/>
            </a:xfrm>
            <a:custGeom>
              <a:avLst/>
              <a:gdLst/>
              <a:ahLst/>
              <a:cxnLst/>
              <a:rect l="0" t="0" r="0" b="0"/>
              <a:pathLst>
                <a:path w="3051610" h="1468168">
                  <a:moveTo>
                    <a:pt x="0" y="0"/>
                  </a:moveTo>
                  <a:lnTo>
                    <a:pt x="38627" y="36058"/>
                  </a:lnTo>
                  <a:lnTo>
                    <a:pt x="77255" y="72458"/>
                  </a:lnTo>
                  <a:lnTo>
                    <a:pt x="115883" y="109139"/>
                  </a:lnTo>
                  <a:lnTo>
                    <a:pt x="154511" y="146043"/>
                  </a:lnTo>
                  <a:lnTo>
                    <a:pt x="193139" y="183105"/>
                  </a:lnTo>
                  <a:lnTo>
                    <a:pt x="231767" y="220263"/>
                  </a:lnTo>
                  <a:lnTo>
                    <a:pt x="270395" y="257453"/>
                  </a:lnTo>
                  <a:lnTo>
                    <a:pt x="309023" y="294611"/>
                  </a:lnTo>
                  <a:lnTo>
                    <a:pt x="347651" y="331671"/>
                  </a:lnTo>
                  <a:lnTo>
                    <a:pt x="386279" y="368572"/>
                  </a:lnTo>
                  <a:lnTo>
                    <a:pt x="424907" y="405250"/>
                  </a:lnTo>
                  <a:lnTo>
                    <a:pt x="463535" y="441645"/>
                  </a:lnTo>
                  <a:lnTo>
                    <a:pt x="502163" y="477698"/>
                  </a:lnTo>
                  <a:lnTo>
                    <a:pt x="540791" y="513353"/>
                  </a:lnTo>
                  <a:lnTo>
                    <a:pt x="579419" y="548554"/>
                  </a:lnTo>
                  <a:lnTo>
                    <a:pt x="618047" y="583252"/>
                  </a:lnTo>
                  <a:lnTo>
                    <a:pt x="656675" y="617399"/>
                  </a:lnTo>
                  <a:lnTo>
                    <a:pt x="695303" y="650949"/>
                  </a:lnTo>
                  <a:lnTo>
                    <a:pt x="733931" y="683862"/>
                  </a:lnTo>
                  <a:lnTo>
                    <a:pt x="772559" y="716101"/>
                  </a:lnTo>
                  <a:lnTo>
                    <a:pt x="811187" y="747631"/>
                  </a:lnTo>
                  <a:lnTo>
                    <a:pt x="849815" y="778424"/>
                  </a:lnTo>
                  <a:lnTo>
                    <a:pt x="888443" y="808454"/>
                  </a:lnTo>
                  <a:lnTo>
                    <a:pt x="927071" y="837699"/>
                  </a:lnTo>
                  <a:lnTo>
                    <a:pt x="965699" y="866139"/>
                  </a:lnTo>
                  <a:lnTo>
                    <a:pt x="1004327" y="893762"/>
                  </a:lnTo>
                  <a:lnTo>
                    <a:pt x="1042955" y="920557"/>
                  </a:lnTo>
                  <a:lnTo>
                    <a:pt x="1081583" y="946514"/>
                  </a:lnTo>
                  <a:lnTo>
                    <a:pt x="1120211" y="971631"/>
                  </a:lnTo>
                  <a:lnTo>
                    <a:pt x="1158839" y="995907"/>
                  </a:lnTo>
                  <a:lnTo>
                    <a:pt x="1197467" y="1019342"/>
                  </a:lnTo>
                  <a:lnTo>
                    <a:pt x="1236095" y="1041942"/>
                  </a:lnTo>
                  <a:lnTo>
                    <a:pt x="1274723" y="1063713"/>
                  </a:lnTo>
                  <a:lnTo>
                    <a:pt x="1313351" y="1084664"/>
                  </a:lnTo>
                  <a:lnTo>
                    <a:pt x="1351979" y="1104807"/>
                  </a:lnTo>
                  <a:lnTo>
                    <a:pt x="1390607" y="1124155"/>
                  </a:lnTo>
                  <a:lnTo>
                    <a:pt x="1429235" y="1142722"/>
                  </a:lnTo>
                  <a:lnTo>
                    <a:pt x="1467863" y="1160525"/>
                  </a:lnTo>
                  <a:lnTo>
                    <a:pt x="1506491" y="1177580"/>
                  </a:lnTo>
                  <a:lnTo>
                    <a:pt x="1545119" y="1193907"/>
                  </a:lnTo>
                  <a:lnTo>
                    <a:pt x="1583747" y="1209524"/>
                  </a:lnTo>
                  <a:lnTo>
                    <a:pt x="1622375" y="1224452"/>
                  </a:lnTo>
                  <a:lnTo>
                    <a:pt x="1661003" y="1238711"/>
                  </a:lnTo>
                  <a:lnTo>
                    <a:pt x="1699631" y="1252322"/>
                  </a:lnTo>
                  <a:lnTo>
                    <a:pt x="1738259" y="1265306"/>
                  </a:lnTo>
                  <a:lnTo>
                    <a:pt x="1776887" y="1277684"/>
                  </a:lnTo>
                  <a:lnTo>
                    <a:pt x="1815515" y="1289479"/>
                  </a:lnTo>
                  <a:lnTo>
                    <a:pt x="1854143" y="1300711"/>
                  </a:lnTo>
                  <a:lnTo>
                    <a:pt x="1892771" y="1311402"/>
                  </a:lnTo>
                  <a:lnTo>
                    <a:pt x="1931399" y="1321572"/>
                  </a:lnTo>
                  <a:lnTo>
                    <a:pt x="1970027" y="1331243"/>
                  </a:lnTo>
                  <a:lnTo>
                    <a:pt x="2008655" y="1340435"/>
                  </a:lnTo>
                  <a:lnTo>
                    <a:pt x="2047283" y="1349167"/>
                  </a:lnTo>
                  <a:lnTo>
                    <a:pt x="2085910" y="1357460"/>
                  </a:lnTo>
                  <a:lnTo>
                    <a:pt x="2124538" y="1365333"/>
                  </a:lnTo>
                  <a:lnTo>
                    <a:pt x="2163166" y="1372803"/>
                  </a:lnTo>
                  <a:lnTo>
                    <a:pt x="2201794" y="1379890"/>
                  </a:lnTo>
                  <a:lnTo>
                    <a:pt x="2240422" y="1386610"/>
                  </a:lnTo>
                  <a:lnTo>
                    <a:pt x="2279050" y="1392981"/>
                  </a:lnTo>
                  <a:lnTo>
                    <a:pt x="2317678" y="1399019"/>
                  </a:lnTo>
                  <a:lnTo>
                    <a:pt x="2356306" y="1404739"/>
                  </a:lnTo>
                  <a:lnTo>
                    <a:pt x="2394934" y="1410158"/>
                  </a:lnTo>
                  <a:lnTo>
                    <a:pt x="2433562" y="1415289"/>
                  </a:lnTo>
                  <a:lnTo>
                    <a:pt x="2472190" y="1420147"/>
                  </a:lnTo>
                  <a:lnTo>
                    <a:pt x="2510818" y="1424746"/>
                  </a:lnTo>
                  <a:lnTo>
                    <a:pt x="2549446" y="1429097"/>
                  </a:lnTo>
                  <a:lnTo>
                    <a:pt x="2588074" y="1433214"/>
                  </a:lnTo>
                  <a:lnTo>
                    <a:pt x="2626702" y="1437109"/>
                  </a:lnTo>
                  <a:lnTo>
                    <a:pt x="2665330" y="1440792"/>
                  </a:lnTo>
                  <a:lnTo>
                    <a:pt x="2703958" y="1444275"/>
                  </a:lnTo>
                  <a:lnTo>
                    <a:pt x="2742586" y="1447568"/>
                  </a:lnTo>
                  <a:lnTo>
                    <a:pt x="2781214" y="1450681"/>
                  </a:lnTo>
                  <a:lnTo>
                    <a:pt x="2819842" y="1453624"/>
                  </a:lnTo>
                  <a:lnTo>
                    <a:pt x="2858470" y="1456404"/>
                  </a:lnTo>
                  <a:lnTo>
                    <a:pt x="2897098" y="1459032"/>
                  </a:lnTo>
                  <a:lnTo>
                    <a:pt x="2935726" y="1461515"/>
                  </a:lnTo>
                  <a:lnTo>
                    <a:pt x="2974354" y="1463860"/>
                  </a:lnTo>
                  <a:lnTo>
                    <a:pt x="3012982" y="1466075"/>
                  </a:lnTo>
                  <a:lnTo>
                    <a:pt x="3051610" y="1468168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tx217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1352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56205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7" name="pt227"/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pg228"/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tx229"/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pl233"/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l235"/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t236"/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l237"/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8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l239"/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pl241"/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t242"/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pl243"/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" name="pt244"/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" name="pl245"/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6" name="pt246"/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l247"/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3" name="Group 2232">
            <a:extLst>
              <a:ext uri="{FF2B5EF4-FFF2-40B4-BE49-F238E27FC236}">
                <a16:creationId xmlns:a16="http://schemas.microsoft.com/office/drawing/2014/main" id="{4A125D75-0736-7C65-BB4F-89B16149B939}"/>
              </a:ext>
            </a:extLst>
          </p:cNvPr>
          <p:cNvGrpSpPr/>
          <p:nvPr/>
        </p:nvGrpSpPr>
        <p:grpSpPr>
          <a:xfrm>
            <a:off x="1093716" y="1024128"/>
            <a:ext cx="4825979" cy="3488977"/>
            <a:chOff x="1093716" y="1166869"/>
            <a:chExt cx="4825979" cy="3488977"/>
          </a:xfrm>
        </p:grpSpPr>
        <p:sp>
          <p:nvSpPr>
            <p:cNvPr id="1707" name="pl5">
              <a:extLst>
                <a:ext uri="{FF2B5EF4-FFF2-40B4-BE49-F238E27FC236}">
                  <a16:creationId xmlns:a16="http://schemas.microsoft.com/office/drawing/2014/main" id="{35FD4530-D181-ECA6-52F6-7388E83230ED}"/>
                </a:ext>
              </a:extLst>
            </p:cNvPr>
            <p:cNvSpPr/>
            <p:nvPr/>
          </p:nvSpPr>
          <p:spPr>
            <a:xfrm>
              <a:off x="1538247" y="391225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8" name="pl6">
              <a:extLst>
                <a:ext uri="{FF2B5EF4-FFF2-40B4-BE49-F238E27FC236}">
                  <a16:creationId xmlns:a16="http://schemas.microsoft.com/office/drawing/2014/main" id="{D80E99CB-1349-4D0B-23F3-AE534385ABE5}"/>
                </a:ext>
              </a:extLst>
            </p:cNvPr>
            <p:cNvSpPr/>
            <p:nvPr/>
          </p:nvSpPr>
          <p:spPr>
            <a:xfrm>
              <a:off x="1538247" y="327993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9" name="pl7">
              <a:extLst>
                <a:ext uri="{FF2B5EF4-FFF2-40B4-BE49-F238E27FC236}">
                  <a16:creationId xmlns:a16="http://schemas.microsoft.com/office/drawing/2014/main" id="{D5D1B61D-5EA0-08F6-686F-E6F1BAF60552}"/>
                </a:ext>
              </a:extLst>
            </p:cNvPr>
            <p:cNvSpPr/>
            <p:nvPr/>
          </p:nvSpPr>
          <p:spPr>
            <a:xfrm>
              <a:off x="1538247" y="264762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0" name="pl8">
              <a:extLst>
                <a:ext uri="{FF2B5EF4-FFF2-40B4-BE49-F238E27FC236}">
                  <a16:creationId xmlns:a16="http://schemas.microsoft.com/office/drawing/2014/main" id="{18838C63-47E5-DF9F-7DC3-585E291B46CD}"/>
                </a:ext>
              </a:extLst>
            </p:cNvPr>
            <p:cNvSpPr/>
            <p:nvPr/>
          </p:nvSpPr>
          <p:spPr>
            <a:xfrm>
              <a:off x="1538247" y="2015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1" name="pl9">
              <a:extLst>
                <a:ext uri="{FF2B5EF4-FFF2-40B4-BE49-F238E27FC236}">
                  <a16:creationId xmlns:a16="http://schemas.microsoft.com/office/drawing/2014/main" id="{B63D003D-D7B6-2DAE-6BFD-551DD911B834}"/>
                </a:ext>
              </a:extLst>
            </p:cNvPr>
            <p:cNvSpPr/>
            <p:nvPr/>
          </p:nvSpPr>
          <p:spPr>
            <a:xfrm>
              <a:off x="2123693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2" name="pl10">
              <a:extLst>
                <a:ext uri="{FF2B5EF4-FFF2-40B4-BE49-F238E27FC236}">
                  <a16:creationId xmlns:a16="http://schemas.microsoft.com/office/drawing/2014/main" id="{03B9664C-012C-7D56-E72B-8913C75CAC17}"/>
                </a:ext>
              </a:extLst>
            </p:cNvPr>
            <p:cNvSpPr/>
            <p:nvPr/>
          </p:nvSpPr>
          <p:spPr>
            <a:xfrm>
              <a:off x="2936159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3" name="pl11">
              <a:extLst>
                <a:ext uri="{FF2B5EF4-FFF2-40B4-BE49-F238E27FC236}">
                  <a16:creationId xmlns:a16="http://schemas.microsoft.com/office/drawing/2014/main" id="{8782229B-FF0D-C010-770A-E77B04E7BF0B}"/>
                </a:ext>
              </a:extLst>
            </p:cNvPr>
            <p:cNvSpPr/>
            <p:nvPr/>
          </p:nvSpPr>
          <p:spPr>
            <a:xfrm>
              <a:off x="3748626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4" name="pl12">
              <a:extLst>
                <a:ext uri="{FF2B5EF4-FFF2-40B4-BE49-F238E27FC236}">
                  <a16:creationId xmlns:a16="http://schemas.microsoft.com/office/drawing/2014/main" id="{E9C35BFD-7D2A-AEF9-7256-A612AD3FFBDD}"/>
                </a:ext>
              </a:extLst>
            </p:cNvPr>
            <p:cNvSpPr/>
            <p:nvPr/>
          </p:nvSpPr>
          <p:spPr>
            <a:xfrm>
              <a:off x="4561092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5" name="pl13">
              <a:extLst>
                <a:ext uri="{FF2B5EF4-FFF2-40B4-BE49-F238E27FC236}">
                  <a16:creationId xmlns:a16="http://schemas.microsoft.com/office/drawing/2014/main" id="{036C6828-6DE4-B1A7-173A-6E47625F5117}"/>
                </a:ext>
              </a:extLst>
            </p:cNvPr>
            <p:cNvSpPr/>
            <p:nvPr/>
          </p:nvSpPr>
          <p:spPr>
            <a:xfrm>
              <a:off x="5373559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6" name="pl14">
              <a:extLst>
                <a:ext uri="{FF2B5EF4-FFF2-40B4-BE49-F238E27FC236}">
                  <a16:creationId xmlns:a16="http://schemas.microsoft.com/office/drawing/2014/main" id="{686B1F2D-532B-6BDF-F193-907FC8BC9321}"/>
                </a:ext>
              </a:extLst>
            </p:cNvPr>
            <p:cNvSpPr/>
            <p:nvPr/>
          </p:nvSpPr>
          <p:spPr>
            <a:xfrm>
              <a:off x="1538247" y="422841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7" name="pl15">
              <a:extLst>
                <a:ext uri="{FF2B5EF4-FFF2-40B4-BE49-F238E27FC236}">
                  <a16:creationId xmlns:a16="http://schemas.microsoft.com/office/drawing/2014/main" id="{FC133F48-9DA0-7BC2-009E-8E4E9B7D2942}"/>
                </a:ext>
              </a:extLst>
            </p:cNvPr>
            <p:cNvSpPr/>
            <p:nvPr/>
          </p:nvSpPr>
          <p:spPr>
            <a:xfrm>
              <a:off x="1538247" y="359609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8" name="pl16">
              <a:extLst>
                <a:ext uri="{FF2B5EF4-FFF2-40B4-BE49-F238E27FC236}">
                  <a16:creationId xmlns:a16="http://schemas.microsoft.com/office/drawing/2014/main" id="{A718249A-8689-1EC6-833C-5294A017E3B5}"/>
                </a:ext>
              </a:extLst>
            </p:cNvPr>
            <p:cNvSpPr/>
            <p:nvPr/>
          </p:nvSpPr>
          <p:spPr>
            <a:xfrm>
              <a:off x="1538247" y="296378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9" name="pl17">
              <a:extLst>
                <a:ext uri="{FF2B5EF4-FFF2-40B4-BE49-F238E27FC236}">
                  <a16:creationId xmlns:a16="http://schemas.microsoft.com/office/drawing/2014/main" id="{E93BA033-D7CB-94D1-CAEF-7460D790FD06}"/>
                </a:ext>
              </a:extLst>
            </p:cNvPr>
            <p:cNvSpPr/>
            <p:nvPr/>
          </p:nvSpPr>
          <p:spPr>
            <a:xfrm>
              <a:off x="1538247" y="233146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0" name="pl18">
              <a:extLst>
                <a:ext uri="{FF2B5EF4-FFF2-40B4-BE49-F238E27FC236}">
                  <a16:creationId xmlns:a16="http://schemas.microsoft.com/office/drawing/2014/main" id="{B8865648-55C9-A866-C89C-11D96921E959}"/>
                </a:ext>
              </a:extLst>
            </p:cNvPr>
            <p:cNvSpPr/>
            <p:nvPr/>
          </p:nvSpPr>
          <p:spPr>
            <a:xfrm>
              <a:off x="1538247" y="169914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1" name="pl19">
              <a:extLst>
                <a:ext uri="{FF2B5EF4-FFF2-40B4-BE49-F238E27FC236}">
                  <a16:creationId xmlns:a16="http://schemas.microsoft.com/office/drawing/2014/main" id="{BFCCC987-2585-DAD5-9D6A-9A3ABA623CB3}"/>
                </a:ext>
              </a:extLst>
            </p:cNvPr>
            <p:cNvSpPr/>
            <p:nvPr/>
          </p:nvSpPr>
          <p:spPr>
            <a:xfrm>
              <a:off x="1717460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2" name="pl20">
              <a:extLst>
                <a:ext uri="{FF2B5EF4-FFF2-40B4-BE49-F238E27FC236}">
                  <a16:creationId xmlns:a16="http://schemas.microsoft.com/office/drawing/2014/main" id="{DCCE1CA8-58BF-DE7A-2E27-B91A0254647B}"/>
                </a:ext>
              </a:extLst>
            </p:cNvPr>
            <p:cNvSpPr/>
            <p:nvPr/>
          </p:nvSpPr>
          <p:spPr>
            <a:xfrm>
              <a:off x="2529926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3" name="pl21">
              <a:extLst>
                <a:ext uri="{FF2B5EF4-FFF2-40B4-BE49-F238E27FC236}">
                  <a16:creationId xmlns:a16="http://schemas.microsoft.com/office/drawing/2014/main" id="{A851D01B-0813-099C-ADFF-DBCC6C7A3C45}"/>
                </a:ext>
              </a:extLst>
            </p:cNvPr>
            <p:cNvSpPr/>
            <p:nvPr/>
          </p:nvSpPr>
          <p:spPr>
            <a:xfrm>
              <a:off x="3342393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4" name="pl22">
              <a:extLst>
                <a:ext uri="{FF2B5EF4-FFF2-40B4-BE49-F238E27FC236}">
                  <a16:creationId xmlns:a16="http://schemas.microsoft.com/office/drawing/2014/main" id="{1D4DAE23-904B-0515-9AF5-332E83D637BE}"/>
                </a:ext>
              </a:extLst>
            </p:cNvPr>
            <p:cNvSpPr/>
            <p:nvPr/>
          </p:nvSpPr>
          <p:spPr>
            <a:xfrm>
              <a:off x="4154859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5" name="pl23">
              <a:extLst>
                <a:ext uri="{FF2B5EF4-FFF2-40B4-BE49-F238E27FC236}">
                  <a16:creationId xmlns:a16="http://schemas.microsoft.com/office/drawing/2014/main" id="{A45EF04C-9848-445C-232E-C9CCE4B44C84}"/>
                </a:ext>
              </a:extLst>
            </p:cNvPr>
            <p:cNvSpPr/>
            <p:nvPr/>
          </p:nvSpPr>
          <p:spPr>
            <a:xfrm>
              <a:off x="4967326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6" name="pl24">
              <a:extLst>
                <a:ext uri="{FF2B5EF4-FFF2-40B4-BE49-F238E27FC236}">
                  <a16:creationId xmlns:a16="http://schemas.microsoft.com/office/drawing/2014/main" id="{3A00B108-5204-E5A0-21D5-637393BB1F19}"/>
                </a:ext>
              </a:extLst>
            </p:cNvPr>
            <p:cNvSpPr/>
            <p:nvPr/>
          </p:nvSpPr>
          <p:spPr>
            <a:xfrm>
              <a:off x="5779792" y="157268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7" name="pg25">
              <a:extLst>
                <a:ext uri="{FF2B5EF4-FFF2-40B4-BE49-F238E27FC236}">
                  <a16:creationId xmlns:a16="http://schemas.microsoft.com/office/drawing/2014/main" id="{6658BF2C-86F8-F1AC-E8CC-7EA8A23ABFD7}"/>
                </a:ext>
              </a:extLst>
            </p:cNvPr>
            <p:cNvSpPr/>
            <p:nvPr/>
          </p:nvSpPr>
          <p:spPr>
            <a:xfrm>
              <a:off x="404362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8" name="pg26">
              <a:extLst>
                <a:ext uri="{FF2B5EF4-FFF2-40B4-BE49-F238E27FC236}">
                  <a16:creationId xmlns:a16="http://schemas.microsoft.com/office/drawing/2014/main" id="{D978AEE2-8A4F-5EAF-FD6F-74984834F9CD}"/>
                </a:ext>
              </a:extLst>
            </p:cNvPr>
            <p:cNvSpPr/>
            <p:nvPr/>
          </p:nvSpPr>
          <p:spPr>
            <a:xfrm>
              <a:off x="482493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9" name="pg27">
              <a:extLst>
                <a:ext uri="{FF2B5EF4-FFF2-40B4-BE49-F238E27FC236}">
                  <a16:creationId xmlns:a16="http://schemas.microsoft.com/office/drawing/2014/main" id="{EA83F97D-37A6-BA4F-E141-44BB06950709}"/>
                </a:ext>
              </a:extLst>
            </p:cNvPr>
            <p:cNvSpPr/>
            <p:nvPr/>
          </p:nvSpPr>
          <p:spPr>
            <a:xfrm>
              <a:off x="2216164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0" name="pg28">
              <a:extLst>
                <a:ext uri="{FF2B5EF4-FFF2-40B4-BE49-F238E27FC236}">
                  <a16:creationId xmlns:a16="http://schemas.microsoft.com/office/drawing/2014/main" id="{0BFF249A-BC8C-FCD2-A5C2-87F5A9E82EAD}"/>
                </a:ext>
              </a:extLst>
            </p:cNvPr>
            <p:cNvSpPr/>
            <p:nvPr/>
          </p:nvSpPr>
          <p:spPr>
            <a:xfrm>
              <a:off x="4161771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1" name="pg29">
              <a:extLst>
                <a:ext uri="{FF2B5EF4-FFF2-40B4-BE49-F238E27FC236}">
                  <a16:creationId xmlns:a16="http://schemas.microsoft.com/office/drawing/2014/main" id="{CE5480F6-CDC2-0D3C-17F5-BE281C4DFE50}"/>
                </a:ext>
              </a:extLst>
            </p:cNvPr>
            <p:cNvSpPr/>
            <p:nvPr/>
          </p:nvSpPr>
          <p:spPr>
            <a:xfrm>
              <a:off x="2216164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2" name="pg30">
              <a:extLst>
                <a:ext uri="{FF2B5EF4-FFF2-40B4-BE49-F238E27FC236}">
                  <a16:creationId xmlns:a16="http://schemas.microsoft.com/office/drawing/2014/main" id="{08A158E0-8566-E5CE-3244-19B16F85506F}"/>
                </a:ext>
              </a:extLst>
            </p:cNvPr>
            <p:cNvSpPr/>
            <p:nvPr/>
          </p:nvSpPr>
          <p:spPr>
            <a:xfrm>
              <a:off x="222035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3" name="pg31">
              <a:extLst>
                <a:ext uri="{FF2B5EF4-FFF2-40B4-BE49-F238E27FC236}">
                  <a16:creationId xmlns:a16="http://schemas.microsoft.com/office/drawing/2014/main" id="{954137CC-BB1E-776D-D355-1423FA00B673}"/>
                </a:ext>
              </a:extLst>
            </p:cNvPr>
            <p:cNvSpPr/>
            <p:nvPr/>
          </p:nvSpPr>
          <p:spPr>
            <a:xfrm>
              <a:off x="238897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4" name="pg32">
              <a:extLst>
                <a:ext uri="{FF2B5EF4-FFF2-40B4-BE49-F238E27FC236}">
                  <a16:creationId xmlns:a16="http://schemas.microsoft.com/office/drawing/2014/main" id="{BA25A836-32D3-708C-9BA8-EEF37EA8D843}"/>
                </a:ext>
              </a:extLst>
            </p:cNvPr>
            <p:cNvSpPr/>
            <p:nvPr/>
          </p:nvSpPr>
          <p:spPr>
            <a:xfrm>
              <a:off x="221160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5" name="pg33">
              <a:extLst>
                <a:ext uri="{FF2B5EF4-FFF2-40B4-BE49-F238E27FC236}">
                  <a16:creationId xmlns:a16="http://schemas.microsoft.com/office/drawing/2014/main" id="{724E9939-CEEA-B2D9-C24D-CBCE24413A0D}"/>
                </a:ext>
              </a:extLst>
            </p:cNvPr>
            <p:cNvSpPr/>
            <p:nvPr/>
          </p:nvSpPr>
          <p:spPr>
            <a:xfrm>
              <a:off x="404430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6" name="pg34">
              <a:extLst>
                <a:ext uri="{FF2B5EF4-FFF2-40B4-BE49-F238E27FC236}">
                  <a16:creationId xmlns:a16="http://schemas.microsoft.com/office/drawing/2014/main" id="{F7AB3F8E-5CF0-BAEA-AF84-08C8994E6BF3}"/>
                </a:ext>
              </a:extLst>
            </p:cNvPr>
            <p:cNvSpPr/>
            <p:nvPr/>
          </p:nvSpPr>
          <p:spPr>
            <a:xfrm>
              <a:off x="4106602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7" name="pg35">
              <a:extLst>
                <a:ext uri="{FF2B5EF4-FFF2-40B4-BE49-F238E27FC236}">
                  <a16:creationId xmlns:a16="http://schemas.microsoft.com/office/drawing/2014/main" id="{BE8AA5B6-083D-0DCD-38F9-7CE3636AFB07}"/>
                </a:ext>
              </a:extLst>
            </p:cNvPr>
            <p:cNvSpPr/>
            <p:nvPr/>
          </p:nvSpPr>
          <p:spPr>
            <a:xfrm>
              <a:off x="3962173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8" name="pg36">
              <a:extLst>
                <a:ext uri="{FF2B5EF4-FFF2-40B4-BE49-F238E27FC236}">
                  <a16:creationId xmlns:a16="http://schemas.microsoft.com/office/drawing/2014/main" id="{B3497405-D7BC-6C2D-7B89-0869EC65414D}"/>
                </a:ext>
              </a:extLst>
            </p:cNvPr>
            <p:cNvSpPr/>
            <p:nvPr/>
          </p:nvSpPr>
          <p:spPr>
            <a:xfrm>
              <a:off x="230364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9" name="pg37">
              <a:extLst>
                <a:ext uri="{FF2B5EF4-FFF2-40B4-BE49-F238E27FC236}">
                  <a16:creationId xmlns:a16="http://schemas.microsoft.com/office/drawing/2014/main" id="{CDCF193A-FCF7-57A9-BE95-16F33C419629}"/>
                </a:ext>
              </a:extLst>
            </p:cNvPr>
            <p:cNvSpPr/>
            <p:nvPr/>
          </p:nvSpPr>
          <p:spPr>
            <a:xfrm>
              <a:off x="4100572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0" name="pg38">
              <a:extLst>
                <a:ext uri="{FF2B5EF4-FFF2-40B4-BE49-F238E27FC236}">
                  <a16:creationId xmlns:a16="http://schemas.microsoft.com/office/drawing/2014/main" id="{ED32221A-4498-0079-43A6-01CDD8C0589C}"/>
                </a:ext>
              </a:extLst>
            </p:cNvPr>
            <p:cNvSpPr/>
            <p:nvPr/>
          </p:nvSpPr>
          <p:spPr>
            <a:xfrm>
              <a:off x="482240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1" name="pg39">
              <a:extLst>
                <a:ext uri="{FF2B5EF4-FFF2-40B4-BE49-F238E27FC236}">
                  <a16:creationId xmlns:a16="http://schemas.microsoft.com/office/drawing/2014/main" id="{3557EC63-7799-3A3B-ACA7-1CD5B0130112}"/>
                </a:ext>
              </a:extLst>
            </p:cNvPr>
            <p:cNvSpPr/>
            <p:nvPr/>
          </p:nvSpPr>
          <p:spPr>
            <a:xfrm>
              <a:off x="236859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2" name="pg40">
              <a:extLst>
                <a:ext uri="{FF2B5EF4-FFF2-40B4-BE49-F238E27FC236}">
                  <a16:creationId xmlns:a16="http://schemas.microsoft.com/office/drawing/2014/main" id="{6DBD0B90-CCA0-1A5F-C3DD-6C7291B766F3}"/>
                </a:ext>
              </a:extLst>
            </p:cNvPr>
            <p:cNvSpPr/>
            <p:nvPr/>
          </p:nvSpPr>
          <p:spPr>
            <a:xfrm>
              <a:off x="396556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3" name="pg41">
              <a:extLst>
                <a:ext uri="{FF2B5EF4-FFF2-40B4-BE49-F238E27FC236}">
                  <a16:creationId xmlns:a16="http://schemas.microsoft.com/office/drawing/2014/main" id="{85D0DD09-2B35-AFD8-1105-211CDCFCBB74}"/>
                </a:ext>
              </a:extLst>
            </p:cNvPr>
            <p:cNvSpPr/>
            <p:nvPr/>
          </p:nvSpPr>
          <p:spPr>
            <a:xfrm>
              <a:off x="221607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4" name="pg42">
              <a:extLst>
                <a:ext uri="{FF2B5EF4-FFF2-40B4-BE49-F238E27FC236}">
                  <a16:creationId xmlns:a16="http://schemas.microsoft.com/office/drawing/2014/main" id="{06E43FD6-95D3-8F25-88EC-4D9C6F6D5196}"/>
                </a:ext>
              </a:extLst>
            </p:cNvPr>
            <p:cNvSpPr/>
            <p:nvPr/>
          </p:nvSpPr>
          <p:spPr>
            <a:xfrm>
              <a:off x="241717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5" name="pg43">
              <a:extLst>
                <a:ext uri="{FF2B5EF4-FFF2-40B4-BE49-F238E27FC236}">
                  <a16:creationId xmlns:a16="http://schemas.microsoft.com/office/drawing/2014/main" id="{D0488689-6168-E94E-755F-82FDFB302DFC}"/>
                </a:ext>
              </a:extLst>
            </p:cNvPr>
            <p:cNvSpPr/>
            <p:nvPr/>
          </p:nvSpPr>
          <p:spPr>
            <a:xfrm>
              <a:off x="229942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6" name="pg44">
              <a:extLst>
                <a:ext uri="{FF2B5EF4-FFF2-40B4-BE49-F238E27FC236}">
                  <a16:creationId xmlns:a16="http://schemas.microsoft.com/office/drawing/2014/main" id="{3690156B-C35B-D9EA-DA52-A4602CC179F8}"/>
                </a:ext>
              </a:extLst>
            </p:cNvPr>
            <p:cNvSpPr/>
            <p:nvPr/>
          </p:nvSpPr>
          <p:spPr>
            <a:xfrm>
              <a:off x="3808396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7" name="pg45">
              <a:extLst>
                <a:ext uri="{FF2B5EF4-FFF2-40B4-BE49-F238E27FC236}">
                  <a16:creationId xmlns:a16="http://schemas.microsoft.com/office/drawing/2014/main" id="{59F490DB-52FD-7DBF-9CA0-E4BE7F884597}"/>
                </a:ext>
              </a:extLst>
            </p:cNvPr>
            <p:cNvSpPr/>
            <p:nvPr/>
          </p:nvSpPr>
          <p:spPr>
            <a:xfrm>
              <a:off x="3811071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8" name="pg46">
              <a:extLst>
                <a:ext uri="{FF2B5EF4-FFF2-40B4-BE49-F238E27FC236}">
                  <a16:creationId xmlns:a16="http://schemas.microsoft.com/office/drawing/2014/main" id="{FA765EE1-255B-3791-6B5E-EE73979D0AD9}"/>
                </a:ext>
              </a:extLst>
            </p:cNvPr>
            <p:cNvSpPr/>
            <p:nvPr/>
          </p:nvSpPr>
          <p:spPr>
            <a:xfrm>
              <a:off x="221695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9" name="pg47">
              <a:extLst>
                <a:ext uri="{FF2B5EF4-FFF2-40B4-BE49-F238E27FC236}">
                  <a16:creationId xmlns:a16="http://schemas.microsoft.com/office/drawing/2014/main" id="{A667113B-4C7E-3C93-97C8-76F75AB78752}"/>
                </a:ext>
              </a:extLst>
            </p:cNvPr>
            <p:cNvSpPr/>
            <p:nvPr/>
          </p:nvSpPr>
          <p:spPr>
            <a:xfrm>
              <a:off x="238897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0" name="pg48">
              <a:extLst>
                <a:ext uri="{FF2B5EF4-FFF2-40B4-BE49-F238E27FC236}">
                  <a16:creationId xmlns:a16="http://schemas.microsoft.com/office/drawing/2014/main" id="{EC936A0F-2B30-BF12-E33B-566EED3D2D22}"/>
                </a:ext>
              </a:extLst>
            </p:cNvPr>
            <p:cNvSpPr/>
            <p:nvPr/>
          </p:nvSpPr>
          <p:spPr>
            <a:xfrm>
              <a:off x="415910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1" name="pt49">
              <a:extLst>
                <a:ext uri="{FF2B5EF4-FFF2-40B4-BE49-F238E27FC236}">
                  <a16:creationId xmlns:a16="http://schemas.microsoft.com/office/drawing/2014/main" id="{0CAFD195-9DF7-2324-03DD-57D15BB5648F}"/>
                </a:ext>
              </a:extLst>
            </p:cNvPr>
            <p:cNvSpPr/>
            <p:nvPr/>
          </p:nvSpPr>
          <p:spPr>
            <a:xfrm>
              <a:off x="1994649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2" name="pt50">
              <a:extLst>
                <a:ext uri="{FF2B5EF4-FFF2-40B4-BE49-F238E27FC236}">
                  <a16:creationId xmlns:a16="http://schemas.microsoft.com/office/drawing/2014/main" id="{6EACD33E-9E49-BC7D-EDE9-F235E444DDAD}"/>
                </a:ext>
              </a:extLst>
            </p:cNvPr>
            <p:cNvSpPr/>
            <p:nvPr/>
          </p:nvSpPr>
          <p:spPr>
            <a:xfrm>
              <a:off x="4412765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3" name="pt51">
              <a:extLst>
                <a:ext uri="{FF2B5EF4-FFF2-40B4-BE49-F238E27FC236}">
                  <a16:creationId xmlns:a16="http://schemas.microsoft.com/office/drawing/2014/main" id="{5FADE85B-E1E2-3D5E-B62F-AC19FD8B35F8}"/>
                </a:ext>
              </a:extLst>
            </p:cNvPr>
            <p:cNvSpPr/>
            <p:nvPr/>
          </p:nvSpPr>
          <p:spPr>
            <a:xfrm>
              <a:off x="1950352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4" name="pt52">
              <a:extLst>
                <a:ext uri="{FF2B5EF4-FFF2-40B4-BE49-F238E27FC236}">
                  <a16:creationId xmlns:a16="http://schemas.microsoft.com/office/drawing/2014/main" id="{774AFF7F-7021-0F76-AE23-E32D6F4BA708}"/>
                </a:ext>
              </a:extLst>
            </p:cNvPr>
            <p:cNvSpPr/>
            <p:nvPr/>
          </p:nvSpPr>
          <p:spPr>
            <a:xfrm>
              <a:off x="4659681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5" name="pt53">
              <a:extLst>
                <a:ext uri="{FF2B5EF4-FFF2-40B4-BE49-F238E27FC236}">
                  <a16:creationId xmlns:a16="http://schemas.microsoft.com/office/drawing/2014/main" id="{CE1B476C-3666-5CB9-8387-05201DF400CB}"/>
                </a:ext>
              </a:extLst>
            </p:cNvPr>
            <p:cNvSpPr/>
            <p:nvPr/>
          </p:nvSpPr>
          <p:spPr>
            <a:xfrm>
              <a:off x="2384296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6" name="pt54">
              <a:extLst>
                <a:ext uri="{FF2B5EF4-FFF2-40B4-BE49-F238E27FC236}">
                  <a16:creationId xmlns:a16="http://schemas.microsoft.com/office/drawing/2014/main" id="{52BECF94-B59A-FEC5-50BC-A6D86CA2080A}"/>
                </a:ext>
              </a:extLst>
            </p:cNvPr>
            <p:cNvSpPr/>
            <p:nvPr/>
          </p:nvSpPr>
          <p:spPr>
            <a:xfrm>
              <a:off x="4412831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7" name="pt55">
              <a:extLst>
                <a:ext uri="{FF2B5EF4-FFF2-40B4-BE49-F238E27FC236}">
                  <a16:creationId xmlns:a16="http://schemas.microsoft.com/office/drawing/2014/main" id="{808CCF86-4D3C-237D-0B3B-74734519D114}"/>
                </a:ext>
              </a:extLst>
            </p:cNvPr>
            <p:cNvSpPr/>
            <p:nvPr/>
          </p:nvSpPr>
          <p:spPr>
            <a:xfrm>
              <a:off x="1951824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8" name="pt56">
              <a:extLst>
                <a:ext uri="{FF2B5EF4-FFF2-40B4-BE49-F238E27FC236}">
                  <a16:creationId xmlns:a16="http://schemas.microsoft.com/office/drawing/2014/main" id="{EF1AEE12-00D4-EEF1-25D7-71A26A917E77}"/>
                </a:ext>
              </a:extLst>
            </p:cNvPr>
            <p:cNvSpPr/>
            <p:nvPr/>
          </p:nvSpPr>
          <p:spPr>
            <a:xfrm>
              <a:off x="2384296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9" name="pt57">
              <a:extLst>
                <a:ext uri="{FF2B5EF4-FFF2-40B4-BE49-F238E27FC236}">
                  <a16:creationId xmlns:a16="http://schemas.microsoft.com/office/drawing/2014/main" id="{2BB4342A-D7DC-C74B-8B7F-87D1B422B427}"/>
                </a:ext>
              </a:extLst>
            </p:cNvPr>
            <p:cNvSpPr/>
            <p:nvPr/>
          </p:nvSpPr>
          <p:spPr>
            <a:xfrm>
              <a:off x="2181901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0" name="pt58">
              <a:extLst>
                <a:ext uri="{FF2B5EF4-FFF2-40B4-BE49-F238E27FC236}">
                  <a16:creationId xmlns:a16="http://schemas.microsoft.com/office/drawing/2014/main" id="{2E28D50E-0F2A-6958-9106-8FDE89D0EDD9}"/>
                </a:ext>
              </a:extLst>
            </p:cNvPr>
            <p:cNvSpPr/>
            <p:nvPr/>
          </p:nvSpPr>
          <p:spPr>
            <a:xfrm>
              <a:off x="5476532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1" name="pt59">
              <a:extLst>
                <a:ext uri="{FF2B5EF4-FFF2-40B4-BE49-F238E27FC236}">
                  <a16:creationId xmlns:a16="http://schemas.microsoft.com/office/drawing/2014/main" id="{845955F9-C12E-F2E6-42A0-5AA52171DF85}"/>
                </a:ext>
              </a:extLst>
            </p:cNvPr>
            <p:cNvSpPr/>
            <p:nvPr/>
          </p:nvSpPr>
          <p:spPr>
            <a:xfrm>
              <a:off x="4518984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2" name="pt60">
              <a:extLst>
                <a:ext uri="{FF2B5EF4-FFF2-40B4-BE49-F238E27FC236}">
                  <a16:creationId xmlns:a16="http://schemas.microsoft.com/office/drawing/2014/main" id="{70892219-3DD8-FFB2-90C2-B5F81F4F68C9}"/>
                </a:ext>
              </a:extLst>
            </p:cNvPr>
            <p:cNvSpPr/>
            <p:nvPr/>
          </p:nvSpPr>
          <p:spPr>
            <a:xfrm>
              <a:off x="4239296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3" name="pt61">
              <a:extLst>
                <a:ext uri="{FF2B5EF4-FFF2-40B4-BE49-F238E27FC236}">
                  <a16:creationId xmlns:a16="http://schemas.microsoft.com/office/drawing/2014/main" id="{F6EC65C8-D7C3-255D-7B05-6BC1C97D5CFA}"/>
                </a:ext>
              </a:extLst>
            </p:cNvPr>
            <p:cNvSpPr/>
            <p:nvPr/>
          </p:nvSpPr>
          <p:spPr>
            <a:xfrm>
              <a:off x="4580759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4" name="pt62">
              <a:extLst>
                <a:ext uri="{FF2B5EF4-FFF2-40B4-BE49-F238E27FC236}">
                  <a16:creationId xmlns:a16="http://schemas.microsoft.com/office/drawing/2014/main" id="{95DA6EC3-37AB-4F66-4618-381332A437D7}"/>
                </a:ext>
              </a:extLst>
            </p:cNvPr>
            <p:cNvSpPr/>
            <p:nvPr/>
          </p:nvSpPr>
          <p:spPr>
            <a:xfrm>
              <a:off x="1948487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5" name="pt63">
              <a:extLst>
                <a:ext uri="{FF2B5EF4-FFF2-40B4-BE49-F238E27FC236}">
                  <a16:creationId xmlns:a16="http://schemas.microsoft.com/office/drawing/2014/main" id="{51A96434-D7EE-48BE-472D-A1C93D3BC28C}"/>
                </a:ext>
              </a:extLst>
            </p:cNvPr>
            <p:cNvSpPr/>
            <p:nvPr/>
          </p:nvSpPr>
          <p:spPr>
            <a:xfrm>
              <a:off x="4580759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6" name="pt64">
              <a:extLst>
                <a:ext uri="{FF2B5EF4-FFF2-40B4-BE49-F238E27FC236}">
                  <a16:creationId xmlns:a16="http://schemas.microsoft.com/office/drawing/2014/main" id="{4CD59445-81C8-2EF0-7170-4483EB9B4350}"/>
                </a:ext>
              </a:extLst>
            </p:cNvPr>
            <p:cNvSpPr/>
            <p:nvPr/>
          </p:nvSpPr>
          <p:spPr>
            <a:xfrm>
              <a:off x="4659681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7" name="pt65">
              <a:extLst>
                <a:ext uri="{FF2B5EF4-FFF2-40B4-BE49-F238E27FC236}">
                  <a16:creationId xmlns:a16="http://schemas.microsoft.com/office/drawing/2014/main" id="{896D544C-999E-7798-3F05-D28B2BAD3193}"/>
                </a:ext>
              </a:extLst>
            </p:cNvPr>
            <p:cNvSpPr/>
            <p:nvPr/>
          </p:nvSpPr>
          <p:spPr>
            <a:xfrm>
              <a:off x="4519109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8" name="pt66">
              <a:extLst>
                <a:ext uri="{FF2B5EF4-FFF2-40B4-BE49-F238E27FC236}">
                  <a16:creationId xmlns:a16="http://schemas.microsoft.com/office/drawing/2014/main" id="{943F8FA0-752A-6B4E-2935-A13FDF0BF41A}"/>
                </a:ext>
              </a:extLst>
            </p:cNvPr>
            <p:cNvSpPr/>
            <p:nvPr/>
          </p:nvSpPr>
          <p:spPr>
            <a:xfrm>
              <a:off x="5476532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9" name="pt67">
              <a:extLst>
                <a:ext uri="{FF2B5EF4-FFF2-40B4-BE49-F238E27FC236}">
                  <a16:creationId xmlns:a16="http://schemas.microsoft.com/office/drawing/2014/main" id="{447F4F05-930C-4F66-277B-46D9E64905A1}"/>
                </a:ext>
              </a:extLst>
            </p:cNvPr>
            <p:cNvSpPr/>
            <p:nvPr/>
          </p:nvSpPr>
          <p:spPr>
            <a:xfrm>
              <a:off x="4239364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0" name="pt68">
              <a:extLst>
                <a:ext uri="{FF2B5EF4-FFF2-40B4-BE49-F238E27FC236}">
                  <a16:creationId xmlns:a16="http://schemas.microsoft.com/office/drawing/2014/main" id="{6AEF0FB0-C4E6-A87E-9F87-77891ADC6438}"/>
                </a:ext>
              </a:extLst>
            </p:cNvPr>
            <p:cNvSpPr/>
            <p:nvPr/>
          </p:nvSpPr>
          <p:spPr>
            <a:xfrm>
              <a:off x="2344466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1" name="pt69">
              <a:extLst>
                <a:ext uri="{FF2B5EF4-FFF2-40B4-BE49-F238E27FC236}">
                  <a16:creationId xmlns:a16="http://schemas.microsoft.com/office/drawing/2014/main" id="{38FAA6D6-BF72-1EDE-D4E2-A3FAB2765B54}"/>
                </a:ext>
              </a:extLst>
            </p:cNvPr>
            <p:cNvSpPr/>
            <p:nvPr/>
          </p:nvSpPr>
          <p:spPr>
            <a:xfrm>
              <a:off x="2344466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2" name="pt70">
              <a:extLst>
                <a:ext uri="{FF2B5EF4-FFF2-40B4-BE49-F238E27FC236}">
                  <a16:creationId xmlns:a16="http://schemas.microsoft.com/office/drawing/2014/main" id="{1AB35F8B-44DD-509F-6FFE-F47D3C7AA6D1}"/>
                </a:ext>
              </a:extLst>
            </p:cNvPr>
            <p:cNvSpPr/>
            <p:nvPr/>
          </p:nvSpPr>
          <p:spPr>
            <a:xfrm>
              <a:off x="2182564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3" name="pt71">
              <a:extLst>
                <a:ext uri="{FF2B5EF4-FFF2-40B4-BE49-F238E27FC236}">
                  <a16:creationId xmlns:a16="http://schemas.microsoft.com/office/drawing/2014/main" id="{09A1E6D5-B1DF-7DAA-DA77-08970529FCDE}"/>
                </a:ext>
              </a:extLst>
            </p:cNvPr>
            <p:cNvSpPr/>
            <p:nvPr/>
          </p:nvSpPr>
          <p:spPr>
            <a:xfrm>
              <a:off x="1951010" y="418326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4" name="pt72">
              <a:extLst>
                <a:ext uri="{FF2B5EF4-FFF2-40B4-BE49-F238E27FC236}">
                  <a16:creationId xmlns:a16="http://schemas.microsoft.com/office/drawing/2014/main" id="{4681F0B6-FF78-E84C-F93E-1F6709914DF1}"/>
                </a:ext>
              </a:extLst>
            </p:cNvPr>
            <p:cNvSpPr/>
            <p:nvPr/>
          </p:nvSpPr>
          <p:spPr>
            <a:xfrm>
              <a:off x="1997172" y="165399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5" name="pg73">
              <a:extLst>
                <a:ext uri="{FF2B5EF4-FFF2-40B4-BE49-F238E27FC236}">
                  <a16:creationId xmlns:a16="http://schemas.microsoft.com/office/drawing/2014/main" id="{82709ACD-C02A-8A27-84BE-82C75BCFE19F}"/>
                </a:ext>
              </a:extLst>
            </p:cNvPr>
            <p:cNvSpPr/>
            <p:nvPr/>
          </p:nvSpPr>
          <p:spPr>
            <a:xfrm>
              <a:off x="214811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6" name="pg74">
              <a:extLst>
                <a:ext uri="{FF2B5EF4-FFF2-40B4-BE49-F238E27FC236}">
                  <a16:creationId xmlns:a16="http://schemas.microsoft.com/office/drawing/2014/main" id="{DEA529F1-88AE-EFF3-555F-4CB779FDE68F}"/>
                </a:ext>
              </a:extLst>
            </p:cNvPr>
            <p:cNvSpPr/>
            <p:nvPr/>
          </p:nvSpPr>
          <p:spPr>
            <a:xfrm>
              <a:off x="224137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7" name="pg75">
              <a:extLst>
                <a:ext uri="{FF2B5EF4-FFF2-40B4-BE49-F238E27FC236}">
                  <a16:creationId xmlns:a16="http://schemas.microsoft.com/office/drawing/2014/main" id="{CB306B65-B9F5-2A64-280A-EC563919F05F}"/>
                </a:ext>
              </a:extLst>
            </p:cNvPr>
            <p:cNvSpPr/>
            <p:nvPr/>
          </p:nvSpPr>
          <p:spPr>
            <a:xfrm>
              <a:off x="407321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8" name="pg76">
              <a:extLst>
                <a:ext uri="{FF2B5EF4-FFF2-40B4-BE49-F238E27FC236}">
                  <a16:creationId xmlns:a16="http://schemas.microsoft.com/office/drawing/2014/main" id="{157A2E7C-346E-03AB-B6F6-202246B584CB}"/>
                </a:ext>
              </a:extLst>
            </p:cNvPr>
            <p:cNvSpPr/>
            <p:nvPr/>
          </p:nvSpPr>
          <p:spPr>
            <a:xfrm>
              <a:off x="235292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9" name="pg77">
              <a:extLst>
                <a:ext uri="{FF2B5EF4-FFF2-40B4-BE49-F238E27FC236}">
                  <a16:creationId xmlns:a16="http://schemas.microsoft.com/office/drawing/2014/main" id="{A49958DB-F587-B1B9-25F0-6CED40D0BA95}"/>
                </a:ext>
              </a:extLst>
            </p:cNvPr>
            <p:cNvSpPr/>
            <p:nvPr/>
          </p:nvSpPr>
          <p:spPr>
            <a:xfrm>
              <a:off x="215219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0" name="pg78">
              <a:extLst>
                <a:ext uri="{FF2B5EF4-FFF2-40B4-BE49-F238E27FC236}">
                  <a16:creationId xmlns:a16="http://schemas.microsoft.com/office/drawing/2014/main" id="{0A261D7D-42CA-A1EA-FC76-DFA1CCB33B60}"/>
                </a:ext>
              </a:extLst>
            </p:cNvPr>
            <p:cNvSpPr/>
            <p:nvPr/>
          </p:nvSpPr>
          <p:spPr>
            <a:xfrm>
              <a:off x="4076155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1" name="pg79">
              <a:extLst>
                <a:ext uri="{FF2B5EF4-FFF2-40B4-BE49-F238E27FC236}">
                  <a16:creationId xmlns:a16="http://schemas.microsoft.com/office/drawing/2014/main" id="{D72C52E4-9835-8EBC-E96F-7A1AA8734583}"/>
                </a:ext>
              </a:extLst>
            </p:cNvPr>
            <p:cNvSpPr/>
            <p:nvPr/>
          </p:nvSpPr>
          <p:spPr>
            <a:xfrm>
              <a:off x="214059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2" name="pg80">
              <a:extLst>
                <a:ext uri="{FF2B5EF4-FFF2-40B4-BE49-F238E27FC236}">
                  <a16:creationId xmlns:a16="http://schemas.microsoft.com/office/drawing/2014/main" id="{CBC6F47E-FFCD-1555-002B-09DEC6291E49}"/>
                </a:ext>
              </a:extLst>
            </p:cNvPr>
            <p:cNvSpPr/>
            <p:nvPr/>
          </p:nvSpPr>
          <p:spPr>
            <a:xfrm>
              <a:off x="3780212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3" name="pg81">
              <a:extLst>
                <a:ext uri="{FF2B5EF4-FFF2-40B4-BE49-F238E27FC236}">
                  <a16:creationId xmlns:a16="http://schemas.microsoft.com/office/drawing/2014/main" id="{BEF3395C-C9F0-18B1-2990-55EAA01E78E8}"/>
                </a:ext>
              </a:extLst>
            </p:cNvPr>
            <p:cNvSpPr/>
            <p:nvPr/>
          </p:nvSpPr>
          <p:spPr>
            <a:xfrm>
              <a:off x="401731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4" name="pg82">
              <a:extLst>
                <a:ext uri="{FF2B5EF4-FFF2-40B4-BE49-F238E27FC236}">
                  <a16:creationId xmlns:a16="http://schemas.microsoft.com/office/drawing/2014/main" id="{B8E26584-D9FA-A5A1-8ED0-9BEA28F5EA3A}"/>
                </a:ext>
              </a:extLst>
            </p:cNvPr>
            <p:cNvSpPr/>
            <p:nvPr/>
          </p:nvSpPr>
          <p:spPr>
            <a:xfrm>
              <a:off x="3777767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5" name="pg83">
              <a:extLst>
                <a:ext uri="{FF2B5EF4-FFF2-40B4-BE49-F238E27FC236}">
                  <a16:creationId xmlns:a16="http://schemas.microsoft.com/office/drawing/2014/main" id="{ADFB64D2-4264-4912-4882-D7BFB4D58642}"/>
                </a:ext>
              </a:extLst>
            </p:cNvPr>
            <p:cNvSpPr/>
            <p:nvPr/>
          </p:nvSpPr>
          <p:spPr>
            <a:xfrm>
              <a:off x="233676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6" name="pg84">
              <a:extLst>
                <a:ext uri="{FF2B5EF4-FFF2-40B4-BE49-F238E27FC236}">
                  <a16:creationId xmlns:a16="http://schemas.microsoft.com/office/drawing/2014/main" id="{298433FE-5373-7F4B-45B9-75FBA7425B68}"/>
                </a:ext>
              </a:extLst>
            </p:cNvPr>
            <p:cNvSpPr/>
            <p:nvPr/>
          </p:nvSpPr>
          <p:spPr>
            <a:xfrm>
              <a:off x="393392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7" name="pg85">
              <a:extLst>
                <a:ext uri="{FF2B5EF4-FFF2-40B4-BE49-F238E27FC236}">
                  <a16:creationId xmlns:a16="http://schemas.microsoft.com/office/drawing/2014/main" id="{2449C290-DAEB-29FC-6CE5-503B540A4FD4}"/>
                </a:ext>
              </a:extLst>
            </p:cNvPr>
            <p:cNvSpPr/>
            <p:nvPr/>
          </p:nvSpPr>
          <p:spPr>
            <a:xfrm>
              <a:off x="213236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8" name="pg86">
              <a:extLst>
                <a:ext uri="{FF2B5EF4-FFF2-40B4-BE49-F238E27FC236}">
                  <a16:creationId xmlns:a16="http://schemas.microsoft.com/office/drawing/2014/main" id="{FCE11B6A-C476-776E-17C8-24297A2972FE}"/>
                </a:ext>
              </a:extLst>
            </p:cNvPr>
            <p:cNvSpPr/>
            <p:nvPr/>
          </p:nvSpPr>
          <p:spPr>
            <a:xfrm>
              <a:off x="393282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9" name="pg87">
              <a:extLst>
                <a:ext uri="{FF2B5EF4-FFF2-40B4-BE49-F238E27FC236}">
                  <a16:creationId xmlns:a16="http://schemas.microsoft.com/office/drawing/2014/main" id="{496DAD8F-4109-17F2-192D-D716CCC3330D}"/>
                </a:ext>
              </a:extLst>
            </p:cNvPr>
            <p:cNvSpPr/>
            <p:nvPr/>
          </p:nvSpPr>
          <p:spPr>
            <a:xfrm>
              <a:off x="413815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0" name="pg88">
              <a:extLst>
                <a:ext uri="{FF2B5EF4-FFF2-40B4-BE49-F238E27FC236}">
                  <a16:creationId xmlns:a16="http://schemas.microsoft.com/office/drawing/2014/main" id="{0850789A-B16B-B95A-8772-A2F06C9BF2C7}"/>
                </a:ext>
              </a:extLst>
            </p:cNvPr>
            <p:cNvSpPr/>
            <p:nvPr/>
          </p:nvSpPr>
          <p:spPr>
            <a:xfrm>
              <a:off x="4020762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1" name="pg89">
              <a:extLst>
                <a:ext uri="{FF2B5EF4-FFF2-40B4-BE49-F238E27FC236}">
                  <a16:creationId xmlns:a16="http://schemas.microsoft.com/office/drawing/2014/main" id="{86348489-9F79-102B-1462-18A38458347C}"/>
                </a:ext>
              </a:extLst>
            </p:cNvPr>
            <p:cNvSpPr/>
            <p:nvPr/>
          </p:nvSpPr>
          <p:spPr>
            <a:xfrm>
              <a:off x="2375148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2" name="pg90">
              <a:extLst>
                <a:ext uri="{FF2B5EF4-FFF2-40B4-BE49-F238E27FC236}">
                  <a16:creationId xmlns:a16="http://schemas.microsoft.com/office/drawing/2014/main" id="{2C42E3FC-1C6C-C49B-4C71-6D05C31620E2}"/>
                </a:ext>
              </a:extLst>
            </p:cNvPr>
            <p:cNvSpPr/>
            <p:nvPr/>
          </p:nvSpPr>
          <p:spPr>
            <a:xfrm>
              <a:off x="483113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3" name="pg91">
              <a:extLst>
                <a:ext uri="{FF2B5EF4-FFF2-40B4-BE49-F238E27FC236}">
                  <a16:creationId xmlns:a16="http://schemas.microsoft.com/office/drawing/2014/main" id="{66316561-F484-B752-2A51-23D5D700BBD2}"/>
                </a:ext>
              </a:extLst>
            </p:cNvPr>
            <p:cNvSpPr/>
            <p:nvPr/>
          </p:nvSpPr>
          <p:spPr>
            <a:xfrm>
              <a:off x="483292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4" name="pg92">
              <a:extLst>
                <a:ext uri="{FF2B5EF4-FFF2-40B4-BE49-F238E27FC236}">
                  <a16:creationId xmlns:a16="http://schemas.microsoft.com/office/drawing/2014/main" id="{98305A24-01C1-F712-F1F2-EEE8B753FB84}"/>
                </a:ext>
              </a:extLst>
            </p:cNvPr>
            <p:cNvSpPr/>
            <p:nvPr/>
          </p:nvSpPr>
          <p:spPr>
            <a:xfrm>
              <a:off x="413574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5" name="pg93">
              <a:extLst>
                <a:ext uri="{FF2B5EF4-FFF2-40B4-BE49-F238E27FC236}">
                  <a16:creationId xmlns:a16="http://schemas.microsoft.com/office/drawing/2014/main" id="{E216E2DE-6B87-CF09-ABF8-36056DA47643}"/>
                </a:ext>
              </a:extLst>
            </p:cNvPr>
            <p:cNvSpPr/>
            <p:nvPr/>
          </p:nvSpPr>
          <p:spPr>
            <a:xfrm>
              <a:off x="213663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6" name="pg94">
              <a:extLst>
                <a:ext uri="{FF2B5EF4-FFF2-40B4-BE49-F238E27FC236}">
                  <a16:creationId xmlns:a16="http://schemas.microsoft.com/office/drawing/2014/main" id="{395EF402-3FAC-C9C6-8BAE-583832BA5BAC}"/>
                </a:ext>
              </a:extLst>
            </p:cNvPr>
            <p:cNvSpPr/>
            <p:nvPr/>
          </p:nvSpPr>
          <p:spPr>
            <a:xfrm>
              <a:off x="235690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7" name="pg95">
              <a:extLst>
                <a:ext uri="{FF2B5EF4-FFF2-40B4-BE49-F238E27FC236}">
                  <a16:creationId xmlns:a16="http://schemas.microsoft.com/office/drawing/2014/main" id="{70E34FDE-3FC3-B26C-30DE-00FAD447050D}"/>
                </a:ext>
              </a:extLst>
            </p:cNvPr>
            <p:cNvSpPr/>
            <p:nvPr/>
          </p:nvSpPr>
          <p:spPr>
            <a:xfrm>
              <a:off x="213574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8" name="pt96">
              <a:extLst>
                <a:ext uri="{FF2B5EF4-FFF2-40B4-BE49-F238E27FC236}">
                  <a16:creationId xmlns:a16="http://schemas.microsoft.com/office/drawing/2014/main" id="{AB8A7765-DF97-1D9F-E98C-F10705D7E4EE}"/>
                </a:ext>
              </a:extLst>
            </p:cNvPr>
            <p:cNvSpPr/>
            <p:nvPr/>
          </p:nvSpPr>
          <p:spPr>
            <a:xfrm>
              <a:off x="2090833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9" name="pt97">
              <a:extLst>
                <a:ext uri="{FF2B5EF4-FFF2-40B4-BE49-F238E27FC236}">
                  <a16:creationId xmlns:a16="http://schemas.microsoft.com/office/drawing/2014/main" id="{C0214208-BE7B-FF01-E5F1-22D9D28E4A7A}"/>
                </a:ext>
              </a:extLst>
            </p:cNvPr>
            <p:cNvSpPr/>
            <p:nvPr/>
          </p:nvSpPr>
          <p:spPr>
            <a:xfrm>
              <a:off x="1910239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0" name="pt98">
              <a:extLst>
                <a:ext uri="{FF2B5EF4-FFF2-40B4-BE49-F238E27FC236}">
                  <a16:creationId xmlns:a16="http://schemas.microsoft.com/office/drawing/2014/main" id="{4216A97D-B7CD-FC78-706C-B5754DEFF1C8}"/>
                </a:ext>
              </a:extLst>
            </p:cNvPr>
            <p:cNvSpPr/>
            <p:nvPr/>
          </p:nvSpPr>
          <p:spPr>
            <a:xfrm>
              <a:off x="3987174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1" name="pt99">
              <a:extLst>
                <a:ext uri="{FF2B5EF4-FFF2-40B4-BE49-F238E27FC236}">
                  <a16:creationId xmlns:a16="http://schemas.microsoft.com/office/drawing/2014/main" id="{0792DEC2-6F5D-4B2F-1B31-43E7A6F7AA01}"/>
                </a:ext>
              </a:extLst>
            </p:cNvPr>
            <p:cNvSpPr/>
            <p:nvPr/>
          </p:nvSpPr>
          <p:spPr>
            <a:xfrm>
              <a:off x="3746548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2" name="pt100">
              <a:extLst>
                <a:ext uri="{FF2B5EF4-FFF2-40B4-BE49-F238E27FC236}">
                  <a16:creationId xmlns:a16="http://schemas.microsoft.com/office/drawing/2014/main" id="{AD7D77DE-F2B2-3DD2-5548-94C8797397E7}"/>
                </a:ext>
              </a:extLst>
            </p:cNvPr>
            <p:cNvSpPr/>
            <p:nvPr/>
          </p:nvSpPr>
          <p:spPr>
            <a:xfrm>
              <a:off x="2089666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3" name="pt101">
              <a:extLst>
                <a:ext uri="{FF2B5EF4-FFF2-40B4-BE49-F238E27FC236}">
                  <a16:creationId xmlns:a16="http://schemas.microsoft.com/office/drawing/2014/main" id="{7D93137F-527E-8258-FE57-2983DA8F4DD2}"/>
                </a:ext>
              </a:extLst>
            </p:cNvPr>
            <p:cNvSpPr/>
            <p:nvPr/>
          </p:nvSpPr>
          <p:spPr>
            <a:xfrm>
              <a:off x="3987174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4" name="pt102">
              <a:extLst>
                <a:ext uri="{FF2B5EF4-FFF2-40B4-BE49-F238E27FC236}">
                  <a16:creationId xmlns:a16="http://schemas.microsoft.com/office/drawing/2014/main" id="{8811A893-5146-319C-5BC3-9DEA4C9C8079}"/>
                </a:ext>
              </a:extLst>
            </p:cNvPr>
            <p:cNvSpPr/>
            <p:nvPr/>
          </p:nvSpPr>
          <p:spPr>
            <a:xfrm>
              <a:off x="2001895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5" name="pt103">
              <a:extLst>
                <a:ext uri="{FF2B5EF4-FFF2-40B4-BE49-F238E27FC236}">
                  <a16:creationId xmlns:a16="http://schemas.microsoft.com/office/drawing/2014/main" id="{F56214D0-8A4D-23CF-B15C-341C27D7B685}"/>
                </a:ext>
              </a:extLst>
            </p:cNvPr>
            <p:cNvSpPr/>
            <p:nvPr/>
          </p:nvSpPr>
          <p:spPr>
            <a:xfrm>
              <a:off x="4045606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6" name="pt104">
              <a:extLst>
                <a:ext uri="{FF2B5EF4-FFF2-40B4-BE49-F238E27FC236}">
                  <a16:creationId xmlns:a16="http://schemas.microsoft.com/office/drawing/2014/main" id="{4C2975FA-38A0-345A-BD29-773580E135DF}"/>
                </a:ext>
              </a:extLst>
            </p:cNvPr>
            <p:cNvSpPr/>
            <p:nvPr/>
          </p:nvSpPr>
          <p:spPr>
            <a:xfrm>
              <a:off x="4045430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7" name="pt105">
              <a:extLst>
                <a:ext uri="{FF2B5EF4-FFF2-40B4-BE49-F238E27FC236}">
                  <a16:creationId xmlns:a16="http://schemas.microsoft.com/office/drawing/2014/main" id="{350B2BD8-C378-245F-44E1-93F864023CF2}"/>
                </a:ext>
              </a:extLst>
            </p:cNvPr>
            <p:cNvSpPr/>
            <p:nvPr/>
          </p:nvSpPr>
          <p:spPr>
            <a:xfrm>
              <a:off x="3903523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8" name="pt106">
              <a:extLst>
                <a:ext uri="{FF2B5EF4-FFF2-40B4-BE49-F238E27FC236}">
                  <a16:creationId xmlns:a16="http://schemas.microsoft.com/office/drawing/2014/main" id="{4C1917F4-CF3A-E5F8-CFF3-E560DAE5BA4F}"/>
                </a:ext>
              </a:extLst>
            </p:cNvPr>
            <p:cNvSpPr/>
            <p:nvPr/>
          </p:nvSpPr>
          <p:spPr>
            <a:xfrm>
              <a:off x="1896669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9" name="pt107">
              <a:extLst>
                <a:ext uri="{FF2B5EF4-FFF2-40B4-BE49-F238E27FC236}">
                  <a16:creationId xmlns:a16="http://schemas.microsoft.com/office/drawing/2014/main" id="{A743A3C3-1184-42C1-4E22-698B0C585797}"/>
                </a:ext>
              </a:extLst>
            </p:cNvPr>
            <p:cNvSpPr/>
            <p:nvPr/>
          </p:nvSpPr>
          <p:spPr>
            <a:xfrm>
              <a:off x="1891745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0" name="pt108">
              <a:extLst>
                <a:ext uri="{FF2B5EF4-FFF2-40B4-BE49-F238E27FC236}">
                  <a16:creationId xmlns:a16="http://schemas.microsoft.com/office/drawing/2014/main" id="{87E2A150-70D1-C7C6-6A65-D7000ED9A5D8}"/>
                </a:ext>
              </a:extLst>
            </p:cNvPr>
            <p:cNvSpPr/>
            <p:nvPr/>
          </p:nvSpPr>
          <p:spPr>
            <a:xfrm>
              <a:off x="3746548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1" name="pt109">
              <a:extLst>
                <a:ext uri="{FF2B5EF4-FFF2-40B4-BE49-F238E27FC236}">
                  <a16:creationId xmlns:a16="http://schemas.microsoft.com/office/drawing/2014/main" id="{D4C755D6-5ABB-A0A9-43DE-169FA3C4E27B}"/>
                </a:ext>
              </a:extLst>
            </p:cNvPr>
            <p:cNvSpPr/>
            <p:nvPr/>
          </p:nvSpPr>
          <p:spPr>
            <a:xfrm>
              <a:off x="2118817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2" name="pt110">
              <a:extLst>
                <a:ext uri="{FF2B5EF4-FFF2-40B4-BE49-F238E27FC236}">
                  <a16:creationId xmlns:a16="http://schemas.microsoft.com/office/drawing/2014/main" id="{21E59B18-F64C-911A-03C6-2810A1037BFB}"/>
                </a:ext>
              </a:extLst>
            </p:cNvPr>
            <p:cNvSpPr/>
            <p:nvPr/>
          </p:nvSpPr>
          <p:spPr>
            <a:xfrm>
              <a:off x="1903488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3" name="pt111">
              <a:extLst>
                <a:ext uri="{FF2B5EF4-FFF2-40B4-BE49-F238E27FC236}">
                  <a16:creationId xmlns:a16="http://schemas.microsoft.com/office/drawing/2014/main" id="{7EC17B81-440F-ACB5-7835-D33FC3F50D7D}"/>
                </a:ext>
              </a:extLst>
            </p:cNvPr>
            <p:cNvSpPr/>
            <p:nvPr/>
          </p:nvSpPr>
          <p:spPr>
            <a:xfrm>
              <a:off x="4777369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4" name="pt112">
              <a:extLst>
                <a:ext uri="{FF2B5EF4-FFF2-40B4-BE49-F238E27FC236}">
                  <a16:creationId xmlns:a16="http://schemas.microsoft.com/office/drawing/2014/main" id="{7DC3A72A-47B2-FD12-C3F3-64438E6867A5}"/>
                </a:ext>
              </a:extLst>
            </p:cNvPr>
            <p:cNvSpPr/>
            <p:nvPr/>
          </p:nvSpPr>
          <p:spPr>
            <a:xfrm>
              <a:off x="4102446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5" name="pt113">
              <a:extLst>
                <a:ext uri="{FF2B5EF4-FFF2-40B4-BE49-F238E27FC236}">
                  <a16:creationId xmlns:a16="http://schemas.microsoft.com/office/drawing/2014/main" id="{92BFB8A2-50F3-FFAF-2061-0F3EF40836DB}"/>
                </a:ext>
              </a:extLst>
            </p:cNvPr>
            <p:cNvSpPr/>
            <p:nvPr/>
          </p:nvSpPr>
          <p:spPr>
            <a:xfrm>
              <a:off x="3904413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6" name="pt114">
              <a:extLst>
                <a:ext uri="{FF2B5EF4-FFF2-40B4-BE49-F238E27FC236}">
                  <a16:creationId xmlns:a16="http://schemas.microsoft.com/office/drawing/2014/main" id="{1D42DD12-1200-8D28-5526-1E20ACC246AF}"/>
                </a:ext>
              </a:extLst>
            </p:cNvPr>
            <p:cNvSpPr/>
            <p:nvPr/>
          </p:nvSpPr>
          <p:spPr>
            <a:xfrm>
              <a:off x="1910774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7" name="pt115">
              <a:extLst>
                <a:ext uri="{FF2B5EF4-FFF2-40B4-BE49-F238E27FC236}">
                  <a16:creationId xmlns:a16="http://schemas.microsoft.com/office/drawing/2014/main" id="{2B8469C5-7548-D2AB-BB2E-A8232797B25A}"/>
                </a:ext>
              </a:extLst>
            </p:cNvPr>
            <p:cNvSpPr/>
            <p:nvPr/>
          </p:nvSpPr>
          <p:spPr>
            <a:xfrm>
              <a:off x="2119648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8" name="pt116">
              <a:extLst>
                <a:ext uri="{FF2B5EF4-FFF2-40B4-BE49-F238E27FC236}">
                  <a16:creationId xmlns:a16="http://schemas.microsoft.com/office/drawing/2014/main" id="{94607763-AE24-5AC6-F092-3A31268A3914}"/>
                </a:ext>
              </a:extLst>
            </p:cNvPr>
            <p:cNvSpPr/>
            <p:nvPr/>
          </p:nvSpPr>
          <p:spPr>
            <a:xfrm>
              <a:off x="1903488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9" name="pt117">
              <a:extLst>
                <a:ext uri="{FF2B5EF4-FFF2-40B4-BE49-F238E27FC236}">
                  <a16:creationId xmlns:a16="http://schemas.microsoft.com/office/drawing/2014/main" id="{FD0FA15B-84D6-0013-20DA-84B3453BDE24}"/>
                </a:ext>
              </a:extLst>
            </p:cNvPr>
            <p:cNvSpPr/>
            <p:nvPr/>
          </p:nvSpPr>
          <p:spPr>
            <a:xfrm>
              <a:off x="4777369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0" name="pt118">
              <a:extLst>
                <a:ext uri="{FF2B5EF4-FFF2-40B4-BE49-F238E27FC236}">
                  <a16:creationId xmlns:a16="http://schemas.microsoft.com/office/drawing/2014/main" id="{94CBD1BA-2232-2888-FD68-6094D26E213F}"/>
                </a:ext>
              </a:extLst>
            </p:cNvPr>
            <p:cNvSpPr/>
            <p:nvPr/>
          </p:nvSpPr>
          <p:spPr>
            <a:xfrm>
              <a:off x="2001429" y="165399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1" name="pt119">
              <a:extLst>
                <a:ext uri="{FF2B5EF4-FFF2-40B4-BE49-F238E27FC236}">
                  <a16:creationId xmlns:a16="http://schemas.microsoft.com/office/drawing/2014/main" id="{05D2E46C-6A57-86C5-7E9C-71A130E39714}"/>
                </a:ext>
              </a:extLst>
            </p:cNvPr>
            <p:cNvSpPr/>
            <p:nvPr/>
          </p:nvSpPr>
          <p:spPr>
            <a:xfrm>
              <a:off x="4102221" y="418326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2" name="pt120">
              <a:extLst>
                <a:ext uri="{FF2B5EF4-FFF2-40B4-BE49-F238E27FC236}">
                  <a16:creationId xmlns:a16="http://schemas.microsoft.com/office/drawing/2014/main" id="{79CC9AD6-B671-EDAA-2DC1-8A9E88541DFE}"/>
                </a:ext>
              </a:extLst>
            </p:cNvPr>
            <p:cNvSpPr/>
            <p:nvPr/>
          </p:nvSpPr>
          <p:spPr>
            <a:xfrm>
              <a:off x="300011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3" name="pt121">
              <a:extLst>
                <a:ext uri="{FF2B5EF4-FFF2-40B4-BE49-F238E27FC236}">
                  <a16:creationId xmlns:a16="http://schemas.microsoft.com/office/drawing/2014/main" id="{7088F52E-5918-B3AC-69AD-14F0A69D92B2}"/>
                </a:ext>
              </a:extLst>
            </p:cNvPr>
            <p:cNvSpPr/>
            <p:nvPr/>
          </p:nvSpPr>
          <p:spPr>
            <a:xfrm>
              <a:off x="3203483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4" name="pt122">
              <a:extLst>
                <a:ext uri="{FF2B5EF4-FFF2-40B4-BE49-F238E27FC236}">
                  <a16:creationId xmlns:a16="http://schemas.microsoft.com/office/drawing/2014/main" id="{FA26FD0A-489A-14C7-5699-960B37592F4F}"/>
                </a:ext>
              </a:extLst>
            </p:cNvPr>
            <p:cNvSpPr/>
            <p:nvPr/>
          </p:nvSpPr>
          <p:spPr>
            <a:xfrm>
              <a:off x="3125655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5" name="pt123">
              <a:extLst>
                <a:ext uri="{FF2B5EF4-FFF2-40B4-BE49-F238E27FC236}">
                  <a16:creationId xmlns:a16="http://schemas.microsoft.com/office/drawing/2014/main" id="{891CAEA1-E9CB-9F2F-DE3D-95947D6E2C7E}"/>
                </a:ext>
              </a:extLst>
            </p:cNvPr>
            <p:cNvSpPr/>
            <p:nvPr/>
          </p:nvSpPr>
          <p:spPr>
            <a:xfrm>
              <a:off x="1809871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6" name="pt124">
              <a:extLst>
                <a:ext uri="{FF2B5EF4-FFF2-40B4-BE49-F238E27FC236}">
                  <a16:creationId xmlns:a16="http://schemas.microsoft.com/office/drawing/2014/main" id="{1BC1F744-A4E5-C6F6-0E7A-D8F3DD4D6869}"/>
                </a:ext>
              </a:extLst>
            </p:cNvPr>
            <p:cNvSpPr/>
            <p:nvPr/>
          </p:nvSpPr>
          <p:spPr>
            <a:xfrm>
              <a:off x="3203205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7" name="pt125">
              <a:extLst>
                <a:ext uri="{FF2B5EF4-FFF2-40B4-BE49-F238E27FC236}">
                  <a16:creationId xmlns:a16="http://schemas.microsoft.com/office/drawing/2014/main" id="{CEA27109-F8B3-FA4D-EB84-8CC35D2A8DCD}"/>
                </a:ext>
              </a:extLst>
            </p:cNvPr>
            <p:cNvSpPr/>
            <p:nvPr/>
          </p:nvSpPr>
          <p:spPr>
            <a:xfrm>
              <a:off x="1809871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8" name="pt126">
              <a:extLst>
                <a:ext uri="{FF2B5EF4-FFF2-40B4-BE49-F238E27FC236}">
                  <a16:creationId xmlns:a16="http://schemas.microsoft.com/office/drawing/2014/main" id="{9C0B7E11-3EEF-594C-39CA-7747035E0936}"/>
                </a:ext>
              </a:extLst>
            </p:cNvPr>
            <p:cNvSpPr/>
            <p:nvPr/>
          </p:nvSpPr>
          <p:spPr>
            <a:xfrm>
              <a:off x="3930535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9" name="pt127">
              <a:extLst>
                <a:ext uri="{FF2B5EF4-FFF2-40B4-BE49-F238E27FC236}">
                  <a16:creationId xmlns:a16="http://schemas.microsoft.com/office/drawing/2014/main" id="{D7909805-B142-5491-9BFF-6286A162830E}"/>
                </a:ext>
              </a:extLst>
            </p:cNvPr>
            <p:cNvSpPr/>
            <p:nvPr/>
          </p:nvSpPr>
          <p:spPr>
            <a:xfrm>
              <a:off x="168805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0" name="pt128">
              <a:extLst>
                <a:ext uri="{FF2B5EF4-FFF2-40B4-BE49-F238E27FC236}">
                  <a16:creationId xmlns:a16="http://schemas.microsoft.com/office/drawing/2014/main" id="{B9264B4B-6CCD-000D-525A-8BC4C7979A8C}"/>
                </a:ext>
              </a:extLst>
            </p:cNvPr>
            <p:cNvSpPr/>
            <p:nvPr/>
          </p:nvSpPr>
          <p:spPr>
            <a:xfrm>
              <a:off x="330669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1" name="pt129">
              <a:extLst>
                <a:ext uri="{FF2B5EF4-FFF2-40B4-BE49-F238E27FC236}">
                  <a16:creationId xmlns:a16="http://schemas.microsoft.com/office/drawing/2014/main" id="{5EB27D83-F5BF-AA2A-3C18-3DDBC371C4B8}"/>
                </a:ext>
              </a:extLst>
            </p:cNvPr>
            <p:cNvSpPr/>
            <p:nvPr/>
          </p:nvSpPr>
          <p:spPr>
            <a:xfrm>
              <a:off x="3249266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2" name="pt130">
              <a:extLst>
                <a:ext uri="{FF2B5EF4-FFF2-40B4-BE49-F238E27FC236}">
                  <a16:creationId xmlns:a16="http://schemas.microsoft.com/office/drawing/2014/main" id="{D3D205C7-05AA-37DC-B23F-36BBD3F80726}"/>
                </a:ext>
              </a:extLst>
            </p:cNvPr>
            <p:cNvSpPr/>
            <p:nvPr/>
          </p:nvSpPr>
          <p:spPr>
            <a:xfrm>
              <a:off x="1689238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3" name="pt131">
              <a:extLst>
                <a:ext uri="{FF2B5EF4-FFF2-40B4-BE49-F238E27FC236}">
                  <a16:creationId xmlns:a16="http://schemas.microsoft.com/office/drawing/2014/main" id="{1EB18B4D-A321-518F-9C98-21F7AEC5EB3F}"/>
                </a:ext>
              </a:extLst>
            </p:cNvPr>
            <p:cNvSpPr/>
            <p:nvPr/>
          </p:nvSpPr>
          <p:spPr>
            <a:xfrm>
              <a:off x="3928811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4" name="pt132">
              <a:extLst>
                <a:ext uri="{FF2B5EF4-FFF2-40B4-BE49-F238E27FC236}">
                  <a16:creationId xmlns:a16="http://schemas.microsoft.com/office/drawing/2014/main" id="{AC30D2AE-C0A6-93A4-B02C-BFB2F81A3932}"/>
                </a:ext>
              </a:extLst>
            </p:cNvPr>
            <p:cNvSpPr/>
            <p:nvPr/>
          </p:nvSpPr>
          <p:spPr>
            <a:xfrm>
              <a:off x="1689837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5" name="pt133">
              <a:extLst>
                <a:ext uri="{FF2B5EF4-FFF2-40B4-BE49-F238E27FC236}">
                  <a16:creationId xmlns:a16="http://schemas.microsoft.com/office/drawing/2014/main" id="{6B2A18F3-BCB0-4ADF-E8EC-13E585070D22}"/>
                </a:ext>
              </a:extLst>
            </p:cNvPr>
            <p:cNvSpPr/>
            <p:nvPr/>
          </p:nvSpPr>
          <p:spPr>
            <a:xfrm>
              <a:off x="168805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6" name="pt134">
              <a:extLst>
                <a:ext uri="{FF2B5EF4-FFF2-40B4-BE49-F238E27FC236}">
                  <a16:creationId xmlns:a16="http://schemas.microsoft.com/office/drawing/2014/main" id="{39434B19-DFF4-8413-F637-C6ED604C6A87}"/>
                </a:ext>
              </a:extLst>
            </p:cNvPr>
            <p:cNvSpPr/>
            <p:nvPr/>
          </p:nvSpPr>
          <p:spPr>
            <a:xfrm>
              <a:off x="1690024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7" name="pt135">
              <a:extLst>
                <a:ext uri="{FF2B5EF4-FFF2-40B4-BE49-F238E27FC236}">
                  <a16:creationId xmlns:a16="http://schemas.microsoft.com/office/drawing/2014/main" id="{E22124B7-C6B1-081A-A9AA-57C4F0992377}"/>
                </a:ext>
              </a:extLst>
            </p:cNvPr>
            <p:cNvSpPr/>
            <p:nvPr/>
          </p:nvSpPr>
          <p:spPr>
            <a:xfrm>
              <a:off x="1740030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8" name="pt136">
              <a:extLst>
                <a:ext uri="{FF2B5EF4-FFF2-40B4-BE49-F238E27FC236}">
                  <a16:creationId xmlns:a16="http://schemas.microsoft.com/office/drawing/2014/main" id="{12FF8DA1-7BFB-6B65-0477-D8D032E90E46}"/>
                </a:ext>
              </a:extLst>
            </p:cNvPr>
            <p:cNvSpPr/>
            <p:nvPr/>
          </p:nvSpPr>
          <p:spPr>
            <a:xfrm>
              <a:off x="1740328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9" name="pt137">
              <a:extLst>
                <a:ext uri="{FF2B5EF4-FFF2-40B4-BE49-F238E27FC236}">
                  <a16:creationId xmlns:a16="http://schemas.microsoft.com/office/drawing/2014/main" id="{3A4EF6F4-8CC7-BD5B-1BD8-53A6E24C5C0A}"/>
                </a:ext>
              </a:extLst>
            </p:cNvPr>
            <p:cNvSpPr/>
            <p:nvPr/>
          </p:nvSpPr>
          <p:spPr>
            <a:xfrm>
              <a:off x="3248723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0" name="pt138">
              <a:extLst>
                <a:ext uri="{FF2B5EF4-FFF2-40B4-BE49-F238E27FC236}">
                  <a16:creationId xmlns:a16="http://schemas.microsoft.com/office/drawing/2014/main" id="{07ECAC17-F2A1-9B5B-AAC0-836DAFB8BB24}"/>
                </a:ext>
              </a:extLst>
            </p:cNvPr>
            <p:cNvSpPr/>
            <p:nvPr/>
          </p:nvSpPr>
          <p:spPr>
            <a:xfrm>
              <a:off x="3126148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1" name="pt139">
              <a:extLst>
                <a:ext uri="{FF2B5EF4-FFF2-40B4-BE49-F238E27FC236}">
                  <a16:creationId xmlns:a16="http://schemas.microsoft.com/office/drawing/2014/main" id="{31F5CD95-016D-8438-70F0-254A6D5F4E7B}"/>
                </a:ext>
              </a:extLst>
            </p:cNvPr>
            <p:cNvSpPr/>
            <p:nvPr/>
          </p:nvSpPr>
          <p:spPr>
            <a:xfrm>
              <a:off x="1690461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2" name="pt140">
              <a:extLst>
                <a:ext uri="{FF2B5EF4-FFF2-40B4-BE49-F238E27FC236}">
                  <a16:creationId xmlns:a16="http://schemas.microsoft.com/office/drawing/2014/main" id="{E96EC236-8605-FB73-4B36-C6C0D494FCEC}"/>
                </a:ext>
              </a:extLst>
            </p:cNvPr>
            <p:cNvSpPr/>
            <p:nvPr/>
          </p:nvSpPr>
          <p:spPr>
            <a:xfrm>
              <a:off x="1828448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3" name="pt141">
              <a:extLst>
                <a:ext uri="{FF2B5EF4-FFF2-40B4-BE49-F238E27FC236}">
                  <a16:creationId xmlns:a16="http://schemas.microsoft.com/office/drawing/2014/main" id="{6662D9F8-653A-D059-F992-0A51BB62C117}"/>
                </a:ext>
              </a:extLst>
            </p:cNvPr>
            <p:cNvSpPr/>
            <p:nvPr/>
          </p:nvSpPr>
          <p:spPr>
            <a:xfrm>
              <a:off x="330669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4" name="pt142">
              <a:extLst>
                <a:ext uri="{FF2B5EF4-FFF2-40B4-BE49-F238E27FC236}">
                  <a16:creationId xmlns:a16="http://schemas.microsoft.com/office/drawing/2014/main" id="{22AA3142-6CF9-6063-2383-F46CD7547859}"/>
                </a:ext>
              </a:extLst>
            </p:cNvPr>
            <p:cNvSpPr/>
            <p:nvPr/>
          </p:nvSpPr>
          <p:spPr>
            <a:xfrm>
              <a:off x="1828390" y="165399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5" name="pt143">
              <a:extLst>
                <a:ext uri="{FF2B5EF4-FFF2-40B4-BE49-F238E27FC236}">
                  <a16:creationId xmlns:a16="http://schemas.microsoft.com/office/drawing/2014/main" id="{B716E31F-B459-6D13-9613-8F30F638366F}"/>
                </a:ext>
              </a:extLst>
            </p:cNvPr>
            <p:cNvSpPr/>
            <p:nvPr/>
          </p:nvSpPr>
          <p:spPr>
            <a:xfrm>
              <a:off x="3000019" y="418326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6" name="pt144">
              <a:extLst>
                <a:ext uri="{FF2B5EF4-FFF2-40B4-BE49-F238E27FC236}">
                  <a16:creationId xmlns:a16="http://schemas.microsoft.com/office/drawing/2014/main" id="{74AD2D65-A1D3-3B86-93BE-CFEEB090064A}"/>
                </a:ext>
              </a:extLst>
            </p:cNvPr>
            <p:cNvSpPr/>
            <p:nvPr/>
          </p:nvSpPr>
          <p:spPr>
            <a:xfrm>
              <a:off x="1748415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7" name="pt145">
              <a:extLst>
                <a:ext uri="{FF2B5EF4-FFF2-40B4-BE49-F238E27FC236}">
                  <a16:creationId xmlns:a16="http://schemas.microsoft.com/office/drawing/2014/main" id="{4CAD2969-0EF0-FD8E-6ECE-907B61E24364}"/>
                </a:ext>
              </a:extLst>
            </p:cNvPr>
            <p:cNvSpPr/>
            <p:nvPr/>
          </p:nvSpPr>
          <p:spPr>
            <a:xfrm>
              <a:off x="3460636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8" name="pt146">
              <a:extLst>
                <a:ext uri="{FF2B5EF4-FFF2-40B4-BE49-F238E27FC236}">
                  <a16:creationId xmlns:a16="http://schemas.microsoft.com/office/drawing/2014/main" id="{6E524E2E-CA86-7C2E-668F-8E51FD09153E}"/>
                </a:ext>
              </a:extLst>
            </p:cNvPr>
            <p:cNvSpPr/>
            <p:nvPr/>
          </p:nvSpPr>
          <p:spPr>
            <a:xfrm>
              <a:off x="4503378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9" name="pt147">
              <a:extLst>
                <a:ext uri="{FF2B5EF4-FFF2-40B4-BE49-F238E27FC236}">
                  <a16:creationId xmlns:a16="http://schemas.microsoft.com/office/drawing/2014/main" id="{5A6AFF0A-11D9-5CB5-3A39-652E49DDA2CE}"/>
                </a:ext>
              </a:extLst>
            </p:cNvPr>
            <p:cNvSpPr/>
            <p:nvPr/>
          </p:nvSpPr>
          <p:spPr>
            <a:xfrm>
              <a:off x="1766221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0" name="pt148">
              <a:extLst>
                <a:ext uri="{FF2B5EF4-FFF2-40B4-BE49-F238E27FC236}">
                  <a16:creationId xmlns:a16="http://schemas.microsoft.com/office/drawing/2014/main" id="{EDA7C026-7FC9-BE05-A371-E67657F882F6}"/>
                </a:ext>
              </a:extLst>
            </p:cNvPr>
            <p:cNvSpPr/>
            <p:nvPr/>
          </p:nvSpPr>
          <p:spPr>
            <a:xfrm>
              <a:off x="3745663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1" name="pt149">
              <a:extLst>
                <a:ext uri="{FF2B5EF4-FFF2-40B4-BE49-F238E27FC236}">
                  <a16:creationId xmlns:a16="http://schemas.microsoft.com/office/drawing/2014/main" id="{E29FA235-2BFA-1B65-A60B-A2F33C7AB819}"/>
                </a:ext>
              </a:extLst>
            </p:cNvPr>
            <p:cNvSpPr/>
            <p:nvPr/>
          </p:nvSpPr>
          <p:spPr>
            <a:xfrm>
              <a:off x="4503378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2" name="pt150">
              <a:extLst>
                <a:ext uri="{FF2B5EF4-FFF2-40B4-BE49-F238E27FC236}">
                  <a16:creationId xmlns:a16="http://schemas.microsoft.com/office/drawing/2014/main" id="{5CE10785-E141-9FF2-B5DE-BBE8BCE23C29}"/>
                </a:ext>
              </a:extLst>
            </p:cNvPr>
            <p:cNvSpPr/>
            <p:nvPr/>
          </p:nvSpPr>
          <p:spPr>
            <a:xfrm>
              <a:off x="1995498" y="165399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3" name="pt151">
              <a:extLst>
                <a:ext uri="{FF2B5EF4-FFF2-40B4-BE49-F238E27FC236}">
                  <a16:creationId xmlns:a16="http://schemas.microsoft.com/office/drawing/2014/main" id="{C9873E2F-70CD-AC0D-FA08-2AC5A47E821F}"/>
                </a:ext>
              </a:extLst>
            </p:cNvPr>
            <p:cNvSpPr/>
            <p:nvPr/>
          </p:nvSpPr>
          <p:spPr>
            <a:xfrm>
              <a:off x="3746410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4" name="pt152">
              <a:extLst>
                <a:ext uri="{FF2B5EF4-FFF2-40B4-BE49-F238E27FC236}">
                  <a16:creationId xmlns:a16="http://schemas.microsoft.com/office/drawing/2014/main" id="{18E5961B-2771-5149-F9B6-7D231E36F34E}"/>
                </a:ext>
              </a:extLst>
            </p:cNvPr>
            <p:cNvSpPr/>
            <p:nvPr/>
          </p:nvSpPr>
          <p:spPr>
            <a:xfrm>
              <a:off x="3694664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5" name="pt153">
              <a:extLst>
                <a:ext uri="{FF2B5EF4-FFF2-40B4-BE49-F238E27FC236}">
                  <a16:creationId xmlns:a16="http://schemas.microsoft.com/office/drawing/2014/main" id="{66B85B55-DD89-61E1-9F81-E51CC3A35344}"/>
                </a:ext>
              </a:extLst>
            </p:cNvPr>
            <p:cNvSpPr/>
            <p:nvPr/>
          </p:nvSpPr>
          <p:spPr>
            <a:xfrm>
              <a:off x="1766589" y="165399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6" name="pt154">
              <a:extLst>
                <a:ext uri="{FF2B5EF4-FFF2-40B4-BE49-F238E27FC236}">
                  <a16:creationId xmlns:a16="http://schemas.microsoft.com/office/drawing/2014/main" id="{0D27BCA2-122D-FACB-C5FE-F1F2BBFD73AF}"/>
                </a:ext>
              </a:extLst>
            </p:cNvPr>
            <p:cNvSpPr/>
            <p:nvPr/>
          </p:nvSpPr>
          <p:spPr>
            <a:xfrm>
              <a:off x="1866123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7" name="pt155">
              <a:extLst>
                <a:ext uri="{FF2B5EF4-FFF2-40B4-BE49-F238E27FC236}">
                  <a16:creationId xmlns:a16="http://schemas.microsoft.com/office/drawing/2014/main" id="{A494DB5D-4A73-3F63-D039-77F6CCF4E4E1}"/>
                </a:ext>
              </a:extLst>
            </p:cNvPr>
            <p:cNvSpPr/>
            <p:nvPr/>
          </p:nvSpPr>
          <p:spPr>
            <a:xfrm>
              <a:off x="1750962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8" name="pt156">
              <a:extLst>
                <a:ext uri="{FF2B5EF4-FFF2-40B4-BE49-F238E27FC236}">
                  <a16:creationId xmlns:a16="http://schemas.microsoft.com/office/drawing/2014/main" id="{7A1A7072-05CA-FCC6-0ADE-43D5F5641786}"/>
                </a:ext>
              </a:extLst>
            </p:cNvPr>
            <p:cNvSpPr/>
            <p:nvPr/>
          </p:nvSpPr>
          <p:spPr>
            <a:xfrm>
              <a:off x="3460636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9" name="pt157">
              <a:extLst>
                <a:ext uri="{FF2B5EF4-FFF2-40B4-BE49-F238E27FC236}">
                  <a16:creationId xmlns:a16="http://schemas.microsoft.com/office/drawing/2014/main" id="{08B667EE-8044-8672-7FC6-4E6D029AC1B4}"/>
                </a:ext>
              </a:extLst>
            </p:cNvPr>
            <p:cNvSpPr/>
            <p:nvPr/>
          </p:nvSpPr>
          <p:spPr>
            <a:xfrm>
              <a:off x="1968489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0" name="pt158">
              <a:extLst>
                <a:ext uri="{FF2B5EF4-FFF2-40B4-BE49-F238E27FC236}">
                  <a16:creationId xmlns:a16="http://schemas.microsoft.com/office/drawing/2014/main" id="{D366C5A0-6683-AD76-887E-A6ECF26D0230}"/>
                </a:ext>
              </a:extLst>
            </p:cNvPr>
            <p:cNvSpPr/>
            <p:nvPr/>
          </p:nvSpPr>
          <p:spPr>
            <a:xfrm>
              <a:off x="3606246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1" name="pt159">
              <a:extLst>
                <a:ext uri="{FF2B5EF4-FFF2-40B4-BE49-F238E27FC236}">
                  <a16:creationId xmlns:a16="http://schemas.microsoft.com/office/drawing/2014/main" id="{3F9B5B5E-3EB4-0613-B803-06DEEFDF9B64}"/>
                </a:ext>
              </a:extLst>
            </p:cNvPr>
            <p:cNvSpPr/>
            <p:nvPr/>
          </p:nvSpPr>
          <p:spPr>
            <a:xfrm>
              <a:off x="1751078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2" name="pt160">
              <a:extLst>
                <a:ext uri="{FF2B5EF4-FFF2-40B4-BE49-F238E27FC236}">
                  <a16:creationId xmlns:a16="http://schemas.microsoft.com/office/drawing/2014/main" id="{5C763F68-AA09-56BC-811D-407A75FBC36D}"/>
                </a:ext>
              </a:extLst>
            </p:cNvPr>
            <p:cNvSpPr/>
            <p:nvPr/>
          </p:nvSpPr>
          <p:spPr>
            <a:xfrm>
              <a:off x="1995051" y="165399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3" name="pt161">
              <a:extLst>
                <a:ext uri="{FF2B5EF4-FFF2-40B4-BE49-F238E27FC236}">
                  <a16:creationId xmlns:a16="http://schemas.microsoft.com/office/drawing/2014/main" id="{4BC94C6D-5106-28B9-0504-32D3230C69FD}"/>
                </a:ext>
              </a:extLst>
            </p:cNvPr>
            <p:cNvSpPr/>
            <p:nvPr/>
          </p:nvSpPr>
          <p:spPr>
            <a:xfrm>
              <a:off x="1748548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4" name="pt162">
              <a:extLst>
                <a:ext uri="{FF2B5EF4-FFF2-40B4-BE49-F238E27FC236}">
                  <a16:creationId xmlns:a16="http://schemas.microsoft.com/office/drawing/2014/main" id="{6F41D059-868D-BDA5-0F90-7BF7BF4C7865}"/>
                </a:ext>
              </a:extLst>
            </p:cNvPr>
            <p:cNvSpPr/>
            <p:nvPr/>
          </p:nvSpPr>
          <p:spPr>
            <a:xfrm>
              <a:off x="1866123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5" name="pt163">
              <a:extLst>
                <a:ext uri="{FF2B5EF4-FFF2-40B4-BE49-F238E27FC236}">
                  <a16:creationId xmlns:a16="http://schemas.microsoft.com/office/drawing/2014/main" id="{3470806C-C8C6-5881-4B9F-CF28CC588049}"/>
                </a:ext>
              </a:extLst>
            </p:cNvPr>
            <p:cNvSpPr/>
            <p:nvPr/>
          </p:nvSpPr>
          <p:spPr>
            <a:xfrm>
              <a:off x="3693874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6" name="pt164">
              <a:extLst>
                <a:ext uri="{FF2B5EF4-FFF2-40B4-BE49-F238E27FC236}">
                  <a16:creationId xmlns:a16="http://schemas.microsoft.com/office/drawing/2014/main" id="{C9B9341F-5858-8BF8-D5A4-8D9ABB2F0037}"/>
                </a:ext>
              </a:extLst>
            </p:cNvPr>
            <p:cNvSpPr/>
            <p:nvPr/>
          </p:nvSpPr>
          <p:spPr>
            <a:xfrm>
              <a:off x="3606977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7" name="pt165">
              <a:extLst>
                <a:ext uri="{FF2B5EF4-FFF2-40B4-BE49-F238E27FC236}">
                  <a16:creationId xmlns:a16="http://schemas.microsoft.com/office/drawing/2014/main" id="{8F28363A-FDC8-F482-ED77-7A92A8CCCF43}"/>
                </a:ext>
              </a:extLst>
            </p:cNvPr>
            <p:cNvSpPr/>
            <p:nvPr/>
          </p:nvSpPr>
          <p:spPr>
            <a:xfrm>
              <a:off x="3810513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8" name="pt166">
              <a:extLst>
                <a:ext uri="{FF2B5EF4-FFF2-40B4-BE49-F238E27FC236}">
                  <a16:creationId xmlns:a16="http://schemas.microsoft.com/office/drawing/2014/main" id="{6FF4C764-DF15-CBFE-FA29-6E9EACE22C12}"/>
                </a:ext>
              </a:extLst>
            </p:cNvPr>
            <p:cNvSpPr/>
            <p:nvPr/>
          </p:nvSpPr>
          <p:spPr>
            <a:xfrm>
              <a:off x="1968333" y="165399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9" name="pt167">
              <a:extLst>
                <a:ext uri="{FF2B5EF4-FFF2-40B4-BE49-F238E27FC236}">
                  <a16:creationId xmlns:a16="http://schemas.microsoft.com/office/drawing/2014/main" id="{BD8F2EBA-42DD-84AE-E023-D1F52F3D2981}"/>
                </a:ext>
              </a:extLst>
            </p:cNvPr>
            <p:cNvSpPr/>
            <p:nvPr/>
          </p:nvSpPr>
          <p:spPr>
            <a:xfrm>
              <a:off x="3811465" y="418326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0" name="pg168">
              <a:extLst>
                <a:ext uri="{FF2B5EF4-FFF2-40B4-BE49-F238E27FC236}">
                  <a16:creationId xmlns:a16="http://schemas.microsoft.com/office/drawing/2014/main" id="{9BADF06A-29EA-6F69-E7E0-CC582453752B}"/>
                </a:ext>
              </a:extLst>
            </p:cNvPr>
            <p:cNvSpPr/>
            <p:nvPr/>
          </p:nvSpPr>
          <p:spPr>
            <a:xfrm>
              <a:off x="266415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1" name="pg169">
              <a:extLst>
                <a:ext uri="{FF2B5EF4-FFF2-40B4-BE49-F238E27FC236}">
                  <a16:creationId xmlns:a16="http://schemas.microsoft.com/office/drawing/2014/main" id="{7C00FBB6-A0E1-45F7-2298-026652DC9C88}"/>
                </a:ext>
              </a:extLst>
            </p:cNvPr>
            <p:cNvSpPr/>
            <p:nvPr/>
          </p:nvSpPr>
          <p:spPr>
            <a:xfrm>
              <a:off x="484391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2" name="pg170">
              <a:extLst>
                <a:ext uri="{FF2B5EF4-FFF2-40B4-BE49-F238E27FC236}">
                  <a16:creationId xmlns:a16="http://schemas.microsoft.com/office/drawing/2014/main" id="{56552C23-1465-9695-F8B4-72679D6BDF25}"/>
                </a:ext>
              </a:extLst>
            </p:cNvPr>
            <p:cNvSpPr/>
            <p:nvPr/>
          </p:nvSpPr>
          <p:spPr>
            <a:xfrm>
              <a:off x="4530776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3" name="pg171">
              <a:extLst>
                <a:ext uri="{FF2B5EF4-FFF2-40B4-BE49-F238E27FC236}">
                  <a16:creationId xmlns:a16="http://schemas.microsoft.com/office/drawing/2014/main" id="{CF4DA10E-1D0D-2C54-65D1-355FA2C5B4EC}"/>
                </a:ext>
              </a:extLst>
            </p:cNvPr>
            <p:cNvSpPr/>
            <p:nvPr/>
          </p:nvSpPr>
          <p:spPr>
            <a:xfrm>
              <a:off x="4846485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4" name="pg172">
              <a:extLst>
                <a:ext uri="{FF2B5EF4-FFF2-40B4-BE49-F238E27FC236}">
                  <a16:creationId xmlns:a16="http://schemas.microsoft.com/office/drawing/2014/main" id="{70B90B6B-D562-DFD4-3AD9-A2E3E4974B18}"/>
                </a:ext>
              </a:extLst>
            </p:cNvPr>
            <p:cNvSpPr/>
            <p:nvPr/>
          </p:nvSpPr>
          <p:spPr>
            <a:xfrm>
              <a:off x="2750244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5" name="pg173">
              <a:extLst>
                <a:ext uri="{FF2B5EF4-FFF2-40B4-BE49-F238E27FC236}">
                  <a16:creationId xmlns:a16="http://schemas.microsoft.com/office/drawing/2014/main" id="{412A32A5-6F7F-B702-5444-FD63FC459B76}"/>
                </a:ext>
              </a:extLst>
            </p:cNvPr>
            <p:cNvSpPr/>
            <p:nvPr/>
          </p:nvSpPr>
          <p:spPr>
            <a:xfrm>
              <a:off x="4528097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6" name="pg174">
              <a:extLst>
                <a:ext uri="{FF2B5EF4-FFF2-40B4-BE49-F238E27FC236}">
                  <a16:creationId xmlns:a16="http://schemas.microsoft.com/office/drawing/2014/main" id="{923AB42A-A78F-0FA9-100E-A1DCA221CEFA}"/>
                </a:ext>
              </a:extLst>
            </p:cNvPr>
            <p:cNvSpPr/>
            <p:nvPr/>
          </p:nvSpPr>
          <p:spPr>
            <a:xfrm>
              <a:off x="5571678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7" name="pg175">
              <a:extLst>
                <a:ext uri="{FF2B5EF4-FFF2-40B4-BE49-F238E27FC236}">
                  <a16:creationId xmlns:a16="http://schemas.microsoft.com/office/drawing/2014/main" id="{2FF75C7C-5668-CA31-5171-18AEEDDB29E3}"/>
                </a:ext>
              </a:extLst>
            </p:cNvPr>
            <p:cNvSpPr/>
            <p:nvPr/>
          </p:nvSpPr>
          <p:spPr>
            <a:xfrm>
              <a:off x="4699538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8" name="pg176">
              <a:extLst>
                <a:ext uri="{FF2B5EF4-FFF2-40B4-BE49-F238E27FC236}">
                  <a16:creationId xmlns:a16="http://schemas.microsoft.com/office/drawing/2014/main" id="{4859F53E-3D27-E719-1137-8B502CB861D9}"/>
                </a:ext>
              </a:extLst>
            </p:cNvPr>
            <p:cNvSpPr/>
            <p:nvPr/>
          </p:nvSpPr>
          <p:spPr>
            <a:xfrm>
              <a:off x="257547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9" name="pg177">
              <a:extLst>
                <a:ext uri="{FF2B5EF4-FFF2-40B4-BE49-F238E27FC236}">
                  <a16:creationId xmlns:a16="http://schemas.microsoft.com/office/drawing/2014/main" id="{4AE4EC28-8B8F-05E0-ACE3-69BD76970E10}"/>
                </a:ext>
              </a:extLst>
            </p:cNvPr>
            <p:cNvSpPr/>
            <p:nvPr/>
          </p:nvSpPr>
          <p:spPr>
            <a:xfrm>
              <a:off x="470093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0" name="pg178">
              <a:extLst>
                <a:ext uri="{FF2B5EF4-FFF2-40B4-BE49-F238E27FC236}">
                  <a16:creationId xmlns:a16="http://schemas.microsoft.com/office/drawing/2014/main" id="{DCD67D63-3729-3A0E-916A-F5545583C855}"/>
                </a:ext>
              </a:extLst>
            </p:cNvPr>
            <p:cNvSpPr/>
            <p:nvPr/>
          </p:nvSpPr>
          <p:spPr>
            <a:xfrm>
              <a:off x="272707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1" name="pg179">
              <a:extLst>
                <a:ext uri="{FF2B5EF4-FFF2-40B4-BE49-F238E27FC236}">
                  <a16:creationId xmlns:a16="http://schemas.microsoft.com/office/drawing/2014/main" id="{E8BACBC9-F545-C4D6-539A-3CC92729141D}"/>
                </a:ext>
              </a:extLst>
            </p:cNvPr>
            <p:cNvSpPr/>
            <p:nvPr/>
          </p:nvSpPr>
          <p:spPr>
            <a:xfrm>
              <a:off x="256987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2" name="pg180">
              <a:extLst>
                <a:ext uri="{FF2B5EF4-FFF2-40B4-BE49-F238E27FC236}">
                  <a16:creationId xmlns:a16="http://schemas.microsoft.com/office/drawing/2014/main" id="{32A00A79-F1C4-7412-FBF9-469736AEA291}"/>
                </a:ext>
              </a:extLst>
            </p:cNvPr>
            <p:cNvSpPr/>
            <p:nvPr/>
          </p:nvSpPr>
          <p:spPr>
            <a:xfrm>
              <a:off x="2667719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3" name="pg181">
              <a:extLst>
                <a:ext uri="{FF2B5EF4-FFF2-40B4-BE49-F238E27FC236}">
                  <a16:creationId xmlns:a16="http://schemas.microsoft.com/office/drawing/2014/main" id="{2748669F-61E3-F59F-D43F-E234310F1A54}"/>
                </a:ext>
              </a:extLst>
            </p:cNvPr>
            <p:cNvSpPr/>
            <p:nvPr/>
          </p:nvSpPr>
          <p:spPr>
            <a:xfrm>
              <a:off x="4900084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4" name="pg182">
              <a:extLst>
                <a:ext uri="{FF2B5EF4-FFF2-40B4-BE49-F238E27FC236}">
                  <a16:creationId xmlns:a16="http://schemas.microsoft.com/office/drawing/2014/main" id="{5E060F51-BA38-44DF-97A5-92CF58041F19}"/>
                </a:ext>
              </a:extLst>
            </p:cNvPr>
            <p:cNvSpPr/>
            <p:nvPr/>
          </p:nvSpPr>
          <p:spPr>
            <a:xfrm>
              <a:off x="2573934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5" name="pg183">
              <a:extLst>
                <a:ext uri="{FF2B5EF4-FFF2-40B4-BE49-F238E27FC236}">
                  <a16:creationId xmlns:a16="http://schemas.microsoft.com/office/drawing/2014/main" id="{BD88E2BA-47DC-DE15-4F27-9B99A429840C}"/>
                </a:ext>
              </a:extLst>
            </p:cNvPr>
            <p:cNvSpPr/>
            <p:nvPr/>
          </p:nvSpPr>
          <p:spPr>
            <a:xfrm>
              <a:off x="272380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6" name="pg184">
              <a:extLst>
                <a:ext uri="{FF2B5EF4-FFF2-40B4-BE49-F238E27FC236}">
                  <a16:creationId xmlns:a16="http://schemas.microsoft.com/office/drawing/2014/main" id="{195DCB20-E171-FC47-CE30-8F7F563F0B6F}"/>
                </a:ext>
              </a:extLst>
            </p:cNvPr>
            <p:cNvSpPr/>
            <p:nvPr/>
          </p:nvSpPr>
          <p:spPr>
            <a:xfrm>
              <a:off x="2750244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7" name="pg185">
              <a:extLst>
                <a:ext uri="{FF2B5EF4-FFF2-40B4-BE49-F238E27FC236}">
                  <a16:creationId xmlns:a16="http://schemas.microsoft.com/office/drawing/2014/main" id="{00455E36-656F-0F50-1672-5AD7129EE285}"/>
                </a:ext>
              </a:extLst>
            </p:cNvPr>
            <p:cNvSpPr/>
            <p:nvPr/>
          </p:nvSpPr>
          <p:spPr>
            <a:xfrm>
              <a:off x="258128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8" name="pg186">
              <a:extLst>
                <a:ext uri="{FF2B5EF4-FFF2-40B4-BE49-F238E27FC236}">
                  <a16:creationId xmlns:a16="http://schemas.microsoft.com/office/drawing/2014/main" id="{EDD11999-840F-1B3B-813D-3B1E5C708B49}"/>
                </a:ext>
              </a:extLst>
            </p:cNvPr>
            <p:cNvSpPr/>
            <p:nvPr/>
          </p:nvSpPr>
          <p:spPr>
            <a:xfrm>
              <a:off x="478371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9" name="pg187">
              <a:extLst>
                <a:ext uri="{FF2B5EF4-FFF2-40B4-BE49-F238E27FC236}">
                  <a16:creationId xmlns:a16="http://schemas.microsoft.com/office/drawing/2014/main" id="{B917762F-D4DF-7062-0E2E-6A3B15BDDB24}"/>
                </a:ext>
              </a:extLst>
            </p:cNvPr>
            <p:cNvSpPr/>
            <p:nvPr/>
          </p:nvSpPr>
          <p:spPr>
            <a:xfrm>
              <a:off x="257547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0" name="pg188">
              <a:extLst>
                <a:ext uri="{FF2B5EF4-FFF2-40B4-BE49-F238E27FC236}">
                  <a16:creationId xmlns:a16="http://schemas.microsoft.com/office/drawing/2014/main" id="{C70AAF3A-2457-D0C4-3A7D-FA6217BF4F29}"/>
                </a:ext>
              </a:extLst>
            </p:cNvPr>
            <p:cNvSpPr/>
            <p:nvPr/>
          </p:nvSpPr>
          <p:spPr>
            <a:xfrm>
              <a:off x="256987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1" name="pg189">
              <a:extLst>
                <a:ext uri="{FF2B5EF4-FFF2-40B4-BE49-F238E27FC236}">
                  <a16:creationId xmlns:a16="http://schemas.microsoft.com/office/drawing/2014/main" id="{D8C38365-762C-43B9-02AD-7D698C9A1FC0}"/>
                </a:ext>
              </a:extLst>
            </p:cNvPr>
            <p:cNvSpPr/>
            <p:nvPr/>
          </p:nvSpPr>
          <p:spPr>
            <a:xfrm>
              <a:off x="4780993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2" name="pg190">
              <a:extLst>
                <a:ext uri="{FF2B5EF4-FFF2-40B4-BE49-F238E27FC236}">
                  <a16:creationId xmlns:a16="http://schemas.microsoft.com/office/drawing/2014/main" id="{B0670D8F-F951-22F3-A79B-FBDF8BA3C9AE}"/>
                </a:ext>
              </a:extLst>
            </p:cNvPr>
            <p:cNvSpPr/>
            <p:nvPr/>
          </p:nvSpPr>
          <p:spPr>
            <a:xfrm>
              <a:off x="4895475" y="415819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3" name="pg191">
              <a:extLst>
                <a:ext uri="{FF2B5EF4-FFF2-40B4-BE49-F238E27FC236}">
                  <a16:creationId xmlns:a16="http://schemas.microsoft.com/office/drawing/2014/main" id="{42749634-21F7-1241-AA97-FFE0AC1D62FD}"/>
                </a:ext>
              </a:extLst>
            </p:cNvPr>
            <p:cNvSpPr/>
            <p:nvPr/>
          </p:nvSpPr>
          <p:spPr>
            <a:xfrm>
              <a:off x="189291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4" name="pg192">
              <a:extLst>
                <a:ext uri="{FF2B5EF4-FFF2-40B4-BE49-F238E27FC236}">
                  <a16:creationId xmlns:a16="http://schemas.microsoft.com/office/drawing/2014/main" id="{AE98B5B3-0F8D-E5F6-0E89-FAFD6BA6C471}"/>
                </a:ext>
              </a:extLst>
            </p:cNvPr>
            <p:cNvSpPr/>
            <p:nvPr/>
          </p:nvSpPr>
          <p:spPr>
            <a:xfrm>
              <a:off x="198639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5" name="pg193">
              <a:extLst>
                <a:ext uri="{FF2B5EF4-FFF2-40B4-BE49-F238E27FC236}">
                  <a16:creationId xmlns:a16="http://schemas.microsoft.com/office/drawing/2014/main" id="{6C112C8E-0DE8-E7EB-6410-CD2A35E66108}"/>
                </a:ext>
              </a:extLst>
            </p:cNvPr>
            <p:cNvSpPr/>
            <p:nvPr/>
          </p:nvSpPr>
          <p:spPr>
            <a:xfrm>
              <a:off x="360030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6" name="pg194">
              <a:extLst>
                <a:ext uri="{FF2B5EF4-FFF2-40B4-BE49-F238E27FC236}">
                  <a16:creationId xmlns:a16="http://schemas.microsoft.com/office/drawing/2014/main" id="{B26C244C-CE68-989F-9708-6CBB231E6CE4}"/>
                </a:ext>
              </a:extLst>
            </p:cNvPr>
            <p:cNvSpPr/>
            <p:nvPr/>
          </p:nvSpPr>
          <p:spPr>
            <a:xfrm>
              <a:off x="2092009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7" name="pg195">
              <a:extLst>
                <a:ext uri="{FF2B5EF4-FFF2-40B4-BE49-F238E27FC236}">
                  <a16:creationId xmlns:a16="http://schemas.microsoft.com/office/drawing/2014/main" id="{7E557341-8A51-6EDA-49BD-823D1ABEB127}"/>
                </a:ext>
              </a:extLst>
            </p:cNvPr>
            <p:cNvSpPr/>
            <p:nvPr/>
          </p:nvSpPr>
          <p:spPr>
            <a:xfrm>
              <a:off x="188955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8" name="pg196">
              <a:extLst>
                <a:ext uri="{FF2B5EF4-FFF2-40B4-BE49-F238E27FC236}">
                  <a16:creationId xmlns:a16="http://schemas.microsoft.com/office/drawing/2014/main" id="{605F7886-EF1D-68C0-4F73-D72FFD6D5969}"/>
                </a:ext>
              </a:extLst>
            </p:cNvPr>
            <p:cNvSpPr/>
            <p:nvPr/>
          </p:nvSpPr>
          <p:spPr>
            <a:xfrm>
              <a:off x="448546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9" name="pg197">
              <a:extLst>
                <a:ext uri="{FF2B5EF4-FFF2-40B4-BE49-F238E27FC236}">
                  <a16:creationId xmlns:a16="http://schemas.microsoft.com/office/drawing/2014/main" id="{A154BF94-0ABD-94F2-E9BF-27DD6B870E77}"/>
                </a:ext>
              </a:extLst>
            </p:cNvPr>
            <p:cNvSpPr/>
            <p:nvPr/>
          </p:nvSpPr>
          <p:spPr>
            <a:xfrm>
              <a:off x="368610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0" name="pg198">
              <a:extLst>
                <a:ext uri="{FF2B5EF4-FFF2-40B4-BE49-F238E27FC236}">
                  <a16:creationId xmlns:a16="http://schemas.microsoft.com/office/drawing/2014/main" id="{89F77465-614E-EA8F-7201-472C201C57F1}"/>
                </a:ext>
              </a:extLst>
            </p:cNvPr>
            <p:cNvSpPr/>
            <p:nvPr/>
          </p:nvSpPr>
          <p:spPr>
            <a:xfrm>
              <a:off x="345744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1" name="pg199">
              <a:extLst>
                <a:ext uri="{FF2B5EF4-FFF2-40B4-BE49-F238E27FC236}">
                  <a16:creationId xmlns:a16="http://schemas.microsoft.com/office/drawing/2014/main" id="{D4E11AE6-B4C9-5D41-7E3B-03EED63571D2}"/>
                </a:ext>
              </a:extLst>
            </p:cNvPr>
            <p:cNvSpPr/>
            <p:nvPr/>
          </p:nvSpPr>
          <p:spPr>
            <a:xfrm>
              <a:off x="3738176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2" name="pg200">
              <a:extLst>
                <a:ext uri="{FF2B5EF4-FFF2-40B4-BE49-F238E27FC236}">
                  <a16:creationId xmlns:a16="http://schemas.microsoft.com/office/drawing/2014/main" id="{97832D18-C603-B5C1-000F-79765F3BF125}"/>
                </a:ext>
              </a:extLst>
            </p:cNvPr>
            <p:cNvSpPr/>
            <p:nvPr/>
          </p:nvSpPr>
          <p:spPr>
            <a:xfrm>
              <a:off x="1904051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3" name="pg201">
              <a:extLst>
                <a:ext uri="{FF2B5EF4-FFF2-40B4-BE49-F238E27FC236}">
                  <a16:creationId xmlns:a16="http://schemas.microsoft.com/office/drawing/2014/main" id="{DDFB4800-C9A3-9296-9B4B-FCA940A5A661}"/>
                </a:ext>
              </a:extLst>
            </p:cNvPr>
            <p:cNvSpPr/>
            <p:nvPr/>
          </p:nvSpPr>
          <p:spPr>
            <a:xfrm>
              <a:off x="345600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4" name="pg202">
              <a:extLst>
                <a:ext uri="{FF2B5EF4-FFF2-40B4-BE49-F238E27FC236}">
                  <a16:creationId xmlns:a16="http://schemas.microsoft.com/office/drawing/2014/main" id="{3D972F2B-0881-4006-A97C-B63B801CBEE8}"/>
                </a:ext>
              </a:extLst>
            </p:cNvPr>
            <p:cNvSpPr/>
            <p:nvPr/>
          </p:nvSpPr>
          <p:spPr>
            <a:xfrm>
              <a:off x="209424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5" name="pg203">
              <a:extLst>
                <a:ext uri="{FF2B5EF4-FFF2-40B4-BE49-F238E27FC236}">
                  <a16:creationId xmlns:a16="http://schemas.microsoft.com/office/drawing/2014/main" id="{15A56D6E-0938-A666-EC4C-BB4AEFF3C8EC}"/>
                </a:ext>
              </a:extLst>
            </p:cNvPr>
            <p:cNvSpPr/>
            <p:nvPr/>
          </p:nvSpPr>
          <p:spPr>
            <a:xfrm>
              <a:off x="209272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6" name="pg204">
              <a:extLst>
                <a:ext uri="{FF2B5EF4-FFF2-40B4-BE49-F238E27FC236}">
                  <a16:creationId xmlns:a16="http://schemas.microsoft.com/office/drawing/2014/main" id="{2463A084-D46E-A416-8A23-152B7005531D}"/>
                </a:ext>
              </a:extLst>
            </p:cNvPr>
            <p:cNvSpPr/>
            <p:nvPr/>
          </p:nvSpPr>
          <p:spPr>
            <a:xfrm>
              <a:off x="448546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7" name="pg205">
              <a:extLst>
                <a:ext uri="{FF2B5EF4-FFF2-40B4-BE49-F238E27FC236}">
                  <a16:creationId xmlns:a16="http://schemas.microsoft.com/office/drawing/2014/main" id="{407D51EE-DA43-A4BE-4063-33563C0BD99A}"/>
                </a:ext>
              </a:extLst>
            </p:cNvPr>
            <p:cNvSpPr/>
            <p:nvPr/>
          </p:nvSpPr>
          <p:spPr>
            <a:xfrm>
              <a:off x="359997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8" name="pg206">
              <a:extLst>
                <a:ext uri="{FF2B5EF4-FFF2-40B4-BE49-F238E27FC236}">
                  <a16:creationId xmlns:a16="http://schemas.microsoft.com/office/drawing/2014/main" id="{73871D1C-5736-6749-8D71-9F8F9E284953}"/>
                </a:ext>
              </a:extLst>
            </p:cNvPr>
            <p:cNvSpPr/>
            <p:nvPr/>
          </p:nvSpPr>
          <p:spPr>
            <a:xfrm>
              <a:off x="380108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9" name="pg207">
              <a:extLst>
                <a:ext uri="{FF2B5EF4-FFF2-40B4-BE49-F238E27FC236}">
                  <a16:creationId xmlns:a16="http://schemas.microsoft.com/office/drawing/2014/main" id="{1AF92945-4274-C046-4FBC-10C1E70954A2}"/>
                </a:ext>
              </a:extLst>
            </p:cNvPr>
            <p:cNvSpPr/>
            <p:nvPr/>
          </p:nvSpPr>
          <p:spPr>
            <a:xfrm>
              <a:off x="203772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0" name="pg208">
              <a:extLst>
                <a:ext uri="{FF2B5EF4-FFF2-40B4-BE49-F238E27FC236}">
                  <a16:creationId xmlns:a16="http://schemas.microsoft.com/office/drawing/2014/main" id="{607E6BCC-2D34-1A55-C4BB-E7EA8F9B6667}"/>
                </a:ext>
              </a:extLst>
            </p:cNvPr>
            <p:cNvSpPr/>
            <p:nvPr/>
          </p:nvSpPr>
          <p:spPr>
            <a:xfrm>
              <a:off x="190133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1" name="pg209">
              <a:extLst>
                <a:ext uri="{FF2B5EF4-FFF2-40B4-BE49-F238E27FC236}">
                  <a16:creationId xmlns:a16="http://schemas.microsoft.com/office/drawing/2014/main" id="{40B86B6C-5856-873D-9180-52983FAAF11A}"/>
                </a:ext>
              </a:extLst>
            </p:cNvPr>
            <p:cNvSpPr/>
            <p:nvPr/>
          </p:nvSpPr>
          <p:spPr>
            <a:xfrm>
              <a:off x="1993368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2" name="pg210">
              <a:extLst>
                <a:ext uri="{FF2B5EF4-FFF2-40B4-BE49-F238E27FC236}">
                  <a16:creationId xmlns:a16="http://schemas.microsoft.com/office/drawing/2014/main" id="{786DEA5D-E341-1FC5-759A-8BA76BF45FF7}"/>
                </a:ext>
              </a:extLst>
            </p:cNvPr>
            <p:cNvSpPr/>
            <p:nvPr/>
          </p:nvSpPr>
          <p:spPr>
            <a:xfrm>
              <a:off x="3685817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3" name="pg211">
              <a:extLst>
                <a:ext uri="{FF2B5EF4-FFF2-40B4-BE49-F238E27FC236}">
                  <a16:creationId xmlns:a16="http://schemas.microsoft.com/office/drawing/2014/main" id="{3F8468DC-E676-E706-EC18-05656F7261F8}"/>
                </a:ext>
              </a:extLst>
            </p:cNvPr>
            <p:cNvSpPr/>
            <p:nvPr/>
          </p:nvSpPr>
          <p:spPr>
            <a:xfrm>
              <a:off x="1892305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4" name="pg212">
              <a:extLst>
                <a:ext uri="{FF2B5EF4-FFF2-40B4-BE49-F238E27FC236}">
                  <a16:creationId xmlns:a16="http://schemas.microsoft.com/office/drawing/2014/main" id="{96E926A1-1D39-F204-D1DE-B0026EBA5642}"/>
                </a:ext>
              </a:extLst>
            </p:cNvPr>
            <p:cNvSpPr/>
            <p:nvPr/>
          </p:nvSpPr>
          <p:spPr>
            <a:xfrm>
              <a:off x="3803140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5" name="pg213">
              <a:extLst>
                <a:ext uri="{FF2B5EF4-FFF2-40B4-BE49-F238E27FC236}">
                  <a16:creationId xmlns:a16="http://schemas.microsoft.com/office/drawing/2014/main" id="{D8650290-AE99-48CC-728F-355CB826DEDB}"/>
                </a:ext>
              </a:extLst>
            </p:cNvPr>
            <p:cNvSpPr/>
            <p:nvPr/>
          </p:nvSpPr>
          <p:spPr>
            <a:xfrm>
              <a:off x="1890142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6" name="pg214">
              <a:extLst>
                <a:ext uri="{FF2B5EF4-FFF2-40B4-BE49-F238E27FC236}">
                  <a16:creationId xmlns:a16="http://schemas.microsoft.com/office/drawing/2014/main" id="{B5643423-64C2-5B2F-050F-07B2D5EF6A3F}"/>
                </a:ext>
              </a:extLst>
            </p:cNvPr>
            <p:cNvSpPr/>
            <p:nvPr/>
          </p:nvSpPr>
          <p:spPr>
            <a:xfrm>
              <a:off x="3736533" y="162892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7" name="pl215">
              <a:extLst>
                <a:ext uri="{FF2B5EF4-FFF2-40B4-BE49-F238E27FC236}">
                  <a16:creationId xmlns:a16="http://schemas.microsoft.com/office/drawing/2014/main" id="{819A8D59-E307-5901-D2F0-2099D24D29F1}"/>
                </a:ext>
              </a:extLst>
            </p:cNvPr>
            <p:cNvSpPr/>
            <p:nvPr/>
          </p:nvSpPr>
          <p:spPr>
            <a:xfrm>
              <a:off x="1950364" y="1699146"/>
              <a:ext cx="2595912" cy="0"/>
            </a:xfrm>
            <a:custGeom>
              <a:avLst/>
              <a:gdLst/>
              <a:ahLst/>
              <a:cxnLst/>
              <a:rect l="0" t="0" r="0" b="0"/>
              <a:pathLst>
                <a:path w="2595912">
                  <a:moveTo>
                    <a:pt x="0" y="0"/>
                  </a:moveTo>
                  <a:lnTo>
                    <a:pt x="32859" y="0"/>
                  </a:lnTo>
                  <a:lnTo>
                    <a:pt x="65719" y="0"/>
                  </a:lnTo>
                  <a:lnTo>
                    <a:pt x="98578" y="0"/>
                  </a:lnTo>
                  <a:lnTo>
                    <a:pt x="131438" y="0"/>
                  </a:lnTo>
                  <a:lnTo>
                    <a:pt x="164298" y="0"/>
                  </a:lnTo>
                  <a:lnTo>
                    <a:pt x="197157" y="0"/>
                  </a:lnTo>
                  <a:lnTo>
                    <a:pt x="230017" y="0"/>
                  </a:lnTo>
                  <a:lnTo>
                    <a:pt x="262877" y="0"/>
                  </a:lnTo>
                  <a:lnTo>
                    <a:pt x="295736" y="0"/>
                  </a:lnTo>
                  <a:lnTo>
                    <a:pt x="328596" y="0"/>
                  </a:lnTo>
                  <a:lnTo>
                    <a:pt x="361456" y="0"/>
                  </a:lnTo>
                  <a:lnTo>
                    <a:pt x="394315" y="0"/>
                  </a:lnTo>
                  <a:lnTo>
                    <a:pt x="427175" y="0"/>
                  </a:lnTo>
                  <a:lnTo>
                    <a:pt x="460035" y="0"/>
                  </a:lnTo>
                  <a:lnTo>
                    <a:pt x="492894" y="0"/>
                  </a:lnTo>
                  <a:lnTo>
                    <a:pt x="525754" y="0"/>
                  </a:lnTo>
                  <a:lnTo>
                    <a:pt x="558614" y="0"/>
                  </a:lnTo>
                  <a:lnTo>
                    <a:pt x="591473" y="0"/>
                  </a:lnTo>
                  <a:lnTo>
                    <a:pt x="624333" y="0"/>
                  </a:lnTo>
                  <a:lnTo>
                    <a:pt x="657193" y="0"/>
                  </a:lnTo>
                  <a:lnTo>
                    <a:pt x="690052" y="0"/>
                  </a:lnTo>
                  <a:lnTo>
                    <a:pt x="722912" y="0"/>
                  </a:lnTo>
                  <a:lnTo>
                    <a:pt x="755772" y="0"/>
                  </a:lnTo>
                  <a:lnTo>
                    <a:pt x="788631" y="0"/>
                  </a:lnTo>
                  <a:lnTo>
                    <a:pt x="821491" y="0"/>
                  </a:lnTo>
                  <a:lnTo>
                    <a:pt x="854351" y="0"/>
                  </a:lnTo>
                  <a:lnTo>
                    <a:pt x="887210" y="0"/>
                  </a:lnTo>
                  <a:lnTo>
                    <a:pt x="920070" y="0"/>
                  </a:lnTo>
                  <a:lnTo>
                    <a:pt x="952930" y="0"/>
                  </a:lnTo>
                  <a:lnTo>
                    <a:pt x="985789" y="0"/>
                  </a:lnTo>
                  <a:lnTo>
                    <a:pt x="1018649" y="0"/>
                  </a:lnTo>
                  <a:lnTo>
                    <a:pt x="1051509" y="0"/>
                  </a:lnTo>
                  <a:lnTo>
                    <a:pt x="1084368" y="0"/>
                  </a:lnTo>
                  <a:lnTo>
                    <a:pt x="1117228" y="0"/>
                  </a:lnTo>
                  <a:lnTo>
                    <a:pt x="1150087" y="0"/>
                  </a:lnTo>
                  <a:lnTo>
                    <a:pt x="1182947" y="0"/>
                  </a:lnTo>
                  <a:lnTo>
                    <a:pt x="1215807" y="0"/>
                  </a:lnTo>
                  <a:lnTo>
                    <a:pt x="1248666" y="0"/>
                  </a:lnTo>
                  <a:lnTo>
                    <a:pt x="1281526" y="0"/>
                  </a:lnTo>
                  <a:lnTo>
                    <a:pt x="1314386" y="0"/>
                  </a:lnTo>
                  <a:lnTo>
                    <a:pt x="1347245" y="0"/>
                  </a:lnTo>
                  <a:lnTo>
                    <a:pt x="1380105" y="0"/>
                  </a:lnTo>
                  <a:lnTo>
                    <a:pt x="1412965" y="0"/>
                  </a:lnTo>
                  <a:lnTo>
                    <a:pt x="1445824" y="0"/>
                  </a:lnTo>
                  <a:lnTo>
                    <a:pt x="1478684" y="0"/>
                  </a:lnTo>
                  <a:lnTo>
                    <a:pt x="1511544" y="0"/>
                  </a:lnTo>
                  <a:lnTo>
                    <a:pt x="1544403" y="0"/>
                  </a:lnTo>
                  <a:lnTo>
                    <a:pt x="1577263" y="0"/>
                  </a:lnTo>
                  <a:lnTo>
                    <a:pt x="1610123" y="0"/>
                  </a:lnTo>
                  <a:lnTo>
                    <a:pt x="1642982" y="0"/>
                  </a:lnTo>
                  <a:lnTo>
                    <a:pt x="1675842" y="0"/>
                  </a:lnTo>
                  <a:lnTo>
                    <a:pt x="1708702" y="0"/>
                  </a:lnTo>
                  <a:lnTo>
                    <a:pt x="1741561" y="0"/>
                  </a:lnTo>
                  <a:lnTo>
                    <a:pt x="1774421" y="0"/>
                  </a:lnTo>
                  <a:lnTo>
                    <a:pt x="1807281" y="0"/>
                  </a:lnTo>
                  <a:lnTo>
                    <a:pt x="1840140" y="0"/>
                  </a:lnTo>
                  <a:lnTo>
                    <a:pt x="1873000" y="0"/>
                  </a:lnTo>
                  <a:lnTo>
                    <a:pt x="1905860" y="0"/>
                  </a:lnTo>
                  <a:lnTo>
                    <a:pt x="1938719" y="0"/>
                  </a:lnTo>
                  <a:lnTo>
                    <a:pt x="1971579" y="0"/>
                  </a:lnTo>
                  <a:lnTo>
                    <a:pt x="2004439" y="0"/>
                  </a:lnTo>
                  <a:lnTo>
                    <a:pt x="2037298" y="0"/>
                  </a:lnTo>
                  <a:lnTo>
                    <a:pt x="2070158" y="0"/>
                  </a:lnTo>
                  <a:lnTo>
                    <a:pt x="2103018" y="0"/>
                  </a:lnTo>
                  <a:lnTo>
                    <a:pt x="2135877" y="0"/>
                  </a:lnTo>
                  <a:lnTo>
                    <a:pt x="2168737" y="0"/>
                  </a:lnTo>
                  <a:lnTo>
                    <a:pt x="2201596" y="0"/>
                  </a:lnTo>
                  <a:lnTo>
                    <a:pt x="2234456" y="0"/>
                  </a:lnTo>
                  <a:lnTo>
                    <a:pt x="2267316" y="0"/>
                  </a:lnTo>
                  <a:lnTo>
                    <a:pt x="2300175" y="0"/>
                  </a:lnTo>
                  <a:lnTo>
                    <a:pt x="2333035" y="0"/>
                  </a:lnTo>
                  <a:lnTo>
                    <a:pt x="2365895" y="0"/>
                  </a:lnTo>
                  <a:lnTo>
                    <a:pt x="2398754" y="0"/>
                  </a:lnTo>
                  <a:lnTo>
                    <a:pt x="2431614" y="0"/>
                  </a:lnTo>
                  <a:lnTo>
                    <a:pt x="2464474" y="0"/>
                  </a:lnTo>
                  <a:lnTo>
                    <a:pt x="2497333" y="0"/>
                  </a:lnTo>
                  <a:lnTo>
                    <a:pt x="2530193" y="0"/>
                  </a:lnTo>
                  <a:lnTo>
                    <a:pt x="2563053" y="0"/>
                  </a:lnTo>
                  <a:lnTo>
                    <a:pt x="259591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8" name="pl216">
              <a:extLst>
                <a:ext uri="{FF2B5EF4-FFF2-40B4-BE49-F238E27FC236}">
                  <a16:creationId xmlns:a16="http://schemas.microsoft.com/office/drawing/2014/main" id="{0B130D53-54F1-D527-464B-782230558708}"/>
                </a:ext>
              </a:extLst>
            </p:cNvPr>
            <p:cNvSpPr/>
            <p:nvPr/>
          </p:nvSpPr>
          <p:spPr>
            <a:xfrm>
              <a:off x="2630684" y="1890432"/>
              <a:ext cx="3001803" cy="2080381"/>
            </a:xfrm>
            <a:custGeom>
              <a:avLst/>
              <a:gdLst/>
              <a:ahLst/>
              <a:cxnLst/>
              <a:rect l="0" t="0" r="0" b="0"/>
              <a:pathLst>
                <a:path w="3001803" h="2080381">
                  <a:moveTo>
                    <a:pt x="0" y="0"/>
                  </a:moveTo>
                  <a:lnTo>
                    <a:pt x="37997" y="10742"/>
                  </a:lnTo>
                  <a:lnTo>
                    <a:pt x="75995" y="22032"/>
                  </a:lnTo>
                  <a:lnTo>
                    <a:pt x="113992" y="33892"/>
                  </a:lnTo>
                  <a:lnTo>
                    <a:pt x="151990" y="46344"/>
                  </a:lnTo>
                  <a:lnTo>
                    <a:pt x="189987" y="59410"/>
                  </a:lnTo>
                  <a:lnTo>
                    <a:pt x="227985" y="73111"/>
                  </a:lnTo>
                  <a:lnTo>
                    <a:pt x="265982" y="87469"/>
                  </a:lnTo>
                  <a:lnTo>
                    <a:pt x="303980" y="102506"/>
                  </a:lnTo>
                  <a:lnTo>
                    <a:pt x="341977" y="118242"/>
                  </a:lnTo>
                  <a:lnTo>
                    <a:pt x="379975" y="134699"/>
                  </a:lnTo>
                  <a:lnTo>
                    <a:pt x="417972" y="151895"/>
                  </a:lnTo>
                  <a:lnTo>
                    <a:pt x="455970" y="169849"/>
                  </a:lnTo>
                  <a:lnTo>
                    <a:pt x="493967" y="188580"/>
                  </a:lnTo>
                  <a:lnTo>
                    <a:pt x="531965" y="208103"/>
                  </a:lnTo>
                  <a:lnTo>
                    <a:pt x="569962" y="228434"/>
                  </a:lnTo>
                  <a:lnTo>
                    <a:pt x="607960" y="249585"/>
                  </a:lnTo>
                  <a:lnTo>
                    <a:pt x="645957" y="271568"/>
                  </a:lnTo>
                  <a:lnTo>
                    <a:pt x="683955" y="294393"/>
                  </a:lnTo>
                  <a:lnTo>
                    <a:pt x="721952" y="318065"/>
                  </a:lnTo>
                  <a:lnTo>
                    <a:pt x="759950" y="342590"/>
                  </a:lnTo>
                  <a:lnTo>
                    <a:pt x="797947" y="367969"/>
                  </a:lnTo>
                  <a:lnTo>
                    <a:pt x="835945" y="394201"/>
                  </a:lnTo>
                  <a:lnTo>
                    <a:pt x="873942" y="421280"/>
                  </a:lnTo>
                  <a:lnTo>
                    <a:pt x="911940" y="449199"/>
                  </a:lnTo>
                  <a:lnTo>
                    <a:pt x="949937" y="477946"/>
                  </a:lnTo>
                  <a:lnTo>
                    <a:pt x="987935" y="507506"/>
                  </a:lnTo>
                  <a:lnTo>
                    <a:pt x="1025932" y="537860"/>
                  </a:lnTo>
                  <a:lnTo>
                    <a:pt x="1063930" y="568985"/>
                  </a:lnTo>
                  <a:lnTo>
                    <a:pt x="1101927" y="600854"/>
                  </a:lnTo>
                  <a:lnTo>
                    <a:pt x="1139925" y="633435"/>
                  </a:lnTo>
                  <a:lnTo>
                    <a:pt x="1177922" y="666695"/>
                  </a:lnTo>
                  <a:lnTo>
                    <a:pt x="1215920" y="700595"/>
                  </a:lnTo>
                  <a:lnTo>
                    <a:pt x="1253917" y="735091"/>
                  </a:lnTo>
                  <a:lnTo>
                    <a:pt x="1291915" y="770139"/>
                  </a:lnTo>
                  <a:lnTo>
                    <a:pt x="1329912" y="805687"/>
                  </a:lnTo>
                  <a:lnTo>
                    <a:pt x="1367910" y="841684"/>
                  </a:lnTo>
                  <a:lnTo>
                    <a:pt x="1405908" y="878074"/>
                  </a:lnTo>
                  <a:lnTo>
                    <a:pt x="1443905" y="914798"/>
                  </a:lnTo>
                  <a:lnTo>
                    <a:pt x="1481903" y="951795"/>
                  </a:lnTo>
                  <a:lnTo>
                    <a:pt x="1519900" y="989004"/>
                  </a:lnTo>
                  <a:lnTo>
                    <a:pt x="1557898" y="1026360"/>
                  </a:lnTo>
                  <a:lnTo>
                    <a:pt x="1595895" y="1063799"/>
                  </a:lnTo>
                  <a:lnTo>
                    <a:pt x="1633893" y="1101254"/>
                  </a:lnTo>
                  <a:lnTo>
                    <a:pt x="1671890" y="1138660"/>
                  </a:lnTo>
                  <a:lnTo>
                    <a:pt x="1709888" y="1175952"/>
                  </a:lnTo>
                  <a:lnTo>
                    <a:pt x="1747885" y="1213065"/>
                  </a:lnTo>
                  <a:lnTo>
                    <a:pt x="1785883" y="1249936"/>
                  </a:lnTo>
                  <a:lnTo>
                    <a:pt x="1823880" y="1286504"/>
                  </a:lnTo>
                  <a:lnTo>
                    <a:pt x="1861878" y="1322708"/>
                  </a:lnTo>
                  <a:lnTo>
                    <a:pt x="1899875" y="1358492"/>
                  </a:lnTo>
                  <a:lnTo>
                    <a:pt x="1937873" y="1393801"/>
                  </a:lnTo>
                  <a:lnTo>
                    <a:pt x="1975870" y="1428585"/>
                  </a:lnTo>
                  <a:lnTo>
                    <a:pt x="2013868" y="1462794"/>
                  </a:lnTo>
                  <a:lnTo>
                    <a:pt x="2051865" y="1496385"/>
                  </a:lnTo>
                  <a:lnTo>
                    <a:pt x="2089863" y="1529317"/>
                  </a:lnTo>
                  <a:lnTo>
                    <a:pt x="2127860" y="1561554"/>
                  </a:lnTo>
                  <a:lnTo>
                    <a:pt x="2165858" y="1593061"/>
                  </a:lnTo>
                  <a:lnTo>
                    <a:pt x="2203855" y="1623811"/>
                  </a:lnTo>
                  <a:lnTo>
                    <a:pt x="2241853" y="1653779"/>
                  </a:lnTo>
                  <a:lnTo>
                    <a:pt x="2279850" y="1682942"/>
                  </a:lnTo>
                  <a:lnTo>
                    <a:pt x="2317848" y="1711285"/>
                  </a:lnTo>
                  <a:lnTo>
                    <a:pt x="2355845" y="1738794"/>
                  </a:lnTo>
                  <a:lnTo>
                    <a:pt x="2393843" y="1765458"/>
                  </a:lnTo>
                  <a:lnTo>
                    <a:pt x="2431840" y="1791272"/>
                  </a:lnTo>
                  <a:lnTo>
                    <a:pt x="2469838" y="1816233"/>
                  </a:lnTo>
                  <a:lnTo>
                    <a:pt x="2507835" y="1840340"/>
                  </a:lnTo>
                  <a:lnTo>
                    <a:pt x="2545833" y="1863596"/>
                  </a:lnTo>
                  <a:lnTo>
                    <a:pt x="2583830" y="1886007"/>
                  </a:lnTo>
                  <a:lnTo>
                    <a:pt x="2621828" y="1907581"/>
                  </a:lnTo>
                  <a:lnTo>
                    <a:pt x="2659825" y="1928329"/>
                  </a:lnTo>
                  <a:lnTo>
                    <a:pt x="2697823" y="1948262"/>
                  </a:lnTo>
                  <a:lnTo>
                    <a:pt x="2735820" y="1967394"/>
                  </a:lnTo>
                  <a:lnTo>
                    <a:pt x="2773818" y="1985742"/>
                  </a:lnTo>
                  <a:lnTo>
                    <a:pt x="2811816" y="2003323"/>
                  </a:lnTo>
                  <a:lnTo>
                    <a:pt x="2849813" y="2020154"/>
                  </a:lnTo>
                  <a:lnTo>
                    <a:pt x="2887811" y="2036255"/>
                  </a:lnTo>
                  <a:lnTo>
                    <a:pt x="2925808" y="2051646"/>
                  </a:lnTo>
                  <a:lnTo>
                    <a:pt x="2963806" y="2066347"/>
                  </a:lnTo>
                  <a:lnTo>
                    <a:pt x="3001803" y="208038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9" name="pl217">
              <a:extLst>
                <a:ext uri="{FF2B5EF4-FFF2-40B4-BE49-F238E27FC236}">
                  <a16:creationId xmlns:a16="http://schemas.microsoft.com/office/drawing/2014/main" id="{CCA0F827-9AFA-6D8A-CC43-28D0564D3689}"/>
                </a:ext>
              </a:extLst>
            </p:cNvPr>
            <p:cNvSpPr/>
            <p:nvPr/>
          </p:nvSpPr>
          <p:spPr>
            <a:xfrm>
              <a:off x="2193170" y="2020119"/>
              <a:ext cx="2700568" cy="630015"/>
            </a:xfrm>
            <a:custGeom>
              <a:avLst/>
              <a:gdLst/>
              <a:ahLst/>
              <a:cxnLst/>
              <a:rect l="0" t="0" r="0" b="0"/>
              <a:pathLst>
                <a:path w="2700568" h="630015">
                  <a:moveTo>
                    <a:pt x="0" y="0"/>
                  </a:moveTo>
                  <a:lnTo>
                    <a:pt x="34184" y="5078"/>
                  </a:lnTo>
                  <a:lnTo>
                    <a:pt x="68368" y="10225"/>
                  </a:lnTo>
                  <a:lnTo>
                    <a:pt x="102553" y="15440"/>
                  </a:lnTo>
                  <a:lnTo>
                    <a:pt x="136737" y="20725"/>
                  </a:lnTo>
                  <a:lnTo>
                    <a:pt x="170922" y="26080"/>
                  </a:lnTo>
                  <a:lnTo>
                    <a:pt x="205106" y="31505"/>
                  </a:lnTo>
                  <a:lnTo>
                    <a:pt x="239290" y="37001"/>
                  </a:lnTo>
                  <a:lnTo>
                    <a:pt x="273475" y="42569"/>
                  </a:lnTo>
                  <a:lnTo>
                    <a:pt x="307659" y="48208"/>
                  </a:lnTo>
                  <a:lnTo>
                    <a:pt x="341844" y="53920"/>
                  </a:lnTo>
                  <a:lnTo>
                    <a:pt x="376028" y="59704"/>
                  </a:lnTo>
                  <a:lnTo>
                    <a:pt x="410212" y="65562"/>
                  </a:lnTo>
                  <a:lnTo>
                    <a:pt x="444397" y="71493"/>
                  </a:lnTo>
                  <a:lnTo>
                    <a:pt x="478581" y="77499"/>
                  </a:lnTo>
                  <a:lnTo>
                    <a:pt x="512766" y="83579"/>
                  </a:lnTo>
                  <a:lnTo>
                    <a:pt x="546950" y="89733"/>
                  </a:lnTo>
                  <a:lnTo>
                    <a:pt x="581134" y="95963"/>
                  </a:lnTo>
                  <a:lnTo>
                    <a:pt x="615319" y="102269"/>
                  </a:lnTo>
                  <a:lnTo>
                    <a:pt x="649503" y="108651"/>
                  </a:lnTo>
                  <a:lnTo>
                    <a:pt x="683688" y="115109"/>
                  </a:lnTo>
                  <a:lnTo>
                    <a:pt x="717872" y="121644"/>
                  </a:lnTo>
                  <a:lnTo>
                    <a:pt x="752056" y="128255"/>
                  </a:lnTo>
                  <a:lnTo>
                    <a:pt x="786241" y="134944"/>
                  </a:lnTo>
                  <a:lnTo>
                    <a:pt x="820425" y="141710"/>
                  </a:lnTo>
                  <a:lnTo>
                    <a:pt x="854610" y="148554"/>
                  </a:lnTo>
                  <a:lnTo>
                    <a:pt x="888794" y="155475"/>
                  </a:lnTo>
                  <a:lnTo>
                    <a:pt x="922978" y="162475"/>
                  </a:lnTo>
                  <a:lnTo>
                    <a:pt x="957163" y="169553"/>
                  </a:lnTo>
                  <a:lnTo>
                    <a:pt x="991347" y="176710"/>
                  </a:lnTo>
                  <a:lnTo>
                    <a:pt x="1025532" y="183945"/>
                  </a:lnTo>
                  <a:lnTo>
                    <a:pt x="1059716" y="191259"/>
                  </a:lnTo>
                  <a:lnTo>
                    <a:pt x="1093901" y="198651"/>
                  </a:lnTo>
                  <a:lnTo>
                    <a:pt x="1128085" y="206122"/>
                  </a:lnTo>
                  <a:lnTo>
                    <a:pt x="1162269" y="213672"/>
                  </a:lnTo>
                  <a:lnTo>
                    <a:pt x="1196454" y="221301"/>
                  </a:lnTo>
                  <a:lnTo>
                    <a:pt x="1230638" y="229009"/>
                  </a:lnTo>
                  <a:lnTo>
                    <a:pt x="1264823" y="236796"/>
                  </a:lnTo>
                  <a:lnTo>
                    <a:pt x="1299007" y="244661"/>
                  </a:lnTo>
                  <a:lnTo>
                    <a:pt x="1333191" y="252605"/>
                  </a:lnTo>
                  <a:lnTo>
                    <a:pt x="1367376" y="260627"/>
                  </a:lnTo>
                  <a:lnTo>
                    <a:pt x="1401560" y="268728"/>
                  </a:lnTo>
                  <a:lnTo>
                    <a:pt x="1435745" y="276907"/>
                  </a:lnTo>
                  <a:lnTo>
                    <a:pt x="1469929" y="285164"/>
                  </a:lnTo>
                  <a:lnTo>
                    <a:pt x="1504113" y="293499"/>
                  </a:lnTo>
                  <a:lnTo>
                    <a:pt x="1538298" y="301911"/>
                  </a:lnTo>
                  <a:lnTo>
                    <a:pt x="1572482" y="310401"/>
                  </a:lnTo>
                  <a:lnTo>
                    <a:pt x="1606667" y="318967"/>
                  </a:lnTo>
                  <a:lnTo>
                    <a:pt x="1640851" y="327610"/>
                  </a:lnTo>
                  <a:lnTo>
                    <a:pt x="1675035" y="336329"/>
                  </a:lnTo>
                  <a:lnTo>
                    <a:pt x="1709220" y="345124"/>
                  </a:lnTo>
                  <a:lnTo>
                    <a:pt x="1743404" y="353994"/>
                  </a:lnTo>
                  <a:lnTo>
                    <a:pt x="1777589" y="362938"/>
                  </a:lnTo>
                  <a:lnTo>
                    <a:pt x="1811773" y="371957"/>
                  </a:lnTo>
                  <a:lnTo>
                    <a:pt x="1845957" y="381050"/>
                  </a:lnTo>
                  <a:lnTo>
                    <a:pt x="1880142" y="390216"/>
                  </a:lnTo>
                  <a:lnTo>
                    <a:pt x="1914326" y="399454"/>
                  </a:lnTo>
                  <a:lnTo>
                    <a:pt x="1948511" y="408764"/>
                  </a:lnTo>
                  <a:lnTo>
                    <a:pt x="1982695" y="418145"/>
                  </a:lnTo>
                  <a:lnTo>
                    <a:pt x="2016879" y="427597"/>
                  </a:lnTo>
                  <a:lnTo>
                    <a:pt x="2051064" y="437118"/>
                  </a:lnTo>
                  <a:lnTo>
                    <a:pt x="2085248" y="446708"/>
                  </a:lnTo>
                  <a:lnTo>
                    <a:pt x="2119433" y="456366"/>
                  </a:lnTo>
                  <a:lnTo>
                    <a:pt x="2153617" y="466092"/>
                  </a:lnTo>
                  <a:lnTo>
                    <a:pt x="2187802" y="475884"/>
                  </a:lnTo>
                  <a:lnTo>
                    <a:pt x="2221986" y="485741"/>
                  </a:lnTo>
                  <a:lnTo>
                    <a:pt x="2256170" y="495663"/>
                  </a:lnTo>
                  <a:lnTo>
                    <a:pt x="2290355" y="505648"/>
                  </a:lnTo>
                  <a:lnTo>
                    <a:pt x="2324539" y="515695"/>
                  </a:lnTo>
                  <a:lnTo>
                    <a:pt x="2358724" y="525804"/>
                  </a:lnTo>
                  <a:lnTo>
                    <a:pt x="2392908" y="535974"/>
                  </a:lnTo>
                  <a:lnTo>
                    <a:pt x="2427092" y="546202"/>
                  </a:lnTo>
                  <a:lnTo>
                    <a:pt x="2461277" y="556489"/>
                  </a:lnTo>
                  <a:lnTo>
                    <a:pt x="2495461" y="566832"/>
                  </a:lnTo>
                  <a:lnTo>
                    <a:pt x="2529646" y="577231"/>
                  </a:lnTo>
                  <a:lnTo>
                    <a:pt x="2563830" y="587684"/>
                  </a:lnTo>
                  <a:lnTo>
                    <a:pt x="2598014" y="598191"/>
                  </a:lnTo>
                  <a:lnTo>
                    <a:pt x="2632199" y="608749"/>
                  </a:lnTo>
                  <a:lnTo>
                    <a:pt x="2666383" y="619358"/>
                  </a:lnTo>
                  <a:lnTo>
                    <a:pt x="2700568" y="63001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0" name="pl218">
              <a:extLst>
                <a:ext uri="{FF2B5EF4-FFF2-40B4-BE49-F238E27FC236}">
                  <a16:creationId xmlns:a16="http://schemas.microsoft.com/office/drawing/2014/main" id="{C53A7848-0D82-473B-E3F2-7259514E743C}"/>
                </a:ext>
              </a:extLst>
            </p:cNvPr>
            <p:cNvSpPr/>
            <p:nvPr/>
          </p:nvSpPr>
          <p:spPr>
            <a:xfrm>
              <a:off x="2272411" y="1802697"/>
              <a:ext cx="2613333" cy="1389020"/>
            </a:xfrm>
            <a:custGeom>
              <a:avLst/>
              <a:gdLst/>
              <a:ahLst/>
              <a:cxnLst/>
              <a:rect l="0" t="0" r="0" b="0"/>
              <a:pathLst>
                <a:path w="2613333" h="1389020">
                  <a:moveTo>
                    <a:pt x="0" y="0"/>
                  </a:moveTo>
                  <a:lnTo>
                    <a:pt x="33080" y="4514"/>
                  </a:lnTo>
                  <a:lnTo>
                    <a:pt x="66160" y="9216"/>
                  </a:lnTo>
                  <a:lnTo>
                    <a:pt x="99240" y="14113"/>
                  </a:lnTo>
                  <a:lnTo>
                    <a:pt x="132320" y="19211"/>
                  </a:lnTo>
                  <a:lnTo>
                    <a:pt x="165400" y="24519"/>
                  </a:lnTo>
                  <a:lnTo>
                    <a:pt x="198481" y="30043"/>
                  </a:lnTo>
                  <a:lnTo>
                    <a:pt x="231561" y="35792"/>
                  </a:lnTo>
                  <a:lnTo>
                    <a:pt x="264641" y="41774"/>
                  </a:lnTo>
                  <a:lnTo>
                    <a:pt x="297721" y="47996"/>
                  </a:lnTo>
                  <a:lnTo>
                    <a:pt x="330801" y="54466"/>
                  </a:lnTo>
                  <a:lnTo>
                    <a:pt x="363881" y="61194"/>
                  </a:lnTo>
                  <a:lnTo>
                    <a:pt x="396962" y="68187"/>
                  </a:lnTo>
                  <a:lnTo>
                    <a:pt x="430042" y="75455"/>
                  </a:lnTo>
                  <a:lnTo>
                    <a:pt x="463122" y="83006"/>
                  </a:lnTo>
                  <a:lnTo>
                    <a:pt x="496202" y="90849"/>
                  </a:lnTo>
                  <a:lnTo>
                    <a:pt x="529282" y="98993"/>
                  </a:lnTo>
                  <a:lnTo>
                    <a:pt x="562362" y="107448"/>
                  </a:lnTo>
                  <a:lnTo>
                    <a:pt x="595443" y="116222"/>
                  </a:lnTo>
                  <a:lnTo>
                    <a:pt x="628523" y="125325"/>
                  </a:lnTo>
                  <a:lnTo>
                    <a:pt x="661603" y="134767"/>
                  </a:lnTo>
                  <a:lnTo>
                    <a:pt x="694683" y="144556"/>
                  </a:lnTo>
                  <a:lnTo>
                    <a:pt x="727763" y="154701"/>
                  </a:lnTo>
                  <a:lnTo>
                    <a:pt x="760844" y="165213"/>
                  </a:lnTo>
                  <a:lnTo>
                    <a:pt x="793924" y="176099"/>
                  </a:lnTo>
                  <a:lnTo>
                    <a:pt x="827004" y="187370"/>
                  </a:lnTo>
                  <a:lnTo>
                    <a:pt x="860084" y="199034"/>
                  </a:lnTo>
                  <a:lnTo>
                    <a:pt x="893164" y="211100"/>
                  </a:lnTo>
                  <a:lnTo>
                    <a:pt x="926244" y="223577"/>
                  </a:lnTo>
                  <a:lnTo>
                    <a:pt x="959325" y="236472"/>
                  </a:lnTo>
                  <a:lnTo>
                    <a:pt x="992405" y="249794"/>
                  </a:lnTo>
                  <a:lnTo>
                    <a:pt x="1025485" y="263550"/>
                  </a:lnTo>
                  <a:lnTo>
                    <a:pt x="1058565" y="277748"/>
                  </a:lnTo>
                  <a:lnTo>
                    <a:pt x="1091645" y="292395"/>
                  </a:lnTo>
                  <a:lnTo>
                    <a:pt x="1124725" y="307496"/>
                  </a:lnTo>
                  <a:lnTo>
                    <a:pt x="1157806" y="323059"/>
                  </a:lnTo>
                  <a:lnTo>
                    <a:pt x="1190886" y="339087"/>
                  </a:lnTo>
                  <a:lnTo>
                    <a:pt x="1223966" y="355586"/>
                  </a:lnTo>
                  <a:lnTo>
                    <a:pt x="1257046" y="372560"/>
                  </a:lnTo>
                  <a:lnTo>
                    <a:pt x="1290126" y="390012"/>
                  </a:lnTo>
                  <a:lnTo>
                    <a:pt x="1323207" y="407944"/>
                  </a:lnTo>
                  <a:lnTo>
                    <a:pt x="1356287" y="426358"/>
                  </a:lnTo>
                  <a:lnTo>
                    <a:pt x="1389367" y="445254"/>
                  </a:lnTo>
                  <a:lnTo>
                    <a:pt x="1422447" y="464633"/>
                  </a:lnTo>
                  <a:lnTo>
                    <a:pt x="1455527" y="484493"/>
                  </a:lnTo>
                  <a:lnTo>
                    <a:pt x="1488607" y="504832"/>
                  </a:lnTo>
                  <a:lnTo>
                    <a:pt x="1521688" y="525647"/>
                  </a:lnTo>
                  <a:lnTo>
                    <a:pt x="1554768" y="546932"/>
                  </a:lnTo>
                  <a:lnTo>
                    <a:pt x="1587848" y="568683"/>
                  </a:lnTo>
                  <a:lnTo>
                    <a:pt x="1620928" y="590892"/>
                  </a:lnTo>
                  <a:lnTo>
                    <a:pt x="1654008" y="613551"/>
                  </a:lnTo>
                  <a:lnTo>
                    <a:pt x="1687088" y="636652"/>
                  </a:lnTo>
                  <a:lnTo>
                    <a:pt x="1720169" y="660183"/>
                  </a:lnTo>
                  <a:lnTo>
                    <a:pt x="1753249" y="684132"/>
                  </a:lnTo>
                  <a:lnTo>
                    <a:pt x="1786329" y="708488"/>
                  </a:lnTo>
                  <a:lnTo>
                    <a:pt x="1819409" y="733235"/>
                  </a:lnTo>
                  <a:lnTo>
                    <a:pt x="1852489" y="758357"/>
                  </a:lnTo>
                  <a:lnTo>
                    <a:pt x="1885569" y="783838"/>
                  </a:lnTo>
                  <a:lnTo>
                    <a:pt x="1918650" y="809660"/>
                  </a:lnTo>
                  <a:lnTo>
                    <a:pt x="1951730" y="835803"/>
                  </a:lnTo>
                  <a:lnTo>
                    <a:pt x="1984810" y="862247"/>
                  </a:lnTo>
                  <a:lnTo>
                    <a:pt x="2017890" y="888971"/>
                  </a:lnTo>
                  <a:lnTo>
                    <a:pt x="2050970" y="915953"/>
                  </a:lnTo>
                  <a:lnTo>
                    <a:pt x="2084051" y="943168"/>
                  </a:lnTo>
                  <a:lnTo>
                    <a:pt x="2117131" y="970593"/>
                  </a:lnTo>
                  <a:lnTo>
                    <a:pt x="2150211" y="998203"/>
                  </a:lnTo>
                  <a:lnTo>
                    <a:pt x="2183291" y="1025971"/>
                  </a:lnTo>
                  <a:lnTo>
                    <a:pt x="2216371" y="1053872"/>
                  </a:lnTo>
                  <a:lnTo>
                    <a:pt x="2249451" y="1081878"/>
                  </a:lnTo>
                  <a:lnTo>
                    <a:pt x="2282532" y="1109962"/>
                  </a:lnTo>
                  <a:lnTo>
                    <a:pt x="2315612" y="1138097"/>
                  </a:lnTo>
                  <a:lnTo>
                    <a:pt x="2348692" y="1166255"/>
                  </a:lnTo>
                  <a:lnTo>
                    <a:pt x="2381772" y="1194408"/>
                  </a:lnTo>
                  <a:lnTo>
                    <a:pt x="2414852" y="1222527"/>
                  </a:lnTo>
                  <a:lnTo>
                    <a:pt x="2447932" y="1250586"/>
                  </a:lnTo>
                  <a:lnTo>
                    <a:pt x="2481013" y="1278557"/>
                  </a:lnTo>
                  <a:lnTo>
                    <a:pt x="2514093" y="1306412"/>
                  </a:lnTo>
                  <a:lnTo>
                    <a:pt x="2547173" y="1334125"/>
                  </a:lnTo>
                  <a:lnTo>
                    <a:pt x="2580253" y="1361670"/>
                  </a:lnTo>
                  <a:lnTo>
                    <a:pt x="2613333" y="138902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1" name="pl219">
              <a:extLst>
                <a:ext uri="{FF2B5EF4-FFF2-40B4-BE49-F238E27FC236}">
                  <a16:creationId xmlns:a16="http://schemas.microsoft.com/office/drawing/2014/main" id="{52AB74DF-93C9-59B3-0B83-6432FD4A1F71}"/>
                </a:ext>
              </a:extLst>
            </p:cNvPr>
            <p:cNvSpPr/>
            <p:nvPr/>
          </p:nvSpPr>
          <p:spPr>
            <a:xfrm>
              <a:off x="1793566" y="3333039"/>
              <a:ext cx="2754963" cy="883947"/>
            </a:xfrm>
            <a:custGeom>
              <a:avLst/>
              <a:gdLst/>
              <a:ahLst/>
              <a:cxnLst/>
              <a:rect l="0" t="0" r="0" b="0"/>
              <a:pathLst>
                <a:path w="2754963" h="883947">
                  <a:moveTo>
                    <a:pt x="0" y="0"/>
                  </a:moveTo>
                  <a:lnTo>
                    <a:pt x="34872" y="34778"/>
                  </a:lnTo>
                  <a:lnTo>
                    <a:pt x="69745" y="68890"/>
                  </a:lnTo>
                  <a:lnTo>
                    <a:pt x="104618" y="102291"/>
                  </a:lnTo>
                  <a:lnTo>
                    <a:pt x="139491" y="134946"/>
                  </a:lnTo>
                  <a:lnTo>
                    <a:pt x="174364" y="166820"/>
                  </a:lnTo>
                  <a:lnTo>
                    <a:pt x="209237" y="197886"/>
                  </a:lnTo>
                  <a:lnTo>
                    <a:pt x="244110" y="228117"/>
                  </a:lnTo>
                  <a:lnTo>
                    <a:pt x="278983" y="257494"/>
                  </a:lnTo>
                  <a:lnTo>
                    <a:pt x="313856" y="286001"/>
                  </a:lnTo>
                  <a:lnTo>
                    <a:pt x="348729" y="313627"/>
                  </a:lnTo>
                  <a:lnTo>
                    <a:pt x="383602" y="340361"/>
                  </a:lnTo>
                  <a:lnTo>
                    <a:pt x="418475" y="366201"/>
                  </a:lnTo>
                  <a:lnTo>
                    <a:pt x="453348" y="391146"/>
                  </a:lnTo>
                  <a:lnTo>
                    <a:pt x="488221" y="415196"/>
                  </a:lnTo>
                  <a:lnTo>
                    <a:pt x="523094" y="438359"/>
                  </a:lnTo>
                  <a:lnTo>
                    <a:pt x="557967" y="460641"/>
                  </a:lnTo>
                  <a:lnTo>
                    <a:pt x="592840" y="482053"/>
                  </a:lnTo>
                  <a:lnTo>
                    <a:pt x="627713" y="502609"/>
                  </a:lnTo>
                  <a:lnTo>
                    <a:pt x="662586" y="522322"/>
                  </a:lnTo>
                  <a:lnTo>
                    <a:pt x="697459" y="541210"/>
                  </a:lnTo>
                  <a:lnTo>
                    <a:pt x="732331" y="559291"/>
                  </a:lnTo>
                  <a:lnTo>
                    <a:pt x="767204" y="576584"/>
                  </a:lnTo>
                  <a:lnTo>
                    <a:pt x="802077" y="593110"/>
                  </a:lnTo>
                  <a:lnTo>
                    <a:pt x="836950" y="608890"/>
                  </a:lnTo>
                  <a:lnTo>
                    <a:pt x="871823" y="623947"/>
                  </a:lnTo>
                  <a:lnTo>
                    <a:pt x="906696" y="638303"/>
                  </a:lnTo>
                  <a:lnTo>
                    <a:pt x="941569" y="651982"/>
                  </a:lnTo>
                  <a:lnTo>
                    <a:pt x="976442" y="665006"/>
                  </a:lnTo>
                  <a:lnTo>
                    <a:pt x="1011315" y="677401"/>
                  </a:lnTo>
                  <a:lnTo>
                    <a:pt x="1046188" y="689188"/>
                  </a:lnTo>
                  <a:lnTo>
                    <a:pt x="1081061" y="700391"/>
                  </a:lnTo>
                  <a:lnTo>
                    <a:pt x="1115934" y="711034"/>
                  </a:lnTo>
                  <a:lnTo>
                    <a:pt x="1150807" y="721140"/>
                  </a:lnTo>
                  <a:lnTo>
                    <a:pt x="1185680" y="730730"/>
                  </a:lnTo>
                  <a:lnTo>
                    <a:pt x="1220553" y="739827"/>
                  </a:lnTo>
                  <a:lnTo>
                    <a:pt x="1255426" y="748453"/>
                  </a:lnTo>
                  <a:lnTo>
                    <a:pt x="1290299" y="756629"/>
                  </a:lnTo>
                  <a:lnTo>
                    <a:pt x="1325172" y="764374"/>
                  </a:lnTo>
                  <a:lnTo>
                    <a:pt x="1360045" y="771710"/>
                  </a:lnTo>
                  <a:lnTo>
                    <a:pt x="1394918" y="778655"/>
                  </a:lnTo>
                  <a:lnTo>
                    <a:pt x="1429791" y="785227"/>
                  </a:lnTo>
                  <a:lnTo>
                    <a:pt x="1464663" y="791446"/>
                  </a:lnTo>
                  <a:lnTo>
                    <a:pt x="1499536" y="797327"/>
                  </a:lnTo>
                  <a:lnTo>
                    <a:pt x="1534409" y="802889"/>
                  </a:lnTo>
                  <a:lnTo>
                    <a:pt x="1569282" y="808146"/>
                  </a:lnTo>
                  <a:lnTo>
                    <a:pt x="1604155" y="813115"/>
                  </a:lnTo>
                  <a:lnTo>
                    <a:pt x="1639028" y="817809"/>
                  </a:lnTo>
                  <a:lnTo>
                    <a:pt x="1673901" y="822244"/>
                  </a:lnTo>
                  <a:lnTo>
                    <a:pt x="1708774" y="826432"/>
                  </a:lnTo>
                  <a:lnTo>
                    <a:pt x="1743647" y="830387"/>
                  </a:lnTo>
                  <a:lnTo>
                    <a:pt x="1778520" y="834120"/>
                  </a:lnTo>
                  <a:lnTo>
                    <a:pt x="1813393" y="837644"/>
                  </a:lnTo>
                  <a:lnTo>
                    <a:pt x="1848266" y="840970"/>
                  </a:lnTo>
                  <a:lnTo>
                    <a:pt x="1883139" y="844108"/>
                  </a:lnTo>
                  <a:lnTo>
                    <a:pt x="1918012" y="847069"/>
                  </a:lnTo>
                  <a:lnTo>
                    <a:pt x="1952885" y="849861"/>
                  </a:lnTo>
                  <a:lnTo>
                    <a:pt x="1987758" y="852496"/>
                  </a:lnTo>
                  <a:lnTo>
                    <a:pt x="2022631" y="854980"/>
                  </a:lnTo>
                  <a:lnTo>
                    <a:pt x="2057504" y="857322"/>
                  </a:lnTo>
                  <a:lnTo>
                    <a:pt x="2092377" y="859531"/>
                  </a:lnTo>
                  <a:lnTo>
                    <a:pt x="2127250" y="861613"/>
                  </a:lnTo>
                  <a:lnTo>
                    <a:pt x="2162122" y="863576"/>
                  </a:lnTo>
                  <a:lnTo>
                    <a:pt x="2196995" y="865426"/>
                  </a:lnTo>
                  <a:lnTo>
                    <a:pt x="2231868" y="867169"/>
                  </a:lnTo>
                  <a:lnTo>
                    <a:pt x="2266741" y="868812"/>
                  </a:lnTo>
                  <a:lnTo>
                    <a:pt x="2301614" y="870361"/>
                  </a:lnTo>
                  <a:lnTo>
                    <a:pt x="2336487" y="871820"/>
                  </a:lnTo>
                  <a:lnTo>
                    <a:pt x="2371360" y="873194"/>
                  </a:lnTo>
                  <a:lnTo>
                    <a:pt x="2406233" y="874489"/>
                  </a:lnTo>
                  <a:lnTo>
                    <a:pt x="2441106" y="875709"/>
                  </a:lnTo>
                  <a:lnTo>
                    <a:pt x="2475979" y="876859"/>
                  </a:lnTo>
                  <a:lnTo>
                    <a:pt x="2510852" y="877941"/>
                  </a:lnTo>
                  <a:lnTo>
                    <a:pt x="2545725" y="878961"/>
                  </a:lnTo>
                  <a:lnTo>
                    <a:pt x="2580598" y="879921"/>
                  </a:lnTo>
                  <a:lnTo>
                    <a:pt x="2615471" y="880826"/>
                  </a:lnTo>
                  <a:lnTo>
                    <a:pt x="2650344" y="881678"/>
                  </a:lnTo>
                  <a:lnTo>
                    <a:pt x="2685217" y="882480"/>
                  </a:lnTo>
                  <a:lnTo>
                    <a:pt x="2720090" y="883235"/>
                  </a:lnTo>
                  <a:lnTo>
                    <a:pt x="2754963" y="88394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2" name="pl220">
              <a:extLst>
                <a:ext uri="{FF2B5EF4-FFF2-40B4-BE49-F238E27FC236}">
                  <a16:creationId xmlns:a16="http://schemas.microsoft.com/office/drawing/2014/main" id="{F9D7C508-E032-1762-AF56-D3131B7D7C19}"/>
                </a:ext>
              </a:extLst>
            </p:cNvPr>
            <p:cNvSpPr/>
            <p:nvPr/>
          </p:nvSpPr>
          <p:spPr>
            <a:xfrm>
              <a:off x="1733211" y="2623347"/>
              <a:ext cx="2242475" cy="1322700"/>
            </a:xfrm>
            <a:custGeom>
              <a:avLst/>
              <a:gdLst/>
              <a:ahLst/>
              <a:cxnLst/>
              <a:rect l="0" t="0" r="0" b="0"/>
              <a:pathLst>
                <a:path w="2242475" h="1322700">
                  <a:moveTo>
                    <a:pt x="0" y="0"/>
                  </a:moveTo>
                  <a:lnTo>
                    <a:pt x="28385" y="19581"/>
                  </a:lnTo>
                  <a:lnTo>
                    <a:pt x="56771" y="39329"/>
                  </a:lnTo>
                  <a:lnTo>
                    <a:pt x="85157" y="59234"/>
                  </a:lnTo>
                  <a:lnTo>
                    <a:pt x="113543" y="79286"/>
                  </a:lnTo>
                  <a:lnTo>
                    <a:pt x="141928" y="99477"/>
                  </a:lnTo>
                  <a:lnTo>
                    <a:pt x="170314" y="119795"/>
                  </a:lnTo>
                  <a:lnTo>
                    <a:pt x="198700" y="140232"/>
                  </a:lnTo>
                  <a:lnTo>
                    <a:pt x="227086" y="160777"/>
                  </a:lnTo>
                  <a:lnTo>
                    <a:pt x="255471" y="181419"/>
                  </a:lnTo>
                  <a:lnTo>
                    <a:pt x="283857" y="202147"/>
                  </a:lnTo>
                  <a:lnTo>
                    <a:pt x="312243" y="222951"/>
                  </a:lnTo>
                  <a:lnTo>
                    <a:pt x="340629" y="243819"/>
                  </a:lnTo>
                  <a:lnTo>
                    <a:pt x="369014" y="264740"/>
                  </a:lnTo>
                  <a:lnTo>
                    <a:pt x="397400" y="285703"/>
                  </a:lnTo>
                  <a:lnTo>
                    <a:pt x="425786" y="306696"/>
                  </a:lnTo>
                  <a:lnTo>
                    <a:pt x="454172" y="327708"/>
                  </a:lnTo>
                  <a:lnTo>
                    <a:pt x="482557" y="348727"/>
                  </a:lnTo>
                  <a:lnTo>
                    <a:pt x="510943" y="369741"/>
                  </a:lnTo>
                  <a:lnTo>
                    <a:pt x="539329" y="390739"/>
                  </a:lnTo>
                  <a:lnTo>
                    <a:pt x="567715" y="411709"/>
                  </a:lnTo>
                  <a:lnTo>
                    <a:pt x="596101" y="432640"/>
                  </a:lnTo>
                  <a:lnTo>
                    <a:pt x="624486" y="453520"/>
                  </a:lnTo>
                  <a:lnTo>
                    <a:pt x="652872" y="474339"/>
                  </a:lnTo>
                  <a:lnTo>
                    <a:pt x="681258" y="495084"/>
                  </a:lnTo>
                  <a:lnTo>
                    <a:pt x="709644" y="515745"/>
                  </a:lnTo>
                  <a:lnTo>
                    <a:pt x="738029" y="536311"/>
                  </a:lnTo>
                  <a:lnTo>
                    <a:pt x="766415" y="556772"/>
                  </a:lnTo>
                  <a:lnTo>
                    <a:pt x="794801" y="577116"/>
                  </a:lnTo>
                  <a:lnTo>
                    <a:pt x="823187" y="597334"/>
                  </a:lnTo>
                  <a:lnTo>
                    <a:pt x="851572" y="617416"/>
                  </a:lnTo>
                  <a:lnTo>
                    <a:pt x="879958" y="637353"/>
                  </a:lnTo>
                  <a:lnTo>
                    <a:pt x="908344" y="657135"/>
                  </a:lnTo>
                  <a:lnTo>
                    <a:pt x="936730" y="676752"/>
                  </a:lnTo>
                  <a:lnTo>
                    <a:pt x="965115" y="696197"/>
                  </a:lnTo>
                  <a:lnTo>
                    <a:pt x="993501" y="715461"/>
                  </a:lnTo>
                  <a:lnTo>
                    <a:pt x="1021887" y="734536"/>
                  </a:lnTo>
                  <a:lnTo>
                    <a:pt x="1050273" y="753415"/>
                  </a:lnTo>
                  <a:lnTo>
                    <a:pt x="1078658" y="772089"/>
                  </a:lnTo>
                  <a:lnTo>
                    <a:pt x="1107044" y="790553"/>
                  </a:lnTo>
                  <a:lnTo>
                    <a:pt x="1135430" y="808800"/>
                  </a:lnTo>
                  <a:lnTo>
                    <a:pt x="1163816" y="826824"/>
                  </a:lnTo>
                  <a:lnTo>
                    <a:pt x="1192202" y="844618"/>
                  </a:lnTo>
                  <a:lnTo>
                    <a:pt x="1220587" y="862179"/>
                  </a:lnTo>
                  <a:lnTo>
                    <a:pt x="1248973" y="879500"/>
                  </a:lnTo>
                  <a:lnTo>
                    <a:pt x="1277359" y="896577"/>
                  </a:lnTo>
                  <a:lnTo>
                    <a:pt x="1305745" y="913407"/>
                  </a:lnTo>
                  <a:lnTo>
                    <a:pt x="1334130" y="929985"/>
                  </a:lnTo>
                  <a:lnTo>
                    <a:pt x="1362516" y="946308"/>
                  </a:lnTo>
                  <a:lnTo>
                    <a:pt x="1390902" y="962374"/>
                  </a:lnTo>
                  <a:lnTo>
                    <a:pt x="1419288" y="978178"/>
                  </a:lnTo>
                  <a:lnTo>
                    <a:pt x="1447673" y="993721"/>
                  </a:lnTo>
                  <a:lnTo>
                    <a:pt x="1476059" y="1008998"/>
                  </a:lnTo>
                  <a:lnTo>
                    <a:pt x="1504445" y="1024010"/>
                  </a:lnTo>
                  <a:lnTo>
                    <a:pt x="1532831" y="1038754"/>
                  </a:lnTo>
                  <a:lnTo>
                    <a:pt x="1561216" y="1053230"/>
                  </a:lnTo>
                  <a:lnTo>
                    <a:pt x="1589602" y="1067437"/>
                  </a:lnTo>
                  <a:lnTo>
                    <a:pt x="1617988" y="1081375"/>
                  </a:lnTo>
                  <a:lnTo>
                    <a:pt x="1646374" y="1095045"/>
                  </a:lnTo>
                  <a:lnTo>
                    <a:pt x="1674759" y="1108446"/>
                  </a:lnTo>
                  <a:lnTo>
                    <a:pt x="1703145" y="1121579"/>
                  </a:lnTo>
                  <a:lnTo>
                    <a:pt x="1731531" y="1134446"/>
                  </a:lnTo>
                  <a:lnTo>
                    <a:pt x="1759917" y="1147046"/>
                  </a:lnTo>
                  <a:lnTo>
                    <a:pt x="1788303" y="1159383"/>
                  </a:lnTo>
                  <a:lnTo>
                    <a:pt x="1816688" y="1171456"/>
                  </a:lnTo>
                  <a:lnTo>
                    <a:pt x="1845074" y="1183269"/>
                  </a:lnTo>
                  <a:lnTo>
                    <a:pt x="1873460" y="1194823"/>
                  </a:lnTo>
                  <a:lnTo>
                    <a:pt x="1901846" y="1206120"/>
                  </a:lnTo>
                  <a:lnTo>
                    <a:pt x="1930231" y="1217163"/>
                  </a:lnTo>
                  <a:lnTo>
                    <a:pt x="1958617" y="1227955"/>
                  </a:lnTo>
                  <a:lnTo>
                    <a:pt x="1987003" y="1238498"/>
                  </a:lnTo>
                  <a:lnTo>
                    <a:pt x="2015389" y="1248795"/>
                  </a:lnTo>
                  <a:lnTo>
                    <a:pt x="2043774" y="1258849"/>
                  </a:lnTo>
                  <a:lnTo>
                    <a:pt x="2072160" y="1268663"/>
                  </a:lnTo>
                  <a:lnTo>
                    <a:pt x="2100546" y="1278240"/>
                  </a:lnTo>
                  <a:lnTo>
                    <a:pt x="2128932" y="1287585"/>
                  </a:lnTo>
                  <a:lnTo>
                    <a:pt x="2157317" y="1296699"/>
                  </a:lnTo>
                  <a:lnTo>
                    <a:pt x="2185703" y="1305588"/>
                  </a:lnTo>
                  <a:lnTo>
                    <a:pt x="2214089" y="1314253"/>
                  </a:lnTo>
                  <a:lnTo>
                    <a:pt x="2242475" y="132270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3" name="pl221">
              <a:extLst>
                <a:ext uri="{FF2B5EF4-FFF2-40B4-BE49-F238E27FC236}">
                  <a16:creationId xmlns:a16="http://schemas.microsoft.com/office/drawing/2014/main" id="{596A5EBB-88BF-C0B4-0582-E6BB4F249791}"/>
                </a:ext>
              </a:extLst>
            </p:cNvPr>
            <p:cNvSpPr/>
            <p:nvPr/>
          </p:nvSpPr>
          <p:spPr>
            <a:xfrm>
              <a:off x="1936897" y="2439050"/>
              <a:ext cx="2885623" cy="1789362"/>
            </a:xfrm>
            <a:custGeom>
              <a:avLst/>
              <a:gdLst/>
              <a:ahLst/>
              <a:cxnLst/>
              <a:rect l="0" t="0" r="0" b="0"/>
              <a:pathLst>
                <a:path w="2885623" h="1789362">
                  <a:moveTo>
                    <a:pt x="0" y="0"/>
                  </a:moveTo>
                  <a:lnTo>
                    <a:pt x="36526" y="193988"/>
                  </a:lnTo>
                  <a:lnTo>
                    <a:pt x="73053" y="406258"/>
                  </a:lnTo>
                  <a:lnTo>
                    <a:pt x="109580" y="625484"/>
                  </a:lnTo>
                  <a:lnTo>
                    <a:pt x="146107" y="838781"/>
                  </a:lnTo>
                  <a:lnTo>
                    <a:pt x="182634" y="1034596"/>
                  </a:lnTo>
                  <a:lnTo>
                    <a:pt x="219161" y="1205005"/>
                  </a:lnTo>
                  <a:lnTo>
                    <a:pt x="255688" y="1346540"/>
                  </a:lnTo>
                  <a:lnTo>
                    <a:pt x="292215" y="1459607"/>
                  </a:lnTo>
                  <a:lnTo>
                    <a:pt x="328741" y="1547156"/>
                  </a:lnTo>
                  <a:lnTo>
                    <a:pt x="365268" y="1613321"/>
                  </a:lnTo>
                  <a:lnTo>
                    <a:pt x="401795" y="1662415"/>
                  </a:lnTo>
                  <a:lnTo>
                    <a:pt x="438322" y="1698347"/>
                  </a:lnTo>
                  <a:lnTo>
                    <a:pt x="474849" y="1724384"/>
                  </a:lnTo>
                  <a:lnTo>
                    <a:pt x="511376" y="1743114"/>
                  </a:lnTo>
                  <a:lnTo>
                    <a:pt x="547903" y="1756516"/>
                  </a:lnTo>
                  <a:lnTo>
                    <a:pt x="584430" y="1766072"/>
                  </a:lnTo>
                  <a:lnTo>
                    <a:pt x="620956" y="1772866"/>
                  </a:lnTo>
                  <a:lnTo>
                    <a:pt x="657483" y="1777687"/>
                  </a:lnTo>
                  <a:lnTo>
                    <a:pt x="694010" y="1781104"/>
                  </a:lnTo>
                  <a:lnTo>
                    <a:pt x="730537" y="1783523"/>
                  </a:lnTo>
                  <a:lnTo>
                    <a:pt x="767064" y="1785235"/>
                  </a:lnTo>
                  <a:lnTo>
                    <a:pt x="803591" y="1786445"/>
                  </a:lnTo>
                  <a:lnTo>
                    <a:pt x="840118" y="1787301"/>
                  </a:lnTo>
                  <a:lnTo>
                    <a:pt x="876645" y="1787906"/>
                  </a:lnTo>
                  <a:lnTo>
                    <a:pt x="913172" y="1788333"/>
                  </a:lnTo>
                  <a:lnTo>
                    <a:pt x="949698" y="1788635"/>
                  </a:lnTo>
                  <a:lnTo>
                    <a:pt x="986225" y="1788849"/>
                  </a:lnTo>
                  <a:lnTo>
                    <a:pt x="1022752" y="1789000"/>
                  </a:lnTo>
                  <a:lnTo>
                    <a:pt x="1059279" y="1789106"/>
                  </a:lnTo>
                  <a:lnTo>
                    <a:pt x="1095806" y="1789181"/>
                  </a:lnTo>
                  <a:lnTo>
                    <a:pt x="1132333" y="1789235"/>
                  </a:lnTo>
                  <a:lnTo>
                    <a:pt x="1168860" y="1789272"/>
                  </a:lnTo>
                  <a:lnTo>
                    <a:pt x="1205387" y="1789299"/>
                  </a:lnTo>
                  <a:lnTo>
                    <a:pt x="1241913" y="1789317"/>
                  </a:lnTo>
                  <a:lnTo>
                    <a:pt x="1278440" y="1789331"/>
                  </a:lnTo>
                  <a:lnTo>
                    <a:pt x="1314967" y="1789340"/>
                  </a:lnTo>
                  <a:lnTo>
                    <a:pt x="1351494" y="1789347"/>
                  </a:lnTo>
                  <a:lnTo>
                    <a:pt x="1388021" y="1789351"/>
                  </a:lnTo>
                  <a:lnTo>
                    <a:pt x="1424548" y="1789355"/>
                  </a:lnTo>
                  <a:lnTo>
                    <a:pt x="1461075" y="1789357"/>
                  </a:lnTo>
                  <a:lnTo>
                    <a:pt x="1497602" y="1789358"/>
                  </a:lnTo>
                  <a:lnTo>
                    <a:pt x="1534128" y="1789360"/>
                  </a:lnTo>
                  <a:lnTo>
                    <a:pt x="1570655" y="1789360"/>
                  </a:lnTo>
                  <a:lnTo>
                    <a:pt x="1607182" y="1789361"/>
                  </a:lnTo>
                  <a:lnTo>
                    <a:pt x="1643709" y="1789361"/>
                  </a:lnTo>
                  <a:lnTo>
                    <a:pt x="1680236" y="1789362"/>
                  </a:lnTo>
                  <a:lnTo>
                    <a:pt x="1716763" y="1789362"/>
                  </a:lnTo>
                  <a:lnTo>
                    <a:pt x="1753290" y="1789362"/>
                  </a:lnTo>
                  <a:lnTo>
                    <a:pt x="1789817" y="1789362"/>
                  </a:lnTo>
                  <a:lnTo>
                    <a:pt x="1826344" y="1789362"/>
                  </a:lnTo>
                  <a:lnTo>
                    <a:pt x="1862870" y="1789362"/>
                  </a:lnTo>
                  <a:lnTo>
                    <a:pt x="1899397" y="1789362"/>
                  </a:lnTo>
                  <a:lnTo>
                    <a:pt x="1935924" y="1789362"/>
                  </a:lnTo>
                  <a:lnTo>
                    <a:pt x="1972451" y="1789362"/>
                  </a:lnTo>
                  <a:lnTo>
                    <a:pt x="2008978" y="1789362"/>
                  </a:lnTo>
                  <a:lnTo>
                    <a:pt x="2045505" y="1789362"/>
                  </a:lnTo>
                  <a:lnTo>
                    <a:pt x="2082032" y="1789362"/>
                  </a:lnTo>
                  <a:lnTo>
                    <a:pt x="2118559" y="1789362"/>
                  </a:lnTo>
                  <a:lnTo>
                    <a:pt x="2155085" y="1789362"/>
                  </a:lnTo>
                  <a:lnTo>
                    <a:pt x="2191612" y="1789362"/>
                  </a:lnTo>
                  <a:lnTo>
                    <a:pt x="2228139" y="1789362"/>
                  </a:lnTo>
                  <a:lnTo>
                    <a:pt x="2264666" y="1789362"/>
                  </a:lnTo>
                  <a:lnTo>
                    <a:pt x="2301193" y="1789362"/>
                  </a:lnTo>
                  <a:lnTo>
                    <a:pt x="2337720" y="1789362"/>
                  </a:lnTo>
                  <a:lnTo>
                    <a:pt x="2374247" y="1789362"/>
                  </a:lnTo>
                  <a:lnTo>
                    <a:pt x="2410774" y="1789362"/>
                  </a:lnTo>
                  <a:lnTo>
                    <a:pt x="2447300" y="1789362"/>
                  </a:lnTo>
                  <a:lnTo>
                    <a:pt x="2483827" y="1789362"/>
                  </a:lnTo>
                  <a:lnTo>
                    <a:pt x="2520354" y="1789362"/>
                  </a:lnTo>
                  <a:lnTo>
                    <a:pt x="2556881" y="1789362"/>
                  </a:lnTo>
                  <a:lnTo>
                    <a:pt x="2593408" y="1789362"/>
                  </a:lnTo>
                  <a:lnTo>
                    <a:pt x="2629935" y="1789362"/>
                  </a:lnTo>
                  <a:lnTo>
                    <a:pt x="2666462" y="1789362"/>
                  </a:lnTo>
                  <a:lnTo>
                    <a:pt x="2702989" y="1789362"/>
                  </a:lnTo>
                  <a:lnTo>
                    <a:pt x="2739516" y="1789362"/>
                  </a:lnTo>
                  <a:lnTo>
                    <a:pt x="2776042" y="1789362"/>
                  </a:lnTo>
                  <a:lnTo>
                    <a:pt x="2812569" y="1789362"/>
                  </a:lnTo>
                  <a:lnTo>
                    <a:pt x="2849096" y="1789362"/>
                  </a:lnTo>
                  <a:lnTo>
                    <a:pt x="2885623" y="1789362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4" name="pl222">
              <a:extLst>
                <a:ext uri="{FF2B5EF4-FFF2-40B4-BE49-F238E27FC236}">
                  <a16:creationId xmlns:a16="http://schemas.microsoft.com/office/drawing/2014/main" id="{3A2ED0E5-BCAA-4DD6-3DFC-09610FCDAAF0}"/>
                </a:ext>
              </a:extLst>
            </p:cNvPr>
            <p:cNvSpPr/>
            <p:nvPr/>
          </p:nvSpPr>
          <p:spPr>
            <a:xfrm>
              <a:off x="1993639" y="2793357"/>
              <a:ext cx="3528044" cy="1428322"/>
            </a:xfrm>
            <a:custGeom>
              <a:avLst/>
              <a:gdLst/>
              <a:ahLst/>
              <a:cxnLst/>
              <a:rect l="0" t="0" r="0" b="0"/>
              <a:pathLst>
                <a:path w="3528044" h="1428322">
                  <a:moveTo>
                    <a:pt x="0" y="0"/>
                  </a:moveTo>
                  <a:lnTo>
                    <a:pt x="44658" y="48933"/>
                  </a:lnTo>
                  <a:lnTo>
                    <a:pt x="89317" y="98237"/>
                  </a:lnTo>
                  <a:lnTo>
                    <a:pt x="133976" y="147762"/>
                  </a:lnTo>
                  <a:lnTo>
                    <a:pt x="178635" y="197356"/>
                  </a:lnTo>
                  <a:lnTo>
                    <a:pt x="223293" y="246868"/>
                  </a:lnTo>
                  <a:lnTo>
                    <a:pt x="267952" y="296146"/>
                  </a:lnTo>
                  <a:lnTo>
                    <a:pt x="312611" y="345041"/>
                  </a:lnTo>
                  <a:lnTo>
                    <a:pt x="357270" y="393409"/>
                  </a:lnTo>
                  <a:lnTo>
                    <a:pt x="401929" y="441114"/>
                  </a:lnTo>
                  <a:lnTo>
                    <a:pt x="446587" y="488024"/>
                  </a:lnTo>
                  <a:lnTo>
                    <a:pt x="491246" y="534020"/>
                  </a:lnTo>
                  <a:lnTo>
                    <a:pt x="535905" y="578991"/>
                  </a:lnTo>
                  <a:lnTo>
                    <a:pt x="580564" y="622836"/>
                  </a:lnTo>
                  <a:lnTo>
                    <a:pt x="625223" y="665469"/>
                  </a:lnTo>
                  <a:lnTo>
                    <a:pt x="669881" y="706814"/>
                  </a:lnTo>
                  <a:lnTo>
                    <a:pt x="714540" y="746805"/>
                  </a:lnTo>
                  <a:lnTo>
                    <a:pt x="759199" y="785393"/>
                  </a:lnTo>
                  <a:lnTo>
                    <a:pt x="803858" y="822538"/>
                  </a:lnTo>
                  <a:lnTo>
                    <a:pt x="848517" y="858210"/>
                  </a:lnTo>
                  <a:lnTo>
                    <a:pt x="893175" y="892393"/>
                  </a:lnTo>
                  <a:lnTo>
                    <a:pt x="937834" y="925079"/>
                  </a:lnTo>
                  <a:lnTo>
                    <a:pt x="982493" y="956271"/>
                  </a:lnTo>
                  <a:lnTo>
                    <a:pt x="1027152" y="985980"/>
                  </a:lnTo>
                  <a:lnTo>
                    <a:pt x="1071811" y="1014223"/>
                  </a:lnTo>
                  <a:lnTo>
                    <a:pt x="1116469" y="1041027"/>
                  </a:lnTo>
                  <a:lnTo>
                    <a:pt x="1161128" y="1066422"/>
                  </a:lnTo>
                  <a:lnTo>
                    <a:pt x="1205787" y="1090444"/>
                  </a:lnTo>
                  <a:lnTo>
                    <a:pt x="1250446" y="1113134"/>
                  </a:lnTo>
                  <a:lnTo>
                    <a:pt x="1295105" y="1134536"/>
                  </a:lnTo>
                  <a:lnTo>
                    <a:pt x="1339763" y="1154696"/>
                  </a:lnTo>
                  <a:lnTo>
                    <a:pt x="1384422" y="1173662"/>
                  </a:lnTo>
                  <a:lnTo>
                    <a:pt x="1429081" y="1191484"/>
                  </a:lnTo>
                  <a:lnTo>
                    <a:pt x="1473740" y="1208212"/>
                  </a:lnTo>
                  <a:lnTo>
                    <a:pt x="1518398" y="1223897"/>
                  </a:lnTo>
                  <a:lnTo>
                    <a:pt x="1563057" y="1238591"/>
                  </a:lnTo>
                  <a:lnTo>
                    <a:pt x="1607716" y="1252342"/>
                  </a:lnTo>
                  <a:lnTo>
                    <a:pt x="1652375" y="1265202"/>
                  </a:lnTo>
                  <a:lnTo>
                    <a:pt x="1697034" y="1277217"/>
                  </a:lnTo>
                  <a:lnTo>
                    <a:pt x="1741692" y="1288435"/>
                  </a:lnTo>
                  <a:lnTo>
                    <a:pt x="1786351" y="1298901"/>
                  </a:lnTo>
                  <a:lnTo>
                    <a:pt x="1831010" y="1308660"/>
                  </a:lnTo>
                  <a:lnTo>
                    <a:pt x="1875669" y="1317754"/>
                  </a:lnTo>
                  <a:lnTo>
                    <a:pt x="1920328" y="1326223"/>
                  </a:lnTo>
                  <a:lnTo>
                    <a:pt x="1964986" y="1334106"/>
                  </a:lnTo>
                  <a:lnTo>
                    <a:pt x="2009645" y="1341440"/>
                  </a:lnTo>
                  <a:lnTo>
                    <a:pt x="2054304" y="1348261"/>
                  </a:lnTo>
                  <a:lnTo>
                    <a:pt x="2098963" y="1354601"/>
                  </a:lnTo>
                  <a:lnTo>
                    <a:pt x="2143622" y="1360492"/>
                  </a:lnTo>
                  <a:lnTo>
                    <a:pt x="2188280" y="1365964"/>
                  </a:lnTo>
                  <a:lnTo>
                    <a:pt x="2232939" y="1371044"/>
                  </a:lnTo>
                  <a:lnTo>
                    <a:pt x="2277598" y="1375761"/>
                  </a:lnTo>
                  <a:lnTo>
                    <a:pt x="2322257" y="1380137"/>
                  </a:lnTo>
                  <a:lnTo>
                    <a:pt x="2366916" y="1384197"/>
                  </a:lnTo>
                  <a:lnTo>
                    <a:pt x="2411574" y="1387963"/>
                  </a:lnTo>
                  <a:lnTo>
                    <a:pt x="2456233" y="1391454"/>
                  </a:lnTo>
                  <a:lnTo>
                    <a:pt x="2500892" y="1394691"/>
                  </a:lnTo>
                  <a:lnTo>
                    <a:pt x="2545551" y="1397692"/>
                  </a:lnTo>
                  <a:lnTo>
                    <a:pt x="2590210" y="1400472"/>
                  </a:lnTo>
                  <a:lnTo>
                    <a:pt x="2634868" y="1403048"/>
                  </a:lnTo>
                  <a:lnTo>
                    <a:pt x="2679527" y="1405435"/>
                  </a:lnTo>
                  <a:lnTo>
                    <a:pt x="2724186" y="1407645"/>
                  </a:lnTo>
                  <a:lnTo>
                    <a:pt x="2768845" y="1409693"/>
                  </a:lnTo>
                  <a:lnTo>
                    <a:pt x="2813503" y="1411588"/>
                  </a:lnTo>
                  <a:lnTo>
                    <a:pt x="2858162" y="1413344"/>
                  </a:lnTo>
                  <a:lnTo>
                    <a:pt x="2902821" y="1414969"/>
                  </a:lnTo>
                  <a:lnTo>
                    <a:pt x="2947480" y="1416473"/>
                  </a:lnTo>
                  <a:lnTo>
                    <a:pt x="2992139" y="1417866"/>
                  </a:lnTo>
                  <a:lnTo>
                    <a:pt x="3036797" y="1419154"/>
                  </a:lnTo>
                  <a:lnTo>
                    <a:pt x="3081456" y="1420347"/>
                  </a:lnTo>
                  <a:lnTo>
                    <a:pt x="3126115" y="1421451"/>
                  </a:lnTo>
                  <a:lnTo>
                    <a:pt x="3170774" y="1422472"/>
                  </a:lnTo>
                  <a:lnTo>
                    <a:pt x="3215433" y="1423417"/>
                  </a:lnTo>
                  <a:lnTo>
                    <a:pt x="3260091" y="1424291"/>
                  </a:lnTo>
                  <a:lnTo>
                    <a:pt x="3304750" y="1425100"/>
                  </a:lnTo>
                  <a:lnTo>
                    <a:pt x="3349409" y="1425849"/>
                  </a:lnTo>
                  <a:lnTo>
                    <a:pt x="3394068" y="1426541"/>
                  </a:lnTo>
                  <a:lnTo>
                    <a:pt x="3438727" y="1427181"/>
                  </a:lnTo>
                  <a:lnTo>
                    <a:pt x="3483385" y="1427774"/>
                  </a:lnTo>
                  <a:lnTo>
                    <a:pt x="3528044" y="1428322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5" name="tx223">
              <a:extLst>
                <a:ext uri="{FF2B5EF4-FFF2-40B4-BE49-F238E27FC236}">
                  <a16:creationId xmlns:a16="http://schemas.microsoft.com/office/drawing/2014/main" id="{1A4F7CF3-42A5-5DAA-F5B6-11C9942B7B4D}"/>
                </a:ext>
              </a:extLst>
            </p:cNvPr>
            <p:cNvSpPr/>
            <p:nvPr/>
          </p:nvSpPr>
          <p:spPr>
            <a:xfrm>
              <a:off x="1257990" y="418840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926" name="tx224">
              <a:extLst>
                <a:ext uri="{FF2B5EF4-FFF2-40B4-BE49-F238E27FC236}">
                  <a16:creationId xmlns:a16="http://schemas.microsoft.com/office/drawing/2014/main" id="{F8BA4540-9A36-E78C-DCCE-3DA78E98066D}"/>
                </a:ext>
              </a:extLst>
            </p:cNvPr>
            <p:cNvSpPr/>
            <p:nvPr/>
          </p:nvSpPr>
          <p:spPr>
            <a:xfrm>
              <a:off x="1257990" y="355609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927" name="tx225">
              <a:extLst>
                <a:ext uri="{FF2B5EF4-FFF2-40B4-BE49-F238E27FC236}">
                  <a16:creationId xmlns:a16="http://schemas.microsoft.com/office/drawing/2014/main" id="{C1191515-F063-EB09-395D-C43B4EEC944C}"/>
                </a:ext>
              </a:extLst>
            </p:cNvPr>
            <p:cNvSpPr/>
            <p:nvPr/>
          </p:nvSpPr>
          <p:spPr>
            <a:xfrm>
              <a:off x="1257990" y="292377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928" name="tx226">
              <a:extLst>
                <a:ext uri="{FF2B5EF4-FFF2-40B4-BE49-F238E27FC236}">
                  <a16:creationId xmlns:a16="http://schemas.microsoft.com/office/drawing/2014/main" id="{88A0C358-5AB3-7F61-F2C5-4ED4318FDC84}"/>
                </a:ext>
              </a:extLst>
            </p:cNvPr>
            <p:cNvSpPr/>
            <p:nvPr/>
          </p:nvSpPr>
          <p:spPr>
            <a:xfrm>
              <a:off x="1257990" y="229145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929" name="tx227">
              <a:extLst>
                <a:ext uri="{FF2B5EF4-FFF2-40B4-BE49-F238E27FC236}">
                  <a16:creationId xmlns:a16="http://schemas.microsoft.com/office/drawing/2014/main" id="{06E016D0-9422-F775-6D50-FFB147C3A29F}"/>
                </a:ext>
              </a:extLst>
            </p:cNvPr>
            <p:cNvSpPr/>
            <p:nvPr/>
          </p:nvSpPr>
          <p:spPr>
            <a:xfrm>
              <a:off x="1257990" y="165914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930" name="tx228">
              <a:extLst>
                <a:ext uri="{FF2B5EF4-FFF2-40B4-BE49-F238E27FC236}">
                  <a16:creationId xmlns:a16="http://schemas.microsoft.com/office/drawing/2014/main" id="{A58065C9-BF8F-6964-D4B4-549D66009F0A}"/>
                </a:ext>
              </a:extLst>
            </p:cNvPr>
            <p:cNvSpPr/>
            <p:nvPr/>
          </p:nvSpPr>
          <p:spPr>
            <a:xfrm>
              <a:off x="1577556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1931" name="tx229">
              <a:extLst>
                <a:ext uri="{FF2B5EF4-FFF2-40B4-BE49-F238E27FC236}">
                  <a16:creationId xmlns:a16="http://schemas.microsoft.com/office/drawing/2014/main" id="{5161B816-C2A7-2055-EAAF-543867094002}"/>
                </a:ext>
              </a:extLst>
            </p:cNvPr>
            <p:cNvSpPr/>
            <p:nvPr/>
          </p:nvSpPr>
          <p:spPr>
            <a:xfrm>
              <a:off x="2390023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1932" name="tx230">
              <a:extLst>
                <a:ext uri="{FF2B5EF4-FFF2-40B4-BE49-F238E27FC236}">
                  <a16:creationId xmlns:a16="http://schemas.microsoft.com/office/drawing/2014/main" id="{DB96250D-A9F1-A03A-4893-5C62C5E63301}"/>
                </a:ext>
              </a:extLst>
            </p:cNvPr>
            <p:cNvSpPr/>
            <p:nvPr/>
          </p:nvSpPr>
          <p:spPr>
            <a:xfrm>
              <a:off x="3202489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1933" name="tx231">
              <a:extLst>
                <a:ext uri="{FF2B5EF4-FFF2-40B4-BE49-F238E27FC236}">
                  <a16:creationId xmlns:a16="http://schemas.microsoft.com/office/drawing/2014/main" id="{749C3700-FFB1-EC75-C643-08BE02723E22}"/>
                </a:ext>
              </a:extLst>
            </p:cNvPr>
            <p:cNvSpPr/>
            <p:nvPr/>
          </p:nvSpPr>
          <p:spPr>
            <a:xfrm>
              <a:off x="4014956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1934" name="tx232">
              <a:extLst>
                <a:ext uri="{FF2B5EF4-FFF2-40B4-BE49-F238E27FC236}">
                  <a16:creationId xmlns:a16="http://schemas.microsoft.com/office/drawing/2014/main" id="{472323E9-B4CA-AE5D-09DC-03D621250579}"/>
                </a:ext>
              </a:extLst>
            </p:cNvPr>
            <p:cNvSpPr/>
            <p:nvPr/>
          </p:nvSpPr>
          <p:spPr>
            <a:xfrm>
              <a:off x="4827422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1935" name="tx233">
              <a:extLst>
                <a:ext uri="{FF2B5EF4-FFF2-40B4-BE49-F238E27FC236}">
                  <a16:creationId xmlns:a16="http://schemas.microsoft.com/office/drawing/2014/main" id="{BCBBFCCE-30E4-B012-8685-842FD26D5EC4}"/>
                </a:ext>
              </a:extLst>
            </p:cNvPr>
            <p:cNvSpPr/>
            <p:nvPr/>
          </p:nvSpPr>
          <p:spPr>
            <a:xfrm>
              <a:off x="5639889" y="441750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1936" name="tx234">
              <a:extLst>
                <a:ext uri="{FF2B5EF4-FFF2-40B4-BE49-F238E27FC236}">
                  <a16:creationId xmlns:a16="http://schemas.microsoft.com/office/drawing/2014/main" id="{C0454301-70A8-F969-2447-EEB6ED03634B}"/>
                </a:ext>
              </a:extLst>
            </p:cNvPr>
            <p:cNvSpPr/>
            <p:nvPr/>
          </p:nvSpPr>
          <p:spPr>
            <a:xfrm>
              <a:off x="3350054" y="455581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1937" name="tx235">
              <a:extLst>
                <a:ext uri="{FF2B5EF4-FFF2-40B4-BE49-F238E27FC236}">
                  <a16:creationId xmlns:a16="http://schemas.microsoft.com/office/drawing/2014/main" id="{067A8A08-8298-3CE3-1D84-0F79F97C430A}"/>
                </a:ext>
              </a:extLst>
            </p:cNvPr>
            <p:cNvSpPr/>
            <p:nvPr/>
          </p:nvSpPr>
          <p:spPr>
            <a:xfrm rot="16200000">
              <a:off x="895292" y="291376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968" name="tx266">
              <a:extLst>
                <a:ext uri="{FF2B5EF4-FFF2-40B4-BE49-F238E27FC236}">
                  <a16:creationId xmlns:a16="http://schemas.microsoft.com/office/drawing/2014/main" id="{4C3C3BB7-435D-0340-2C93-BD91DFD4C9A3}"/>
                </a:ext>
              </a:extLst>
            </p:cNvPr>
            <p:cNvSpPr/>
            <p:nvPr/>
          </p:nvSpPr>
          <p:spPr>
            <a:xfrm>
              <a:off x="1538247" y="116686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1969" name="tx267">
              <a:extLst>
                <a:ext uri="{FF2B5EF4-FFF2-40B4-BE49-F238E27FC236}">
                  <a16:creationId xmlns:a16="http://schemas.microsoft.com/office/drawing/2014/main" id="{E1ACCFFD-CFD2-1074-B73D-590A4C2F815F}"/>
                </a:ext>
              </a:extLst>
            </p:cNvPr>
            <p:cNvSpPr/>
            <p:nvPr/>
          </p:nvSpPr>
          <p:spPr>
            <a:xfrm>
              <a:off x="1538247" y="134792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  <p:grpSp>
        <p:nvGrpSpPr>
          <p:cNvPr id="1970" name="Group 1969">
            <a:extLst>
              <a:ext uri="{FF2B5EF4-FFF2-40B4-BE49-F238E27FC236}">
                <a16:creationId xmlns:a16="http://schemas.microsoft.com/office/drawing/2014/main" id="{3EA2ACCC-E442-47EB-B6AB-C6816647FE3F}"/>
              </a:ext>
            </a:extLst>
          </p:cNvPr>
          <p:cNvGrpSpPr/>
          <p:nvPr/>
        </p:nvGrpSpPr>
        <p:grpSpPr>
          <a:xfrm>
            <a:off x="6314940" y="1020565"/>
            <a:ext cx="5734833" cy="3488977"/>
            <a:chOff x="983988" y="983989"/>
            <a:chExt cx="5734833" cy="3488977"/>
          </a:xfrm>
        </p:grpSpPr>
        <p:sp>
          <p:nvSpPr>
            <p:cNvPr id="1973" name="pl5">
              <a:extLst>
                <a:ext uri="{FF2B5EF4-FFF2-40B4-BE49-F238E27FC236}">
                  <a16:creationId xmlns:a16="http://schemas.microsoft.com/office/drawing/2014/main" id="{93AFE29A-6D02-2528-37E2-64C417ABCC58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4" name="pl6">
              <a:extLst>
                <a:ext uri="{FF2B5EF4-FFF2-40B4-BE49-F238E27FC236}">
                  <a16:creationId xmlns:a16="http://schemas.microsoft.com/office/drawing/2014/main" id="{4124D096-CB69-7804-4E98-A6624601FE3D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5" name="pl7">
              <a:extLst>
                <a:ext uri="{FF2B5EF4-FFF2-40B4-BE49-F238E27FC236}">
                  <a16:creationId xmlns:a16="http://schemas.microsoft.com/office/drawing/2014/main" id="{BA7043F9-507D-9E5C-0C58-3F55F0A9BFC4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6" name="pl8">
              <a:extLst>
                <a:ext uri="{FF2B5EF4-FFF2-40B4-BE49-F238E27FC236}">
                  <a16:creationId xmlns:a16="http://schemas.microsoft.com/office/drawing/2014/main" id="{A2F352ED-6609-6BD2-6E9B-4C99AEAB0BAA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7" name="pl9">
              <a:extLst>
                <a:ext uri="{FF2B5EF4-FFF2-40B4-BE49-F238E27FC236}">
                  <a16:creationId xmlns:a16="http://schemas.microsoft.com/office/drawing/2014/main" id="{7E9D2BEA-0F25-A31A-C17F-4B450A89312D}"/>
                </a:ext>
              </a:extLst>
            </p:cNvPr>
            <p:cNvSpPr/>
            <p:nvPr/>
          </p:nvSpPr>
          <p:spPr>
            <a:xfrm>
              <a:off x="20324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8" name="pl10">
              <a:extLst>
                <a:ext uri="{FF2B5EF4-FFF2-40B4-BE49-F238E27FC236}">
                  <a16:creationId xmlns:a16="http://schemas.microsoft.com/office/drawing/2014/main" id="{2AB0A17D-CCE4-CC0F-CD35-452C24143227}"/>
                </a:ext>
              </a:extLst>
            </p:cNvPr>
            <p:cNvSpPr/>
            <p:nvPr/>
          </p:nvSpPr>
          <p:spPr>
            <a:xfrm>
              <a:off x="308345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9" name="pl11">
              <a:extLst>
                <a:ext uri="{FF2B5EF4-FFF2-40B4-BE49-F238E27FC236}">
                  <a16:creationId xmlns:a16="http://schemas.microsoft.com/office/drawing/2014/main" id="{1EB5F2F7-271D-0C1E-B3F8-E8641E39353F}"/>
                </a:ext>
              </a:extLst>
            </p:cNvPr>
            <p:cNvSpPr/>
            <p:nvPr/>
          </p:nvSpPr>
          <p:spPr>
            <a:xfrm>
              <a:off x="41344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0" name="pl12">
              <a:extLst>
                <a:ext uri="{FF2B5EF4-FFF2-40B4-BE49-F238E27FC236}">
                  <a16:creationId xmlns:a16="http://schemas.microsoft.com/office/drawing/2014/main" id="{617041D4-2E59-DC89-FA23-8F0A9D2CABD4}"/>
                </a:ext>
              </a:extLst>
            </p:cNvPr>
            <p:cNvSpPr/>
            <p:nvPr/>
          </p:nvSpPr>
          <p:spPr>
            <a:xfrm>
              <a:off x="518546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1" name="pl13">
              <a:extLst>
                <a:ext uri="{FF2B5EF4-FFF2-40B4-BE49-F238E27FC236}">
                  <a16:creationId xmlns:a16="http://schemas.microsoft.com/office/drawing/2014/main" id="{45797F45-BE07-CD03-2676-56AEA956AC7B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2" name="pl14">
              <a:extLst>
                <a:ext uri="{FF2B5EF4-FFF2-40B4-BE49-F238E27FC236}">
                  <a16:creationId xmlns:a16="http://schemas.microsoft.com/office/drawing/2014/main" id="{DD964F86-D729-B990-EC19-380BA59AE417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3" name="pl15">
              <a:extLst>
                <a:ext uri="{FF2B5EF4-FFF2-40B4-BE49-F238E27FC236}">
                  <a16:creationId xmlns:a16="http://schemas.microsoft.com/office/drawing/2014/main" id="{AC76607A-9E37-C5A8-3A82-8BA84BC03C44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4" name="pl16">
              <a:extLst>
                <a:ext uri="{FF2B5EF4-FFF2-40B4-BE49-F238E27FC236}">
                  <a16:creationId xmlns:a16="http://schemas.microsoft.com/office/drawing/2014/main" id="{A46E347B-E461-0480-A4B0-458C5C96E989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5" name="pl17">
              <a:extLst>
                <a:ext uri="{FF2B5EF4-FFF2-40B4-BE49-F238E27FC236}">
                  <a16:creationId xmlns:a16="http://schemas.microsoft.com/office/drawing/2014/main" id="{24A4766D-3BD3-A12A-851F-2F9D42D615D6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6" name="pl18">
              <a:extLst>
                <a:ext uri="{FF2B5EF4-FFF2-40B4-BE49-F238E27FC236}">
                  <a16:creationId xmlns:a16="http://schemas.microsoft.com/office/drawing/2014/main" id="{EE015930-338E-1705-8FE0-D99EC693E641}"/>
                </a:ext>
              </a:extLst>
            </p:cNvPr>
            <p:cNvSpPr/>
            <p:nvPr/>
          </p:nvSpPr>
          <p:spPr>
            <a:xfrm>
              <a:off x="150694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7" name="pl19">
              <a:extLst>
                <a:ext uri="{FF2B5EF4-FFF2-40B4-BE49-F238E27FC236}">
                  <a16:creationId xmlns:a16="http://schemas.microsoft.com/office/drawing/2014/main" id="{9E9CFFA8-10DB-53E4-11D9-37B69C0CFCDA}"/>
                </a:ext>
              </a:extLst>
            </p:cNvPr>
            <p:cNvSpPr/>
            <p:nvPr/>
          </p:nvSpPr>
          <p:spPr>
            <a:xfrm>
              <a:off x="255794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8" name="pl20">
              <a:extLst>
                <a:ext uri="{FF2B5EF4-FFF2-40B4-BE49-F238E27FC236}">
                  <a16:creationId xmlns:a16="http://schemas.microsoft.com/office/drawing/2014/main" id="{A4F05389-FA40-54DE-7328-3B9CED1F1E09}"/>
                </a:ext>
              </a:extLst>
            </p:cNvPr>
            <p:cNvSpPr/>
            <p:nvPr/>
          </p:nvSpPr>
          <p:spPr>
            <a:xfrm>
              <a:off x="36089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9" name="pl21">
              <a:extLst>
                <a:ext uri="{FF2B5EF4-FFF2-40B4-BE49-F238E27FC236}">
                  <a16:creationId xmlns:a16="http://schemas.microsoft.com/office/drawing/2014/main" id="{35B94E2A-B7A6-31B5-8A6E-EEDE1327F8F9}"/>
                </a:ext>
              </a:extLst>
            </p:cNvPr>
            <p:cNvSpPr/>
            <p:nvPr/>
          </p:nvSpPr>
          <p:spPr>
            <a:xfrm>
              <a:off x="465996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0" name="pl22">
              <a:extLst>
                <a:ext uri="{FF2B5EF4-FFF2-40B4-BE49-F238E27FC236}">
                  <a16:creationId xmlns:a16="http://schemas.microsoft.com/office/drawing/2014/main" id="{4D0F9F09-4F5C-1845-EADF-1451BA5D1912}"/>
                </a:ext>
              </a:extLst>
            </p:cNvPr>
            <p:cNvSpPr/>
            <p:nvPr/>
          </p:nvSpPr>
          <p:spPr>
            <a:xfrm>
              <a:off x="571097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1" name="pg23">
              <a:extLst>
                <a:ext uri="{FF2B5EF4-FFF2-40B4-BE49-F238E27FC236}">
                  <a16:creationId xmlns:a16="http://schemas.microsoft.com/office/drawing/2014/main" id="{C862AE4A-766F-1A1A-D32D-CCEAAE27E122}"/>
                </a:ext>
              </a:extLst>
            </p:cNvPr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2" name="pg24">
              <a:extLst>
                <a:ext uri="{FF2B5EF4-FFF2-40B4-BE49-F238E27FC236}">
                  <a16:creationId xmlns:a16="http://schemas.microsoft.com/office/drawing/2014/main" id="{285417AF-8A9B-2B33-8137-9FE9A1154C49}"/>
                </a:ext>
              </a:extLst>
            </p:cNvPr>
            <p:cNvSpPr/>
            <p:nvPr/>
          </p:nvSpPr>
          <p:spPr>
            <a:xfrm>
              <a:off x="2776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3" name="pg25">
              <a:extLst>
                <a:ext uri="{FF2B5EF4-FFF2-40B4-BE49-F238E27FC236}">
                  <a16:creationId xmlns:a16="http://schemas.microsoft.com/office/drawing/2014/main" id="{C5C78705-86D7-EC4E-E781-1E03C520EA48}"/>
                </a:ext>
              </a:extLst>
            </p:cNvPr>
            <p:cNvSpPr/>
            <p:nvPr/>
          </p:nvSpPr>
          <p:spPr>
            <a:xfrm>
              <a:off x="29270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4" name="pg26">
              <a:extLst>
                <a:ext uri="{FF2B5EF4-FFF2-40B4-BE49-F238E27FC236}">
                  <a16:creationId xmlns:a16="http://schemas.microsoft.com/office/drawing/2014/main" id="{65431F3A-803D-4060-F826-E62B69D5049B}"/>
                </a:ext>
              </a:extLst>
            </p:cNvPr>
            <p:cNvSpPr/>
            <p:nvPr/>
          </p:nvSpPr>
          <p:spPr>
            <a:xfrm>
              <a:off x="2917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5" name="pg27">
              <a:extLst>
                <a:ext uri="{FF2B5EF4-FFF2-40B4-BE49-F238E27FC236}">
                  <a16:creationId xmlns:a16="http://schemas.microsoft.com/office/drawing/2014/main" id="{9CBC528B-8ADE-D993-9825-69926A881F45}"/>
                </a:ext>
              </a:extLst>
            </p:cNvPr>
            <p:cNvSpPr/>
            <p:nvPr/>
          </p:nvSpPr>
          <p:spPr>
            <a:xfrm>
              <a:off x="29341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6" name="pg28">
              <a:extLst>
                <a:ext uri="{FF2B5EF4-FFF2-40B4-BE49-F238E27FC236}">
                  <a16:creationId xmlns:a16="http://schemas.microsoft.com/office/drawing/2014/main" id="{9803F393-93C6-20DC-1984-B6887BAB54AE}"/>
                </a:ext>
              </a:extLst>
            </p:cNvPr>
            <p:cNvSpPr/>
            <p:nvPr/>
          </p:nvSpPr>
          <p:spPr>
            <a:xfrm>
              <a:off x="29972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7" name="pg29">
              <a:extLst>
                <a:ext uri="{FF2B5EF4-FFF2-40B4-BE49-F238E27FC236}">
                  <a16:creationId xmlns:a16="http://schemas.microsoft.com/office/drawing/2014/main" id="{A854D30F-72D6-1B44-BF65-FA061911330C}"/>
                </a:ext>
              </a:extLst>
            </p:cNvPr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8" name="pg30">
              <a:extLst>
                <a:ext uri="{FF2B5EF4-FFF2-40B4-BE49-F238E27FC236}">
                  <a16:creationId xmlns:a16="http://schemas.microsoft.com/office/drawing/2014/main" id="{53D86C5C-3966-398A-0139-D73E90500193}"/>
                </a:ext>
              </a:extLst>
            </p:cNvPr>
            <p:cNvSpPr/>
            <p:nvPr/>
          </p:nvSpPr>
          <p:spPr>
            <a:xfrm>
              <a:off x="273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9" name="pg31">
              <a:extLst>
                <a:ext uri="{FF2B5EF4-FFF2-40B4-BE49-F238E27FC236}">
                  <a16:creationId xmlns:a16="http://schemas.microsoft.com/office/drawing/2014/main" id="{BCB618FC-DB18-862D-FDC6-A357B7E96977}"/>
                </a:ext>
              </a:extLst>
            </p:cNvPr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0" name="pg32">
              <a:extLst>
                <a:ext uri="{FF2B5EF4-FFF2-40B4-BE49-F238E27FC236}">
                  <a16:creationId xmlns:a16="http://schemas.microsoft.com/office/drawing/2014/main" id="{35843923-64D4-AE31-C275-6FAA2E1A8F55}"/>
                </a:ext>
              </a:extLst>
            </p:cNvPr>
            <p:cNvSpPr/>
            <p:nvPr/>
          </p:nvSpPr>
          <p:spPr>
            <a:xfrm>
              <a:off x="3002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1" name="pg33">
              <a:extLst>
                <a:ext uri="{FF2B5EF4-FFF2-40B4-BE49-F238E27FC236}">
                  <a16:creationId xmlns:a16="http://schemas.microsoft.com/office/drawing/2014/main" id="{E983F2DF-8DEE-9CD3-3FA2-D9681E672382}"/>
                </a:ext>
              </a:extLst>
            </p:cNvPr>
            <p:cNvSpPr/>
            <p:nvPr/>
          </p:nvSpPr>
          <p:spPr>
            <a:xfrm>
              <a:off x="2979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2" name="pg34">
              <a:extLst>
                <a:ext uri="{FF2B5EF4-FFF2-40B4-BE49-F238E27FC236}">
                  <a16:creationId xmlns:a16="http://schemas.microsoft.com/office/drawing/2014/main" id="{2AFAE7BE-087E-CC30-03BD-5E831DF403B0}"/>
                </a:ext>
              </a:extLst>
            </p:cNvPr>
            <p:cNvSpPr/>
            <p:nvPr/>
          </p:nvSpPr>
          <p:spPr>
            <a:xfrm>
              <a:off x="2977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3" name="pg35">
              <a:extLst>
                <a:ext uri="{FF2B5EF4-FFF2-40B4-BE49-F238E27FC236}">
                  <a16:creationId xmlns:a16="http://schemas.microsoft.com/office/drawing/2014/main" id="{E06D54C5-C8A4-A072-4897-8D481FE56F69}"/>
                </a:ext>
              </a:extLst>
            </p:cNvPr>
            <p:cNvSpPr/>
            <p:nvPr/>
          </p:nvSpPr>
          <p:spPr>
            <a:xfrm>
              <a:off x="52142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4" name="pg36">
              <a:extLst>
                <a:ext uri="{FF2B5EF4-FFF2-40B4-BE49-F238E27FC236}">
                  <a16:creationId xmlns:a16="http://schemas.microsoft.com/office/drawing/2014/main" id="{A111482C-EF0B-5310-AD11-F5CB279CE573}"/>
                </a:ext>
              </a:extLst>
            </p:cNvPr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5" name="pg37">
              <a:extLst>
                <a:ext uri="{FF2B5EF4-FFF2-40B4-BE49-F238E27FC236}">
                  <a16:creationId xmlns:a16="http://schemas.microsoft.com/office/drawing/2014/main" id="{7EEA725D-CECC-8741-DA88-59D26452AA8C}"/>
                </a:ext>
              </a:extLst>
            </p:cNvPr>
            <p:cNvSpPr/>
            <p:nvPr/>
          </p:nvSpPr>
          <p:spPr>
            <a:xfrm>
              <a:off x="54129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6" name="pg38">
              <a:extLst>
                <a:ext uri="{FF2B5EF4-FFF2-40B4-BE49-F238E27FC236}">
                  <a16:creationId xmlns:a16="http://schemas.microsoft.com/office/drawing/2014/main" id="{1FB00F2D-E828-757D-3EF9-A210F9E042E1}"/>
                </a:ext>
              </a:extLst>
            </p:cNvPr>
            <p:cNvSpPr/>
            <p:nvPr/>
          </p:nvSpPr>
          <p:spPr>
            <a:xfrm>
              <a:off x="29522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7" name="pg39">
              <a:extLst>
                <a:ext uri="{FF2B5EF4-FFF2-40B4-BE49-F238E27FC236}">
                  <a16:creationId xmlns:a16="http://schemas.microsoft.com/office/drawing/2014/main" id="{429DB522-5B1D-0B21-EEA7-30CF78A572D2}"/>
                </a:ext>
              </a:extLst>
            </p:cNvPr>
            <p:cNvSpPr/>
            <p:nvPr/>
          </p:nvSpPr>
          <p:spPr>
            <a:xfrm>
              <a:off x="526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8" name="pg40">
              <a:extLst>
                <a:ext uri="{FF2B5EF4-FFF2-40B4-BE49-F238E27FC236}">
                  <a16:creationId xmlns:a16="http://schemas.microsoft.com/office/drawing/2014/main" id="{04752C83-7C0D-EE55-40E7-839E4771A8D9}"/>
                </a:ext>
              </a:extLst>
            </p:cNvPr>
            <p:cNvSpPr/>
            <p:nvPr/>
          </p:nvSpPr>
          <p:spPr>
            <a:xfrm>
              <a:off x="29470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9" name="pg41">
              <a:extLst>
                <a:ext uri="{FF2B5EF4-FFF2-40B4-BE49-F238E27FC236}">
                  <a16:creationId xmlns:a16="http://schemas.microsoft.com/office/drawing/2014/main" id="{8A6F46D4-CEED-4145-04DE-A9C4C489869A}"/>
                </a:ext>
              </a:extLst>
            </p:cNvPr>
            <p:cNvSpPr/>
            <p:nvPr/>
          </p:nvSpPr>
          <p:spPr>
            <a:xfrm>
              <a:off x="53572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0" name="pg42">
              <a:extLst>
                <a:ext uri="{FF2B5EF4-FFF2-40B4-BE49-F238E27FC236}">
                  <a16:creationId xmlns:a16="http://schemas.microsoft.com/office/drawing/2014/main" id="{EF2DF3BE-5F88-1C97-1AE9-0C5B3CD33F25}"/>
                </a:ext>
              </a:extLst>
            </p:cNvPr>
            <p:cNvSpPr/>
            <p:nvPr/>
          </p:nvSpPr>
          <p:spPr>
            <a:xfrm>
              <a:off x="5444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1" name="pg43">
              <a:extLst>
                <a:ext uri="{FF2B5EF4-FFF2-40B4-BE49-F238E27FC236}">
                  <a16:creationId xmlns:a16="http://schemas.microsoft.com/office/drawing/2014/main" id="{82535AA3-ECDF-CE46-E657-26A4A9C8D8E6}"/>
                </a:ext>
              </a:extLst>
            </p:cNvPr>
            <p:cNvSpPr/>
            <p:nvPr/>
          </p:nvSpPr>
          <p:spPr>
            <a:xfrm>
              <a:off x="51986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2" name="pg44">
              <a:extLst>
                <a:ext uri="{FF2B5EF4-FFF2-40B4-BE49-F238E27FC236}">
                  <a16:creationId xmlns:a16="http://schemas.microsoft.com/office/drawing/2014/main" id="{CECC7FE6-EED8-BC25-B6D9-5891FE060513}"/>
                </a:ext>
              </a:extLst>
            </p:cNvPr>
            <p:cNvSpPr/>
            <p:nvPr/>
          </p:nvSpPr>
          <p:spPr>
            <a:xfrm>
              <a:off x="5403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3" name="pg45">
              <a:extLst>
                <a:ext uri="{FF2B5EF4-FFF2-40B4-BE49-F238E27FC236}">
                  <a16:creationId xmlns:a16="http://schemas.microsoft.com/office/drawing/2014/main" id="{551E6199-F48B-374E-23C0-1A3BCBD38A6A}"/>
                </a:ext>
              </a:extLst>
            </p:cNvPr>
            <p:cNvSpPr/>
            <p:nvPr/>
          </p:nvSpPr>
          <p:spPr>
            <a:xfrm>
              <a:off x="50554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4" name="pg46">
              <a:extLst>
                <a:ext uri="{FF2B5EF4-FFF2-40B4-BE49-F238E27FC236}">
                  <a16:creationId xmlns:a16="http://schemas.microsoft.com/office/drawing/2014/main" id="{D9AC379A-70AB-4AA5-36AD-8787B44E0AB2}"/>
                </a:ext>
              </a:extLst>
            </p:cNvPr>
            <p:cNvSpPr/>
            <p:nvPr/>
          </p:nvSpPr>
          <p:spPr>
            <a:xfrm>
              <a:off x="29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5" name="pt47">
              <a:extLst>
                <a:ext uri="{FF2B5EF4-FFF2-40B4-BE49-F238E27FC236}">
                  <a16:creationId xmlns:a16="http://schemas.microsoft.com/office/drawing/2014/main" id="{AD2D7560-2452-E190-3FDE-F0358EB14119}"/>
                </a:ext>
              </a:extLst>
            </p:cNvPr>
            <p:cNvSpPr/>
            <p:nvPr/>
          </p:nvSpPr>
          <p:spPr>
            <a:xfrm>
              <a:off x="243465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6" name="pt48">
              <a:extLst>
                <a:ext uri="{FF2B5EF4-FFF2-40B4-BE49-F238E27FC236}">
                  <a16:creationId xmlns:a16="http://schemas.microsoft.com/office/drawing/2014/main" id="{D0665626-A22B-686F-3CA4-9AD31BBD7DF2}"/>
                </a:ext>
              </a:extLst>
            </p:cNvPr>
            <p:cNvSpPr/>
            <p:nvPr/>
          </p:nvSpPr>
          <p:spPr>
            <a:xfrm>
              <a:off x="1829449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7" name="pt49">
              <a:extLst>
                <a:ext uri="{FF2B5EF4-FFF2-40B4-BE49-F238E27FC236}">
                  <a16:creationId xmlns:a16="http://schemas.microsoft.com/office/drawing/2014/main" id="{7AF67EED-6FEB-CB7F-6054-AEEBFEE5D253}"/>
                </a:ext>
              </a:extLst>
            </p:cNvPr>
            <p:cNvSpPr/>
            <p:nvPr/>
          </p:nvSpPr>
          <p:spPr>
            <a:xfrm>
              <a:off x="2295873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8" name="pt50">
              <a:extLst>
                <a:ext uri="{FF2B5EF4-FFF2-40B4-BE49-F238E27FC236}">
                  <a16:creationId xmlns:a16="http://schemas.microsoft.com/office/drawing/2014/main" id="{B5E094CB-421E-4FC5-F0FD-005CD4EEA4B9}"/>
                </a:ext>
              </a:extLst>
            </p:cNvPr>
            <p:cNvSpPr/>
            <p:nvPr/>
          </p:nvSpPr>
          <p:spPr>
            <a:xfrm>
              <a:off x="253737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9" name="pt51">
              <a:extLst>
                <a:ext uri="{FF2B5EF4-FFF2-40B4-BE49-F238E27FC236}">
                  <a16:creationId xmlns:a16="http://schemas.microsoft.com/office/drawing/2014/main" id="{C4B23F7B-C624-85F9-5E31-F979DF5C7E73}"/>
                </a:ext>
              </a:extLst>
            </p:cNvPr>
            <p:cNvSpPr/>
            <p:nvPr/>
          </p:nvSpPr>
          <p:spPr>
            <a:xfrm>
              <a:off x="2361235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0" name="pt52">
              <a:extLst>
                <a:ext uri="{FF2B5EF4-FFF2-40B4-BE49-F238E27FC236}">
                  <a16:creationId xmlns:a16="http://schemas.microsoft.com/office/drawing/2014/main" id="{46F59F9C-6CB3-046C-9B3A-77215633C770}"/>
                </a:ext>
              </a:extLst>
            </p:cNvPr>
            <p:cNvSpPr/>
            <p:nvPr/>
          </p:nvSpPr>
          <p:spPr>
            <a:xfrm>
              <a:off x="2550478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1" name="pt53">
              <a:extLst>
                <a:ext uri="{FF2B5EF4-FFF2-40B4-BE49-F238E27FC236}">
                  <a16:creationId xmlns:a16="http://schemas.microsoft.com/office/drawing/2014/main" id="{B948DAB6-AB69-4D2A-190C-ABB2B3A3BA47}"/>
                </a:ext>
              </a:extLst>
            </p:cNvPr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2" name="pt54">
              <a:extLst>
                <a:ext uri="{FF2B5EF4-FFF2-40B4-BE49-F238E27FC236}">
                  <a16:creationId xmlns:a16="http://schemas.microsoft.com/office/drawing/2014/main" id="{2970261E-2A2C-A471-0131-A325EB24A9DC}"/>
                </a:ext>
              </a:extLst>
            </p:cNvPr>
            <p:cNvSpPr/>
            <p:nvPr/>
          </p:nvSpPr>
          <p:spPr>
            <a:xfrm>
              <a:off x="181891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3" name="pt55">
              <a:extLst>
                <a:ext uri="{FF2B5EF4-FFF2-40B4-BE49-F238E27FC236}">
                  <a16:creationId xmlns:a16="http://schemas.microsoft.com/office/drawing/2014/main" id="{F000DC14-C6A7-F725-81A0-C001F9196DDF}"/>
                </a:ext>
              </a:extLst>
            </p:cNvPr>
            <p:cNvSpPr/>
            <p:nvPr/>
          </p:nvSpPr>
          <p:spPr>
            <a:xfrm>
              <a:off x="229587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4" name="pt56">
              <a:extLst>
                <a:ext uri="{FF2B5EF4-FFF2-40B4-BE49-F238E27FC236}">
                  <a16:creationId xmlns:a16="http://schemas.microsoft.com/office/drawing/2014/main" id="{4A7A3375-D21E-CC2E-1154-B27992DF2FC9}"/>
                </a:ext>
              </a:extLst>
            </p:cNvPr>
            <p:cNvSpPr/>
            <p:nvPr/>
          </p:nvSpPr>
          <p:spPr>
            <a:xfrm>
              <a:off x="1823606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5" name="pt57">
              <a:extLst>
                <a:ext uri="{FF2B5EF4-FFF2-40B4-BE49-F238E27FC236}">
                  <a16:creationId xmlns:a16="http://schemas.microsoft.com/office/drawing/2014/main" id="{453A4731-C76C-548E-BDB2-5334F17B14F0}"/>
                </a:ext>
              </a:extLst>
            </p:cNvPr>
            <p:cNvSpPr/>
            <p:nvPr/>
          </p:nvSpPr>
          <p:spPr>
            <a:xfrm>
              <a:off x="181389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6" name="pt58">
              <a:extLst>
                <a:ext uri="{FF2B5EF4-FFF2-40B4-BE49-F238E27FC236}">
                  <a16:creationId xmlns:a16="http://schemas.microsoft.com/office/drawing/2014/main" id="{FB130C68-BE69-FFF9-DF01-94881541F80C}"/>
                </a:ext>
              </a:extLst>
            </p:cNvPr>
            <p:cNvSpPr/>
            <p:nvPr/>
          </p:nvSpPr>
          <p:spPr>
            <a:xfrm>
              <a:off x="2542927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7" name="pt59">
              <a:extLst>
                <a:ext uri="{FF2B5EF4-FFF2-40B4-BE49-F238E27FC236}">
                  <a16:creationId xmlns:a16="http://schemas.microsoft.com/office/drawing/2014/main" id="{49CBBC0F-4148-A98C-DF5D-94681BDCB562}"/>
                </a:ext>
              </a:extLst>
            </p:cNvPr>
            <p:cNvSpPr/>
            <p:nvPr/>
          </p:nvSpPr>
          <p:spPr>
            <a:xfrm>
              <a:off x="183891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8" name="pt60">
              <a:extLst>
                <a:ext uri="{FF2B5EF4-FFF2-40B4-BE49-F238E27FC236}">
                  <a16:creationId xmlns:a16="http://schemas.microsoft.com/office/drawing/2014/main" id="{19F0477F-9779-0089-F37E-40CB38795AF1}"/>
                </a:ext>
              </a:extLst>
            </p:cNvPr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9" name="pt61">
              <a:extLst>
                <a:ext uri="{FF2B5EF4-FFF2-40B4-BE49-F238E27FC236}">
                  <a16:creationId xmlns:a16="http://schemas.microsoft.com/office/drawing/2014/main" id="{3E6673EE-1167-8CE5-9470-26C3C4FD612E}"/>
                </a:ext>
              </a:extLst>
            </p:cNvPr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0" name="pt62">
              <a:extLst>
                <a:ext uri="{FF2B5EF4-FFF2-40B4-BE49-F238E27FC236}">
                  <a16:creationId xmlns:a16="http://schemas.microsoft.com/office/drawing/2014/main" id="{B115A605-2C9C-82E3-8F44-88B4D0F8406E}"/>
                </a:ext>
              </a:extLst>
            </p:cNvPr>
            <p:cNvSpPr/>
            <p:nvPr/>
          </p:nvSpPr>
          <p:spPr>
            <a:xfrm>
              <a:off x="1836092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1" name="pt63">
              <a:extLst>
                <a:ext uri="{FF2B5EF4-FFF2-40B4-BE49-F238E27FC236}">
                  <a16:creationId xmlns:a16="http://schemas.microsoft.com/office/drawing/2014/main" id="{605F1140-EC37-B7E8-0100-99A0C9B3956A}"/>
                </a:ext>
              </a:extLst>
            </p:cNvPr>
            <p:cNvSpPr/>
            <p:nvPr/>
          </p:nvSpPr>
          <p:spPr>
            <a:xfrm>
              <a:off x="239193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2" name="pt64">
              <a:extLst>
                <a:ext uri="{FF2B5EF4-FFF2-40B4-BE49-F238E27FC236}">
                  <a16:creationId xmlns:a16="http://schemas.microsoft.com/office/drawing/2014/main" id="{055984DC-24F8-D348-5A63-1BE977F74554}"/>
                </a:ext>
              </a:extLst>
            </p:cNvPr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3" name="pt65">
              <a:extLst>
                <a:ext uri="{FF2B5EF4-FFF2-40B4-BE49-F238E27FC236}">
                  <a16:creationId xmlns:a16="http://schemas.microsoft.com/office/drawing/2014/main" id="{4A2B2C56-03F7-075A-526C-77278524561D}"/>
                </a:ext>
              </a:extLst>
            </p:cNvPr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4" name="pt66">
              <a:extLst>
                <a:ext uri="{FF2B5EF4-FFF2-40B4-BE49-F238E27FC236}">
                  <a16:creationId xmlns:a16="http://schemas.microsoft.com/office/drawing/2014/main" id="{FB6BC7DA-1346-7510-86EF-300C90D26C04}"/>
                </a:ext>
              </a:extLst>
            </p:cNvPr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5" name="pt67">
              <a:extLst>
                <a:ext uri="{FF2B5EF4-FFF2-40B4-BE49-F238E27FC236}">
                  <a16:creationId xmlns:a16="http://schemas.microsoft.com/office/drawing/2014/main" id="{495CE6B8-0429-3869-5ED0-74289697A007}"/>
                </a:ext>
              </a:extLst>
            </p:cNvPr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6" name="pt68">
              <a:extLst>
                <a:ext uri="{FF2B5EF4-FFF2-40B4-BE49-F238E27FC236}">
                  <a16:creationId xmlns:a16="http://schemas.microsoft.com/office/drawing/2014/main" id="{1A6DAF62-4CD1-605A-1F0D-2B86BF67C74C}"/>
                </a:ext>
              </a:extLst>
            </p:cNvPr>
            <p:cNvSpPr/>
            <p:nvPr/>
          </p:nvSpPr>
          <p:spPr>
            <a:xfrm>
              <a:off x="2475183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7" name="pt69">
              <a:extLst>
                <a:ext uri="{FF2B5EF4-FFF2-40B4-BE49-F238E27FC236}">
                  <a16:creationId xmlns:a16="http://schemas.microsoft.com/office/drawing/2014/main" id="{B36E0EC4-BA39-6A21-FC7B-579389AE4B98}"/>
                </a:ext>
              </a:extLst>
            </p:cNvPr>
            <p:cNvSpPr/>
            <p:nvPr/>
          </p:nvSpPr>
          <p:spPr>
            <a:xfrm>
              <a:off x="2504167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8" name="pt70">
              <a:extLst>
                <a:ext uri="{FF2B5EF4-FFF2-40B4-BE49-F238E27FC236}">
                  <a16:creationId xmlns:a16="http://schemas.microsoft.com/office/drawing/2014/main" id="{369A6ABC-45D1-B050-CB30-93D95FA97E33}"/>
                </a:ext>
              </a:extLst>
            </p:cNvPr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9" name="pg71">
              <a:extLst>
                <a:ext uri="{FF2B5EF4-FFF2-40B4-BE49-F238E27FC236}">
                  <a16:creationId xmlns:a16="http://schemas.microsoft.com/office/drawing/2014/main" id="{5FAE1047-C631-D505-ECD0-AF12B2047E9F}"/>
                </a:ext>
              </a:extLst>
            </p:cNvPr>
            <p:cNvSpPr/>
            <p:nvPr/>
          </p:nvSpPr>
          <p:spPr>
            <a:xfrm>
              <a:off x="5104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0" name="pg72">
              <a:extLst>
                <a:ext uri="{FF2B5EF4-FFF2-40B4-BE49-F238E27FC236}">
                  <a16:creationId xmlns:a16="http://schemas.microsoft.com/office/drawing/2014/main" id="{13CE57DB-4839-6CFA-F481-D748C1F1A036}"/>
                </a:ext>
              </a:extLst>
            </p:cNvPr>
            <p:cNvSpPr/>
            <p:nvPr/>
          </p:nvSpPr>
          <p:spPr>
            <a:xfrm>
              <a:off x="266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1" name="pg73">
              <a:extLst>
                <a:ext uri="{FF2B5EF4-FFF2-40B4-BE49-F238E27FC236}">
                  <a16:creationId xmlns:a16="http://schemas.microsoft.com/office/drawing/2014/main" id="{5E834D6D-E239-108D-2E81-D2B445B67A8B}"/>
                </a:ext>
              </a:extLst>
            </p:cNvPr>
            <p:cNvSpPr/>
            <p:nvPr/>
          </p:nvSpPr>
          <p:spPr>
            <a:xfrm>
              <a:off x="269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2" name="pg74">
              <a:extLst>
                <a:ext uri="{FF2B5EF4-FFF2-40B4-BE49-F238E27FC236}">
                  <a16:creationId xmlns:a16="http://schemas.microsoft.com/office/drawing/2014/main" id="{81509287-DB49-742B-2420-A1CEDC0901E4}"/>
                </a:ext>
              </a:extLst>
            </p:cNvPr>
            <p:cNvSpPr/>
            <p:nvPr/>
          </p:nvSpPr>
          <p:spPr>
            <a:xfrm>
              <a:off x="488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3" name="pg75">
              <a:extLst>
                <a:ext uri="{FF2B5EF4-FFF2-40B4-BE49-F238E27FC236}">
                  <a16:creationId xmlns:a16="http://schemas.microsoft.com/office/drawing/2014/main" id="{DC904521-40E6-AC9A-5A95-1D40E91D8299}"/>
                </a:ext>
              </a:extLst>
            </p:cNvPr>
            <p:cNvSpPr/>
            <p:nvPr/>
          </p:nvSpPr>
          <p:spPr>
            <a:xfrm>
              <a:off x="26537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4" name="pg76">
              <a:extLst>
                <a:ext uri="{FF2B5EF4-FFF2-40B4-BE49-F238E27FC236}">
                  <a16:creationId xmlns:a16="http://schemas.microsoft.com/office/drawing/2014/main" id="{0D22A4E2-0878-771C-F74E-76340C063968}"/>
                </a:ext>
              </a:extLst>
            </p:cNvPr>
            <p:cNvSpPr/>
            <p:nvPr/>
          </p:nvSpPr>
          <p:spPr>
            <a:xfrm>
              <a:off x="26929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5" name="pg77">
              <a:extLst>
                <a:ext uri="{FF2B5EF4-FFF2-40B4-BE49-F238E27FC236}">
                  <a16:creationId xmlns:a16="http://schemas.microsoft.com/office/drawing/2014/main" id="{928C0713-4DE1-2461-7F6E-1C6DAACB27D7}"/>
                </a:ext>
              </a:extLst>
            </p:cNvPr>
            <p:cNvSpPr/>
            <p:nvPr/>
          </p:nvSpPr>
          <p:spPr>
            <a:xfrm>
              <a:off x="47883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6" name="pg78">
              <a:extLst>
                <a:ext uri="{FF2B5EF4-FFF2-40B4-BE49-F238E27FC236}">
                  <a16:creationId xmlns:a16="http://schemas.microsoft.com/office/drawing/2014/main" id="{C8A5AC2E-2AA6-3806-3B2C-93B9D4AAD13A}"/>
                </a:ext>
              </a:extLst>
            </p:cNvPr>
            <p:cNvSpPr/>
            <p:nvPr/>
          </p:nvSpPr>
          <p:spPr>
            <a:xfrm>
              <a:off x="27256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7" name="pg79">
              <a:extLst>
                <a:ext uri="{FF2B5EF4-FFF2-40B4-BE49-F238E27FC236}">
                  <a16:creationId xmlns:a16="http://schemas.microsoft.com/office/drawing/2014/main" id="{3FEE3046-E33C-814E-D2DD-0A8EA0B82B14}"/>
                </a:ext>
              </a:extLst>
            </p:cNvPr>
            <p:cNvSpPr/>
            <p:nvPr/>
          </p:nvSpPr>
          <p:spPr>
            <a:xfrm>
              <a:off x="4908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8" name="pg80">
              <a:extLst>
                <a:ext uri="{FF2B5EF4-FFF2-40B4-BE49-F238E27FC236}">
                  <a16:creationId xmlns:a16="http://schemas.microsoft.com/office/drawing/2014/main" id="{51018FAF-66EC-B67D-28FD-9B3338FA8CDF}"/>
                </a:ext>
              </a:extLst>
            </p:cNvPr>
            <p:cNvSpPr/>
            <p:nvPr/>
          </p:nvSpPr>
          <p:spPr>
            <a:xfrm>
              <a:off x="26538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9" name="pg81">
              <a:extLst>
                <a:ext uri="{FF2B5EF4-FFF2-40B4-BE49-F238E27FC236}">
                  <a16:creationId xmlns:a16="http://schemas.microsoft.com/office/drawing/2014/main" id="{1A79F1CD-D74A-AF82-C1F5-3E2C7D495077}"/>
                </a:ext>
              </a:extLst>
            </p:cNvPr>
            <p:cNvSpPr/>
            <p:nvPr/>
          </p:nvSpPr>
          <p:spPr>
            <a:xfrm>
              <a:off x="2696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0" name="pg82">
              <a:extLst>
                <a:ext uri="{FF2B5EF4-FFF2-40B4-BE49-F238E27FC236}">
                  <a16:creationId xmlns:a16="http://schemas.microsoft.com/office/drawing/2014/main" id="{F6EA1124-9266-3710-A2E4-0B8C78C9DAD9}"/>
                </a:ext>
              </a:extLst>
            </p:cNvPr>
            <p:cNvSpPr/>
            <p:nvPr/>
          </p:nvSpPr>
          <p:spPr>
            <a:xfrm>
              <a:off x="51160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1" name="pg83">
              <a:extLst>
                <a:ext uri="{FF2B5EF4-FFF2-40B4-BE49-F238E27FC236}">
                  <a16:creationId xmlns:a16="http://schemas.microsoft.com/office/drawing/2014/main" id="{57C72E1F-87CE-702B-8A8D-C91B6C871486}"/>
                </a:ext>
              </a:extLst>
            </p:cNvPr>
            <p:cNvSpPr/>
            <p:nvPr/>
          </p:nvSpPr>
          <p:spPr>
            <a:xfrm>
              <a:off x="515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2" name="pg84">
              <a:extLst>
                <a:ext uri="{FF2B5EF4-FFF2-40B4-BE49-F238E27FC236}">
                  <a16:creationId xmlns:a16="http://schemas.microsoft.com/office/drawing/2014/main" id="{C199A311-C51B-B577-0EE9-423B0741DAC0}"/>
                </a:ext>
              </a:extLst>
            </p:cNvPr>
            <p:cNvSpPr/>
            <p:nvPr/>
          </p:nvSpPr>
          <p:spPr>
            <a:xfrm>
              <a:off x="52089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3" name="pg85">
              <a:extLst>
                <a:ext uri="{FF2B5EF4-FFF2-40B4-BE49-F238E27FC236}">
                  <a16:creationId xmlns:a16="http://schemas.microsoft.com/office/drawing/2014/main" id="{1AE263D6-BE60-F48D-C397-82B1F6ACAC44}"/>
                </a:ext>
              </a:extLst>
            </p:cNvPr>
            <p:cNvSpPr/>
            <p:nvPr/>
          </p:nvSpPr>
          <p:spPr>
            <a:xfrm>
              <a:off x="49155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4" name="pg86">
              <a:extLst>
                <a:ext uri="{FF2B5EF4-FFF2-40B4-BE49-F238E27FC236}">
                  <a16:creationId xmlns:a16="http://schemas.microsoft.com/office/drawing/2014/main" id="{E2B5A251-BB85-6B66-0101-CC6EF9F566BB}"/>
                </a:ext>
              </a:extLst>
            </p:cNvPr>
            <p:cNvSpPr/>
            <p:nvPr/>
          </p:nvSpPr>
          <p:spPr>
            <a:xfrm>
              <a:off x="51293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5" name="pg87">
              <a:extLst>
                <a:ext uri="{FF2B5EF4-FFF2-40B4-BE49-F238E27FC236}">
                  <a16:creationId xmlns:a16="http://schemas.microsoft.com/office/drawing/2014/main" id="{B4339E83-C745-2F0F-4A9A-C1546BB9EF62}"/>
                </a:ext>
              </a:extLst>
            </p:cNvPr>
            <p:cNvSpPr/>
            <p:nvPr/>
          </p:nvSpPr>
          <p:spPr>
            <a:xfrm>
              <a:off x="254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6" name="pg88">
              <a:extLst>
                <a:ext uri="{FF2B5EF4-FFF2-40B4-BE49-F238E27FC236}">
                  <a16:creationId xmlns:a16="http://schemas.microsoft.com/office/drawing/2014/main" id="{5F2EBCD7-89EA-2B9D-9E67-A5C4A45F598E}"/>
                </a:ext>
              </a:extLst>
            </p:cNvPr>
            <p:cNvSpPr/>
            <p:nvPr/>
          </p:nvSpPr>
          <p:spPr>
            <a:xfrm>
              <a:off x="49548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7" name="pg89">
              <a:extLst>
                <a:ext uri="{FF2B5EF4-FFF2-40B4-BE49-F238E27FC236}">
                  <a16:creationId xmlns:a16="http://schemas.microsoft.com/office/drawing/2014/main" id="{DE4B770C-E786-E612-ACCF-F51786B18B4E}"/>
                </a:ext>
              </a:extLst>
            </p:cNvPr>
            <p:cNvSpPr/>
            <p:nvPr/>
          </p:nvSpPr>
          <p:spPr>
            <a:xfrm>
              <a:off x="5144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8" name="pg90">
              <a:extLst>
                <a:ext uri="{FF2B5EF4-FFF2-40B4-BE49-F238E27FC236}">
                  <a16:creationId xmlns:a16="http://schemas.microsoft.com/office/drawing/2014/main" id="{DB8D491F-999D-6749-1D0F-698D7840555E}"/>
                </a:ext>
              </a:extLst>
            </p:cNvPr>
            <p:cNvSpPr/>
            <p:nvPr/>
          </p:nvSpPr>
          <p:spPr>
            <a:xfrm>
              <a:off x="26690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9" name="pg91">
              <a:extLst>
                <a:ext uri="{FF2B5EF4-FFF2-40B4-BE49-F238E27FC236}">
                  <a16:creationId xmlns:a16="http://schemas.microsoft.com/office/drawing/2014/main" id="{3F689DA1-EC7E-EEF4-BB79-414236E60622}"/>
                </a:ext>
              </a:extLst>
            </p:cNvPr>
            <p:cNvSpPr/>
            <p:nvPr/>
          </p:nvSpPr>
          <p:spPr>
            <a:xfrm>
              <a:off x="2675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0" name="pg92">
              <a:extLst>
                <a:ext uri="{FF2B5EF4-FFF2-40B4-BE49-F238E27FC236}">
                  <a16:creationId xmlns:a16="http://schemas.microsoft.com/office/drawing/2014/main" id="{AFC88359-1277-8B46-E7E3-0720E2DC338D}"/>
                </a:ext>
              </a:extLst>
            </p:cNvPr>
            <p:cNvSpPr/>
            <p:nvPr/>
          </p:nvSpPr>
          <p:spPr>
            <a:xfrm>
              <a:off x="2476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1" name="pg93">
              <a:extLst>
                <a:ext uri="{FF2B5EF4-FFF2-40B4-BE49-F238E27FC236}">
                  <a16:creationId xmlns:a16="http://schemas.microsoft.com/office/drawing/2014/main" id="{970F5A6B-9BD6-072A-84FA-840B9D67FE6C}"/>
                </a:ext>
              </a:extLst>
            </p:cNvPr>
            <p:cNvSpPr/>
            <p:nvPr/>
          </p:nvSpPr>
          <p:spPr>
            <a:xfrm>
              <a:off x="26314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2" name="pt94">
              <a:extLst>
                <a:ext uri="{FF2B5EF4-FFF2-40B4-BE49-F238E27FC236}">
                  <a16:creationId xmlns:a16="http://schemas.microsoft.com/office/drawing/2014/main" id="{3C56C2F2-3887-085D-3A19-728D8DA6F0DC}"/>
                </a:ext>
              </a:extLst>
            </p:cNvPr>
            <p:cNvSpPr/>
            <p:nvPr/>
          </p:nvSpPr>
          <p:spPr>
            <a:xfrm>
              <a:off x="219851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3" name="pt95">
              <a:extLst>
                <a:ext uri="{FF2B5EF4-FFF2-40B4-BE49-F238E27FC236}">
                  <a16:creationId xmlns:a16="http://schemas.microsoft.com/office/drawing/2014/main" id="{671E8FF6-2334-99C5-CAF2-36202D52121C}"/>
                </a:ext>
              </a:extLst>
            </p:cNvPr>
            <p:cNvSpPr/>
            <p:nvPr/>
          </p:nvSpPr>
          <p:spPr>
            <a:xfrm>
              <a:off x="2104674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4" name="pt96">
              <a:extLst>
                <a:ext uri="{FF2B5EF4-FFF2-40B4-BE49-F238E27FC236}">
                  <a16:creationId xmlns:a16="http://schemas.microsoft.com/office/drawing/2014/main" id="{C3ED6F27-DC39-7C8A-3DF2-17CDEF343BDC}"/>
                </a:ext>
              </a:extLst>
            </p:cNvPr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5" name="pt97">
              <a:extLst>
                <a:ext uri="{FF2B5EF4-FFF2-40B4-BE49-F238E27FC236}">
                  <a16:creationId xmlns:a16="http://schemas.microsoft.com/office/drawing/2014/main" id="{CEE0F6F1-F6A5-9FEA-A16A-A454EE509767}"/>
                </a:ext>
              </a:extLst>
            </p:cNvPr>
            <p:cNvSpPr/>
            <p:nvPr/>
          </p:nvSpPr>
          <p:spPr>
            <a:xfrm>
              <a:off x="192906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6" name="pt98">
              <a:extLst>
                <a:ext uri="{FF2B5EF4-FFF2-40B4-BE49-F238E27FC236}">
                  <a16:creationId xmlns:a16="http://schemas.microsoft.com/office/drawing/2014/main" id="{011BF619-3E47-FB86-1808-EDA70849DD33}"/>
                </a:ext>
              </a:extLst>
            </p:cNvPr>
            <p:cNvSpPr/>
            <p:nvPr/>
          </p:nvSpPr>
          <p:spPr>
            <a:xfrm>
              <a:off x="2154836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7" name="pt99">
              <a:extLst>
                <a:ext uri="{FF2B5EF4-FFF2-40B4-BE49-F238E27FC236}">
                  <a16:creationId xmlns:a16="http://schemas.microsoft.com/office/drawing/2014/main" id="{7FCAF978-96BD-0E82-1791-A794606AE98E}"/>
                </a:ext>
              </a:extLst>
            </p:cNvPr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8" name="pt100">
              <a:extLst>
                <a:ext uri="{FF2B5EF4-FFF2-40B4-BE49-F238E27FC236}">
                  <a16:creationId xmlns:a16="http://schemas.microsoft.com/office/drawing/2014/main" id="{4DACD2E6-73C6-31B6-F49F-9E1BF2023615}"/>
                </a:ext>
              </a:extLst>
            </p:cNvPr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9" name="pt101">
              <a:extLst>
                <a:ext uri="{FF2B5EF4-FFF2-40B4-BE49-F238E27FC236}">
                  <a16:creationId xmlns:a16="http://schemas.microsoft.com/office/drawing/2014/main" id="{1B05BEB6-FC52-B781-DCB4-6C1C419DA47E}"/>
                </a:ext>
              </a:extLst>
            </p:cNvPr>
            <p:cNvSpPr/>
            <p:nvPr/>
          </p:nvSpPr>
          <p:spPr>
            <a:xfrm>
              <a:off x="199053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0" name="pt102">
              <a:extLst>
                <a:ext uri="{FF2B5EF4-FFF2-40B4-BE49-F238E27FC236}">
                  <a16:creationId xmlns:a16="http://schemas.microsoft.com/office/drawing/2014/main" id="{65A25ABD-339C-7812-EB10-237B781DD409}"/>
                </a:ext>
              </a:extLst>
            </p:cNvPr>
            <p:cNvSpPr/>
            <p:nvPr/>
          </p:nvSpPr>
          <p:spPr>
            <a:xfrm>
              <a:off x="208763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1" name="pt103">
              <a:extLst>
                <a:ext uri="{FF2B5EF4-FFF2-40B4-BE49-F238E27FC236}">
                  <a16:creationId xmlns:a16="http://schemas.microsoft.com/office/drawing/2014/main" id="{D2504038-8471-FA62-729F-328E5B807681}"/>
                </a:ext>
              </a:extLst>
            </p:cNvPr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2" name="pt104">
              <a:extLst>
                <a:ext uri="{FF2B5EF4-FFF2-40B4-BE49-F238E27FC236}">
                  <a16:creationId xmlns:a16="http://schemas.microsoft.com/office/drawing/2014/main" id="{D5C04C82-752A-FC82-B178-F679C1523D23}"/>
                </a:ext>
              </a:extLst>
            </p:cNvPr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3" name="pt105">
              <a:extLst>
                <a:ext uri="{FF2B5EF4-FFF2-40B4-BE49-F238E27FC236}">
                  <a16:creationId xmlns:a16="http://schemas.microsoft.com/office/drawing/2014/main" id="{D0A25556-F9FE-DA6E-81E7-89847E26CF16}"/>
                </a:ext>
              </a:extLst>
            </p:cNvPr>
            <p:cNvSpPr/>
            <p:nvPr/>
          </p:nvSpPr>
          <p:spPr>
            <a:xfrm>
              <a:off x="1859948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4" name="pt106">
              <a:extLst>
                <a:ext uri="{FF2B5EF4-FFF2-40B4-BE49-F238E27FC236}">
                  <a16:creationId xmlns:a16="http://schemas.microsoft.com/office/drawing/2014/main" id="{1F3806F4-2A1F-0F41-9B2A-573A1E4D93E4}"/>
                </a:ext>
              </a:extLst>
            </p:cNvPr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5" name="pt107">
              <a:extLst>
                <a:ext uri="{FF2B5EF4-FFF2-40B4-BE49-F238E27FC236}">
                  <a16:creationId xmlns:a16="http://schemas.microsoft.com/office/drawing/2014/main" id="{77C5DA0E-68C0-72C9-FCF0-61487F489E85}"/>
                </a:ext>
              </a:extLst>
            </p:cNvPr>
            <p:cNvSpPr/>
            <p:nvPr/>
          </p:nvSpPr>
          <p:spPr>
            <a:xfrm>
              <a:off x="193834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6" name="pt108">
              <a:extLst>
                <a:ext uri="{FF2B5EF4-FFF2-40B4-BE49-F238E27FC236}">
                  <a16:creationId xmlns:a16="http://schemas.microsoft.com/office/drawing/2014/main" id="{F816470C-02C0-F7F8-BD87-056475E975B3}"/>
                </a:ext>
              </a:extLst>
            </p:cNvPr>
            <p:cNvSpPr/>
            <p:nvPr/>
          </p:nvSpPr>
          <p:spPr>
            <a:xfrm>
              <a:off x="1872272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7" name="pt109">
              <a:extLst>
                <a:ext uri="{FF2B5EF4-FFF2-40B4-BE49-F238E27FC236}">
                  <a16:creationId xmlns:a16="http://schemas.microsoft.com/office/drawing/2014/main" id="{392C0155-5B0F-854F-801F-1CE534C137BF}"/>
                </a:ext>
              </a:extLst>
            </p:cNvPr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8" name="pt110">
              <a:extLst>
                <a:ext uri="{FF2B5EF4-FFF2-40B4-BE49-F238E27FC236}">
                  <a16:creationId xmlns:a16="http://schemas.microsoft.com/office/drawing/2014/main" id="{36CABB9D-87CA-A785-396F-5FF07DF3FAAD}"/>
                </a:ext>
              </a:extLst>
            </p:cNvPr>
            <p:cNvSpPr/>
            <p:nvPr/>
          </p:nvSpPr>
          <p:spPr>
            <a:xfrm>
              <a:off x="202964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9" name="pt111">
              <a:extLst>
                <a:ext uri="{FF2B5EF4-FFF2-40B4-BE49-F238E27FC236}">
                  <a16:creationId xmlns:a16="http://schemas.microsoft.com/office/drawing/2014/main" id="{6A73BE76-FE15-4A35-0612-EADF397C5DFE}"/>
                </a:ext>
              </a:extLst>
            </p:cNvPr>
            <p:cNvSpPr/>
            <p:nvPr/>
          </p:nvSpPr>
          <p:spPr>
            <a:xfrm>
              <a:off x="18422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0" name="pt112">
              <a:extLst>
                <a:ext uri="{FF2B5EF4-FFF2-40B4-BE49-F238E27FC236}">
                  <a16:creationId xmlns:a16="http://schemas.microsoft.com/office/drawing/2014/main" id="{51BCBE7A-8632-B00A-83EA-91A9B08D6282}"/>
                </a:ext>
              </a:extLst>
            </p:cNvPr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1" name="pt113">
              <a:extLst>
                <a:ext uri="{FF2B5EF4-FFF2-40B4-BE49-F238E27FC236}">
                  <a16:creationId xmlns:a16="http://schemas.microsoft.com/office/drawing/2014/main" id="{6946CBE6-0032-BA96-7CAD-346C7E17105F}"/>
                </a:ext>
              </a:extLst>
            </p:cNvPr>
            <p:cNvSpPr/>
            <p:nvPr/>
          </p:nvSpPr>
          <p:spPr>
            <a:xfrm>
              <a:off x="2041293" y="147111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2" name="pt114">
              <a:extLst>
                <a:ext uri="{FF2B5EF4-FFF2-40B4-BE49-F238E27FC236}">
                  <a16:creationId xmlns:a16="http://schemas.microsoft.com/office/drawing/2014/main" id="{B4A788E1-59A5-B0DB-6356-12B6ADB240BB}"/>
                </a:ext>
              </a:extLst>
            </p:cNvPr>
            <p:cNvSpPr/>
            <p:nvPr/>
          </p:nvSpPr>
          <p:spPr>
            <a:xfrm>
              <a:off x="2201277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3" name="pt115">
              <a:extLst>
                <a:ext uri="{FF2B5EF4-FFF2-40B4-BE49-F238E27FC236}">
                  <a16:creationId xmlns:a16="http://schemas.microsoft.com/office/drawing/2014/main" id="{7F6B7D5B-DDF6-2CF1-84A3-54C035C0EFA5}"/>
                </a:ext>
              </a:extLst>
            </p:cNvPr>
            <p:cNvSpPr/>
            <p:nvPr/>
          </p:nvSpPr>
          <p:spPr>
            <a:xfrm>
              <a:off x="1887851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4" name="pt116">
              <a:extLst>
                <a:ext uri="{FF2B5EF4-FFF2-40B4-BE49-F238E27FC236}">
                  <a16:creationId xmlns:a16="http://schemas.microsoft.com/office/drawing/2014/main" id="{2C3ACFE9-26AD-3E1E-B6F2-DA8B75B9D147}"/>
                </a:ext>
              </a:extLst>
            </p:cNvPr>
            <p:cNvSpPr/>
            <p:nvPr/>
          </p:nvSpPr>
          <p:spPr>
            <a:xfrm>
              <a:off x="1726960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5" name="pt117">
              <a:extLst>
                <a:ext uri="{FF2B5EF4-FFF2-40B4-BE49-F238E27FC236}">
                  <a16:creationId xmlns:a16="http://schemas.microsoft.com/office/drawing/2014/main" id="{6C291AC5-AA43-F4E6-8B46-1E08AEA26876}"/>
                </a:ext>
              </a:extLst>
            </p:cNvPr>
            <p:cNvSpPr/>
            <p:nvPr/>
          </p:nvSpPr>
          <p:spPr>
            <a:xfrm>
              <a:off x="1852173" y="4000381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6" name="pt118">
              <a:extLst>
                <a:ext uri="{FF2B5EF4-FFF2-40B4-BE49-F238E27FC236}">
                  <a16:creationId xmlns:a16="http://schemas.microsoft.com/office/drawing/2014/main" id="{02206E7D-A93A-4FB1-23D9-DC7BABE60680}"/>
                </a:ext>
              </a:extLst>
            </p:cNvPr>
            <p:cNvSpPr/>
            <p:nvPr/>
          </p:nvSpPr>
          <p:spPr>
            <a:xfrm>
              <a:off x="175501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7" name="pt119">
              <a:extLst>
                <a:ext uri="{FF2B5EF4-FFF2-40B4-BE49-F238E27FC236}">
                  <a16:creationId xmlns:a16="http://schemas.microsoft.com/office/drawing/2014/main" id="{6C2ADD30-2E72-9950-28AB-B48B3089EC41}"/>
                </a:ext>
              </a:extLst>
            </p:cNvPr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8" name="pt120">
              <a:extLst>
                <a:ext uri="{FF2B5EF4-FFF2-40B4-BE49-F238E27FC236}">
                  <a16:creationId xmlns:a16="http://schemas.microsoft.com/office/drawing/2014/main" id="{18A9BD8C-565C-4657-C4BC-2094B4AE7A42}"/>
                </a:ext>
              </a:extLst>
            </p:cNvPr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9" name="pt121">
              <a:extLst>
                <a:ext uri="{FF2B5EF4-FFF2-40B4-BE49-F238E27FC236}">
                  <a16:creationId xmlns:a16="http://schemas.microsoft.com/office/drawing/2014/main" id="{049F9017-B273-CAE3-228F-480330CD5418}"/>
                </a:ext>
              </a:extLst>
            </p:cNvPr>
            <p:cNvSpPr/>
            <p:nvPr/>
          </p:nvSpPr>
          <p:spPr>
            <a:xfrm>
              <a:off x="16310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0" name="pt122">
              <a:extLst>
                <a:ext uri="{FF2B5EF4-FFF2-40B4-BE49-F238E27FC236}">
                  <a16:creationId xmlns:a16="http://schemas.microsoft.com/office/drawing/2014/main" id="{37469B85-8EB1-EB0C-F334-296EC2C00876}"/>
                </a:ext>
              </a:extLst>
            </p:cNvPr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1" name="pt123">
              <a:extLst>
                <a:ext uri="{FF2B5EF4-FFF2-40B4-BE49-F238E27FC236}">
                  <a16:creationId xmlns:a16="http://schemas.microsoft.com/office/drawing/2014/main" id="{B13BAC82-8DF9-C2B6-1239-837EE5BCCCD3}"/>
                </a:ext>
              </a:extLst>
            </p:cNvPr>
            <p:cNvSpPr/>
            <p:nvPr/>
          </p:nvSpPr>
          <p:spPr>
            <a:xfrm>
              <a:off x="1770865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2" name="pt124">
              <a:extLst>
                <a:ext uri="{FF2B5EF4-FFF2-40B4-BE49-F238E27FC236}">
                  <a16:creationId xmlns:a16="http://schemas.microsoft.com/office/drawing/2014/main" id="{C64D87AE-4878-E6D5-271F-E7EF7B548D45}"/>
                </a:ext>
              </a:extLst>
            </p:cNvPr>
            <p:cNvSpPr/>
            <p:nvPr/>
          </p:nvSpPr>
          <p:spPr>
            <a:xfrm>
              <a:off x="2242791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3" name="pt125">
              <a:extLst>
                <a:ext uri="{FF2B5EF4-FFF2-40B4-BE49-F238E27FC236}">
                  <a16:creationId xmlns:a16="http://schemas.microsoft.com/office/drawing/2014/main" id="{0955BD06-ADF5-F564-F5A1-E1B3018F08F9}"/>
                </a:ext>
              </a:extLst>
            </p:cNvPr>
            <p:cNvSpPr/>
            <p:nvPr/>
          </p:nvSpPr>
          <p:spPr>
            <a:xfrm>
              <a:off x="169866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4" name="pt126">
              <a:extLst>
                <a:ext uri="{FF2B5EF4-FFF2-40B4-BE49-F238E27FC236}">
                  <a16:creationId xmlns:a16="http://schemas.microsoft.com/office/drawing/2014/main" id="{22C92E8A-E124-6CFE-B736-1944B0271B9C}"/>
                </a:ext>
              </a:extLst>
            </p:cNvPr>
            <p:cNvSpPr/>
            <p:nvPr/>
          </p:nvSpPr>
          <p:spPr>
            <a:xfrm>
              <a:off x="2258316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5" name="pt127">
              <a:extLst>
                <a:ext uri="{FF2B5EF4-FFF2-40B4-BE49-F238E27FC236}">
                  <a16:creationId xmlns:a16="http://schemas.microsoft.com/office/drawing/2014/main" id="{7A4E166E-A83A-C2AB-D5B9-C9C30F983927}"/>
                </a:ext>
              </a:extLst>
            </p:cNvPr>
            <p:cNvSpPr/>
            <p:nvPr/>
          </p:nvSpPr>
          <p:spPr>
            <a:xfrm>
              <a:off x="2396736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6" name="pt128">
              <a:extLst>
                <a:ext uri="{FF2B5EF4-FFF2-40B4-BE49-F238E27FC236}">
                  <a16:creationId xmlns:a16="http://schemas.microsoft.com/office/drawing/2014/main" id="{0C331A2D-29FB-6D8B-964E-5D94428C4AD1}"/>
                </a:ext>
              </a:extLst>
            </p:cNvPr>
            <p:cNvSpPr/>
            <p:nvPr/>
          </p:nvSpPr>
          <p:spPr>
            <a:xfrm>
              <a:off x="223503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7" name="pt129">
              <a:extLst>
                <a:ext uri="{FF2B5EF4-FFF2-40B4-BE49-F238E27FC236}">
                  <a16:creationId xmlns:a16="http://schemas.microsoft.com/office/drawing/2014/main" id="{ADCF3379-9F22-9779-F7E1-73DCD3658168}"/>
                </a:ext>
              </a:extLst>
            </p:cNvPr>
            <p:cNvSpPr/>
            <p:nvPr/>
          </p:nvSpPr>
          <p:spPr>
            <a:xfrm>
              <a:off x="1589013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8" name="pt130">
              <a:extLst>
                <a:ext uri="{FF2B5EF4-FFF2-40B4-BE49-F238E27FC236}">
                  <a16:creationId xmlns:a16="http://schemas.microsoft.com/office/drawing/2014/main" id="{4213804F-AC0E-7BE4-0B50-16DAA8A5261E}"/>
                </a:ext>
              </a:extLst>
            </p:cNvPr>
            <p:cNvSpPr/>
            <p:nvPr/>
          </p:nvSpPr>
          <p:spPr>
            <a:xfrm>
              <a:off x="1659791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9" name="pt131">
              <a:extLst>
                <a:ext uri="{FF2B5EF4-FFF2-40B4-BE49-F238E27FC236}">
                  <a16:creationId xmlns:a16="http://schemas.microsoft.com/office/drawing/2014/main" id="{5419F3EA-6153-2A59-7DD9-6576A59B0CB3}"/>
                </a:ext>
              </a:extLst>
            </p:cNvPr>
            <p:cNvSpPr/>
            <p:nvPr/>
          </p:nvSpPr>
          <p:spPr>
            <a:xfrm>
              <a:off x="225738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0" name="pt132">
              <a:extLst>
                <a:ext uri="{FF2B5EF4-FFF2-40B4-BE49-F238E27FC236}">
                  <a16:creationId xmlns:a16="http://schemas.microsoft.com/office/drawing/2014/main" id="{5C60590A-3AC0-5EA4-4F8D-9EB0933C2834}"/>
                </a:ext>
              </a:extLst>
            </p:cNvPr>
            <p:cNvSpPr/>
            <p:nvPr/>
          </p:nvSpPr>
          <p:spPr>
            <a:xfrm>
              <a:off x="2287298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1" name="pt133">
              <a:extLst>
                <a:ext uri="{FF2B5EF4-FFF2-40B4-BE49-F238E27FC236}">
                  <a16:creationId xmlns:a16="http://schemas.microsoft.com/office/drawing/2014/main" id="{D3F5F92E-6714-81A5-782E-0D899F43B731}"/>
                </a:ext>
              </a:extLst>
            </p:cNvPr>
            <p:cNvSpPr/>
            <p:nvPr/>
          </p:nvSpPr>
          <p:spPr>
            <a:xfrm>
              <a:off x="2453610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2" name="pt134">
              <a:extLst>
                <a:ext uri="{FF2B5EF4-FFF2-40B4-BE49-F238E27FC236}">
                  <a16:creationId xmlns:a16="http://schemas.microsoft.com/office/drawing/2014/main" id="{C034348A-03BD-49DC-2968-D995EBFDF887}"/>
                </a:ext>
              </a:extLst>
            </p:cNvPr>
            <p:cNvSpPr/>
            <p:nvPr/>
          </p:nvSpPr>
          <p:spPr>
            <a:xfrm>
              <a:off x="229334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3" name="pt135">
              <a:extLst>
                <a:ext uri="{FF2B5EF4-FFF2-40B4-BE49-F238E27FC236}">
                  <a16:creationId xmlns:a16="http://schemas.microsoft.com/office/drawing/2014/main" id="{B3506633-7B48-8B8C-D7C2-EF310094E57E}"/>
                </a:ext>
              </a:extLst>
            </p:cNvPr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4" name="pt136">
              <a:extLst>
                <a:ext uri="{FF2B5EF4-FFF2-40B4-BE49-F238E27FC236}">
                  <a16:creationId xmlns:a16="http://schemas.microsoft.com/office/drawing/2014/main" id="{BA11022B-A452-CD9D-5E42-20E601C564E2}"/>
                </a:ext>
              </a:extLst>
            </p:cNvPr>
            <p:cNvSpPr/>
            <p:nvPr/>
          </p:nvSpPr>
          <p:spPr>
            <a:xfrm>
              <a:off x="1714575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5" name="pt137">
              <a:extLst>
                <a:ext uri="{FF2B5EF4-FFF2-40B4-BE49-F238E27FC236}">
                  <a16:creationId xmlns:a16="http://schemas.microsoft.com/office/drawing/2014/main" id="{24C0B669-07AC-E7A3-4FE5-797B07AB8F82}"/>
                </a:ext>
              </a:extLst>
            </p:cNvPr>
            <p:cNvSpPr/>
            <p:nvPr/>
          </p:nvSpPr>
          <p:spPr>
            <a:xfrm>
              <a:off x="2264339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6" name="pt138">
              <a:extLst>
                <a:ext uri="{FF2B5EF4-FFF2-40B4-BE49-F238E27FC236}">
                  <a16:creationId xmlns:a16="http://schemas.microsoft.com/office/drawing/2014/main" id="{995D955F-4384-64EB-1B27-F6CF94AB8941}"/>
                </a:ext>
              </a:extLst>
            </p:cNvPr>
            <p:cNvSpPr/>
            <p:nvPr/>
          </p:nvSpPr>
          <p:spPr>
            <a:xfrm>
              <a:off x="2264143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7" name="pt139">
              <a:extLst>
                <a:ext uri="{FF2B5EF4-FFF2-40B4-BE49-F238E27FC236}">
                  <a16:creationId xmlns:a16="http://schemas.microsoft.com/office/drawing/2014/main" id="{082B7783-25A4-23AE-9901-50DCF2E9376D}"/>
                </a:ext>
              </a:extLst>
            </p:cNvPr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8" name="pt140">
              <a:extLst>
                <a:ext uri="{FF2B5EF4-FFF2-40B4-BE49-F238E27FC236}">
                  <a16:creationId xmlns:a16="http://schemas.microsoft.com/office/drawing/2014/main" id="{7ECA9530-5542-3F33-A34B-608E45199806}"/>
                </a:ext>
              </a:extLst>
            </p:cNvPr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9" name="pt141">
              <a:extLst>
                <a:ext uri="{FF2B5EF4-FFF2-40B4-BE49-F238E27FC236}">
                  <a16:creationId xmlns:a16="http://schemas.microsoft.com/office/drawing/2014/main" id="{25B2CD6E-1074-EB65-1C7E-8000AFF71205}"/>
                </a:ext>
              </a:extLst>
            </p:cNvPr>
            <p:cNvSpPr/>
            <p:nvPr/>
          </p:nvSpPr>
          <p:spPr>
            <a:xfrm>
              <a:off x="1592009" y="147111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0" name="pt142">
              <a:extLst>
                <a:ext uri="{FF2B5EF4-FFF2-40B4-BE49-F238E27FC236}">
                  <a16:creationId xmlns:a16="http://schemas.microsoft.com/office/drawing/2014/main" id="{57042FFD-C726-B95C-F279-4B89093D0163}"/>
                </a:ext>
              </a:extLst>
            </p:cNvPr>
            <p:cNvSpPr/>
            <p:nvPr/>
          </p:nvSpPr>
          <p:spPr>
            <a:xfrm>
              <a:off x="173084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1" name="pt143">
              <a:extLst>
                <a:ext uri="{FF2B5EF4-FFF2-40B4-BE49-F238E27FC236}">
                  <a16:creationId xmlns:a16="http://schemas.microsoft.com/office/drawing/2014/main" id="{3462F6ED-9865-3954-18BF-B71CA089FF80}"/>
                </a:ext>
              </a:extLst>
            </p:cNvPr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2" name="pt144">
              <a:extLst>
                <a:ext uri="{FF2B5EF4-FFF2-40B4-BE49-F238E27FC236}">
                  <a16:creationId xmlns:a16="http://schemas.microsoft.com/office/drawing/2014/main" id="{FB1A98DD-9A2B-767E-9F1B-047939178332}"/>
                </a:ext>
              </a:extLst>
            </p:cNvPr>
            <p:cNvSpPr/>
            <p:nvPr/>
          </p:nvSpPr>
          <p:spPr>
            <a:xfrm>
              <a:off x="276231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3" name="pt145">
              <a:extLst>
                <a:ext uri="{FF2B5EF4-FFF2-40B4-BE49-F238E27FC236}">
                  <a16:creationId xmlns:a16="http://schemas.microsoft.com/office/drawing/2014/main" id="{A9A2011D-D453-F776-CB04-EDE64F19BAAB}"/>
                </a:ext>
              </a:extLst>
            </p:cNvPr>
            <p:cNvSpPr/>
            <p:nvPr/>
          </p:nvSpPr>
          <p:spPr>
            <a:xfrm>
              <a:off x="165344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4" name="pt146">
              <a:extLst>
                <a:ext uri="{FF2B5EF4-FFF2-40B4-BE49-F238E27FC236}">
                  <a16:creationId xmlns:a16="http://schemas.microsoft.com/office/drawing/2014/main" id="{1BD92693-C798-C2D6-DA56-82E2B487B111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5" name="pt147">
              <a:extLst>
                <a:ext uri="{FF2B5EF4-FFF2-40B4-BE49-F238E27FC236}">
                  <a16:creationId xmlns:a16="http://schemas.microsoft.com/office/drawing/2014/main" id="{50892563-C500-873F-ADEE-1A31CAEC5EF3}"/>
                </a:ext>
              </a:extLst>
            </p:cNvPr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6" name="pt148">
              <a:extLst>
                <a:ext uri="{FF2B5EF4-FFF2-40B4-BE49-F238E27FC236}">
                  <a16:creationId xmlns:a16="http://schemas.microsoft.com/office/drawing/2014/main" id="{0894BAE2-58AF-C6CE-D804-40E6212030E1}"/>
                </a:ext>
              </a:extLst>
            </p:cNvPr>
            <p:cNvSpPr/>
            <p:nvPr/>
          </p:nvSpPr>
          <p:spPr>
            <a:xfrm>
              <a:off x="272511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7" name="pt149">
              <a:extLst>
                <a:ext uri="{FF2B5EF4-FFF2-40B4-BE49-F238E27FC236}">
                  <a16:creationId xmlns:a16="http://schemas.microsoft.com/office/drawing/2014/main" id="{E24A14EC-BC53-856A-C86B-F60FED30E641}"/>
                </a:ext>
              </a:extLst>
            </p:cNvPr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8" name="pt150">
              <a:extLst>
                <a:ext uri="{FF2B5EF4-FFF2-40B4-BE49-F238E27FC236}">
                  <a16:creationId xmlns:a16="http://schemas.microsoft.com/office/drawing/2014/main" id="{07444AD9-7089-0A41-0F7B-8858E924F5CF}"/>
                </a:ext>
              </a:extLst>
            </p:cNvPr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9" name="pt151">
              <a:extLst>
                <a:ext uri="{FF2B5EF4-FFF2-40B4-BE49-F238E27FC236}">
                  <a16:creationId xmlns:a16="http://schemas.microsoft.com/office/drawing/2014/main" id="{569FB61A-CDA2-FA16-3594-97F86444B31A}"/>
                </a:ext>
              </a:extLst>
            </p:cNvPr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0" name="pt152">
              <a:extLst>
                <a:ext uri="{FF2B5EF4-FFF2-40B4-BE49-F238E27FC236}">
                  <a16:creationId xmlns:a16="http://schemas.microsoft.com/office/drawing/2014/main" id="{0C397C4A-03F3-161D-E356-1BA0C14CFD22}"/>
                </a:ext>
              </a:extLst>
            </p:cNvPr>
            <p:cNvSpPr/>
            <p:nvPr/>
          </p:nvSpPr>
          <p:spPr>
            <a:xfrm>
              <a:off x="168360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1" name="pt153">
              <a:extLst>
                <a:ext uri="{FF2B5EF4-FFF2-40B4-BE49-F238E27FC236}">
                  <a16:creationId xmlns:a16="http://schemas.microsoft.com/office/drawing/2014/main" id="{61251558-FF3F-5604-3E50-81741992B4C1}"/>
                </a:ext>
              </a:extLst>
            </p:cNvPr>
            <p:cNvSpPr/>
            <p:nvPr/>
          </p:nvSpPr>
          <p:spPr>
            <a:xfrm>
              <a:off x="162454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2" name="pt154">
              <a:extLst>
                <a:ext uri="{FF2B5EF4-FFF2-40B4-BE49-F238E27FC236}">
                  <a16:creationId xmlns:a16="http://schemas.microsoft.com/office/drawing/2014/main" id="{26EB3624-64E7-76B3-D9D9-A8062D955B19}"/>
                </a:ext>
              </a:extLst>
            </p:cNvPr>
            <p:cNvSpPr/>
            <p:nvPr/>
          </p:nvSpPr>
          <p:spPr>
            <a:xfrm>
              <a:off x="189364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3" name="pt155">
              <a:extLst>
                <a:ext uri="{FF2B5EF4-FFF2-40B4-BE49-F238E27FC236}">
                  <a16:creationId xmlns:a16="http://schemas.microsoft.com/office/drawing/2014/main" id="{F6D18754-77DE-8F3C-7C94-77C68505AC71}"/>
                </a:ext>
              </a:extLst>
            </p:cNvPr>
            <p:cNvSpPr/>
            <p:nvPr/>
          </p:nvSpPr>
          <p:spPr>
            <a:xfrm>
              <a:off x="2694865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4" name="pt156">
              <a:extLst>
                <a:ext uri="{FF2B5EF4-FFF2-40B4-BE49-F238E27FC236}">
                  <a16:creationId xmlns:a16="http://schemas.microsoft.com/office/drawing/2014/main" id="{328A14AA-8015-ABF9-7D4C-923560FAFAA7}"/>
                </a:ext>
              </a:extLst>
            </p:cNvPr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5" name="pt157">
              <a:extLst>
                <a:ext uri="{FF2B5EF4-FFF2-40B4-BE49-F238E27FC236}">
                  <a16:creationId xmlns:a16="http://schemas.microsoft.com/office/drawing/2014/main" id="{C938BA79-7361-F0C5-351A-F5478693AD30}"/>
                </a:ext>
              </a:extLst>
            </p:cNvPr>
            <p:cNvSpPr/>
            <p:nvPr/>
          </p:nvSpPr>
          <p:spPr>
            <a:xfrm>
              <a:off x="1846060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6" name="pt158">
              <a:extLst>
                <a:ext uri="{FF2B5EF4-FFF2-40B4-BE49-F238E27FC236}">
                  <a16:creationId xmlns:a16="http://schemas.microsoft.com/office/drawing/2014/main" id="{4E952739-CDD8-F415-23D9-031D1C316E90}"/>
                </a:ext>
              </a:extLst>
            </p:cNvPr>
            <p:cNvSpPr/>
            <p:nvPr/>
          </p:nvSpPr>
          <p:spPr>
            <a:xfrm>
              <a:off x="1638239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7" name="pt159">
              <a:extLst>
                <a:ext uri="{FF2B5EF4-FFF2-40B4-BE49-F238E27FC236}">
                  <a16:creationId xmlns:a16="http://schemas.microsoft.com/office/drawing/2014/main" id="{DA78518C-0345-7832-BEA0-48BF141EA911}"/>
                </a:ext>
              </a:extLst>
            </p:cNvPr>
            <p:cNvSpPr/>
            <p:nvPr/>
          </p:nvSpPr>
          <p:spPr>
            <a:xfrm>
              <a:off x="273472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8" name="pt160">
              <a:extLst>
                <a:ext uri="{FF2B5EF4-FFF2-40B4-BE49-F238E27FC236}">
                  <a16:creationId xmlns:a16="http://schemas.microsoft.com/office/drawing/2014/main" id="{43C3F6B9-961E-3B67-63DF-6670E92469BB}"/>
                </a:ext>
              </a:extLst>
            </p:cNvPr>
            <p:cNvSpPr/>
            <p:nvPr/>
          </p:nvSpPr>
          <p:spPr>
            <a:xfrm>
              <a:off x="1874806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9" name="pt161">
              <a:extLst>
                <a:ext uri="{FF2B5EF4-FFF2-40B4-BE49-F238E27FC236}">
                  <a16:creationId xmlns:a16="http://schemas.microsoft.com/office/drawing/2014/main" id="{3B1ECD25-9232-9378-BE18-5231B6450727}"/>
                </a:ext>
              </a:extLst>
            </p:cNvPr>
            <p:cNvSpPr/>
            <p:nvPr/>
          </p:nvSpPr>
          <p:spPr>
            <a:xfrm>
              <a:off x="2692864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0" name="pt162">
              <a:extLst>
                <a:ext uri="{FF2B5EF4-FFF2-40B4-BE49-F238E27FC236}">
                  <a16:creationId xmlns:a16="http://schemas.microsoft.com/office/drawing/2014/main" id="{BC9B4CA2-4BC3-7C94-8E95-7B621C297E51}"/>
                </a:ext>
              </a:extLst>
            </p:cNvPr>
            <p:cNvSpPr/>
            <p:nvPr/>
          </p:nvSpPr>
          <p:spPr>
            <a:xfrm>
              <a:off x="2732100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1" name="pt163">
              <a:extLst>
                <a:ext uri="{FF2B5EF4-FFF2-40B4-BE49-F238E27FC236}">
                  <a16:creationId xmlns:a16="http://schemas.microsoft.com/office/drawing/2014/main" id="{17FF031C-D142-7000-7082-F5A68F4B6F1D}"/>
                </a:ext>
              </a:extLst>
            </p:cNvPr>
            <p:cNvSpPr/>
            <p:nvPr/>
          </p:nvSpPr>
          <p:spPr>
            <a:xfrm>
              <a:off x="2723002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2" name="pt164">
              <a:extLst>
                <a:ext uri="{FF2B5EF4-FFF2-40B4-BE49-F238E27FC236}">
                  <a16:creationId xmlns:a16="http://schemas.microsoft.com/office/drawing/2014/main" id="{B519A021-2603-5B5B-123E-F8FDB2B0EDA3}"/>
                </a:ext>
              </a:extLst>
            </p:cNvPr>
            <p:cNvSpPr/>
            <p:nvPr/>
          </p:nvSpPr>
          <p:spPr>
            <a:xfrm>
              <a:off x="1922723" y="1471114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3" name="pt165">
              <a:extLst>
                <a:ext uri="{FF2B5EF4-FFF2-40B4-BE49-F238E27FC236}">
                  <a16:creationId xmlns:a16="http://schemas.microsoft.com/office/drawing/2014/main" id="{2791DA06-C3ED-001D-9879-5AB2B929CA7B}"/>
                </a:ext>
              </a:extLst>
            </p:cNvPr>
            <p:cNvSpPr/>
            <p:nvPr/>
          </p:nvSpPr>
          <p:spPr>
            <a:xfrm>
              <a:off x="2749933" y="4000381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4" name="pg166">
              <a:extLst>
                <a:ext uri="{FF2B5EF4-FFF2-40B4-BE49-F238E27FC236}">
                  <a16:creationId xmlns:a16="http://schemas.microsoft.com/office/drawing/2014/main" id="{B5C2B9A2-4F57-6193-A6AF-5A6C0B2B8E43}"/>
                </a:ext>
              </a:extLst>
            </p:cNvPr>
            <p:cNvSpPr/>
            <p:nvPr/>
          </p:nvSpPr>
          <p:spPr>
            <a:xfrm>
              <a:off x="27512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5" name="pg167">
              <a:extLst>
                <a:ext uri="{FF2B5EF4-FFF2-40B4-BE49-F238E27FC236}">
                  <a16:creationId xmlns:a16="http://schemas.microsoft.com/office/drawing/2014/main" id="{1C16932A-5958-4CF0-F3E8-F873C72DA951}"/>
                </a:ext>
              </a:extLst>
            </p:cNvPr>
            <p:cNvSpPr/>
            <p:nvPr/>
          </p:nvSpPr>
          <p:spPr>
            <a:xfrm>
              <a:off x="2855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6" name="pg168">
              <a:extLst>
                <a:ext uri="{FF2B5EF4-FFF2-40B4-BE49-F238E27FC236}">
                  <a16:creationId xmlns:a16="http://schemas.microsoft.com/office/drawing/2014/main" id="{00E666F2-0D70-EF01-3909-A4045FD3DEB6}"/>
                </a:ext>
              </a:extLst>
            </p:cNvPr>
            <p:cNvSpPr/>
            <p:nvPr/>
          </p:nvSpPr>
          <p:spPr>
            <a:xfrm>
              <a:off x="25114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7" name="pg169">
              <a:extLst>
                <a:ext uri="{FF2B5EF4-FFF2-40B4-BE49-F238E27FC236}">
                  <a16:creationId xmlns:a16="http://schemas.microsoft.com/office/drawing/2014/main" id="{95A375B9-B416-44D0-A9EE-F538B659A69E}"/>
                </a:ext>
              </a:extLst>
            </p:cNvPr>
            <p:cNvSpPr/>
            <p:nvPr/>
          </p:nvSpPr>
          <p:spPr>
            <a:xfrm>
              <a:off x="27820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8" name="pg170">
              <a:extLst>
                <a:ext uri="{FF2B5EF4-FFF2-40B4-BE49-F238E27FC236}">
                  <a16:creationId xmlns:a16="http://schemas.microsoft.com/office/drawing/2014/main" id="{0C533C9E-39AD-C8D9-9D94-6C062819EAB6}"/>
                </a:ext>
              </a:extLst>
            </p:cNvPr>
            <p:cNvSpPr/>
            <p:nvPr/>
          </p:nvSpPr>
          <p:spPr>
            <a:xfrm>
              <a:off x="2796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9" name="pg171">
              <a:extLst>
                <a:ext uri="{FF2B5EF4-FFF2-40B4-BE49-F238E27FC236}">
                  <a16:creationId xmlns:a16="http://schemas.microsoft.com/office/drawing/2014/main" id="{36CB42F4-DA1D-E1A5-BD20-B4928349C9C0}"/>
                </a:ext>
              </a:extLst>
            </p:cNvPr>
            <p:cNvSpPr/>
            <p:nvPr/>
          </p:nvSpPr>
          <p:spPr>
            <a:xfrm>
              <a:off x="26713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0" name="pg172">
              <a:extLst>
                <a:ext uri="{FF2B5EF4-FFF2-40B4-BE49-F238E27FC236}">
                  <a16:creationId xmlns:a16="http://schemas.microsoft.com/office/drawing/2014/main" id="{1B44E40A-0ADA-BA4F-62A8-7C8BDD57E7C3}"/>
                </a:ext>
              </a:extLst>
            </p:cNvPr>
            <p:cNvSpPr/>
            <p:nvPr/>
          </p:nvSpPr>
          <p:spPr>
            <a:xfrm>
              <a:off x="29961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1" name="pg173">
              <a:extLst>
                <a:ext uri="{FF2B5EF4-FFF2-40B4-BE49-F238E27FC236}">
                  <a16:creationId xmlns:a16="http://schemas.microsoft.com/office/drawing/2014/main" id="{73A1A863-8B78-93AD-0271-74D99287B01B}"/>
                </a:ext>
              </a:extLst>
            </p:cNvPr>
            <p:cNvSpPr/>
            <p:nvPr/>
          </p:nvSpPr>
          <p:spPr>
            <a:xfrm>
              <a:off x="27754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2" name="pg174">
              <a:extLst>
                <a:ext uri="{FF2B5EF4-FFF2-40B4-BE49-F238E27FC236}">
                  <a16:creationId xmlns:a16="http://schemas.microsoft.com/office/drawing/2014/main" id="{295995B4-4502-A7CF-0FF8-57C64B5DE208}"/>
                </a:ext>
              </a:extLst>
            </p:cNvPr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3" name="pg175">
              <a:extLst>
                <a:ext uri="{FF2B5EF4-FFF2-40B4-BE49-F238E27FC236}">
                  <a16:creationId xmlns:a16="http://schemas.microsoft.com/office/drawing/2014/main" id="{10994787-A447-DB38-D7AB-65861A4AC628}"/>
                </a:ext>
              </a:extLst>
            </p:cNvPr>
            <p:cNvSpPr/>
            <p:nvPr/>
          </p:nvSpPr>
          <p:spPr>
            <a:xfrm>
              <a:off x="27749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4" name="pg176">
              <a:extLst>
                <a:ext uri="{FF2B5EF4-FFF2-40B4-BE49-F238E27FC236}">
                  <a16:creationId xmlns:a16="http://schemas.microsoft.com/office/drawing/2014/main" id="{02986BFD-C7D0-2ACC-2042-2E27C9E2C796}"/>
                </a:ext>
              </a:extLst>
            </p:cNvPr>
            <p:cNvSpPr/>
            <p:nvPr/>
          </p:nvSpPr>
          <p:spPr>
            <a:xfrm>
              <a:off x="2318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5" name="pg177">
              <a:extLst>
                <a:ext uri="{FF2B5EF4-FFF2-40B4-BE49-F238E27FC236}">
                  <a16:creationId xmlns:a16="http://schemas.microsoft.com/office/drawing/2014/main" id="{03332479-592C-7C8F-D0DC-6BEDF92AB077}"/>
                </a:ext>
              </a:extLst>
            </p:cNvPr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6" name="pg178">
              <a:extLst>
                <a:ext uri="{FF2B5EF4-FFF2-40B4-BE49-F238E27FC236}">
                  <a16:creationId xmlns:a16="http://schemas.microsoft.com/office/drawing/2014/main" id="{19F5FB7A-FA8A-A119-A003-315B944740F6}"/>
                </a:ext>
              </a:extLst>
            </p:cNvPr>
            <p:cNvSpPr/>
            <p:nvPr/>
          </p:nvSpPr>
          <p:spPr>
            <a:xfrm>
              <a:off x="2363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7" name="pg179">
              <a:extLst>
                <a:ext uri="{FF2B5EF4-FFF2-40B4-BE49-F238E27FC236}">
                  <a16:creationId xmlns:a16="http://schemas.microsoft.com/office/drawing/2014/main" id="{A27364C1-E915-3086-C22B-92C3078CD901}"/>
                </a:ext>
              </a:extLst>
            </p:cNvPr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8" name="pg180">
              <a:extLst>
                <a:ext uri="{FF2B5EF4-FFF2-40B4-BE49-F238E27FC236}">
                  <a16:creationId xmlns:a16="http://schemas.microsoft.com/office/drawing/2014/main" id="{47F763E1-53B6-D540-EF1A-51E4EE678E24}"/>
                </a:ext>
              </a:extLst>
            </p:cNvPr>
            <p:cNvSpPr/>
            <p:nvPr/>
          </p:nvSpPr>
          <p:spPr>
            <a:xfrm>
              <a:off x="2557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9" name="pg181">
              <a:extLst>
                <a:ext uri="{FF2B5EF4-FFF2-40B4-BE49-F238E27FC236}">
                  <a16:creationId xmlns:a16="http://schemas.microsoft.com/office/drawing/2014/main" id="{C072FCF0-D16E-63E5-7EE4-22FCF8E47058}"/>
                </a:ext>
              </a:extLst>
            </p:cNvPr>
            <p:cNvSpPr/>
            <p:nvPr/>
          </p:nvSpPr>
          <p:spPr>
            <a:xfrm>
              <a:off x="28374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0" name="pg182">
              <a:extLst>
                <a:ext uri="{FF2B5EF4-FFF2-40B4-BE49-F238E27FC236}">
                  <a16:creationId xmlns:a16="http://schemas.microsoft.com/office/drawing/2014/main" id="{FE09B5D7-E476-D061-8078-F0EC64D50765}"/>
                </a:ext>
              </a:extLst>
            </p:cNvPr>
            <p:cNvSpPr/>
            <p:nvPr/>
          </p:nvSpPr>
          <p:spPr>
            <a:xfrm>
              <a:off x="26939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1" name="pg183">
              <a:extLst>
                <a:ext uri="{FF2B5EF4-FFF2-40B4-BE49-F238E27FC236}">
                  <a16:creationId xmlns:a16="http://schemas.microsoft.com/office/drawing/2014/main" id="{066BD45B-0C22-FAA4-2C4D-45D3401D49EA}"/>
                </a:ext>
              </a:extLst>
            </p:cNvPr>
            <p:cNvSpPr/>
            <p:nvPr/>
          </p:nvSpPr>
          <p:spPr>
            <a:xfrm>
              <a:off x="27865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2" name="pg184">
              <a:extLst>
                <a:ext uri="{FF2B5EF4-FFF2-40B4-BE49-F238E27FC236}">
                  <a16:creationId xmlns:a16="http://schemas.microsoft.com/office/drawing/2014/main" id="{2A14BB9A-C2B3-CFB9-75AC-A7F9A709E35A}"/>
                </a:ext>
              </a:extLst>
            </p:cNvPr>
            <p:cNvSpPr/>
            <p:nvPr/>
          </p:nvSpPr>
          <p:spPr>
            <a:xfrm>
              <a:off x="2804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3" name="pg185">
              <a:extLst>
                <a:ext uri="{FF2B5EF4-FFF2-40B4-BE49-F238E27FC236}">
                  <a16:creationId xmlns:a16="http://schemas.microsoft.com/office/drawing/2014/main" id="{7D74676B-D23F-BBF0-233C-83FC940B3830}"/>
                </a:ext>
              </a:extLst>
            </p:cNvPr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4" name="pg186">
              <a:extLst>
                <a:ext uri="{FF2B5EF4-FFF2-40B4-BE49-F238E27FC236}">
                  <a16:creationId xmlns:a16="http://schemas.microsoft.com/office/drawing/2014/main" id="{97A53E6A-48F1-807F-1F5C-9A3753D28CF2}"/>
                </a:ext>
              </a:extLst>
            </p:cNvPr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5" name="pg187">
              <a:extLst>
                <a:ext uri="{FF2B5EF4-FFF2-40B4-BE49-F238E27FC236}">
                  <a16:creationId xmlns:a16="http://schemas.microsoft.com/office/drawing/2014/main" id="{98BF3151-2BCC-5639-0C14-5EBFBF2500F7}"/>
                </a:ext>
              </a:extLst>
            </p:cNvPr>
            <p:cNvSpPr/>
            <p:nvPr/>
          </p:nvSpPr>
          <p:spPr>
            <a:xfrm>
              <a:off x="28525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6" name="pg188">
              <a:extLst>
                <a:ext uri="{FF2B5EF4-FFF2-40B4-BE49-F238E27FC236}">
                  <a16:creationId xmlns:a16="http://schemas.microsoft.com/office/drawing/2014/main" id="{AAA3E154-1D60-F109-36A5-CF92E2A943C6}"/>
                </a:ext>
              </a:extLst>
            </p:cNvPr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7" name="pg189">
              <a:extLst>
                <a:ext uri="{FF2B5EF4-FFF2-40B4-BE49-F238E27FC236}">
                  <a16:creationId xmlns:a16="http://schemas.microsoft.com/office/drawing/2014/main" id="{81DA7298-B9DA-DA1E-660B-1403ABFFAEAA}"/>
                </a:ext>
              </a:extLst>
            </p:cNvPr>
            <p:cNvSpPr/>
            <p:nvPr/>
          </p:nvSpPr>
          <p:spPr>
            <a:xfrm>
              <a:off x="36224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8" name="pg190">
              <a:extLst>
                <a:ext uri="{FF2B5EF4-FFF2-40B4-BE49-F238E27FC236}">
                  <a16:creationId xmlns:a16="http://schemas.microsoft.com/office/drawing/2014/main" id="{F0AF502F-DD72-4114-8643-545AEC872813}"/>
                </a:ext>
              </a:extLst>
            </p:cNvPr>
            <p:cNvSpPr/>
            <p:nvPr/>
          </p:nvSpPr>
          <p:spPr>
            <a:xfrm>
              <a:off x="3346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9" name="pg191">
              <a:extLst>
                <a:ext uri="{FF2B5EF4-FFF2-40B4-BE49-F238E27FC236}">
                  <a16:creationId xmlns:a16="http://schemas.microsoft.com/office/drawing/2014/main" id="{C9C545B2-74BA-D66A-6F9D-8C259CA83458}"/>
                </a:ext>
              </a:extLst>
            </p:cNvPr>
            <p:cNvSpPr/>
            <p:nvPr/>
          </p:nvSpPr>
          <p:spPr>
            <a:xfrm>
              <a:off x="32532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0" name="pg192">
              <a:extLst>
                <a:ext uri="{FF2B5EF4-FFF2-40B4-BE49-F238E27FC236}">
                  <a16:creationId xmlns:a16="http://schemas.microsoft.com/office/drawing/2014/main" id="{834D238B-BBD8-CCAF-BBB5-5B6411E70B06}"/>
                </a:ext>
              </a:extLst>
            </p:cNvPr>
            <p:cNvSpPr/>
            <p:nvPr/>
          </p:nvSpPr>
          <p:spPr>
            <a:xfrm>
              <a:off x="30555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1" name="pg193">
              <a:extLst>
                <a:ext uri="{FF2B5EF4-FFF2-40B4-BE49-F238E27FC236}">
                  <a16:creationId xmlns:a16="http://schemas.microsoft.com/office/drawing/2014/main" id="{54265D02-F642-F457-EBE3-B329D2C5AFFE}"/>
                </a:ext>
              </a:extLst>
            </p:cNvPr>
            <p:cNvSpPr/>
            <p:nvPr/>
          </p:nvSpPr>
          <p:spPr>
            <a:xfrm>
              <a:off x="360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2" name="pg194">
              <a:extLst>
                <a:ext uri="{FF2B5EF4-FFF2-40B4-BE49-F238E27FC236}">
                  <a16:creationId xmlns:a16="http://schemas.microsoft.com/office/drawing/2014/main" id="{29D7CD87-F548-9B24-DE20-21D01DCC19ED}"/>
                </a:ext>
              </a:extLst>
            </p:cNvPr>
            <p:cNvSpPr/>
            <p:nvPr/>
          </p:nvSpPr>
          <p:spPr>
            <a:xfrm>
              <a:off x="35580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3" name="pg195">
              <a:extLst>
                <a:ext uri="{FF2B5EF4-FFF2-40B4-BE49-F238E27FC236}">
                  <a16:creationId xmlns:a16="http://schemas.microsoft.com/office/drawing/2014/main" id="{06FB6D9B-F364-DEA9-06CC-B298CD45DABE}"/>
                </a:ext>
              </a:extLst>
            </p:cNvPr>
            <p:cNvSpPr/>
            <p:nvPr/>
          </p:nvSpPr>
          <p:spPr>
            <a:xfrm>
              <a:off x="20014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4" name="pg196">
              <a:extLst>
                <a:ext uri="{FF2B5EF4-FFF2-40B4-BE49-F238E27FC236}">
                  <a16:creationId xmlns:a16="http://schemas.microsoft.com/office/drawing/2014/main" id="{62FF07C6-DE63-BD52-6465-49B8F61861EF}"/>
                </a:ext>
              </a:extLst>
            </p:cNvPr>
            <p:cNvSpPr/>
            <p:nvPr/>
          </p:nvSpPr>
          <p:spPr>
            <a:xfrm>
              <a:off x="1979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5" name="pg197">
              <a:extLst>
                <a:ext uri="{FF2B5EF4-FFF2-40B4-BE49-F238E27FC236}">
                  <a16:creationId xmlns:a16="http://schemas.microsoft.com/office/drawing/2014/main" id="{B487C568-5575-56D0-772B-005DC8395D11}"/>
                </a:ext>
              </a:extLst>
            </p:cNvPr>
            <p:cNvSpPr/>
            <p:nvPr/>
          </p:nvSpPr>
          <p:spPr>
            <a:xfrm>
              <a:off x="3207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6" name="pg198">
              <a:extLst>
                <a:ext uri="{FF2B5EF4-FFF2-40B4-BE49-F238E27FC236}">
                  <a16:creationId xmlns:a16="http://schemas.microsoft.com/office/drawing/2014/main" id="{6274BD7E-B68D-7A93-FC30-F46B3C3E069D}"/>
                </a:ext>
              </a:extLst>
            </p:cNvPr>
            <p:cNvSpPr/>
            <p:nvPr/>
          </p:nvSpPr>
          <p:spPr>
            <a:xfrm>
              <a:off x="3372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7" name="pg199">
              <a:extLst>
                <a:ext uri="{FF2B5EF4-FFF2-40B4-BE49-F238E27FC236}">
                  <a16:creationId xmlns:a16="http://schemas.microsoft.com/office/drawing/2014/main" id="{59C55D96-C18B-1F57-F3A1-F3568CBA919E}"/>
                </a:ext>
              </a:extLst>
            </p:cNvPr>
            <p:cNvSpPr/>
            <p:nvPr/>
          </p:nvSpPr>
          <p:spPr>
            <a:xfrm>
              <a:off x="35647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8" name="pg200">
              <a:extLst>
                <a:ext uri="{FF2B5EF4-FFF2-40B4-BE49-F238E27FC236}">
                  <a16:creationId xmlns:a16="http://schemas.microsoft.com/office/drawing/2014/main" id="{B596DD55-A1D5-4FE7-614E-BED7D3C93739}"/>
                </a:ext>
              </a:extLst>
            </p:cNvPr>
            <p:cNvSpPr/>
            <p:nvPr/>
          </p:nvSpPr>
          <p:spPr>
            <a:xfrm>
              <a:off x="20178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9" name="pg201">
              <a:extLst>
                <a:ext uri="{FF2B5EF4-FFF2-40B4-BE49-F238E27FC236}">
                  <a16:creationId xmlns:a16="http://schemas.microsoft.com/office/drawing/2014/main" id="{B9CA45C5-EDDF-09E8-EE6D-CAB7F320EBA7}"/>
                </a:ext>
              </a:extLst>
            </p:cNvPr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0" name="pg202">
              <a:extLst>
                <a:ext uri="{FF2B5EF4-FFF2-40B4-BE49-F238E27FC236}">
                  <a16:creationId xmlns:a16="http://schemas.microsoft.com/office/drawing/2014/main" id="{E1871CAA-AF65-4DF2-34C6-8C4EFFAE2130}"/>
                </a:ext>
              </a:extLst>
            </p:cNvPr>
            <p:cNvSpPr/>
            <p:nvPr/>
          </p:nvSpPr>
          <p:spPr>
            <a:xfrm>
              <a:off x="19770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1" name="pg203">
              <a:extLst>
                <a:ext uri="{FF2B5EF4-FFF2-40B4-BE49-F238E27FC236}">
                  <a16:creationId xmlns:a16="http://schemas.microsoft.com/office/drawing/2014/main" id="{20C93692-1375-B233-A938-4A809048BFA4}"/>
                </a:ext>
              </a:extLst>
            </p:cNvPr>
            <p:cNvSpPr/>
            <p:nvPr/>
          </p:nvSpPr>
          <p:spPr>
            <a:xfrm>
              <a:off x="1957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2" name="pg204">
              <a:extLst>
                <a:ext uri="{FF2B5EF4-FFF2-40B4-BE49-F238E27FC236}">
                  <a16:creationId xmlns:a16="http://schemas.microsoft.com/office/drawing/2014/main" id="{96FE0BED-F886-2039-386F-CAF996AFDB60}"/>
                </a:ext>
              </a:extLst>
            </p:cNvPr>
            <p:cNvSpPr/>
            <p:nvPr/>
          </p:nvSpPr>
          <p:spPr>
            <a:xfrm>
              <a:off x="35760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3" name="pg205">
              <a:extLst>
                <a:ext uri="{FF2B5EF4-FFF2-40B4-BE49-F238E27FC236}">
                  <a16:creationId xmlns:a16="http://schemas.microsoft.com/office/drawing/2014/main" id="{17A65981-FCD9-B232-AA0E-34F908AF25BC}"/>
                </a:ext>
              </a:extLst>
            </p:cNvPr>
            <p:cNvSpPr/>
            <p:nvPr/>
          </p:nvSpPr>
          <p:spPr>
            <a:xfrm>
              <a:off x="198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4" name="pg206">
              <a:extLst>
                <a:ext uri="{FF2B5EF4-FFF2-40B4-BE49-F238E27FC236}">
                  <a16:creationId xmlns:a16="http://schemas.microsoft.com/office/drawing/2014/main" id="{AC827852-3EE6-C947-002B-4BDA35192463}"/>
                </a:ext>
              </a:extLst>
            </p:cNvPr>
            <p:cNvSpPr/>
            <p:nvPr/>
          </p:nvSpPr>
          <p:spPr>
            <a:xfrm>
              <a:off x="351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5" name="pg207">
              <a:extLst>
                <a:ext uri="{FF2B5EF4-FFF2-40B4-BE49-F238E27FC236}">
                  <a16:creationId xmlns:a16="http://schemas.microsoft.com/office/drawing/2014/main" id="{5BA6ADF6-8EA0-6095-4DB7-3F727BC8E972}"/>
                </a:ext>
              </a:extLst>
            </p:cNvPr>
            <p:cNvSpPr/>
            <p:nvPr/>
          </p:nvSpPr>
          <p:spPr>
            <a:xfrm>
              <a:off x="2012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6" name="pg208">
              <a:extLst>
                <a:ext uri="{FF2B5EF4-FFF2-40B4-BE49-F238E27FC236}">
                  <a16:creationId xmlns:a16="http://schemas.microsoft.com/office/drawing/2014/main" id="{80008220-F77A-4AE5-E74D-6E74C03516A8}"/>
                </a:ext>
              </a:extLst>
            </p:cNvPr>
            <p:cNvSpPr/>
            <p:nvPr/>
          </p:nvSpPr>
          <p:spPr>
            <a:xfrm>
              <a:off x="3378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7" name="pg209">
              <a:extLst>
                <a:ext uri="{FF2B5EF4-FFF2-40B4-BE49-F238E27FC236}">
                  <a16:creationId xmlns:a16="http://schemas.microsoft.com/office/drawing/2014/main" id="{F684319E-D3D3-9441-38B3-AB91EB691E92}"/>
                </a:ext>
              </a:extLst>
            </p:cNvPr>
            <p:cNvSpPr/>
            <p:nvPr/>
          </p:nvSpPr>
          <p:spPr>
            <a:xfrm>
              <a:off x="20066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8" name="pg210">
              <a:extLst>
                <a:ext uri="{FF2B5EF4-FFF2-40B4-BE49-F238E27FC236}">
                  <a16:creationId xmlns:a16="http://schemas.microsoft.com/office/drawing/2014/main" id="{AB0FE112-8C37-6AB9-3904-2070B58B9480}"/>
                </a:ext>
              </a:extLst>
            </p:cNvPr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9" name="pg211">
              <a:extLst>
                <a:ext uri="{FF2B5EF4-FFF2-40B4-BE49-F238E27FC236}">
                  <a16:creationId xmlns:a16="http://schemas.microsoft.com/office/drawing/2014/main" id="{02B9A041-901E-3FFB-B404-B3DFE7F4A2EA}"/>
                </a:ext>
              </a:extLst>
            </p:cNvPr>
            <p:cNvSpPr/>
            <p:nvPr/>
          </p:nvSpPr>
          <p:spPr>
            <a:xfrm>
              <a:off x="2011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0" name="pg212">
              <a:extLst>
                <a:ext uri="{FF2B5EF4-FFF2-40B4-BE49-F238E27FC236}">
                  <a16:creationId xmlns:a16="http://schemas.microsoft.com/office/drawing/2014/main" id="{0CA0A349-E729-C2D2-0527-031EDA0DFE22}"/>
                </a:ext>
              </a:extLst>
            </p:cNvPr>
            <p:cNvSpPr/>
            <p:nvPr/>
          </p:nvSpPr>
          <p:spPr>
            <a:xfrm>
              <a:off x="20231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1" name="pl213">
              <a:extLst>
                <a:ext uri="{FF2B5EF4-FFF2-40B4-BE49-F238E27FC236}">
                  <a16:creationId xmlns:a16="http://schemas.microsoft.com/office/drawing/2014/main" id="{C8FAF592-69D5-0C13-A427-5FFF80701793}"/>
                </a:ext>
              </a:extLst>
            </p:cNvPr>
            <p:cNvSpPr/>
            <p:nvPr/>
          </p:nvSpPr>
          <p:spPr>
            <a:xfrm>
              <a:off x="2017917" y="1516266"/>
              <a:ext cx="1665306" cy="0"/>
            </a:xfrm>
            <a:custGeom>
              <a:avLst/>
              <a:gdLst/>
              <a:ahLst/>
              <a:cxnLst/>
              <a:rect l="0" t="0" r="0" b="0"/>
              <a:pathLst>
                <a:path w="1665306">
                  <a:moveTo>
                    <a:pt x="0" y="0"/>
                  </a:moveTo>
                  <a:lnTo>
                    <a:pt x="21079" y="0"/>
                  </a:lnTo>
                  <a:lnTo>
                    <a:pt x="42159" y="0"/>
                  </a:lnTo>
                  <a:lnTo>
                    <a:pt x="63239" y="0"/>
                  </a:lnTo>
                  <a:lnTo>
                    <a:pt x="84319" y="0"/>
                  </a:lnTo>
                  <a:lnTo>
                    <a:pt x="105399" y="0"/>
                  </a:lnTo>
                  <a:lnTo>
                    <a:pt x="126479" y="0"/>
                  </a:lnTo>
                  <a:lnTo>
                    <a:pt x="147558" y="0"/>
                  </a:lnTo>
                  <a:lnTo>
                    <a:pt x="168638" y="0"/>
                  </a:lnTo>
                  <a:lnTo>
                    <a:pt x="189718" y="0"/>
                  </a:lnTo>
                  <a:lnTo>
                    <a:pt x="210798" y="0"/>
                  </a:lnTo>
                  <a:lnTo>
                    <a:pt x="231878" y="0"/>
                  </a:lnTo>
                  <a:lnTo>
                    <a:pt x="252958" y="0"/>
                  </a:lnTo>
                  <a:lnTo>
                    <a:pt x="274037" y="0"/>
                  </a:lnTo>
                  <a:lnTo>
                    <a:pt x="295117" y="0"/>
                  </a:lnTo>
                  <a:lnTo>
                    <a:pt x="316197" y="0"/>
                  </a:lnTo>
                  <a:lnTo>
                    <a:pt x="337277" y="0"/>
                  </a:lnTo>
                  <a:lnTo>
                    <a:pt x="358357" y="0"/>
                  </a:lnTo>
                  <a:lnTo>
                    <a:pt x="379437" y="0"/>
                  </a:lnTo>
                  <a:lnTo>
                    <a:pt x="400516" y="0"/>
                  </a:lnTo>
                  <a:lnTo>
                    <a:pt x="421596" y="0"/>
                  </a:lnTo>
                  <a:lnTo>
                    <a:pt x="442676" y="0"/>
                  </a:lnTo>
                  <a:lnTo>
                    <a:pt x="463756" y="0"/>
                  </a:lnTo>
                  <a:lnTo>
                    <a:pt x="484836" y="0"/>
                  </a:lnTo>
                  <a:lnTo>
                    <a:pt x="505916" y="0"/>
                  </a:lnTo>
                  <a:lnTo>
                    <a:pt x="526995" y="0"/>
                  </a:lnTo>
                  <a:lnTo>
                    <a:pt x="548075" y="0"/>
                  </a:lnTo>
                  <a:lnTo>
                    <a:pt x="569155" y="0"/>
                  </a:lnTo>
                  <a:lnTo>
                    <a:pt x="590235" y="0"/>
                  </a:lnTo>
                  <a:lnTo>
                    <a:pt x="611315" y="0"/>
                  </a:lnTo>
                  <a:lnTo>
                    <a:pt x="632395" y="0"/>
                  </a:lnTo>
                  <a:lnTo>
                    <a:pt x="653474" y="0"/>
                  </a:lnTo>
                  <a:lnTo>
                    <a:pt x="674554" y="0"/>
                  </a:lnTo>
                  <a:lnTo>
                    <a:pt x="695634" y="0"/>
                  </a:lnTo>
                  <a:lnTo>
                    <a:pt x="716714" y="0"/>
                  </a:lnTo>
                  <a:lnTo>
                    <a:pt x="737794" y="0"/>
                  </a:lnTo>
                  <a:lnTo>
                    <a:pt x="758874" y="0"/>
                  </a:lnTo>
                  <a:lnTo>
                    <a:pt x="779953" y="0"/>
                  </a:lnTo>
                  <a:lnTo>
                    <a:pt x="801033" y="0"/>
                  </a:lnTo>
                  <a:lnTo>
                    <a:pt x="822113" y="0"/>
                  </a:lnTo>
                  <a:lnTo>
                    <a:pt x="843193" y="0"/>
                  </a:lnTo>
                  <a:lnTo>
                    <a:pt x="864273" y="0"/>
                  </a:lnTo>
                  <a:lnTo>
                    <a:pt x="885353" y="0"/>
                  </a:lnTo>
                  <a:lnTo>
                    <a:pt x="906432" y="0"/>
                  </a:lnTo>
                  <a:lnTo>
                    <a:pt x="927512" y="0"/>
                  </a:lnTo>
                  <a:lnTo>
                    <a:pt x="948592" y="0"/>
                  </a:lnTo>
                  <a:lnTo>
                    <a:pt x="969672" y="0"/>
                  </a:lnTo>
                  <a:lnTo>
                    <a:pt x="990752" y="0"/>
                  </a:lnTo>
                  <a:lnTo>
                    <a:pt x="1011832" y="0"/>
                  </a:lnTo>
                  <a:lnTo>
                    <a:pt x="1032911" y="0"/>
                  </a:lnTo>
                  <a:lnTo>
                    <a:pt x="1053991" y="0"/>
                  </a:lnTo>
                  <a:lnTo>
                    <a:pt x="1075071" y="0"/>
                  </a:lnTo>
                  <a:lnTo>
                    <a:pt x="1096151" y="0"/>
                  </a:lnTo>
                  <a:lnTo>
                    <a:pt x="1117231" y="0"/>
                  </a:lnTo>
                  <a:lnTo>
                    <a:pt x="1138311" y="0"/>
                  </a:lnTo>
                  <a:lnTo>
                    <a:pt x="1159390" y="0"/>
                  </a:lnTo>
                  <a:lnTo>
                    <a:pt x="1180470" y="0"/>
                  </a:lnTo>
                  <a:lnTo>
                    <a:pt x="1201550" y="0"/>
                  </a:lnTo>
                  <a:lnTo>
                    <a:pt x="1222630" y="0"/>
                  </a:lnTo>
                  <a:lnTo>
                    <a:pt x="1243710" y="0"/>
                  </a:lnTo>
                  <a:lnTo>
                    <a:pt x="1264790" y="0"/>
                  </a:lnTo>
                  <a:lnTo>
                    <a:pt x="1285869" y="0"/>
                  </a:lnTo>
                  <a:lnTo>
                    <a:pt x="1306949" y="0"/>
                  </a:lnTo>
                  <a:lnTo>
                    <a:pt x="1328029" y="0"/>
                  </a:lnTo>
                  <a:lnTo>
                    <a:pt x="1349109" y="0"/>
                  </a:lnTo>
                  <a:lnTo>
                    <a:pt x="1370189" y="0"/>
                  </a:lnTo>
                  <a:lnTo>
                    <a:pt x="1391269" y="0"/>
                  </a:lnTo>
                  <a:lnTo>
                    <a:pt x="1412348" y="0"/>
                  </a:lnTo>
                  <a:lnTo>
                    <a:pt x="1433428" y="0"/>
                  </a:lnTo>
                  <a:lnTo>
                    <a:pt x="1454508" y="0"/>
                  </a:lnTo>
                  <a:lnTo>
                    <a:pt x="1475588" y="0"/>
                  </a:lnTo>
                  <a:lnTo>
                    <a:pt x="1496668" y="0"/>
                  </a:lnTo>
                  <a:lnTo>
                    <a:pt x="1517748" y="0"/>
                  </a:lnTo>
                  <a:lnTo>
                    <a:pt x="1538827" y="0"/>
                  </a:lnTo>
                  <a:lnTo>
                    <a:pt x="1559907" y="0"/>
                  </a:lnTo>
                  <a:lnTo>
                    <a:pt x="1580987" y="0"/>
                  </a:lnTo>
                  <a:lnTo>
                    <a:pt x="1602067" y="0"/>
                  </a:lnTo>
                  <a:lnTo>
                    <a:pt x="1623147" y="0"/>
                  </a:lnTo>
                  <a:lnTo>
                    <a:pt x="1644227" y="0"/>
                  </a:lnTo>
                  <a:lnTo>
                    <a:pt x="166530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2" name="pl214">
              <a:extLst>
                <a:ext uri="{FF2B5EF4-FFF2-40B4-BE49-F238E27FC236}">
                  <a16:creationId xmlns:a16="http://schemas.microsoft.com/office/drawing/2014/main" id="{96AC3F3A-CD70-B334-4643-9355189E1D35}"/>
                </a:ext>
              </a:extLst>
            </p:cNvPr>
            <p:cNvSpPr/>
            <p:nvPr/>
          </p:nvSpPr>
          <p:spPr>
            <a:xfrm>
              <a:off x="2378843" y="1626631"/>
              <a:ext cx="678148" cy="1893561"/>
            </a:xfrm>
            <a:custGeom>
              <a:avLst/>
              <a:gdLst/>
              <a:ahLst/>
              <a:cxnLst/>
              <a:rect l="0" t="0" r="0" b="0"/>
              <a:pathLst>
                <a:path w="678148" h="1893561">
                  <a:moveTo>
                    <a:pt x="0" y="0"/>
                  </a:moveTo>
                  <a:lnTo>
                    <a:pt x="8584" y="6067"/>
                  </a:lnTo>
                  <a:lnTo>
                    <a:pt x="17168" y="12450"/>
                  </a:lnTo>
                  <a:lnTo>
                    <a:pt x="25752" y="19165"/>
                  </a:lnTo>
                  <a:lnTo>
                    <a:pt x="34336" y="26226"/>
                  </a:lnTo>
                  <a:lnTo>
                    <a:pt x="42920" y="33649"/>
                  </a:lnTo>
                  <a:lnTo>
                    <a:pt x="51504" y="41450"/>
                  </a:lnTo>
                  <a:lnTo>
                    <a:pt x="60089" y="49645"/>
                  </a:lnTo>
                  <a:lnTo>
                    <a:pt x="68673" y="58251"/>
                  </a:lnTo>
                  <a:lnTo>
                    <a:pt x="77257" y="67285"/>
                  </a:lnTo>
                  <a:lnTo>
                    <a:pt x="85841" y="76765"/>
                  </a:lnTo>
                  <a:lnTo>
                    <a:pt x="94425" y="86708"/>
                  </a:lnTo>
                  <a:lnTo>
                    <a:pt x="103009" y="97133"/>
                  </a:lnTo>
                  <a:lnTo>
                    <a:pt x="111594" y="108058"/>
                  </a:lnTo>
                  <a:lnTo>
                    <a:pt x="120178" y="119501"/>
                  </a:lnTo>
                  <a:lnTo>
                    <a:pt x="128762" y="131480"/>
                  </a:lnTo>
                  <a:lnTo>
                    <a:pt x="137346" y="144015"/>
                  </a:lnTo>
                  <a:lnTo>
                    <a:pt x="145930" y="157124"/>
                  </a:lnTo>
                  <a:lnTo>
                    <a:pt x="154514" y="170824"/>
                  </a:lnTo>
                  <a:lnTo>
                    <a:pt x="163099" y="185135"/>
                  </a:lnTo>
                  <a:lnTo>
                    <a:pt x="171683" y="200073"/>
                  </a:lnTo>
                  <a:lnTo>
                    <a:pt x="180267" y="215657"/>
                  </a:lnTo>
                  <a:lnTo>
                    <a:pt x="188851" y="231902"/>
                  </a:lnTo>
                  <a:lnTo>
                    <a:pt x="197435" y="248824"/>
                  </a:lnTo>
                  <a:lnTo>
                    <a:pt x="206019" y="266439"/>
                  </a:lnTo>
                  <a:lnTo>
                    <a:pt x="214603" y="284760"/>
                  </a:lnTo>
                  <a:lnTo>
                    <a:pt x="223188" y="303801"/>
                  </a:lnTo>
                  <a:lnTo>
                    <a:pt x="231772" y="323573"/>
                  </a:lnTo>
                  <a:lnTo>
                    <a:pt x="240356" y="344086"/>
                  </a:lnTo>
                  <a:lnTo>
                    <a:pt x="248940" y="365349"/>
                  </a:lnTo>
                  <a:lnTo>
                    <a:pt x="257524" y="387367"/>
                  </a:lnTo>
                  <a:lnTo>
                    <a:pt x="266108" y="410147"/>
                  </a:lnTo>
                  <a:lnTo>
                    <a:pt x="274693" y="433690"/>
                  </a:lnTo>
                  <a:lnTo>
                    <a:pt x="283277" y="457996"/>
                  </a:lnTo>
                  <a:lnTo>
                    <a:pt x="291861" y="483064"/>
                  </a:lnTo>
                  <a:lnTo>
                    <a:pt x="300445" y="508888"/>
                  </a:lnTo>
                  <a:lnTo>
                    <a:pt x="309029" y="535461"/>
                  </a:lnTo>
                  <a:lnTo>
                    <a:pt x="317613" y="562773"/>
                  </a:lnTo>
                  <a:lnTo>
                    <a:pt x="326198" y="590809"/>
                  </a:lnTo>
                  <a:lnTo>
                    <a:pt x="334782" y="619554"/>
                  </a:lnTo>
                  <a:lnTo>
                    <a:pt x="343366" y="648988"/>
                  </a:lnTo>
                  <a:lnTo>
                    <a:pt x="351950" y="679089"/>
                  </a:lnTo>
                  <a:lnTo>
                    <a:pt x="360534" y="709829"/>
                  </a:lnTo>
                  <a:lnTo>
                    <a:pt x="369118" y="741180"/>
                  </a:lnTo>
                  <a:lnTo>
                    <a:pt x="377702" y="773111"/>
                  </a:lnTo>
                  <a:lnTo>
                    <a:pt x="386287" y="805585"/>
                  </a:lnTo>
                  <a:lnTo>
                    <a:pt x="394871" y="838564"/>
                  </a:lnTo>
                  <a:lnTo>
                    <a:pt x="403455" y="872008"/>
                  </a:lnTo>
                  <a:lnTo>
                    <a:pt x="412039" y="905873"/>
                  </a:lnTo>
                  <a:lnTo>
                    <a:pt x="420623" y="940112"/>
                  </a:lnTo>
                  <a:lnTo>
                    <a:pt x="429207" y="974677"/>
                  </a:lnTo>
                  <a:lnTo>
                    <a:pt x="437792" y="1009519"/>
                  </a:lnTo>
                  <a:lnTo>
                    <a:pt x="446376" y="1044585"/>
                  </a:lnTo>
                  <a:lnTo>
                    <a:pt x="454960" y="1079821"/>
                  </a:lnTo>
                  <a:lnTo>
                    <a:pt x="463544" y="1115174"/>
                  </a:lnTo>
                  <a:lnTo>
                    <a:pt x="472128" y="1150588"/>
                  </a:lnTo>
                  <a:lnTo>
                    <a:pt x="480712" y="1186008"/>
                  </a:lnTo>
                  <a:lnTo>
                    <a:pt x="489297" y="1221378"/>
                  </a:lnTo>
                  <a:lnTo>
                    <a:pt x="497881" y="1256643"/>
                  </a:lnTo>
                  <a:lnTo>
                    <a:pt x="506465" y="1291748"/>
                  </a:lnTo>
                  <a:lnTo>
                    <a:pt x="515049" y="1326641"/>
                  </a:lnTo>
                  <a:lnTo>
                    <a:pt x="523633" y="1361268"/>
                  </a:lnTo>
                  <a:lnTo>
                    <a:pt x="532217" y="1395579"/>
                  </a:lnTo>
                  <a:lnTo>
                    <a:pt x="540801" y="1429525"/>
                  </a:lnTo>
                  <a:lnTo>
                    <a:pt x="549386" y="1463060"/>
                  </a:lnTo>
                  <a:lnTo>
                    <a:pt x="557970" y="1496140"/>
                  </a:lnTo>
                  <a:lnTo>
                    <a:pt x="566554" y="1528722"/>
                  </a:lnTo>
                  <a:lnTo>
                    <a:pt x="575138" y="1560768"/>
                  </a:lnTo>
                  <a:lnTo>
                    <a:pt x="583722" y="1592243"/>
                  </a:lnTo>
                  <a:lnTo>
                    <a:pt x="592306" y="1623113"/>
                  </a:lnTo>
                  <a:lnTo>
                    <a:pt x="600891" y="1653348"/>
                  </a:lnTo>
                  <a:lnTo>
                    <a:pt x="609475" y="1682922"/>
                  </a:lnTo>
                  <a:lnTo>
                    <a:pt x="618059" y="1711812"/>
                  </a:lnTo>
                  <a:lnTo>
                    <a:pt x="626643" y="1739998"/>
                  </a:lnTo>
                  <a:lnTo>
                    <a:pt x="635227" y="1767461"/>
                  </a:lnTo>
                  <a:lnTo>
                    <a:pt x="643811" y="1794188"/>
                  </a:lnTo>
                  <a:lnTo>
                    <a:pt x="652396" y="1820169"/>
                  </a:lnTo>
                  <a:lnTo>
                    <a:pt x="660980" y="1845394"/>
                  </a:lnTo>
                  <a:lnTo>
                    <a:pt x="669564" y="1869859"/>
                  </a:lnTo>
                  <a:lnTo>
                    <a:pt x="678148" y="1893561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3" name="pl215">
              <a:extLst>
                <a:ext uri="{FF2B5EF4-FFF2-40B4-BE49-F238E27FC236}">
                  <a16:creationId xmlns:a16="http://schemas.microsoft.com/office/drawing/2014/main" id="{47627DDB-9DE4-D1FB-092F-F23B49B4D8DA}"/>
                </a:ext>
              </a:extLst>
            </p:cNvPr>
            <p:cNvSpPr/>
            <p:nvPr/>
          </p:nvSpPr>
          <p:spPr>
            <a:xfrm>
              <a:off x="2537339" y="1723829"/>
              <a:ext cx="2732408" cy="698749"/>
            </a:xfrm>
            <a:custGeom>
              <a:avLst/>
              <a:gdLst/>
              <a:ahLst/>
              <a:cxnLst/>
              <a:rect l="0" t="0" r="0" b="0"/>
              <a:pathLst>
                <a:path w="2732408" h="698749">
                  <a:moveTo>
                    <a:pt x="0" y="698749"/>
                  </a:moveTo>
                  <a:lnTo>
                    <a:pt x="34587" y="685308"/>
                  </a:lnTo>
                  <a:lnTo>
                    <a:pt x="69174" y="671958"/>
                  </a:lnTo>
                  <a:lnTo>
                    <a:pt x="103762" y="658702"/>
                  </a:lnTo>
                  <a:lnTo>
                    <a:pt x="138349" y="645542"/>
                  </a:lnTo>
                  <a:lnTo>
                    <a:pt x="172937" y="632481"/>
                  </a:lnTo>
                  <a:lnTo>
                    <a:pt x="207524" y="619522"/>
                  </a:lnTo>
                  <a:lnTo>
                    <a:pt x="242112" y="606666"/>
                  </a:lnTo>
                  <a:lnTo>
                    <a:pt x="276699" y="593916"/>
                  </a:lnTo>
                  <a:lnTo>
                    <a:pt x="311287" y="581274"/>
                  </a:lnTo>
                  <a:lnTo>
                    <a:pt x="345874" y="568741"/>
                  </a:lnTo>
                  <a:lnTo>
                    <a:pt x="380461" y="556320"/>
                  </a:lnTo>
                  <a:lnTo>
                    <a:pt x="415049" y="544013"/>
                  </a:lnTo>
                  <a:lnTo>
                    <a:pt x="449636" y="531821"/>
                  </a:lnTo>
                  <a:lnTo>
                    <a:pt x="484224" y="519746"/>
                  </a:lnTo>
                  <a:lnTo>
                    <a:pt x="518811" y="507789"/>
                  </a:lnTo>
                  <a:lnTo>
                    <a:pt x="553399" y="495952"/>
                  </a:lnTo>
                  <a:lnTo>
                    <a:pt x="587986" y="484236"/>
                  </a:lnTo>
                  <a:lnTo>
                    <a:pt x="622574" y="472643"/>
                  </a:lnTo>
                  <a:lnTo>
                    <a:pt x="657161" y="461173"/>
                  </a:lnTo>
                  <a:lnTo>
                    <a:pt x="691749" y="449828"/>
                  </a:lnTo>
                  <a:lnTo>
                    <a:pt x="726336" y="438608"/>
                  </a:lnTo>
                  <a:lnTo>
                    <a:pt x="760923" y="427515"/>
                  </a:lnTo>
                  <a:lnTo>
                    <a:pt x="795511" y="416550"/>
                  </a:lnTo>
                  <a:lnTo>
                    <a:pt x="830098" y="405712"/>
                  </a:lnTo>
                  <a:lnTo>
                    <a:pt x="864686" y="395003"/>
                  </a:lnTo>
                  <a:lnTo>
                    <a:pt x="899273" y="384423"/>
                  </a:lnTo>
                  <a:lnTo>
                    <a:pt x="933861" y="373973"/>
                  </a:lnTo>
                  <a:lnTo>
                    <a:pt x="968448" y="363653"/>
                  </a:lnTo>
                  <a:lnTo>
                    <a:pt x="1003036" y="353464"/>
                  </a:lnTo>
                  <a:lnTo>
                    <a:pt x="1037623" y="343405"/>
                  </a:lnTo>
                  <a:lnTo>
                    <a:pt x="1072211" y="333476"/>
                  </a:lnTo>
                  <a:lnTo>
                    <a:pt x="1106798" y="323679"/>
                  </a:lnTo>
                  <a:lnTo>
                    <a:pt x="1141385" y="314013"/>
                  </a:lnTo>
                  <a:lnTo>
                    <a:pt x="1175973" y="304477"/>
                  </a:lnTo>
                  <a:lnTo>
                    <a:pt x="1210560" y="295072"/>
                  </a:lnTo>
                  <a:lnTo>
                    <a:pt x="1245148" y="285798"/>
                  </a:lnTo>
                  <a:lnTo>
                    <a:pt x="1279735" y="276653"/>
                  </a:lnTo>
                  <a:lnTo>
                    <a:pt x="1314323" y="267639"/>
                  </a:lnTo>
                  <a:lnTo>
                    <a:pt x="1348910" y="258754"/>
                  </a:lnTo>
                  <a:lnTo>
                    <a:pt x="1383498" y="249999"/>
                  </a:lnTo>
                  <a:lnTo>
                    <a:pt x="1418085" y="241372"/>
                  </a:lnTo>
                  <a:lnTo>
                    <a:pt x="1452673" y="232873"/>
                  </a:lnTo>
                  <a:lnTo>
                    <a:pt x="1487260" y="224501"/>
                  </a:lnTo>
                  <a:lnTo>
                    <a:pt x="1521847" y="216256"/>
                  </a:lnTo>
                  <a:lnTo>
                    <a:pt x="1556435" y="208138"/>
                  </a:lnTo>
                  <a:lnTo>
                    <a:pt x="1591022" y="200145"/>
                  </a:lnTo>
                  <a:lnTo>
                    <a:pt x="1625610" y="192276"/>
                  </a:lnTo>
                  <a:lnTo>
                    <a:pt x="1660197" y="184532"/>
                  </a:lnTo>
                  <a:lnTo>
                    <a:pt x="1694785" y="176910"/>
                  </a:lnTo>
                  <a:lnTo>
                    <a:pt x="1729372" y="169410"/>
                  </a:lnTo>
                  <a:lnTo>
                    <a:pt x="1763960" y="162032"/>
                  </a:lnTo>
                  <a:lnTo>
                    <a:pt x="1798547" y="154773"/>
                  </a:lnTo>
                  <a:lnTo>
                    <a:pt x="1833135" y="147634"/>
                  </a:lnTo>
                  <a:lnTo>
                    <a:pt x="1867722" y="140612"/>
                  </a:lnTo>
                  <a:lnTo>
                    <a:pt x="1902309" y="133708"/>
                  </a:lnTo>
                  <a:lnTo>
                    <a:pt x="1936897" y="126919"/>
                  </a:lnTo>
                  <a:lnTo>
                    <a:pt x="1971484" y="120246"/>
                  </a:lnTo>
                  <a:lnTo>
                    <a:pt x="2006072" y="113686"/>
                  </a:lnTo>
                  <a:lnTo>
                    <a:pt x="2040659" y="107238"/>
                  </a:lnTo>
                  <a:lnTo>
                    <a:pt x="2075247" y="100902"/>
                  </a:lnTo>
                  <a:lnTo>
                    <a:pt x="2109834" y="94676"/>
                  </a:lnTo>
                  <a:lnTo>
                    <a:pt x="2144422" y="88559"/>
                  </a:lnTo>
                  <a:lnTo>
                    <a:pt x="2179009" y="82550"/>
                  </a:lnTo>
                  <a:lnTo>
                    <a:pt x="2213597" y="76647"/>
                  </a:lnTo>
                  <a:lnTo>
                    <a:pt x="2248184" y="70849"/>
                  </a:lnTo>
                  <a:lnTo>
                    <a:pt x="2282771" y="65155"/>
                  </a:lnTo>
                  <a:lnTo>
                    <a:pt x="2317359" y="59563"/>
                  </a:lnTo>
                  <a:lnTo>
                    <a:pt x="2351946" y="54074"/>
                  </a:lnTo>
                  <a:lnTo>
                    <a:pt x="2386534" y="48684"/>
                  </a:lnTo>
                  <a:lnTo>
                    <a:pt x="2421121" y="43392"/>
                  </a:lnTo>
                  <a:lnTo>
                    <a:pt x="2455709" y="38199"/>
                  </a:lnTo>
                  <a:lnTo>
                    <a:pt x="2490296" y="33101"/>
                  </a:lnTo>
                  <a:lnTo>
                    <a:pt x="2524884" y="28098"/>
                  </a:lnTo>
                  <a:lnTo>
                    <a:pt x="2559471" y="23189"/>
                  </a:lnTo>
                  <a:lnTo>
                    <a:pt x="2594059" y="18372"/>
                  </a:lnTo>
                  <a:lnTo>
                    <a:pt x="2628646" y="13646"/>
                  </a:lnTo>
                  <a:lnTo>
                    <a:pt x="2663233" y="9009"/>
                  </a:lnTo>
                  <a:lnTo>
                    <a:pt x="2697821" y="4461"/>
                  </a:lnTo>
                  <a:lnTo>
                    <a:pt x="2732408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4" name="pl216">
              <a:extLst>
                <a:ext uri="{FF2B5EF4-FFF2-40B4-BE49-F238E27FC236}">
                  <a16:creationId xmlns:a16="http://schemas.microsoft.com/office/drawing/2014/main" id="{C5C1508B-3B0C-5F6F-831A-F5774407A375}"/>
                </a:ext>
              </a:extLst>
            </p:cNvPr>
            <p:cNvSpPr/>
            <p:nvPr/>
          </p:nvSpPr>
          <p:spPr>
            <a:xfrm>
              <a:off x="2794303" y="1532096"/>
              <a:ext cx="2728456" cy="1231437"/>
            </a:xfrm>
            <a:custGeom>
              <a:avLst/>
              <a:gdLst/>
              <a:ahLst/>
              <a:cxnLst/>
              <a:rect l="0" t="0" r="0" b="0"/>
              <a:pathLst>
                <a:path w="2728456" h="1231437">
                  <a:moveTo>
                    <a:pt x="0" y="1231437"/>
                  </a:moveTo>
                  <a:lnTo>
                    <a:pt x="34537" y="1191136"/>
                  </a:lnTo>
                  <a:lnTo>
                    <a:pt x="69074" y="1150951"/>
                  </a:lnTo>
                  <a:lnTo>
                    <a:pt x="103612" y="1110965"/>
                  </a:lnTo>
                  <a:lnTo>
                    <a:pt x="138149" y="1071255"/>
                  </a:lnTo>
                  <a:lnTo>
                    <a:pt x="172687" y="1031900"/>
                  </a:lnTo>
                  <a:lnTo>
                    <a:pt x="207224" y="992972"/>
                  </a:lnTo>
                  <a:lnTo>
                    <a:pt x="241761" y="954544"/>
                  </a:lnTo>
                  <a:lnTo>
                    <a:pt x="276299" y="916681"/>
                  </a:lnTo>
                  <a:lnTo>
                    <a:pt x="310836" y="879448"/>
                  </a:lnTo>
                  <a:lnTo>
                    <a:pt x="345374" y="842901"/>
                  </a:lnTo>
                  <a:lnTo>
                    <a:pt x="379911" y="807096"/>
                  </a:lnTo>
                  <a:lnTo>
                    <a:pt x="414449" y="772078"/>
                  </a:lnTo>
                  <a:lnTo>
                    <a:pt x="448986" y="737893"/>
                  </a:lnTo>
                  <a:lnTo>
                    <a:pt x="483523" y="704578"/>
                  </a:lnTo>
                  <a:lnTo>
                    <a:pt x="518061" y="672164"/>
                  </a:lnTo>
                  <a:lnTo>
                    <a:pt x="552598" y="640680"/>
                  </a:lnTo>
                  <a:lnTo>
                    <a:pt x="587136" y="610146"/>
                  </a:lnTo>
                  <a:lnTo>
                    <a:pt x="621673" y="580580"/>
                  </a:lnTo>
                  <a:lnTo>
                    <a:pt x="656211" y="551994"/>
                  </a:lnTo>
                  <a:lnTo>
                    <a:pt x="690748" y="524396"/>
                  </a:lnTo>
                  <a:lnTo>
                    <a:pt x="725285" y="497787"/>
                  </a:lnTo>
                  <a:lnTo>
                    <a:pt x="759823" y="472168"/>
                  </a:lnTo>
                  <a:lnTo>
                    <a:pt x="794360" y="447532"/>
                  </a:lnTo>
                  <a:lnTo>
                    <a:pt x="828898" y="423873"/>
                  </a:lnTo>
                  <a:lnTo>
                    <a:pt x="863435" y="401177"/>
                  </a:lnTo>
                  <a:lnTo>
                    <a:pt x="897973" y="379432"/>
                  </a:lnTo>
                  <a:lnTo>
                    <a:pt x="932510" y="358619"/>
                  </a:lnTo>
                  <a:lnTo>
                    <a:pt x="967047" y="338720"/>
                  </a:lnTo>
                  <a:lnTo>
                    <a:pt x="1001585" y="319714"/>
                  </a:lnTo>
                  <a:lnTo>
                    <a:pt x="1036122" y="301578"/>
                  </a:lnTo>
                  <a:lnTo>
                    <a:pt x="1070660" y="284289"/>
                  </a:lnTo>
                  <a:lnTo>
                    <a:pt x="1105197" y="267820"/>
                  </a:lnTo>
                  <a:lnTo>
                    <a:pt x="1139734" y="252146"/>
                  </a:lnTo>
                  <a:lnTo>
                    <a:pt x="1174272" y="237241"/>
                  </a:lnTo>
                  <a:lnTo>
                    <a:pt x="1208809" y="223077"/>
                  </a:lnTo>
                  <a:lnTo>
                    <a:pt x="1243347" y="209628"/>
                  </a:lnTo>
                  <a:lnTo>
                    <a:pt x="1277884" y="196865"/>
                  </a:lnTo>
                  <a:lnTo>
                    <a:pt x="1312422" y="184762"/>
                  </a:lnTo>
                  <a:lnTo>
                    <a:pt x="1346959" y="173291"/>
                  </a:lnTo>
                  <a:lnTo>
                    <a:pt x="1381496" y="162426"/>
                  </a:lnTo>
                  <a:lnTo>
                    <a:pt x="1416034" y="152141"/>
                  </a:lnTo>
                  <a:lnTo>
                    <a:pt x="1450571" y="142409"/>
                  </a:lnTo>
                  <a:lnTo>
                    <a:pt x="1485109" y="133205"/>
                  </a:lnTo>
                  <a:lnTo>
                    <a:pt x="1519646" y="124505"/>
                  </a:lnTo>
                  <a:lnTo>
                    <a:pt x="1554184" y="116285"/>
                  </a:lnTo>
                  <a:lnTo>
                    <a:pt x="1588721" y="108521"/>
                  </a:lnTo>
                  <a:lnTo>
                    <a:pt x="1623258" y="101191"/>
                  </a:lnTo>
                  <a:lnTo>
                    <a:pt x="1657796" y="94273"/>
                  </a:lnTo>
                  <a:lnTo>
                    <a:pt x="1692333" y="87747"/>
                  </a:lnTo>
                  <a:lnTo>
                    <a:pt x="1726871" y="81592"/>
                  </a:lnTo>
                  <a:lnTo>
                    <a:pt x="1761408" y="75788"/>
                  </a:lnTo>
                  <a:lnTo>
                    <a:pt x="1795946" y="70319"/>
                  </a:lnTo>
                  <a:lnTo>
                    <a:pt x="1830483" y="65165"/>
                  </a:lnTo>
                  <a:lnTo>
                    <a:pt x="1865020" y="60310"/>
                  </a:lnTo>
                  <a:lnTo>
                    <a:pt x="1899558" y="55737"/>
                  </a:lnTo>
                  <a:lnTo>
                    <a:pt x="1934095" y="51431"/>
                  </a:lnTo>
                  <a:lnTo>
                    <a:pt x="1968633" y="47378"/>
                  </a:lnTo>
                  <a:lnTo>
                    <a:pt x="2003170" y="43563"/>
                  </a:lnTo>
                  <a:lnTo>
                    <a:pt x="2037707" y="39973"/>
                  </a:lnTo>
                  <a:lnTo>
                    <a:pt x="2072245" y="36596"/>
                  </a:lnTo>
                  <a:lnTo>
                    <a:pt x="2106782" y="33419"/>
                  </a:lnTo>
                  <a:lnTo>
                    <a:pt x="2141320" y="30430"/>
                  </a:lnTo>
                  <a:lnTo>
                    <a:pt x="2175857" y="27620"/>
                  </a:lnTo>
                  <a:lnTo>
                    <a:pt x="2210395" y="24978"/>
                  </a:lnTo>
                  <a:lnTo>
                    <a:pt x="2244932" y="22494"/>
                  </a:lnTo>
                  <a:lnTo>
                    <a:pt x="2279469" y="20159"/>
                  </a:lnTo>
                  <a:lnTo>
                    <a:pt x="2314007" y="17965"/>
                  </a:lnTo>
                  <a:lnTo>
                    <a:pt x="2348544" y="15902"/>
                  </a:lnTo>
                  <a:lnTo>
                    <a:pt x="2383082" y="13964"/>
                  </a:lnTo>
                  <a:lnTo>
                    <a:pt x="2417619" y="12143"/>
                  </a:lnTo>
                  <a:lnTo>
                    <a:pt x="2452157" y="10432"/>
                  </a:lnTo>
                  <a:lnTo>
                    <a:pt x="2486694" y="8824"/>
                  </a:lnTo>
                  <a:lnTo>
                    <a:pt x="2521231" y="7315"/>
                  </a:lnTo>
                  <a:lnTo>
                    <a:pt x="2555769" y="5896"/>
                  </a:lnTo>
                  <a:lnTo>
                    <a:pt x="2590306" y="4564"/>
                  </a:lnTo>
                  <a:lnTo>
                    <a:pt x="2624844" y="3313"/>
                  </a:lnTo>
                  <a:lnTo>
                    <a:pt x="2659381" y="2139"/>
                  </a:lnTo>
                  <a:lnTo>
                    <a:pt x="2693919" y="1035"/>
                  </a:lnTo>
                  <a:lnTo>
                    <a:pt x="2728456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5" name="pl217">
              <a:extLst>
                <a:ext uri="{FF2B5EF4-FFF2-40B4-BE49-F238E27FC236}">
                  <a16:creationId xmlns:a16="http://schemas.microsoft.com/office/drawing/2014/main" id="{49CF1772-73A5-F62C-206B-AD066669E165}"/>
                </a:ext>
              </a:extLst>
            </p:cNvPr>
            <p:cNvSpPr/>
            <p:nvPr/>
          </p:nvSpPr>
          <p:spPr>
            <a:xfrm>
              <a:off x="1623483" y="3059725"/>
              <a:ext cx="1358187" cy="930037"/>
            </a:xfrm>
            <a:custGeom>
              <a:avLst/>
              <a:gdLst/>
              <a:ahLst/>
              <a:cxnLst/>
              <a:rect l="0" t="0" r="0" b="0"/>
              <a:pathLst>
                <a:path w="1358187" h="930037">
                  <a:moveTo>
                    <a:pt x="0" y="0"/>
                  </a:moveTo>
                  <a:lnTo>
                    <a:pt x="17192" y="25340"/>
                  </a:lnTo>
                  <a:lnTo>
                    <a:pt x="34384" y="50425"/>
                  </a:lnTo>
                  <a:lnTo>
                    <a:pt x="51576" y="75234"/>
                  </a:lnTo>
                  <a:lnTo>
                    <a:pt x="68768" y="99752"/>
                  </a:lnTo>
                  <a:lnTo>
                    <a:pt x="85961" y="123960"/>
                  </a:lnTo>
                  <a:lnTo>
                    <a:pt x="103153" y="147845"/>
                  </a:lnTo>
                  <a:lnTo>
                    <a:pt x="120345" y="171391"/>
                  </a:lnTo>
                  <a:lnTo>
                    <a:pt x="137537" y="194584"/>
                  </a:lnTo>
                  <a:lnTo>
                    <a:pt x="154730" y="217414"/>
                  </a:lnTo>
                  <a:lnTo>
                    <a:pt x="171922" y="239867"/>
                  </a:lnTo>
                  <a:lnTo>
                    <a:pt x="189114" y="261934"/>
                  </a:lnTo>
                  <a:lnTo>
                    <a:pt x="206306" y="283605"/>
                  </a:lnTo>
                  <a:lnTo>
                    <a:pt x="223499" y="304872"/>
                  </a:lnTo>
                  <a:lnTo>
                    <a:pt x="240691" y="325727"/>
                  </a:lnTo>
                  <a:lnTo>
                    <a:pt x="257883" y="346165"/>
                  </a:lnTo>
                  <a:lnTo>
                    <a:pt x="275075" y="366180"/>
                  </a:lnTo>
                  <a:lnTo>
                    <a:pt x="292268" y="385767"/>
                  </a:lnTo>
                  <a:lnTo>
                    <a:pt x="309460" y="404924"/>
                  </a:lnTo>
                  <a:lnTo>
                    <a:pt x="326652" y="423647"/>
                  </a:lnTo>
                  <a:lnTo>
                    <a:pt x="343844" y="441935"/>
                  </a:lnTo>
                  <a:lnTo>
                    <a:pt x="361037" y="459788"/>
                  </a:lnTo>
                  <a:lnTo>
                    <a:pt x="378229" y="477204"/>
                  </a:lnTo>
                  <a:lnTo>
                    <a:pt x="395421" y="494186"/>
                  </a:lnTo>
                  <a:lnTo>
                    <a:pt x="412613" y="510733"/>
                  </a:lnTo>
                  <a:lnTo>
                    <a:pt x="429806" y="526849"/>
                  </a:lnTo>
                  <a:lnTo>
                    <a:pt x="446998" y="542537"/>
                  </a:lnTo>
                  <a:lnTo>
                    <a:pt x="464190" y="557799"/>
                  </a:lnTo>
                  <a:lnTo>
                    <a:pt x="481382" y="572639"/>
                  </a:lnTo>
                  <a:lnTo>
                    <a:pt x="498575" y="587063"/>
                  </a:lnTo>
                  <a:lnTo>
                    <a:pt x="515767" y="601075"/>
                  </a:lnTo>
                  <a:lnTo>
                    <a:pt x="532959" y="614680"/>
                  </a:lnTo>
                  <a:lnTo>
                    <a:pt x="550151" y="627884"/>
                  </a:lnTo>
                  <a:lnTo>
                    <a:pt x="567344" y="640694"/>
                  </a:lnTo>
                  <a:lnTo>
                    <a:pt x="584536" y="653115"/>
                  </a:lnTo>
                  <a:lnTo>
                    <a:pt x="601728" y="665155"/>
                  </a:lnTo>
                  <a:lnTo>
                    <a:pt x="618920" y="676821"/>
                  </a:lnTo>
                  <a:lnTo>
                    <a:pt x="636113" y="688119"/>
                  </a:lnTo>
                  <a:lnTo>
                    <a:pt x="653305" y="699058"/>
                  </a:lnTo>
                  <a:lnTo>
                    <a:pt x="670497" y="709644"/>
                  </a:lnTo>
                  <a:lnTo>
                    <a:pt x="687689" y="719886"/>
                  </a:lnTo>
                  <a:lnTo>
                    <a:pt x="704882" y="729791"/>
                  </a:lnTo>
                  <a:lnTo>
                    <a:pt x="722074" y="739368"/>
                  </a:lnTo>
                  <a:lnTo>
                    <a:pt x="739266" y="748623"/>
                  </a:lnTo>
                  <a:lnTo>
                    <a:pt x="756458" y="757566"/>
                  </a:lnTo>
                  <a:lnTo>
                    <a:pt x="773651" y="766204"/>
                  </a:lnTo>
                  <a:lnTo>
                    <a:pt x="790843" y="774545"/>
                  </a:lnTo>
                  <a:lnTo>
                    <a:pt x="808035" y="782597"/>
                  </a:lnTo>
                  <a:lnTo>
                    <a:pt x="825227" y="790368"/>
                  </a:lnTo>
                  <a:lnTo>
                    <a:pt x="842420" y="797866"/>
                  </a:lnTo>
                  <a:lnTo>
                    <a:pt x="859612" y="805098"/>
                  </a:lnTo>
                  <a:lnTo>
                    <a:pt x="876804" y="812073"/>
                  </a:lnTo>
                  <a:lnTo>
                    <a:pt x="893996" y="818798"/>
                  </a:lnTo>
                  <a:lnTo>
                    <a:pt x="911189" y="825280"/>
                  </a:lnTo>
                  <a:lnTo>
                    <a:pt x="928381" y="831527"/>
                  </a:lnTo>
                  <a:lnTo>
                    <a:pt x="945573" y="837546"/>
                  </a:lnTo>
                  <a:lnTo>
                    <a:pt x="962765" y="843345"/>
                  </a:lnTo>
                  <a:lnTo>
                    <a:pt x="979957" y="848929"/>
                  </a:lnTo>
                  <a:lnTo>
                    <a:pt x="997150" y="854307"/>
                  </a:lnTo>
                  <a:lnTo>
                    <a:pt x="1014342" y="859485"/>
                  </a:lnTo>
                  <a:lnTo>
                    <a:pt x="1031534" y="864469"/>
                  </a:lnTo>
                  <a:lnTo>
                    <a:pt x="1048726" y="869266"/>
                  </a:lnTo>
                  <a:lnTo>
                    <a:pt x="1065919" y="873882"/>
                  </a:lnTo>
                  <a:lnTo>
                    <a:pt x="1083111" y="878324"/>
                  </a:lnTo>
                  <a:lnTo>
                    <a:pt x="1100303" y="882596"/>
                  </a:lnTo>
                  <a:lnTo>
                    <a:pt x="1117495" y="886706"/>
                  </a:lnTo>
                  <a:lnTo>
                    <a:pt x="1134688" y="890659"/>
                  </a:lnTo>
                  <a:lnTo>
                    <a:pt x="1151880" y="894460"/>
                  </a:lnTo>
                  <a:lnTo>
                    <a:pt x="1169072" y="898114"/>
                  </a:lnTo>
                  <a:lnTo>
                    <a:pt x="1186264" y="901628"/>
                  </a:lnTo>
                  <a:lnTo>
                    <a:pt x="1203457" y="905005"/>
                  </a:lnTo>
                  <a:lnTo>
                    <a:pt x="1220649" y="908251"/>
                  </a:lnTo>
                  <a:lnTo>
                    <a:pt x="1237841" y="911371"/>
                  </a:lnTo>
                  <a:lnTo>
                    <a:pt x="1255033" y="914368"/>
                  </a:lnTo>
                  <a:lnTo>
                    <a:pt x="1272226" y="917249"/>
                  </a:lnTo>
                  <a:lnTo>
                    <a:pt x="1289418" y="920016"/>
                  </a:lnTo>
                  <a:lnTo>
                    <a:pt x="1306610" y="922675"/>
                  </a:lnTo>
                  <a:lnTo>
                    <a:pt x="1323802" y="925229"/>
                  </a:lnTo>
                  <a:lnTo>
                    <a:pt x="1340995" y="927682"/>
                  </a:lnTo>
                  <a:lnTo>
                    <a:pt x="1358187" y="93003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6" name="pl218">
              <a:extLst>
                <a:ext uri="{FF2B5EF4-FFF2-40B4-BE49-F238E27FC236}">
                  <a16:creationId xmlns:a16="http://schemas.microsoft.com/office/drawing/2014/main" id="{525A7ABE-E311-5DBF-86CC-6D6D30281D27}"/>
                </a:ext>
              </a:extLst>
            </p:cNvPr>
            <p:cNvSpPr/>
            <p:nvPr/>
          </p:nvSpPr>
          <p:spPr>
            <a:xfrm>
              <a:off x="1632231" y="2194820"/>
              <a:ext cx="866531" cy="1593944"/>
            </a:xfrm>
            <a:custGeom>
              <a:avLst/>
              <a:gdLst/>
              <a:ahLst/>
              <a:cxnLst/>
              <a:rect l="0" t="0" r="0" b="0"/>
              <a:pathLst>
                <a:path w="866531" h="1593944">
                  <a:moveTo>
                    <a:pt x="0" y="0"/>
                  </a:moveTo>
                  <a:lnTo>
                    <a:pt x="10968" y="20196"/>
                  </a:lnTo>
                  <a:lnTo>
                    <a:pt x="21937" y="40759"/>
                  </a:lnTo>
                  <a:lnTo>
                    <a:pt x="32906" y="61683"/>
                  </a:lnTo>
                  <a:lnTo>
                    <a:pt x="43875" y="82959"/>
                  </a:lnTo>
                  <a:lnTo>
                    <a:pt x="54843" y="104580"/>
                  </a:lnTo>
                  <a:lnTo>
                    <a:pt x="65812" y="126534"/>
                  </a:lnTo>
                  <a:lnTo>
                    <a:pt x="76781" y="148813"/>
                  </a:lnTo>
                  <a:lnTo>
                    <a:pt x="87750" y="171404"/>
                  </a:lnTo>
                  <a:lnTo>
                    <a:pt x="98718" y="194295"/>
                  </a:lnTo>
                  <a:lnTo>
                    <a:pt x="109687" y="217475"/>
                  </a:lnTo>
                  <a:lnTo>
                    <a:pt x="120656" y="240928"/>
                  </a:lnTo>
                  <a:lnTo>
                    <a:pt x="131625" y="264640"/>
                  </a:lnTo>
                  <a:lnTo>
                    <a:pt x="142593" y="288596"/>
                  </a:lnTo>
                  <a:lnTo>
                    <a:pt x="153562" y="312781"/>
                  </a:lnTo>
                  <a:lnTo>
                    <a:pt x="164531" y="337177"/>
                  </a:lnTo>
                  <a:lnTo>
                    <a:pt x="175500" y="361767"/>
                  </a:lnTo>
                  <a:lnTo>
                    <a:pt x="186468" y="386534"/>
                  </a:lnTo>
                  <a:lnTo>
                    <a:pt x="197437" y="411459"/>
                  </a:lnTo>
                  <a:lnTo>
                    <a:pt x="208406" y="436523"/>
                  </a:lnTo>
                  <a:lnTo>
                    <a:pt x="219375" y="461706"/>
                  </a:lnTo>
                  <a:lnTo>
                    <a:pt x="230343" y="486990"/>
                  </a:lnTo>
                  <a:lnTo>
                    <a:pt x="241312" y="512353"/>
                  </a:lnTo>
                  <a:lnTo>
                    <a:pt x="252281" y="537776"/>
                  </a:lnTo>
                  <a:lnTo>
                    <a:pt x="263250" y="563239"/>
                  </a:lnTo>
                  <a:lnTo>
                    <a:pt x="274218" y="588720"/>
                  </a:lnTo>
                  <a:lnTo>
                    <a:pt x="285187" y="614198"/>
                  </a:lnTo>
                  <a:lnTo>
                    <a:pt x="296156" y="639654"/>
                  </a:lnTo>
                  <a:lnTo>
                    <a:pt x="307125" y="665067"/>
                  </a:lnTo>
                  <a:lnTo>
                    <a:pt x="318093" y="690415"/>
                  </a:lnTo>
                  <a:lnTo>
                    <a:pt x="329062" y="715680"/>
                  </a:lnTo>
                  <a:lnTo>
                    <a:pt x="340031" y="740840"/>
                  </a:lnTo>
                  <a:lnTo>
                    <a:pt x="351000" y="765876"/>
                  </a:lnTo>
                  <a:lnTo>
                    <a:pt x="361968" y="790770"/>
                  </a:lnTo>
                  <a:lnTo>
                    <a:pt x="372937" y="815502"/>
                  </a:lnTo>
                  <a:lnTo>
                    <a:pt x="383906" y="840053"/>
                  </a:lnTo>
                  <a:lnTo>
                    <a:pt x="394875" y="864407"/>
                  </a:lnTo>
                  <a:lnTo>
                    <a:pt x="405843" y="888546"/>
                  </a:lnTo>
                  <a:lnTo>
                    <a:pt x="416812" y="912453"/>
                  </a:lnTo>
                  <a:lnTo>
                    <a:pt x="427781" y="936113"/>
                  </a:lnTo>
                  <a:lnTo>
                    <a:pt x="438750" y="959510"/>
                  </a:lnTo>
                  <a:lnTo>
                    <a:pt x="449718" y="982631"/>
                  </a:lnTo>
                  <a:lnTo>
                    <a:pt x="460687" y="1005461"/>
                  </a:lnTo>
                  <a:lnTo>
                    <a:pt x="471656" y="1027988"/>
                  </a:lnTo>
                  <a:lnTo>
                    <a:pt x="482625" y="1050200"/>
                  </a:lnTo>
                  <a:lnTo>
                    <a:pt x="493593" y="1072087"/>
                  </a:lnTo>
                  <a:lnTo>
                    <a:pt x="504562" y="1093636"/>
                  </a:lnTo>
                  <a:lnTo>
                    <a:pt x="515531" y="1114840"/>
                  </a:lnTo>
                  <a:lnTo>
                    <a:pt x="526500" y="1135690"/>
                  </a:lnTo>
                  <a:lnTo>
                    <a:pt x="537468" y="1156178"/>
                  </a:lnTo>
                  <a:lnTo>
                    <a:pt x="548437" y="1176297"/>
                  </a:lnTo>
                  <a:lnTo>
                    <a:pt x="559406" y="1196042"/>
                  </a:lnTo>
                  <a:lnTo>
                    <a:pt x="570375" y="1215406"/>
                  </a:lnTo>
                  <a:lnTo>
                    <a:pt x="581343" y="1234385"/>
                  </a:lnTo>
                  <a:lnTo>
                    <a:pt x="592312" y="1252977"/>
                  </a:lnTo>
                  <a:lnTo>
                    <a:pt x="603281" y="1271178"/>
                  </a:lnTo>
                  <a:lnTo>
                    <a:pt x="614250" y="1288985"/>
                  </a:lnTo>
                  <a:lnTo>
                    <a:pt x="625218" y="1306399"/>
                  </a:lnTo>
                  <a:lnTo>
                    <a:pt x="636187" y="1323417"/>
                  </a:lnTo>
                  <a:lnTo>
                    <a:pt x="647156" y="1340040"/>
                  </a:lnTo>
                  <a:lnTo>
                    <a:pt x="658125" y="1356268"/>
                  </a:lnTo>
                  <a:lnTo>
                    <a:pt x="669093" y="1372103"/>
                  </a:lnTo>
                  <a:lnTo>
                    <a:pt x="680062" y="1387546"/>
                  </a:lnTo>
                  <a:lnTo>
                    <a:pt x="691031" y="1402600"/>
                  </a:lnTo>
                  <a:lnTo>
                    <a:pt x="702000" y="1417267"/>
                  </a:lnTo>
                  <a:lnTo>
                    <a:pt x="712968" y="1431551"/>
                  </a:lnTo>
                  <a:lnTo>
                    <a:pt x="723937" y="1445455"/>
                  </a:lnTo>
                  <a:lnTo>
                    <a:pt x="734906" y="1458984"/>
                  </a:lnTo>
                  <a:lnTo>
                    <a:pt x="745875" y="1472141"/>
                  </a:lnTo>
                  <a:lnTo>
                    <a:pt x="756843" y="1484932"/>
                  </a:lnTo>
                  <a:lnTo>
                    <a:pt x="767812" y="1497362"/>
                  </a:lnTo>
                  <a:lnTo>
                    <a:pt x="778781" y="1509436"/>
                  </a:lnTo>
                  <a:lnTo>
                    <a:pt x="789750" y="1521160"/>
                  </a:lnTo>
                  <a:lnTo>
                    <a:pt x="800718" y="1532540"/>
                  </a:lnTo>
                  <a:lnTo>
                    <a:pt x="811687" y="1543582"/>
                  </a:lnTo>
                  <a:lnTo>
                    <a:pt x="822656" y="1554292"/>
                  </a:lnTo>
                  <a:lnTo>
                    <a:pt x="833625" y="1564676"/>
                  </a:lnTo>
                  <a:lnTo>
                    <a:pt x="844593" y="1574742"/>
                  </a:lnTo>
                  <a:lnTo>
                    <a:pt x="855562" y="1584496"/>
                  </a:lnTo>
                  <a:lnTo>
                    <a:pt x="866531" y="1593944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7" name="pl219">
              <a:extLst>
                <a:ext uri="{FF2B5EF4-FFF2-40B4-BE49-F238E27FC236}">
                  <a16:creationId xmlns:a16="http://schemas.microsoft.com/office/drawing/2014/main" id="{8516E3E4-4FC5-E6AF-BE44-082F5EB9918B}"/>
                </a:ext>
              </a:extLst>
            </p:cNvPr>
            <p:cNvSpPr/>
            <p:nvPr/>
          </p:nvSpPr>
          <p:spPr>
            <a:xfrm>
              <a:off x="1772112" y="2089613"/>
              <a:ext cx="531539" cy="1927825"/>
            </a:xfrm>
            <a:custGeom>
              <a:avLst/>
              <a:gdLst/>
              <a:ahLst/>
              <a:cxnLst/>
              <a:rect l="0" t="0" r="0" b="0"/>
              <a:pathLst>
                <a:path w="531539" h="1927825">
                  <a:moveTo>
                    <a:pt x="0" y="1927825"/>
                  </a:moveTo>
                  <a:lnTo>
                    <a:pt x="6728" y="1925742"/>
                  </a:lnTo>
                  <a:lnTo>
                    <a:pt x="13456" y="1923506"/>
                  </a:lnTo>
                  <a:lnTo>
                    <a:pt x="20185" y="1921108"/>
                  </a:lnTo>
                  <a:lnTo>
                    <a:pt x="26913" y="1918534"/>
                  </a:lnTo>
                  <a:lnTo>
                    <a:pt x="33641" y="1915773"/>
                  </a:lnTo>
                  <a:lnTo>
                    <a:pt x="40370" y="1912812"/>
                  </a:lnTo>
                  <a:lnTo>
                    <a:pt x="47098" y="1909636"/>
                  </a:lnTo>
                  <a:lnTo>
                    <a:pt x="53826" y="1906232"/>
                  </a:lnTo>
                  <a:lnTo>
                    <a:pt x="60555" y="1902582"/>
                  </a:lnTo>
                  <a:lnTo>
                    <a:pt x="67283" y="1898670"/>
                  </a:lnTo>
                  <a:lnTo>
                    <a:pt x="74011" y="1894479"/>
                  </a:lnTo>
                  <a:lnTo>
                    <a:pt x="80740" y="1889988"/>
                  </a:lnTo>
                  <a:lnTo>
                    <a:pt x="87468" y="1885179"/>
                  </a:lnTo>
                  <a:lnTo>
                    <a:pt x="94196" y="1880031"/>
                  </a:lnTo>
                  <a:lnTo>
                    <a:pt x="100925" y="1874519"/>
                  </a:lnTo>
                  <a:lnTo>
                    <a:pt x="107653" y="1868622"/>
                  </a:lnTo>
                  <a:lnTo>
                    <a:pt x="114381" y="1862314"/>
                  </a:lnTo>
                  <a:lnTo>
                    <a:pt x="121110" y="1855569"/>
                  </a:lnTo>
                  <a:lnTo>
                    <a:pt x="127838" y="1848359"/>
                  </a:lnTo>
                  <a:lnTo>
                    <a:pt x="134566" y="1840656"/>
                  </a:lnTo>
                  <a:lnTo>
                    <a:pt x="141295" y="1832429"/>
                  </a:lnTo>
                  <a:lnTo>
                    <a:pt x="148023" y="1823647"/>
                  </a:lnTo>
                  <a:lnTo>
                    <a:pt x="154751" y="1814277"/>
                  </a:lnTo>
                  <a:lnTo>
                    <a:pt x="161480" y="1804286"/>
                  </a:lnTo>
                  <a:lnTo>
                    <a:pt x="168208" y="1793638"/>
                  </a:lnTo>
                  <a:lnTo>
                    <a:pt x="174937" y="1782297"/>
                  </a:lnTo>
                  <a:lnTo>
                    <a:pt x="181665" y="1770225"/>
                  </a:lnTo>
                  <a:lnTo>
                    <a:pt x="188393" y="1757385"/>
                  </a:lnTo>
                  <a:lnTo>
                    <a:pt x="195122" y="1743737"/>
                  </a:lnTo>
                  <a:lnTo>
                    <a:pt x="201850" y="1729243"/>
                  </a:lnTo>
                  <a:lnTo>
                    <a:pt x="208578" y="1713862"/>
                  </a:lnTo>
                  <a:lnTo>
                    <a:pt x="215307" y="1697554"/>
                  </a:lnTo>
                  <a:lnTo>
                    <a:pt x="222035" y="1680280"/>
                  </a:lnTo>
                  <a:lnTo>
                    <a:pt x="228763" y="1662000"/>
                  </a:lnTo>
                  <a:lnTo>
                    <a:pt x="235492" y="1642676"/>
                  </a:lnTo>
                  <a:lnTo>
                    <a:pt x="242220" y="1622272"/>
                  </a:lnTo>
                  <a:lnTo>
                    <a:pt x="248948" y="1600752"/>
                  </a:lnTo>
                  <a:lnTo>
                    <a:pt x="255677" y="1578083"/>
                  </a:lnTo>
                  <a:lnTo>
                    <a:pt x="262405" y="1554234"/>
                  </a:lnTo>
                  <a:lnTo>
                    <a:pt x="269133" y="1529178"/>
                  </a:lnTo>
                  <a:lnTo>
                    <a:pt x="275862" y="1502892"/>
                  </a:lnTo>
                  <a:lnTo>
                    <a:pt x="282590" y="1475357"/>
                  </a:lnTo>
                  <a:lnTo>
                    <a:pt x="289318" y="1446559"/>
                  </a:lnTo>
                  <a:lnTo>
                    <a:pt x="296047" y="1416490"/>
                  </a:lnTo>
                  <a:lnTo>
                    <a:pt x="302775" y="1385147"/>
                  </a:lnTo>
                  <a:lnTo>
                    <a:pt x="309503" y="1352536"/>
                  </a:lnTo>
                  <a:lnTo>
                    <a:pt x="316232" y="1318667"/>
                  </a:lnTo>
                  <a:lnTo>
                    <a:pt x="322960" y="1283561"/>
                  </a:lnTo>
                  <a:lnTo>
                    <a:pt x="329688" y="1247245"/>
                  </a:lnTo>
                  <a:lnTo>
                    <a:pt x="336417" y="1209756"/>
                  </a:lnTo>
                  <a:lnTo>
                    <a:pt x="343145" y="1171139"/>
                  </a:lnTo>
                  <a:lnTo>
                    <a:pt x="349874" y="1131447"/>
                  </a:lnTo>
                  <a:lnTo>
                    <a:pt x="356602" y="1090744"/>
                  </a:lnTo>
                  <a:lnTo>
                    <a:pt x="363330" y="1049100"/>
                  </a:lnTo>
                  <a:lnTo>
                    <a:pt x="370059" y="1006594"/>
                  </a:lnTo>
                  <a:lnTo>
                    <a:pt x="376787" y="963316"/>
                  </a:lnTo>
                  <a:lnTo>
                    <a:pt x="383515" y="919359"/>
                  </a:lnTo>
                  <a:lnTo>
                    <a:pt x="390244" y="874824"/>
                  </a:lnTo>
                  <a:lnTo>
                    <a:pt x="396972" y="829820"/>
                  </a:lnTo>
                  <a:lnTo>
                    <a:pt x="403700" y="784458"/>
                  </a:lnTo>
                  <a:lnTo>
                    <a:pt x="410429" y="738853"/>
                  </a:lnTo>
                  <a:lnTo>
                    <a:pt x="417157" y="693125"/>
                  </a:lnTo>
                  <a:lnTo>
                    <a:pt x="423885" y="647391"/>
                  </a:lnTo>
                  <a:lnTo>
                    <a:pt x="430614" y="601772"/>
                  </a:lnTo>
                  <a:lnTo>
                    <a:pt x="437342" y="556386"/>
                  </a:lnTo>
                  <a:lnTo>
                    <a:pt x="444070" y="511349"/>
                  </a:lnTo>
                  <a:lnTo>
                    <a:pt x="450799" y="466773"/>
                  </a:lnTo>
                  <a:lnTo>
                    <a:pt x="457527" y="422766"/>
                  </a:lnTo>
                  <a:lnTo>
                    <a:pt x="464255" y="379429"/>
                  </a:lnTo>
                  <a:lnTo>
                    <a:pt x="470984" y="336858"/>
                  </a:lnTo>
                  <a:lnTo>
                    <a:pt x="477712" y="295142"/>
                  </a:lnTo>
                  <a:lnTo>
                    <a:pt x="484440" y="254360"/>
                  </a:lnTo>
                  <a:lnTo>
                    <a:pt x="491169" y="214584"/>
                  </a:lnTo>
                  <a:lnTo>
                    <a:pt x="497897" y="175879"/>
                  </a:lnTo>
                  <a:lnTo>
                    <a:pt x="504626" y="138297"/>
                  </a:lnTo>
                  <a:lnTo>
                    <a:pt x="511354" y="101886"/>
                  </a:lnTo>
                  <a:lnTo>
                    <a:pt x="518082" y="66682"/>
                  </a:lnTo>
                  <a:lnTo>
                    <a:pt x="524811" y="32713"/>
                  </a:lnTo>
                  <a:lnTo>
                    <a:pt x="531539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8" name="pl220">
              <a:extLst>
                <a:ext uri="{FF2B5EF4-FFF2-40B4-BE49-F238E27FC236}">
                  <a16:creationId xmlns:a16="http://schemas.microsoft.com/office/drawing/2014/main" id="{455DF830-66DB-62EB-553C-2AA634FD2D89}"/>
                </a:ext>
              </a:extLst>
            </p:cNvPr>
            <p:cNvSpPr/>
            <p:nvPr/>
          </p:nvSpPr>
          <p:spPr>
            <a:xfrm>
              <a:off x="1859046" y="2417036"/>
              <a:ext cx="736584" cy="1556968"/>
            </a:xfrm>
            <a:custGeom>
              <a:avLst/>
              <a:gdLst/>
              <a:ahLst/>
              <a:cxnLst/>
              <a:rect l="0" t="0" r="0" b="0"/>
              <a:pathLst>
                <a:path w="736584" h="1556968">
                  <a:moveTo>
                    <a:pt x="0" y="1556968"/>
                  </a:moveTo>
                  <a:lnTo>
                    <a:pt x="9323" y="1553245"/>
                  </a:lnTo>
                  <a:lnTo>
                    <a:pt x="18647" y="1549333"/>
                  </a:lnTo>
                  <a:lnTo>
                    <a:pt x="27971" y="1545225"/>
                  </a:lnTo>
                  <a:lnTo>
                    <a:pt x="37295" y="1540912"/>
                  </a:lnTo>
                  <a:lnTo>
                    <a:pt x="46619" y="1536384"/>
                  </a:lnTo>
                  <a:lnTo>
                    <a:pt x="55943" y="1531630"/>
                  </a:lnTo>
                  <a:lnTo>
                    <a:pt x="65266" y="1526642"/>
                  </a:lnTo>
                  <a:lnTo>
                    <a:pt x="74590" y="1521408"/>
                  </a:lnTo>
                  <a:lnTo>
                    <a:pt x="83914" y="1515918"/>
                  </a:lnTo>
                  <a:lnTo>
                    <a:pt x="93238" y="1510160"/>
                  </a:lnTo>
                  <a:lnTo>
                    <a:pt x="102562" y="1504123"/>
                  </a:lnTo>
                  <a:lnTo>
                    <a:pt x="111886" y="1497794"/>
                  </a:lnTo>
                  <a:lnTo>
                    <a:pt x="121210" y="1491162"/>
                  </a:lnTo>
                  <a:lnTo>
                    <a:pt x="130533" y="1484213"/>
                  </a:lnTo>
                  <a:lnTo>
                    <a:pt x="139857" y="1476935"/>
                  </a:lnTo>
                  <a:lnTo>
                    <a:pt x="149181" y="1469315"/>
                  </a:lnTo>
                  <a:lnTo>
                    <a:pt x="158505" y="1461338"/>
                  </a:lnTo>
                  <a:lnTo>
                    <a:pt x="167829" y="1452991"/>
                  </a:lnTo>
                  <a:lnTo>
                    <a:pt x="177153" y="1444260"/>
                  </a:lnTo>
                  <a:lnTo>
                    <a:pt x="186476" y="1435131"/>
                  </a:lnTo>
                  <a:lnTo>
                    <a:pt x="195800" y="1425588"/>
                  </a:lnTo>
                  <a:lnTo>
                    <a:pt x="205124" y="1415617"/>
                  </a:lnTo>
                  <a:lnTo>
                    <a:pt x="214448" y="1405202"/>
                  </a:lnTo>
                  <a:lnTo>
                    <a:pt x="223772" y="1394331"/>
                  </a:lnTo>
                  <a:lnTo>
                    <a:pt x="233096" y="1382986"/>
                  </a:lnTo>
                  <a:lnTo>
                    <a:pt x="242420" y="1371153"/>
                  </a:lnTo>
                  <a:lnTo>
                    <a:pt x="251743" y="1358817"/>
                  </a:lnTo>
                  <a:lnTo>
                    <a:pt x="261067" y="1345963"/>
                  </a:lnTo>
                  <a:lnTo>
                    <a:pt x="270391" y="1332577"/>
                  </a:lnTo>
                  <a:lnTo>
                    <a:pt x="279715" y="1318644"/>
                  </a:lnTo>
                  <a:lnTo>
                    <a:pt x="289039" y="1304150"/>
                  </a:lnTo>
                  <a:lnTo>
                    <a:pt x="298363" y="1289082"/>
                  </a:lnTo>
                  <a:lnTo>
                    <a:pt x="307686" y="1273427"/>
                  </a:lnTo>
                  <a:lnTo>
                    <a:pt x="317010" y="1257172"/>
                  </a:lnTo>
                  <a:lnTo>
                    <a:pt x="326334" y="1240306"/>
                  </a:lnTo>
                  <a:lnTo>
                    <a:pt x="335658" y="1222818"/>
                  </a:lnTo>
                  <a:lnTo>
                    <a:pt x="344982" y="1204698"/>
                  </a:lnTo>
                  <a:lnTo>
                    <a:pt x="354306" y="1185937"/>
                  </a:lnTo>
                  <a:lnTo>
                    <a:pt x="363630" y="1166528"/>
                  </a:lnTo>
                  <a:lnTo>
                    <a:pt x="372953" y="1146465"/>
                  </a:lnTo>
                  <a:lnTo>
                    <a:pt x="382277" y="1125742"/>
                  </a:lnTo>
                  <a:lnTo>
                    <a:pt x="391601" y="1104356"/>
                  </a:lnTo>
                  <a:lnTo>
                    <a:pt x="400925" y="1082305"/>
                  </a:lnTo>
                  <a:lnTo>
                    <a:pt x="410249" y="1059590"/>
                  </a:lnTo>
                  <a:lnTo>
                    <a:pt x="419573" y="1036213"/>
                  </a:lnTo>
                  <a:lnTo>
                    <a:pt x="428897" y="1012177"/>
                  </a:lnTo>
                  <a:lnTo>
                    <a:pt x="438220" y="987489"/>
                  </a:lnTo>
                  <a:lnTo>
                    <a:pt x="447544" y="962156"/>
                  </a:lnTo>
                  <a:lnTo>
                    <a:pt x="456868" y="936188"/>
                  </a:lnTo>
                  <a:lnTo>
                    <a:pt x="466192" y="909600"/>
                  </a:lnTo>
                  <a:lnTo>
                    <a:pt x="475516" y="882405"/>
                  </a:lnTo>
                  <a:lnTo>
                    <a:pt x="484840" y="854621"/>
                  </a:lnTo>
                  <a:lnTo>
                    <a:pt x="494163" y="826268"/>
                  </a:lnTo>
                  <a:lnTo>
                    <a:pt x="503487" y="797367"/>
                  </a:lnTo>
                  <a:lnTo>
                    <a:pt x="512811" y="767945"/>
                  </a:lnTo>
                  <a:lnTo>
                    <a:pt x="522135" y="738027"/>
                  </a:lnTo>
                  <a:lnTo>
                    <a:pt x="531459" y="707643"/>
                  </a:lnTo>
                  <a:lnTo>
                    <a:pt x="540783" y="676824"/>
                  </a:lnTo>
                  <a:lnTo>
                    <a:pt x="550107" y="645604"/>
                  </a:lnTo>
                  <a:lnTo>
                    <a:pt x="559430" y="614019"/>
                  </a:lnTo>
                  <a:lnTo>
                    <a:pt x="568754" y="582105"/>
                  </a:lnTo>
                  <a:lnTo>
                    <a:pt x="578078" y="549903"/>
                  </a:lnTo>
                  <a:lnTo>
                    <a:pt x="587402" y="517451"/>
                  </a:lnTo>
                  <a:lnTo>
                    <a:pt x="596726" y="484794"/>
                  </a:lnTo>
                  <a:lnTo>
                    <a:pt x="606050" y="451972"/>
                  </a:lnTo>
                  <a:lnTo>
                    <a:pt x="615373" y="419031"/>
                  </a:lnTo>
                  <a:lnTo>
                    <a:pt x="624697" y="386015"/>
                  </a:lnTo>
                  <a:lnTo>
                    <a:pt x="634021" y="352968"/>
                  </a:lnTo>
                  <a:lnTo>
                    <a:pt x="643345" y="319937"/>
                  </a:lnTo>
                  <a:lnTo>
                    <a:pt x="652669" y="286965"/>
                  </a:lnTo>
                  <a:lnTo>
                    <a:pt x="661993" y="254098"/>
                  </a:lnTo>
                  <a:lnTo>
                    <a:pt x="671317" y="221379"/>
                  </a:lnTo>
                  <a:lnTo>
                    <a:pt x="680640" y="188853"/>
                  </a:lnTo>
                  <a:lnTo>
                    <a:pt x="689964" y="156561"/>
                  </a:lnTo>
                  <a:lnTo>
                    <a:pt x="699288" y="124545"/>
                  </a:lnTo>
                  <a:lnTo>
                    <a:pt x="708612" y="92843"/>
                  </a:lnTo>
                  <a:lnTo>
                    <a:pt x="717936" y="61495"/>
                  </a:lnTo>
                  <a:lnTo>
                    <a:pt x="727260" y="30535"/>
                  </a:lnTo>
                  <a:lnTo>
                    <a:pt x="73658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89" name="tx221">
              <a:extLst>
                <a:ext uri="{FF2B5EF4-FFF2-40B4-BE49-F238E27FC236}">
                  <a16:creationId xmlns:a16="http://schemas.microsoft.com/office/drawing/2014/main" id="{42779F8F-0B65-956C-0A97-A6D84315CB5A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0" name="tx222">
              <a:extLst>
                <a:ext uri="{FF2B5EF4-FFF2-40B4-BE49-F238E27FC236}">
                  <a16:creationId xmlns:a16="http://schemas.microsoft.com/office/drawing/2014/main" id="{161C7D58-D6AC-8355-EA79-AD72F8BF5F7F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1" name="tx223">
              <a:extLst>
                <a:ext uri="{FF2B5EF4-FFF2-40B4-BE49-F238E27FC236}">
                  <a16:creationId xmlns:a16="http://schemas.microsoft.com/office/drawing/2014/main" id="{2716B220-41B9-5063-28E8-CA443C328F02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92" name="tx224">
              <a:extLst>
                <a:ext uri="{FF2B5EF4-FFF2-40B4-BE49-F238E27FC236}">
                  <a16:creationId xmlns:a16="http://schemas.microsoft.com/office/drawing/2014/main" id="{3EAB0302-3601-1EC3-6C74-B3E6C122DDEF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93" name="tx225">
              <a:extLst>
                <a:ext uri="{FF2B5EF4-FFF2-40B4-BE49-F238E27FC236}">
                  <a16:creationId xmlns:a16="http://schemas.microsoft.com/office/drawing/2014/main" id="{4BF4182B-E1CE-ADDA-18AA-616308CD87A7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94" name="tx226">
              <a:extLst>
                <a:ext uri="{FF2B5EF4-FFF2-40B4-BE49-F238E27FC236}">
                  <a16:creationId xmlns:a16="http://schemas.microsoft.com/office/drawing/2014/main" id="{1CE699B6-2ED8-049A-45D6-4A3EE308CF2F}"/>
                </a:ext>
              </a:extLst>
            </p:cNvPr>
            <p:cNvSpPr/>
            <p:nvPr/>
          </p:nvSpPr>
          <p:spPr>
            <a:xfrm>
              <a:off x="1429217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195" name="tx227">
              <a:extLst>
                <a:ext uri="{FF2B5EF4-FFF2-40B4-BE49-F238E27FC236}">
                  <a16:creationId xmlns:a16="http://schemas.microsoft.com/office/drawing/2014/main" id="{33DD7A57-8735-7990-6536-2AD48B561F14}"/>
                </a:ext>
              </a:extLst>
            </p:cNvPr>
            <p:cNvSpPr/>
            <p:nvPr/>
          </p:nvSpPr>
          <p:spPr>
            <a:xfrm>
              <a:off x="2480224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196" name="tx228">
              <a:extLst>
                <a:ext uri="{FF2B5EF4-FFF2-40B4-BE49-F238E27FC236}">
                  <a16:creationId xmlns:a16="http://schemas.microsoft.com/office/drawing/2014/main" id="{026423F9-2C40-E47D-EDD2-A6D59E972621}"/>
                </a:ext>
              </a:extLst>
            </p:cNvPr>
            <p:cNvSpPr/>
            <p:nvPr/>
          </p:nvSpPr>
          <p:spPr>
            <a:xfrm>
              <a:off x="3531231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197" name="tx229">
              <a:extLst>
                <a:ext uri="{FF2B5EF4-FFF2-40B4-BE49-F238E27FC236}">
                  <a16:creationId xmlns:a16="http://schemas.microsoft.com/office/drawing/2014/main" id="{0103A06D-598F-279C-9239-FD286B81B34A}"/>
                </a:ext>
              </a:extLst>
            </p:cNvPr>
            <p:cNvSpPr/>
            <p:nvPr/>
          </p:nvSpPr>
          <p:spPr>
            <a:xfrm>
              <a:off x="4582238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198" name="tx230">
              <a:extLst>
                <a:ext uri="{FF2B5EF4-FFF2-40B4-BE49-F238E27FC236}">
                  <a16:creationId xmlns:a16="http://schemas.microsoft.com/office/drawing/2014/main" id="{49DB84F6-87AA-F9FC-B005-3C1ECE9F4B48}"/>
                </a:ext>
              </a:extLst>
            </p:cNvPr>
            <p:cNvSpPr/>
            <p:nvPr/>
          </p:nvSpPr>
          <p:spPr>
            <a:xfrm>
              <a:off x="5602156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199" name="tx231">
              <a:extLst>
                <a:ext uri="{FF2B5EF4-FFF2-40B4-BE49-F238E27FC236}">
                  <a16:creationId xmlns:a16="http://schemas.microsoft.com/office/drawing/2014/main" id="{F856BD7C-8283-2702-BB31-2CE4582DD02F}"/>
                </a:ext>
              </a:extLst>
            </p:cNvPr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200" name="tx232">
              <a:extLst>
                <a:ext uri="{FF2B5EF4-FFF2-40B4-BE49-F238E27FC236}">
                  <a16:creationId xmlns:a16="http://schemas.microsoft.com/office/drawing/2014/main" id="{A3E65748-9602-7537-C872-068FD5ED0638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01" name="tx233">
              <a:extLst>
                <a:ext uri="{FF2B5EF4-FFF2-40B4-BE49-F238E27FC236}">
                  <a16:creationId xmlns:a16="http://schemas.microsoft.com/office/drawing/2014/main" id="{D4DB1AC0-E31A-258B-67BD-CDF9C3A6096D}"/>
                </a:ext>
              </a:extLst>
            </p:cNvPr>
            <p:cNvSpPr/>
            <p:nvPr/>
          </p:nvSpPr>
          <p:spPr>
            <a:xfrm>
              <a:off x="5926491" y="1360095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02" name="pt234">
              <a:extLst>
                <a:ext uri="{FF2B5EF4-FFF2-40B4-BE49-F238E27FC236}">
                  <a16:creationId xmlns:a16="http://schemas.microsoft.com/office/drawing/2014/main" id="{8FCCE408-7A18-CA33-1C3C-C90FC304685D}"/>
                </a:ext>
              </a:extLst>
            </p:cNvPr>
            <p:cNvSpPr/>
            <p:nvPr/>
          </p:nvSpPr>
          <p:spPr>
            <a:xfrm>
              <a:off x="5991067" y="1609018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3" name="pg235">
              <a:extLst>
                <a:ext uri="{FF2B5EF4-FFF2-40B4-BE49-F238E27FC236}">
                  <a16:creationId xmlns:a16="http://schemas.microsoft.com/office/drawing/2014/main" id="{91D29080-CFC0-1419-5129-61808C6238FD}"/>
                </a:ext>
              </a:extLst>
            </p:cNvPr>
            <p:cNvSpPr/>
            <p:nvPr/>
          </p:nvSpPr>
          <p:spPr>
            <a:xfrm>
              <a:off x="5975409" y="180340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4" name="tx236">
              <a:extLst>
                <a:ext uri="{FF2B5EF4-FFF2-40B4-BE49-F238E27FC236}">
                  <a16:creationId xmlns:a16="http://schemas.microsoft.com/office/drawing/2014/main" id="{0F14C382-A43C-61A2-C944-7B745D6BCA3C}"/>
                </a:ext>
              </a:extLst>
            </p:cNvPr>
            <p:cNvSpPr/>
            <p:nvPr/>
          </p:nvSpPr>
          <p:spPr>
            <a:xfrm>
              <a:off x="6215536" y="1614164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205" name="tx237">
              <a:extLst>
                <a:ext uri="{FF2B5EF4-FFF2-40B4-BE49-F238E27FC236}">
                  <a16:creationId xmlns:a16="http://schemas.microsoft.com/office/drawing/2014/main" id="{3F5FD0F6-2CBE-0297-CF9E-0A2D0908BF2D}"/>
                </a:ext>
              </a:extLst>
            </p:cNvPr>
            <p:cNvSpPr/>
            <p:nvPr/>
          </p:nvSpPr>
          <p:spPr>
            <a:xfrm>
              <a:off x="6215536" y="1833620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206" name="tx238">
              <a:extLst>
                <a:ext uri="{FF2B5EF4-FFF2-40B4-BE49-F238E27FC236}">
                  <a16:creationId xmlns:a16="http://schemas.microsoft.com/office/drawing/2014/main" id="{FAB933DC-80BD-B08D-0AD6-AFB01E092904}"/>
                </a:ext>
              </a:extLst>
            </p:cNvPr>
            <p:cNvSpPr/>
            <p:nvPr/>
          </p:nvSpPr>
          <p:spPr>
            <a:xfrm>
              <a:off x="5926491" y="2276431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207" name="pt239">
              <a:extLst>
                <a:ext uri="{FF2B5EF4-FFF2-40B4-BE49-F238E27FC236}">
                  <a16:creationId xmlns:a16="http://schemas.microsoft.com/office/drawing/2014/main" id="{48A2AD86-CFEB-0EF8-1619-E395897D303F}"/>
                </a:ext>
              </a:extLst>
            </p:cNvPr>
            <p:cNvSpPr/>
            <p:nvPr/>
          </p:nvSpPr>
          <p:spPr>
            <a:xfrm>
              <a:off x="5991067" y="2525354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8" name="pl240">
              <a:extLst>
                <a:ext uri="{FF2B5EF4-FFF2-40B4-BE49-F238E27FC236}">
                  <a16:creationId xmlns:a16="http://schemas.microsoft.com/office/drawing/2014/main" id="{E3CEA3B7-E271-5788-3A87-E48A28B72428}"/>
                </a:ext>
              </a:extLst>
            </p:cNvPr>
            <p:cNvSpPr/>
            <p:nvPr/>
          </p:nvSpPr>
          <p:spPr>
            <a:xfrm>
              <a:off x="5948436" y="25705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9" name="pt241">
              <a:extLst>
                <a:ext uri="{FF2B5EF4-FFF2-40B4-BE49-F238E27FC236}">
                  <a16:creationId xmlns:a16="http://schemas.microsoft.com/office/drawing/2014/main" id="{5C22A6B6-1658-2D1B-0000-7287A978124D}"/>
                </a:ext>
              </a:extLst>
            </p:cNvPr>
            <p:cNvSpPr/>
            <p:nvPr/>
          </p:nvSpPr>
          <p:spPr>
            <a:xfrm>
              <a:off x="5991067" y="2744810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0" name="pl242">
              <a:extLst>
                <a:ext uri="{FF2B5EF4-FFF2-40B4-BE49-F238E27FC236}">
                  <a16:creationId xmlns:a16="http://schemas.microsoft.com/office/drawing/2014/main" id="{51D03429-FC4F-4E58-E57B-6D259390D0D3}"/>
                </a:ext>
              </a:extLst>
            </p:cNvPr>
            <p:cNvSpPr/>
            <p:nvPr/>
          </p:nvSpPr>
          <p:spPr>
            <a:xfrm>
              <a:off x="5948436" y="27899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1" name="pt243">
              <a:extLst>
                <a:ext uri="{FF2B5EF4-FFF2-40B4-BE49-F238E27FC236}">
                  <a16:creationId xmlns:a16="http://schemas.microsoft.com/office/drawing/2014/main" id="{C0A71681-4015-DFC9-AC50-F52D7010BBEB}"/>
                </a:ext>
              </a:extLst>
            </p:cNvPr>
            <p:cNvSpPr/>
            <p:nvPr/>
          </p:nvSpPr>
          <p:spPr>
            <a:xfrm>
              <a:off x="5991067" y="2964266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2" name="pl244">
              <a:extLst>
                <a:ext uri="{FF2B5EF4-FFF2-40B4-BE49-F238E27FC236}">
                  <a16:creationId xmlns:a16="http://schemas.microsoft.com/office/drawing/2014/main" id="{80B7CBCF-22FB-673E-923A-DD85A608CE8D}"/>
                </a:ext>
              </a:extLst>
            </p:cNvPr>
            <p:cNvSpPr/>
            <p:nvPr/>
          </p:nvSpPr>
          <p:spPr>
            <a:xfrm>
              <a:off x="5948436" y="300941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3" name="pt245">
              <a:extLst>
                <a:ext uri="{FF2B5EF4-FFF2-40B4-BE49-F238E27FC236}">
                  <a16:creationId xmlns:a16="http://schemas.microsoft.com/office/drawing/2014/main" id="{35038D6B-7686-1A7B-2DD0-19D4B10126DC}"/>
                </a:ext>
              </a:extLst>
            </p:cNvPr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4" name="pl246">
              <a:extLst>
                <a:ext uri="{FF2B5EF4-FFF2-40B4-BE49-F238E27FC236}">
                  <a16:creationId xmlns:a16="http://schemas.microsoft.com/office/drawing/2014/main" id="{5EC34DC1-4364-E222-1DD0-02E79B1CD8FB}"/>
                </a:ext>
              </a:extLst>
            </p:cNvPr>
            <p:cNvSpPr/>
            <p:nvPr/>
          </p:nvSpPr>
          <p:spPr>
            <a:xfrm>
              <a:off x="5948436" y="3228874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5" name="pt247">
              <a:extLst>
                <a:ext uri="{FF2B5EF4-FFF2-40B4-BE49-F238E27FC236}">
                  <a16:creationId xmlns:a16="http://schemas.microsoft.com/office/drawing/2014/main" id="{560DA97E-8972-474C-C53D-700101278622}"/>
                </a:ext>
              </a:extLst>
            </p:cNvPr>
            <p:cNvSpPr/>
            <p:nvPr/>
          </p:nvSpPr>
          <p:spPr>
            <a:xfrm>
              <a:off x="5991067" y="34031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6" name="pl248">
              <a:extLst>
                <a:ext uri="{FF2B5EF4-FFF2-40B4-BE49-F238E27FC236}">
                  <a16:creationId xmlns:a16="http://schemas.microsoft.com/office/drawing/2014/main" id="{0E7F23EA-5D58-3D80-545B-8CE07B624BE1}"/>
                </a:ext>
              </a:extLst>
            </p:cNvPr>
            <p:cNvSpPr/>
            <p:nvPr/>
          </p:nvSpPr>
          <p:spPr>
            <a:xfrm>
              <a:off x="5948436" y="3448330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7" name="pt249">
              <a:extLst>
                <a:ext uri="{FF2B5EF4-FFF2-40B4-BE49-F238E27FC236}">
                  <a16:creationId xmlns:a16="http://schemas.microsoft.com/office/drawing/2014/main" id="{20FB05EA-CCE3-44B7-CC09-7D902CE672D2}"/>
                </a:ext>
              </a:extLst>
            </p:cNvPr>
            <p:cNvSpPr/>
            <p:nvPr/>
          </p:nvSpPr>
          <p:spPr>
            <a:xfrm>
              <a:off x="5991067" y="3622634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8" name="pl250">
              <a:extLst>
                <a:ext uri="{FF2B5EF4-FFF2-40B4-BE49-F238E27FC236}">
                  <a16:creationId xmlns:a16="http://schemas.microsoft.com/office/drawing/2014/main" id="{35A797F4-A4AB-FEA7-EA7C-FF8CD8F5C71F}"/>
                </a:ext>
              </a:extLst>
            </p:cNvPr>
            <p:cNvSpPr/>
            <p:nvPr/>
          </p:nvSpPr>
          <p:spPr>
            <a:xfrm>
              <a:off x="5948436" y="366778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9" name="pt251">
              <a:extLst>
                <a:ext uri="{FF2B5EF4-FFF2-40B4-BE49-F238E27FC236}">
                  <a16:creationId xmlns:a16="http://schemas.microsoft.com/office/drawing/2014/main" id="{8D34979B-4A5A-9E69-80C4-37E1FFEB08C4}"/>
                </a:ext>
              </a:extLst>
            </p:cNvPr>
            <p:cNvSpPr/>
            <p:nvPr/>
          </p:nvSpPr>
          <p:spPr>
            <a:xfrm>
              <a:off x="5991067" y="38420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0" name="pl252">
              <a:extLst>
                <a:ext uri="{FF2B5EF4-FFF2-40B4-BE49-F238E27FC236}">
                  <a16:creationId xmlns:a16="http://schemas.microsoft.com/office/drawing/2014/main" id="{C390DCF6-2CC2-E5FA-7B65-04A42BF58927}"/>
                </a:ext>
              </a:extLst>
            </p:cNvPr>
            <p:cNvSpPr/>
            <p:nvPr/>
          </p:nvSpPr>
          <p:spPr>
            <a:xfrm>
              <a:off x="5948436" y="388724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1" name="pt253">
              <a:extLst>
                <a:ext uri="{FF2B5EF4-FFF2-40B4-BE49-F238E27FC236}">
                  <a16:creationId xmlns:a16="http://schemas.microsoft.com/office/drawing/2014/main" id="{9B916891-5FB3-C821-E9B0-E84784EC8A60}"/>
                </a:ext>
              </a:extLst>
            </p:cNvPr>
            <p:cNvSpPr/>
            <p:nvPr/>
          </p:nvSpPr>
          <p:spPr>
            <a:xfrm>
              <a:off x="5991067" y="4061546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2" name="pl254">
              <a:extLst>
                <a:ext uri="{FF2B5EF4-FFF2-40B4-BE49-F238E27FC236}">
                  <a16:creationId xmlns:a16="http://schemas.microsoft.com/office/drawing/2014/main" id="{EBDDE467-F27E-B84B-D837-39892F27FBD4}"/>
                </a:ext>
              </a:extLst>
            </p:cNvPr>
            <p:cNvSpPr/>
            <p:nvPr/>
          </p:nvSpPr>
          <p:spPr>
            <a:xfrm>
              <a:off x="5948436" y="4106698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23" name="tx255">
              <a:extLst>
                <a:ext uri="{FF2B5EF4-FFF2-40B4-BE49-F238E27FC236}">
                  <a16:creationId xmlns:a16="http://schemas.microsoft.com/office/drawing/2014/main" id="{565D4BCE-9C55-124E-6E6E-57D275A6AA4F}"/>
                </a:ext>
              </a:extLst>
            </p:cNvPr>
            <p:cNvSpPr/>
            <p:nvPr/>
          </p:nvSpPr>
          <p:spPr>
            <a:xfrm>
              <a:off x="6215536" y="2530501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24" name="tx256">
              <a:extLst>
                <a:ext uri="{FF2B5EF4-FFF2-40B4-BE49-F238E27FC236}">
                  <a16:creationId xmlns:a16="http://schemas.microsoft.com/office/drawing/2014/main" id="{CBBF56E6-4D68-92CB-2D15-C4E75CD36E5C}"/>
                </a:ext>
              </a:extLst>
            </p:cNvPr>
            <p:cNvSpPr/>
            <p:nvPr/>
          </p:nvSpPr>
          <p:spPr>
            <a:xfrm>
              <a:off x="6215536" y="2749957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25" name="tx257">
              <a:extLst>
                <a:ext uri="{FF2B5EF4-FFF2-40B4-BE49-F238E27FC236}">
                  <a16:creationId xmlns:a16="http://schemas.microsoft.com/office/drawing/2014/main" id="{E985A22E-50F1-106E-6B29-0878BD835A6F}"/>
                </a:ext>
              </a:extLst>
            </p:cNvPr>
            <p:cNvSpPr/>
            <p:nvPr/>
          </p:nvSpPr>
          <p:spPr>
            <a:xfrm>
              <a:off x="6215536" y="2969413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226" name="tx258">
              <a:extLst>
                <a:ext uri="{FF2B5EF4-FFF2-40B4-BE49-F238E27FC236}">
                  <a16:creationId xmlns:a16="http://schemas.microsoft.com/office/drawing/2014/main" id="{84E94C3C-787E-84FB-CBD2-50514BFC49ED}"/>
                </a:ext>
              </a:extLst>
            </p:cNvPr>
            <p:cNvSpPr/>
            <p:nvPr/>
          </p:nvSpPr>
          <p:spPr>
            <a:xfrm>
              <a:off x="6215536" y="3188869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227" name="tx259">
              <a:extLst>
                <a:ext uri="{FF2B5EF4-FFF2-40B4-BE49-F238E27FC236}">
                  <a16:creationId xmlns:a16="http://schemas.microsoft.com/office/drawing/2014/main" id="{9D9067F7-9C16-DFDD-C5A4-0F05FEAF59CE}"/>
                </a:ext>
              </a:extLst>
            </p:cNvPr>
            <p:cNvSpPr/>
            <p:nvPr/>
          </p:nvSpPr>
          <p:spPr>
            <a:xfrm>
              <a:off x="6215536" y="3408325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28" name="tx260">
              <a:extLst>
                <a:ext uri="{FF2B5EF4-FFF2-40B4-BE49-F238E27FC236}">
                  <a16:creationId xmlns:a16="http://schemas.microsoft.com/office/drawing/2014/main" id="{4185944B-F05D-3DF1-8084-201DDECB40FF}"/>
                </a:ext>
              </a:extLst>
            </p:cNvPr>
            <p:cNvSpPr/>
            <p:nvPr/>
          </p:nvSpPr>
          <p:spPr>
            <a:xfrm>
              <a:off x="6215536" y="3627781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229" name="tx261">
              <a:extLst>
                <a:ext uri="{FF2B5EF4-FFF2-40B4-BE49-F238E27FC236}">
                  <a16:creationId xmlns:a16="http://schemas.microsoft.com/office/drawing/2014/main" id="{C0EBB37F-FCE8-3912-A9C0-79200CD5BF23}"/>
                </a:ext>
              </a:extLst>
            </p:cNvPr>
            <p:cNvSpPr/>
            <p:nvPr/>
          </p:nvSpPr>
          <p:spPr>
            <a:xfrm>
              <a:off x="6215536" y="3847237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230" name="tx262">
              <a:extLst>
                <a:ext uri="{FF2B5EF4-FFF2-40B4-BE49-F238E27FC236}">
                  <a16:creationId xmlns:a16="http://schemas.microsoft.com/office/drawing/2014/main" id="{C7E9DEE0-A9D6-AF95-4102-DD68A343DB02}"/>
                </a:ext>
              </a:extLst>
            </p:cNvPr>
            <p:cNvSpPr/>
            <p:nvPr/>
          </p:nvSpPr>
          <p:spPr>
            <a:xfrm>
              <a:off x="6215536" y="4066693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231" name="tx263">
              <a:extLst>
                <a:ext uri="{FF2B5EF4-FFF2-40B4-BE49-F238E27FC236}">
                  <a16:creationId xmlns:a16="http://schemas.microsoft.com/office/drawing/2014/main" id="{FC590FCD-7BB8-7044-7D0A-B05D62EDC1CF}"/>
                </a:ext>
              </a:extLst>
            </p:cNvPr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232" name="tx264">
              <a:extLst>
                <a:ext uri="{FF2B5EF4-FFF2-40B4-BE49-F238E27FC236}">
                  <a16:creationId xmlns:a16="http://schemas.microsoft.com/office/drawing/2014/main" id="{97543906-3F65-DC1A-7572-36D85FC6DF27}"/>
                </a:ext>
              </a:extLst>
            </p:cNvPr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  <p:grpSp>
        <p:nvGrpSpPr>
          <p:cNvPr id="2752" name="Group 2751">
            <a:extLst>
              <a:ext uri="{FF2B5EF4-FFF2-40B4-BE49-F238E27FC236}">
                <a16:creationId xmlns:a16="http://schemas.microsoft.com/office/drawing/2014/main" id="{B16A768B-CC83-E565-F223-D71D4FCBE1F0}"/>
              </a:ext>
            </a:extLst>
          </p:cNvPr>
          <p:cNvGrpSpPr/>
          <p:nvPr/>
        </p:nvGrpSpPr>
        <p:grpSpPr>
          <a:xfrm>
            <a:off x="1093716" y="5153653"/>
            <a:ext cx="4733735" cy="3488977"/>
            <a:chOff x="1093716" y="5153653"/>
            <a:chExt cx="4733735" cy="3488977"/>
          </a:xfrm>
        </p:grpSpPr>
        <p:sp>
          <p:nvSpPr>
            <p:cNvPr id="2237" name="pl5">
              <a:extLst>
                <a:ext uri="{FF2B5EF4-FFF2-40B4-BE49-F238E27FC236}">
                  <a16:creationId xmlns:a16="http://schemas.microsoft.com/office/drawing/2014/main" id="{D1DF0B84-797A-B47B-1AC3-5DD4070EE735}"/>
                </a:ext>
              </a:extLst>
            </p:cNvPr>
            <p:cNvSpPr/>
            <p:nvPr/>
          </p:nvSpPr>
          <p:spPr>
            <a:xfrm>
              <a:off x="1538247" y="78990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8" name="pl6">
              <a:extLst>
                <a:ext uri="{FF2B5EF4-FFF2-40B4-BE49-F238E27FC236}">
                  <a16:creationId xmlns:a16="http://schemas.microsoft.com/office/drawing/2014/main" id="{689285BC-0043-DB45-6B64-F2A11FE36632}"/>
                </a:ext>
              </a:extLst>
            </p:cNvPr>
            <p:cNvSpPr/>
            <p:nvPr/>
          </p:nvSpPr>
          <p:spPr>
            <a:xfrm>
              <a:off x="1538247" y="726672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9" name="pl7">
              <a:extLst>
                <a:ext uri="{FF2B5EF4-FFF2-40B4-BE49-F238E27FC236}">
                  <a16:creationId xmlns:a16="http://schemas.microsoft.com/office/drawing/2014/main" id="{E44737E2-7F54-B365-A37F-BFBBF22D313B}"/>
                </a:ext>
              </a:extLst>
            </p:cNvPr>
            <p:cNvSpPr/>
            <p:nvPr/>
          </p:nvSpPr>
          <p:spPr>
            <a:xfrm>
              <a:off x="1538247" y="663440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0" name="pl8">
              <a:extLst>
                <a:ext uri="{FF2B5EF4-FFF2-40B4-BE49-F238E27FC236}">
                  <a16:creationId xmlns:a16="http://schemas.microsoft.com/office/drawing/2014/main" id="{9383A740-1FCE-E40F-C7FB-21D813DBCC3B}"/>
                </a:ext>
              </a:extLst>
            </p:cNvPr>
            <p:cNvSpPr/>
            <p:nvPr/>
          </p:nvSpPr>
          <p:spPr>
            <a:xfrm>
              <a:off x="1538247" y="600208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1" name="pl9">
              <a:extLst>
                <a:ext uri="{FF2B5EF4-FFF2-40B4-BE49-F238E27FC236}">
                  <a16:creationId xmlns:a16="http://schemas.microsoft.com/office/drawing/2014/main" id="{630783CD-8EB4-F19C-CECA-1FED6AD0BD70}"/>
                </a:ext>
              </a:extLst>
            </p:cNvPr>
            <p:cNvSpPr/>
            <p:nvPr/>
          </p:nvSpPr>
          <p:spPr>
            <a:xfrm>
              <a:off x="2172702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2" name="pl10">
              <a:extLst>
                <a:ext uri="{FF2B5EF4-FFF2-40B4-BE49-F238E27FC236}">
                  <a16:creationId xmlns:a16="http://schemas.microsoft.com/office/drawing/2014/main" id="{D027C334-E92A-A681-8F56-D5F351299DE3}"/>
                </a:ext>
              </a:extLst>
            </p:cNvPr>
            <p:cNvSpPr/>
            <p:nvPr/>
          </p:nvSpPr>
          <p:spPr>
            <a:xfrm>
              <a:off x="3313895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3" name="pl11">
              <a:extLst>
                <a:ext uri="{FF2B5EF4-FFF2-40B4-BE49-F238E27FC236}">
                  <a16:creationId xmlns:a16="http://schemas.microsoft.com/office/drawing/2014/main" id="{B9BFC23F-EE5E-77D0-DD1F-5B3D3B969DFB}"/>
                </a:ext>
              </a:extLst>
            </p:cNvPr>
            <p:cNvSpPr/>
            <p:nvPr/>
          </p:nvSpPr>
          <p:spPr>
            <a:xfrm>
              <a:off x="4455088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4" name="pl12">
              <a:extLst>
                <a:ext uri="{FF2B5EF4-FFF2-40B4-BE49-F238E27FC236}">
                  <a16:creationId xmlns:a16="http://schemas.microsoft.com/office/drawing/2014/main" id="{99EA01C7-4E96-1F02-81EB-AF664249DB30}"/>
                </a:ext>
              </a:extLst>
            </p:cNvPr>
            <p:cNvSpPr/>
            <p:nvPr/>
          </p:nvSpPr>
          <p:spPr>
            <a:xfrm>
              <a:off x="5596281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5" name="pl13">
              <a:extLst>
                <a:ext uri="{FF2B5EF4-FFF2-40B4-BE49-F238E27FC236}">
                  <a16:creationId xmlns:a16="http://schemas.microsoft.com/office/drawing/2014/main" id="{3ACB8E30-DAA3-9D43-E6F3-89855DC7C581}"/>
                </a:ext>
              </a:extLst>
            </p:cNvPr>
            <p:cNvSpPr/>
            <p:nvPr/>
          </p:nvSpPr>
          <p:spPr>
            <a:xfrm>
              <a:off x="1538247" y="821519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6" name="pl14">
              <a:extLst>
                <a:ext uri="{FF2B5EF4-FFF2-40B4-BE49-F238E27FC236}">
                  <a16:creationId xmlns:a16="http://schemas.microsoft.com/office/drawing/2014/main" id="{DF743F00-D7B2-895E-1775-8082ADFF5EFF}"/>
                </a:ext>
              </a:extLst>
            </p:cNvPr>
            <p:cNvSpPr/>
            <p:nvPr/>
          </p:nvSpPr>
          <p:spPr>
            <a:xfrm>
              <a:off x="1538247" y="758288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7" name="pl15">
              <a:extLst>
                <a:ext uri="{FF2B5EF4-FFF2-40B4-BE49-F238E27FC236}">
                  <a16:creationId xmlns:a16="http://schemas.microsoft.com/office/drawing/2014/main" id="{F1E144D6-E4D9-CDFC-D9CA-92979AACF800}"/>
                </a:ext>
              </a:extLst>
            </p:cNvPr>
            <p:cNvSpPr/>
            <p:nvPr/>
          </p:nvSpPr>
          <p:spPr>
            <a:xfrm>
              <a:off x="1538247" y="695056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8" name="pl16">
              <a:extLst>
                <a:ext uri="{FF2B5EF4-FFF2-40B4-BE49-F238E27FC236}">
                  <a16:creationId xmlns:a16="http://schemas.microsoft.com/office/drawing/2014/main" id="{0ACF625D-6293-6D0C-99E8-3503A789C1BE}"/>
                </a:ext>
              </a:extLst>
            </p:cNvPr>
            <p:cNvSpPr/>
            <p:nvPr/>
          </p:nvSpPr>
          <p:spPr>
            <a:xfrm>
              <a:off x="1538247" y="631824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49" name="pl17">
              <a:extLst>
                <a:ext uri="{FF2B5EF4-FFF2-40B4-BE49-F238E27FC236}">
                  <a16:creationId xmlns:a16="http://schemas.microsoft.com/office/drawing/2014/main" id="{BDB8FFF0-43A7-D688-5C14-EDE59F81253A}"/>
                </a:ext>
              </a:extLst>
            </p:cNvPr>
            <p:cNvSpPr/>
            <p:nvPr/>
          </p:nvSpPr>
          <p:spPr>
            <a:xfrm>
              <a:off x="1538247" y="568593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0" name="pl18">
              <a:extLst>
                <a:ext uri="{FF2B5EF4-FFF2-40B4-BE49-F238E27FC236}">
                  <a16:creationId xmlns:a16="http://schemas.microsoft.com/office/drawing/2014/main" id="{C68C4A8A-E2B0-1813-A85A-D4EE3F543CC5}"/>
                </a:ext>
              </a:extLst>
            </p:cNvPr>
            <p:cNvSpPr/>
            <p:nvPr/>
          </p:nvSpPr>
          <p:spPr>
            <a:xfrm>
              <a:off x="1602106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1" name="pl19">
              <a:extLst>
                <a:ext uri="{FF2B5EF4-FFF2-40B4-BE49-F238E27FC236}">
                  <a16:creationId xmlns:a16="http://schemas.microsoft.com/office/drawing/2014/main" id="{A2C58FAE-C393-2C93-1FC1-3FA9F7D22AE1}"/>
                </a:ext>
              </a:extLst>
            </p:cNvPr>
            <p:cNvSpPr/>
            <p:nvPr/>
          </p:nvSpPr>
          <p:spPr>
            <a:xfrm>
              <a:off x="2743299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2" name="pl20">
              <a:extLst>
                <a:ext uri="{FF2B5EF4-FFF2-40B4-BE49-F238E27FC236}">
                  <a16:creationId xmlns:a16="http://schemas.microsoft.com/office/drawing/2014/main" id="{C0908F0A-550E-2322-509D-DEE206B0C7B8}"/>
                </a:ext>
              </a:extLst>
            </p:cNvPr>
            <p:cNvSpPr/>
            <p:nvPr/>
          </p:nvSpPr>
          <p:spPr>
            <a:xfrm>
              <a:off x="3884492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3" name="pl21">
              <a:extLst>
                <a:ext uri="{FF2B5EF4-FFF2-40B4-BE49-F238E27FC236}">
                  <a16:creationId xmlns:a16="http://schemas.microsoft.com/office/drawing/2014/main" id="{EDFFADE1-E0B9-78E3-6F98-EF3E74C7F603}"/>
                </a:ext>
              </a:extLst>
            </p:cNvPr>
            <p:cNvSpPr/>
            <p:nvPr/>
          </p:nvSpPr>
          <p:spPr>
            <a:xfrm>
              <a:off x="5025685" y="555946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4" name="pg22">
              <a:extLst>
                <a:ext uri="{FF2B5EF4-FFF2-40B4-BE49-F238E27FC236}">
                  <a16:creationId xmlns:a16="http://schemas.microsoft.com/office/drawing/2014/main" id="{8D1635E9-8A9F-411E-975E-601BBD1E8931}"/>
                </a:ext>
              </a:extLst>
            </p:cNvPr>
            <p:cNvSpPr/>
            <p:nvPr/>
          </p:nvSpPr>
          <p:spPr>
            <a:xfrm>
              <a:off x="540968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5" name="pg23">
              <a:extLst>
                <a:ext uri="{FF2B5EF4-FFF2-40B4-BE49-F238E27FC236}">
                  <a16:creationId xmlns:a16="http://schemas.microsoft.com/office/drawing/2014/main" id="{FB47A4CC-F3F5-3644-CBE0-8206209941A1}"/>
                </a:ext>
              </a:extLst>
            </p:cNvPr>
            <p:cNvSpPr/>
            <p:nvPr/>
          </p:nvSpPr>
          <p:spPr>
            <a:xfrm>
              <a:off x="4907043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6" name="pg24">
              <a:extLst>
                <a:ext uri="{FF2B5EF4-FFF2-40B4-BE49-F238E27FC236}">
                  <a16:creationId xmlns:a16="http://schemas.microsoft.com/office/drawing/2014/main" id="{47A92AF9-7462-B13F-3474-3FD21C81936C}"/>
                </a:ext>
              </a:extLst>
            </p:cNvPr>
            <p:cNvSpPr/>
            <p:nvPr/>
          </p:nvSpPr>
          <p:spPr>
            <a:xfrm>
              <a:off x="340713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7" name="pg25">
              <a:extLst>
                <a:ext uri="{FF2B5EF4-FFF2-40B4-BE49-F238E27FC236}">
                  <a16:creationId xmlns:a16="http://schemas.microsoft.com/office/drawing/2014/main" id="{483D1FA6-74F0-5030-CD53-F74D15C47918}"/>
                </a:ext>
              </a:extLst>
            </p:cNvPr>
            <p:cNvSpPr/>
            <p:nvPr/>
          </p:nvSpPr>
          <p:spPr>
            <a:xfrm>
              <a:off x="490405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8" name="pg26">
              <a:extLst>
                <a:ext uri="{FF2B5EF4-FFF2-40B4-BE49-F238E27FC236}">
                  <a16:creationId xmlns:a16="http://schemas.microsoft.com/office/drawing/2014/main" id="{0A088D4C-24B5-688A-F640-92528DD21E27}"/>
                </a:ext>
              </a:extLst>
            </p:cNvPr>
            <p:cNvSpPr/>
            <p:nvPr/>
          </p:nvSpPr>
          <p:spPr>
            <a:xfrm>
              <a:off x="481081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9" name="pg27">
              <a:extLst>
                <a:ext uri="{FF2B5EF4-FFF2-40B4-BE49-F238E27FC236}">
                  <a16:creationId xmlns:a16="http://schemas.microsoft.com/office/drawing/2014/main" id="{707B7078-1139-4161-2788-0F78661225B2}"/>
                </a:ext>
              </a:extLst>
            </p:cNvPr>
            <p:cNvSpPr/>
            <p:nvPr/>
          </p:nvSpPr>
          <p:spPr>
            <a:xfrm>
              <a:off x="4845759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0" name="pg28">
              <a:extLst>
                <a:ext uri="{FF2B5EF4-FFF2-40B4-BE49-F238E27FC236}">
                  <a16:creationId xmlns:a16="http://schemas.microsoft.com/office/drawing/2014/main" id="{A0367076-5CC0-541F-F734-A435EE6E2FA3}"/>
                </a:ext>
              </a:extLst>
            </p:cNvPr>
            <p:cNvSpPr/>
            <p:nvPr/>
          </p:nvSpPr>
          <p:spPr>
            <a:xfrm>
              <a:off x="382313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1" name="pg29">
              <a:extLst>
                <a:ext uri="{FF2B5EF4-FFF2-40B4-BE49-F238E27FC236}">
                  <a16:creationId xmlns:a16="http://schemas.microsoft.com/office/drawing/2014/main" id="{5E740C1B-4983-61C6-93AE-293AE36C7CA4}"/>
                </a:ext>
              </a:extLst>
            </p:cNvPr>
            <p:cNvSpPr/>
            <p:nvPr/>
          </p:nvSpPr>
          <p:spPr>
            <a:xfrm>
              <a:off x="343423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2" name="pg30">
              <a:extLst>
                <a:ext uri="{FF2B5EF4-FFF2-40B4-BE49-F238E27FC236}">
                  <a16:creationId xmlns:a16="http://schemas.microsoft.com/office/drawing/2014/main" id="{57A878AB-65E3-72C8-793B-2E9E3F3BDBEC}"/>
                </a:ext>
              </a:extLst>
            </p:cNvPr>
            <p:cNvSpPr/>
            <p:nvPr/>
          </p:nvSpPr>
          <p:spPr>
            <a:xfrm>
              <a:off x="338187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3" name="pg31">
              <a:extLst>
                <a:ext uri="{FF2B5EF4-FFF2-40B4-BE49-F238E27FC236}">
                  <a16:creationId xmlns:a16="http://schemas.microsoft.com/office/drawing/2014/main" id="{0E42E1BA-D13F-491A-F1CE-746375C1F0A7}"/>
                </a:ext>
              </a:extLst>
            </p:cNvPr>
            <p:cNvSpPr/>
            <p:nvPr/>
          </p:nvSpPr>
          <p:spPr>
            <a:xfrm>
              <a:off x="4839895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4" name="pg32">
              <a:extLst>
                <a:ext uri="{FF2B5EF4-FFF2-40B4-BE49-F238E27FC236}">
                  <a16:creationId xmlns:a16="http://schemas.microsoft.com/office/drawing/2014/main" id="{875AABB1-A848-03E1-37A9-57D2AB64DEC2}"/>
                </a:ext>
              </a:extLst>
            </p:cNvPr>
            <p:cNvSpPr/>
            <p:nvPr/>
          </p:nvSpPr>
          <p:spPr>
            <a:xfrm>
              <a:off x="375231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5" name="pg33">
              <a:extLst>
                <a:ext uri="{FF2B5EF4-FFF2-40B4-BE49-F238E27FC236}">
                  <a16:creationId xmlns:a16="http://schemas.microsoft.com/office/drawing/2014/main" id="{5301447B-9960-EB55-AE7B-AED46EA044D2}"/>
                </a:ext>
              </a:extLst>
            </p:cNvPr>
            <p:cNvSpPr/>
            <p:nvPr/>
          </p:nvSpPr>
          <p:spPr>
            <a:xfrm>
              <a:off x="4734896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6" name="pg34">
              <a:extLst>
                <a:ext uri="{FF2B5EF4-FFF2-40B4-BE49-F238E27FC236}">
                  <a16:creationId xmlns:a16="http://schemas.microsoft.com/office/drawing/2014/main" id="{4E645A8F-5EE9-490A-9B67-402D1C7A2A33}"/>
                </a:ext>
              </a:extLst>
            </p:cNvPr>
            <p:cNvSpPr/>
            <p:nvPr/>
          </p:nvSpPr>
          <p:spPr>
            <a:xfrm>
              <a:off x="340713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7" name="pg35">
              <a:extLst>
                <a:ext uri="{FF2B5EF4-FFF2-40B4-BE49-F238E27FC236}">
                  <a16:creationId xmlns:a16="http://schemas.microsoft.com/office/drawing/2014/main" id="{E65CD9C9-10EF-3757-43F4-2A4D8412BC43}"/>
                </a:ext>
              </a:extLst>
            </p:cNvPr>
            <p:cNvSpPr/>
            <p:nvPr/>
          </p:nvSpPr>
          <p:spPr>
            <a:xfrm>
              <a:off x="342052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8" name="pg36">
              <a:extLst>
                <a:ext uri="{FF2B5EF4-FFF2-40B4-BE49-F238E27FC236}">
                  <a16:creationId xmlns:a16="http://schemas.microsoft.com/office/drawing/2014/main" id="{6D745C93-94A9-8F34-1ACE-187183DF52D3}"/>
                </a:ext>
              </a:extLst>
            </p:cNvPr>
            <p:cNvSpPr/>
            <p:nvPr/>
          </p:nvSpPr>
          <p:spPr>
            <a:xfrm>
              <a:off x="361809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69" name="pg37">
              <a:extLst>
                <a:ext uri="{FF2B5EF4-FFF2-40B4-BE49-F238E27FC236}">
                  <a16:creationId xmlns:a16="http://schemas.microsoft.com/office/drawing/2014/main" id="{2A4518ED-B178-258B-9390-0CC30C6D8F14}"/>
                </a:ext>
              </a:extLst>
            </p:cNvPr>
            <p:cNvSpPr/>
            <p:nvPr/>
          </p:nvSpPr>
          <p:spPr>
            <a:xfrm>
              <a:off x="540759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0" name="pg38">
              <a:extLst>
                <a:ext uri="{FF2B5EF4-FFF2-40B4-BE49-F238E27FC236}">
                  <a16:creationId xmlns:a16="http://schemas.microsoft.com/office/drawing/2014/main" id="{8025EA70-AF85-A762-7F9F-A838D1F3ED3D}"/>
                </a:ext>
              </a:extLst>
            </p:cNvPr>
            <p:cNvSpPr/>
            <p:nvPr/>
          </p:nvSpPr>
          <p:spPr>
            <a:xfrm>
              <a:off x="464488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1" name="pg39">
              <a:extLst>
                <a:ext uri="{FF2B5EF4-FFF2-40B4-BE49-F238E27FC236}">
                  <a16:creationId xmlns:a16="http://schemas.microsoft.com/office/drawing/2014/main" id="{9B03FFDE-D37A-08F8-911F-70E4D8C69536}"/>
                </a:ext>
              </a:extLst>
            </p:cNvPr>
            <p:cNvSpPr/>
            <p:nvPr/>
          </p:nvSpPr>
          <p:spPr>
            <a:xfrm>
              <a:off x="473810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2" name="pg40">
              <a:extLst>
                <a:ext uri="{FF2B5EF4-FFF2-40B4-BE49-F238E27FC236}">
                  <a16:creationId xmlns:a16="http://schemas.microsoft.com/office/drawing/2014/main" id="{37F2481F-3F03-5EF2-3DC3-D0D346DD3C1C}"/>
                </a:ext>
              </a:extLst>
            </p:cNvPr>
            <p:cNvSpPr/>
            <p:nvPr/>
          </p:nvSpPr>
          <p:spPr>
            <a:xfrm>
              <a:off x="4642134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3" name="pg41">
              <a:extLst>
                <a:ext uri="{FF2B5EF4-FFF2-40B4-BE49-F238E27FC236}">
                  <a16:creationId xmlns:a16="http://schemas.microsoft.com/office/drawing/2014/main" id="{13F24D9E-B789-5C03-5FC3-EC797BE06DB9}"/>
                </a:ext>
              </a:extLst>
            </p:cNvPr>
            <p:cNvSpPr/>
            <p:nvPr/>
          </p:nvSpPr>
          <p:spPr>
            <a:xfrm>
              <a:off x="379461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4" name="pg42">
              <a:extLst>
                <a:ext uri="{FF2B5EF4-FFF2-40B4-BE49-F238E27FC236}">
                  <a16:creationId xmlns:a16="http://schemas.microsoft.com/office/drawing/2014/main" id="{8B33BC8D-EC73-AF2D-5F05-4F5F8FA71763}"/>
                </a:ext>
              </a:extLst>
            </p:cNvPr>
            <p:cNvSpPr/>
            <p:nvPr/>
          </p:nvSpPr>
          <p:spPr>
            <a:xfrm>
              <a:off x="3393737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5" name="pg43">
              <a:extLst>
                <a:ext uri="{FF2B5EF4-FFF2-40B4-BE49-F238E27FC236}">
                  <a16:creationId xmlns:a16="http://schemas.microsoft.com/office/drawing/2014/main" id="{B8697D74-FB23-D3AF-01BC-2E84DB3EE473}"/>
                </a:ext>
              </a:extLst>
            </p:cNvPr>
            <p:cNvSpPr/>
            <p:nvPr/>
          </p:nvSpPr>
          <p:spPr>
            <a:xfrm>
              <a:off x="379461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6" name="pg44">
              <a:extLst>
                <a:ext uri="{FF2B5EF4-FFF2-40B4-BE49-F238E27FC236}">
                  <a16:creationId xmlns:a16="http://schemas.microsoft.com/office/drawing/2014/main" id="{725810CD-9BC8-C15C-A097-4A1B126C97B1}"/>
                </a:ext>
              </a:extLst>
            </p:cNvPr>
            <p:cNvSpPr/>
            <p:nvPr/>
          </p:nvSpPr>
          <p:spPr>
            <a:xfrm>
              <a:off x="363038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7" name="pg45">
              <a:extLst>
                <a:ext uri="{FF2B5EF4-FFF2-40B4-BE49-F238E27FC236}">
                  <a16:creationId xmlns:a16="http://schemas.microsoft.com/office/drawing/2014/main" id="{5277A34B-C4E6-0C9A-10A5-5960C4638BA0}"/>
                </a:ext>
              </a:extLst>
            </p:cNvPr>
            <p:cNvSpPr/>
            <p:nvPr/>
          </p:nvSpPr>
          <p:spPr>
            <a:xfrm>
              <a:off x="481148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8" name="pt46">
              <a:extLst>
                <a:ext uri="{FF2B5EF4-FFF2-40B4-BE49-F238E27FC236}">
                  <a16:creationId xmlns:a16="http://schemas.microsoft.com/office/drawing/2014/main" id="{90250DBD-62F8-E565-5A99-07BB827257CD}"/>
                </a:ext>
              </a:extLst>
            </p:cNvPr>
            <p:cNvSpPr/>
            <p:nvPr/>
          </p:nvSpPr>
          <p:spPr>
            <a:xfrm>
              <a:off x="2552367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79" name="pt47">
              <a:extLst>
                <a:ext uri="{FF2B5EF4-FFF2-40B4-BE49-F238E27FC236}">
                  <a16:creationId xmlns:a16="http://schemas.microsoft.com/office/drawing/2014/main" id="{56BE32DB-BF79-925F-BBC3-AFE24386695F}"/>
                </a:ext>
              </a:extLst>
            </p:cNvPr>
            <p:cNvSpPr/>
            <p:nvPr/>
          </p:nvSpPr>
          <p:spPr>
            <a:xfrm>
              <a:off x="3021904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0" name="pt48">
              <a:extLst>
                <a:ext uri="{FF2B5EF4-FFF2-40B4-BE49-F238E27FC236}">
                  <a16:creationId xmlns:a16="http://schemas.microsoft.com/office/drawing/2014/main" id="{7CE1548A-FD9B-B9DD-6D86-570203168EC8}"/>
                </a:ext>
              </a:extLst>
            </p:cNvPr>
            <p:cNvSpPr/>
            <p:nvPr/>
          </p:nvSpPr>
          <p:spPr>
            <a:xfrm>
              <a:off x="4869414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1" name="pt49">
              <a:extLst>
                <a:ext uri="{FF2B5EF4-FFF2-40B4-BE49-F238E27FC236}">
                  <a16:creationId xmlns:a16="http://schemas.microsoft.com/office/drawing/2014/main" id="{EE44F10A-3E31-2333-8138-304192815F7A}"/>
                </a:ext>
              </a:extLst>
            </p:cNvPr>
            <p:cNvSpPr/>
            <p:nvPr/>
          </p:nvSpPr>
          <p:spPr>
            <a:xfrm>
              <a:off x="2406096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2" name="pt50">
              <a:extLst>
                <a:ext uri="{FF2B5EF4-FFF2-40B4-BE49-F238E27FC236}">
                  <a16:creationId xmlns:a16="http://schemas.microsoft.com/office/drawing/2014/main" id="{0C7D83A1-0B20-292F-8BC2-43450A991D7B}"/>
                </a:ext>
              </a:extLst>
            </p:cNvPr>
            <p:cNvSpPr/>
            <p:nvPr/>
          </p:nvSpPr>
          <p:spPr>
            <a:xfrm>
              <a:off x="4951912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3" name="pt51">
              <a:extLst>
                <a:ext uri="{FF2B5EF4-FFF2-40B4-BE49-F238E27FC236}">
                  <a16:creationId xmlns:a16="http://schemas.microsoft.com/office/drawing/2014/main" id="{A321E32F-C4A4-8CE5-0C48-5C87233ACCBD}"/>
                </a:ext>
              </a:extLst>
            </p:cNvPr>
            <p:cNvSpPr/>
            <p:nvPr/>
          </p:nvSpPr>
          <p:spPr>
            <a:xfrm>
              <a:off x="5587336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4" name="pt52">
              <a:extLst>
                <a:ext uri="{FF2B5EF4-FFF2-40B4-BE49-F238E27FC236}">
                  <a16:creationId xmlns:a16="http://schemas.microsoft.com/office/drawing/2014/main" id="{B71598C9-324F-C0D2-8112-19659CD11442}"/>
                </a:ext>
              </a:extLst>
            </p:cNvPr>
            <p:cNvSpPr/>
            <p:nvPr/>
          </p:nvSpPr>
          <p:spPr>
            <a:xfrm>
              <a:off x="2418399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5" name="pt53">
              <a:extLst>
                <a:ext uri="{FF2B5EF4-FFF2-40B4-BE49-F238E27FC236}">
                  <a16:creationId xmlns:a16="http://schemas.microsoft.com/office/drawing/2014/main" id="{E77594A9-6D37-28B6-0A9E-12E10D22B5DF}"/>
                </a:ext>
              </a:extLst>
            </p:cNvPr>
            <p:cNvSpPr/>
            <p:nvPr/>
          </p:nvSpPr>
          <p:spPr>
            <a:xfrm>
              <a:off x="3337450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6" name="pt54">
              <a:extLst>
                <a:ext uri="{FF2B5EF4-FFF2-40B4-BE49-F238E27FC236}">
                  <a16:creationId xmlns:a16="http://schemas.microsoft.com/office/drawing/2014/main" id="{C4D5838F-6D77-E0A2-BE19-50DC33CDDCB3}"/>
                </a:ext>
              </a:extLst>
            </p:cNvPr>
            <p:cNvSpPr/>
            <p:nvPr/>
          </p:nvSpPr>
          <p:spPr>
            <a:xfrm>
              <a:off x="4770197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7" name="pt55">
              <a:extLst>
                <a:ext uri="{FF2B5EF4-FFF2-40B4-BE49-F238E27FC236}">
                  <a16:creationId xmlns:a16="http://schemas.microsoft.com/office/drawing/2014/main" id="{9495016D-173B-CF7E-290B-6CA48334F246}"/>
                </a:ext>
              </a:extLst>
            </p:cNvPr>
            <p:cNvSpPr/>
            <p:nvPr/>
          </p:nvSpPr>
          <p:spPr>
            <a:xfrm>
              <a:off x="3337450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8" name="pt56">
              <a:extLst>
                <a:ext uri="{FF2B5EF4-FFF2-40B4-BE49-F238E27FC236}">
                  <a16:creationId xmlns:a16="http://schemas.microsoft.com/office/drawing/2014/main" id="{4C16F284-4FD8-741C-DC84-73B30E13DEF7}"/>
                </a:ext>
              </a:extLst>
            </p:cNvPr>
            <p:cNvSpPr/>
            <p:nvPr/>
          </p:nvSpPr>
          <p:spPr>
            <a:xfrm>
              <a:off x="4951848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9" name="pt57">
              <a:extLst>
                <a:ext uri="{FF2B5EF4-FFF2-40B4-BE49-F238E27FC236}">
                  <a16:creationId xmlns:a16="http://schemas.microsoft.com/office/drawing/2014/main" id="{E7E9BB1B-E570-5257-D184-5FF3BD25F4D9}"/>
                </a:ext>
              </a:extLst>
            </p:cNvPr>
            <p:cNvSpPr/>
            <p:nvPr/>
          </p:nvSpPr>
          <p:spPr>
            <a:xfrm>
              <a:off x="2416880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0" name="pt58">
              <a:extLst>
                <a:ext uri="{FF2B5EF4-FFF2-40B4-BE49-F238E27FC236}">
                  <a16:creationId xmlns:a16="http://schemas.microsoft.com/office/drawing/2014/main" id="{FBF7DD4D-742F-8A24-9225-166204D83CEA}"/>
                </a:ext>
              </a:extLst>
            </p:cNvPr>
            <p:cNvSpPr/>
            <p:nvPr/>
          </p:nvSpPr>
          <p:spPr>
            <a:xfrm>
              <a:off x="2404555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1" name="pt59">
              <a:extLst>
                <a:ext uri="{FF2B5EF4-FFF2-40B4-BE49-F238E27FC236}">
                  <a16:creationId xmlns:a16="http://schemas.microsoft.com/office/drawing/2014/main" id="{DE2AF5EA-E517-D32B-8577-CF241C3E6DF5}"/>
                </a:ext>
              </a:extLst>
            </p:cNvPr>
            <p:cNvSpPr/>
            <p:nvPr/>
          </p:nvSpPr>
          <p:spPr>
            <a:xfrm>
              <a:off x="4869480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2" name="pt60">
              <a:extLst>
                <a:ext uri="{FF2B5EF4-FFF2-40B4-BE49-F238E27FC236}">
                  <a16:creationId xmlns:a16="http://schemas.microsoft.com/office/drawing/2014/main" id="{95ED2450-1A2F-DF8E-295F-D7993EEF94E2}"/>
                </a:ext>
              </a:extLst>
            </p:cNvPr>
            <p:cNvSpPr/>
            <p:nvPr/>
          </p:nvSpPr>
          <p:spPr>
            <a:xfrm>
              <a:off x="5050024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3" name="pt61">
              <a:extLst>
                <a:ext uri="{FF2B5EF4-FFF2-40B4-BE49-F238E27FC236}">
                  <a16:creationId xmlns:a16="http://schemas.microsoft.com/office/drawing/2014/main" id="{31BD7AB2-5A71-5FEF-F69E-274AEEC958F4}"/>
                </a:ext>
              </a:extLst>
            </p:cNvPr>
            <p:cNvSpPr/>
            <p:nvPr/>
          </p:nvSpPr>
          <p:spPr>
            <a:xfrm>
              <a:off x="4982603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4" name="pt62">
              <a:extLst>
                <a:ext uri="{FF2B5EF4-FFF2-40B4-BE49-F238E27FC236}">
                  <a16:creationId xmlns:a16="http://schemas.microsoft.com/office/drawing/2014/main" id="{BAB3A006-66B4-1FA8-0045-DDD7C659181D}"/>
                </a:ext>
              </a:extLst>
            </p:cNvPr>
            <p:cNvSpPr/>
            <p:nvPr/>
          </p:nvSpPr>
          <p:spPr>
            <a:xfrm>
              <a:off x="5050024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5" name="pt63">
              <a:extLst>
                <a:ext uri="{FF2B5EF4-FFF2-40B4-BE49-F238E27FC236}">
                  <a16:creationId xmlns:a16="http://schemas.microsoft.com/office/drawing/2014/main" id="{B54C4506-DFBB-6B01-7B40-AF4F5457A186}"/>
                </a:ext>
              </a:extLst>
            </p:cNvPr>
            <p:cNvSpPr/>
            <p:nvPr/>
          </p:nvSpPr>
          <p:spPr>
            <a:xfrm>
              <a:off x="3285717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6" name="pt64">
              <a:extLst>
                <a:ext uri="{FF2B5EF4-FFF2-40B4-BE49-F238E27FC236}">
                  <a16:creationId xmlns:a16="http://schemas.microsoft.com/office/drawing/2014/main" id="{BBB04F23-FC54-7EFB-72F1-C8903E202EFE}"/>
                </a:ext>
              </a:extLst>
            </p:cNvPr>
            <p:cNvSpPr/>
            <p:nvPr/>
          </p:nvSpPr>
          <p:spPr>
            <a:xfrm>
              <a:off x="4770129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7" name="pt65">
              <a:extLst>
                <a:ext uri="{FF2B5EF4-FFF2-40B4-BE49-F238E27FC236}">
                  <a16:creationId xmlns:a16="http://schemas.microsoft.com/office/drawing/2014/main" id="{2D9085AF-2E93-8EB3-D59A-37E1AB0A7DB9}"/>
                </a:ext>
              </a:extLst>
            </p:cNvPr>
            <p:cNvSpPr/>
            <p:nvPr/>
          </p:nvSpPr>
          <p:spPr>
            <a:xfrm>
              <a:off x="3285717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8" name="pt66">
              <a:extLst>
                <a:ext uri="{FF2B5EF4-FFF2-40B4-BE49-F238E27FC236}">
                  <a16:creationId xmlns:a16="http://schemas.microsoft.com/office/drawing/2014/main" id="{A10E3170-E3F3-BCF8-4EC1-8DFF7E43250E}"/>
                </a:ext>
              </a:extLst>
            </p:cNvPr>
            <p:cNvSpPr/>
            <p:nvPr/>
          </p:nvSpPr>
          <p:spPr>
            <a:xfrm>
              <a:off x="2555203" y="564077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99" name="pt67">
              <a:extLst>
                <a:ext uri="{FF2B5EF4-FFF2-40B4-BE49-F238E27FC236}">
                  <a16:creationId xmlns:a16="http://schemas.microsoft.com/office/drawing/2014/main" id="{94D65EA8-1660-9983-4E6C-4B103F540F10}"/>
                </a:ext>
              </a:extLst>
            </p:cNvPr>
            <p:cNvSpPr/>
            <p:nvPr/>
          </p:nvSpPr>
          <p:spPr>
            <a:xfrm>
              <a:off x="4982603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0" name="pt68">
              <a:extLst>
                <a:ext uri="{FF2B5EF4-FFF2-40B4-BE49-F238E27FC236}">
                  <a16:creationId xmlns:a16="http://schemas.microsoft.com/office/drawing/2014/main" id="{2B5D0171-F80C-859F-72DA-1812472D6424}"/>
                </a:ext>
              </a:extLst>
            </p:cNvPr>
            <p:cNvSpPr/>
            <p:nvPr/>
          </p:nvSpPr>
          <p:spPr>
            <a:xfrm>
              <a:off x="5587336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1" name="pt69">
              <a:extLst>
                <a:ext uri="{FF2B5EF4-FFF2-40B4-BE49-F238E27FC236}">
                  <a16:creationId xmlns:a16="http://schemas.microsoft.com/office/drawing/2014/main" id="{44C1FC5A-10CC-C2D8-B05A-C8F6ED9118AB}"/>
                </a:ext>
              </a:extLst>
            </p:cNvPr>
            <p:cNvSpPr/>
            <p:nvPr/>
          </p:nvSpPr>
          <p:spPr>
            <a:xfrm>
              <a:off x="3022471" y="817004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2" name="pg70">
              <a:extLst>
                <a:ext uri="{FF2B5EF4-FFF2-40B4-BE49-F238E27FC236}">
                  <a16:creationId xmlns:a16="http://schemas.microsoft.com/office/drawing/2014/main" id="{B8DAD130-CD93-E05F-1CCD-0280E7AF1286}"/>
                </a:ext>
              </a:extLst>
            </p:cNvPr>
            <p:cNvSpPr/>
            <p:nvPr/>
          </p:nvSpPr>
          <p:spPr>
            <a:xfrm>
              <a:off x="340356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3" name="pg71">
              <a:extLst>
                <a:ext uri="{FF2B5EF4-FFF2-40B4-BE49-F238E27FC236}">
                  <a16:creationId xmlns:a16="http://schemas.microsoft.com/office/drawing/2014/main" id="{8AE2AACE-352F-86AD-6E24-766D23BA9918}"/>
                </a:ext>
              </a:extLst>
            </p:cNvPr>
            <p:cNvSpPr/>
            <p:nvPr/>
          </p:nvSpPr>
          <p:spPr>
            <a:xfrm>
              <a:off x="338867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4" name="pg72">
              <a:extLst>
                <a:ext uri="{FF2B5EF4-FFF2-40B4-BE49-F238E27FC236}">
                  <a16:creationId xmlns:a16="http://schemas.microsoft.com/office/drawing/2014/main" id="{AB4E31F3-8D68-821D-46A8-0041AFAA7DFA}"/>
                </a:ext>
              </a:extLst>
            </p:cNvPr>
            <p:cNvSpPr/>
            <p:nvPr/>
          </p:nvSpPr>
          <p:spPr>
            <a:xfrm>
              <a:off x="4811794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5" name="pg73">
              <a:extLst>
                <a:ext uri="{FF2B5EF4-FFF2-40B4-BE49-F238E27FC236}">
                  <a16:creationId xmlns:a16="http://schemas.microsoft.com/office/drawing/2014/main" id="{BC7E0457-8108-01CF-5B4C-AFAAFF186C45}"/>
                </a:ext>
              </a:extLst>
            </p:cNvPr>
            <p:cNvSpPr/>
            <p:nvPr/>
          </p:nvSpPr>
          <p:spPr>
            <a:xfrm>
              <a:off x="4613553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6" name="pg74">
              <a:extLst>
                <a:ext uri="{FF2B5EF4-FFF2-40B4-BE49-F238E27FC236}">
                  <a16:creationId xmlns:a16="http://schemas.microsoft.com/office/drawing/2014/main" id="{79D719ED-1ACD-FD31-193B-D1221C501FF2}"/>
                </a:ext>
              </a:extLst>
            </p:cNvPr>
            <p:cNvSpPr/>
            <p:nvPr/>
          </p:nvSpPr>
          <p:spPr>
            <a:xfrm>
              <a:off x="487487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7" name="pg75">
              <a:extLst>
                <a:ext uri="{FF2B5EF4-FFF2-40B4-BE49-F238E27FC236}">
                  <a16:creationId xmlns:a16="http://schemas.microsoft.com/office/drawing/2014/main" id="{4DD46999-9FC3-393E-AFB3-F63BEB820DB9}"/>
                </a:ext>
              </a:extLst>
            </p:cNvPr>
            <p:cNvSpPr/>
            <p:nvPr/>
          </p:nvSpPr>
          <p:spPr>
            <a:xfrm>
              <a:off x="477992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8" name="pg76">
              <a:extLst>
                <a:ext uri="{FF2B5EF4-FFF2-40B4-BE49-F238E27FC236}">
                  <a16:creationId xmlns:a16="http://schemas.microsoft.com/office/drawing/2014/main" id="{091F65E3-785A-7A47-6880-02410980E384}"/>
                </a:ext>
              </a:extLst>
            </p:cNvPr>
            <p:cNvSpPr/>
            <p:nvPr/>
          </p:nvSpPr>
          <p:spPr>
            <a:xfrm>
              <a:off x="4610859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9" name="pg77">
              <a:extLst>
                <a:ext uri="{FF2B5EF4-FFF2-40B4-BE49-F238E27FC236}">
                  <a16:creationId xmlns:a16="http://schemas.microsoft.com/office/drawing/2014/main" id="{D499FA24-DACA-8E84-F351-3B329F787913}"/>
                </a:ext>
              </a:extLst>
            </p:cNvPr>
            <p:cNvSpPr/>
            <p:nvPr/>
          </p:nvSpPr>
          <p:spPr>
            <a:xfrm>
              <a:off x="341750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0" name="pg78">
              <a:extLst>
                <a:ext uri="{FF2B5EF4-FFF2-40B4-BE49-F238E27FC236}">
                  <a16:creationId xmlns:a16="http://schemas.microsoft.com/office/drawing/2014/main" id="{15DEFCD0-F29A-5507-EDA5-C28A898361C1}"/>
                </a:ext>
              </a:extLst>
            </p:cNvPr>
            <p:cNvSpPr/>
            <p:nvPr/>
          </p:nvSpPr>
          <p:spPr>
            <a:xfrm>
              <a:off x="480863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1" name="pg79">
              <a:extLst>
                <a:ext uri="{FF2B5EF4-FFF2-40B4-BE49-F238E27FC236}">
                  <a16:creationId xmlns:a16="http://schemas.microsoft.com/office/drawing/2014/main" id="{C434D687-E6A4-E1F2-9355-CE8390ED7990}"/>
                </a:ext>
              </a:extLst>
            </p:cNvPr>
            <p:cNvSpPr/>
            <p:nvPr/>
          </p:nvSpPr>
          <p:spPr>
            <a:xfrm>
              <a:off x="3771141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2" name="pg80">
              <a:extLst>
                <a:ext uri="{FF2B5EF4-FFF2-40B4-BE49-F238E27FC236}">
                  <a16:creationId xmlns:a16="http://schemas.microsoft.com/office/drawing/2014/main" id="{28335D27-D939-866C-5F56-607C24A3A82C}"/>
                </a:ext>
              </a:extLst>
            </p:cNvPr>
            <p:cNvSpPr/>
            <p:nvPr/>
          </p:nvSpPr>
          <p:spPr>
            <a:xfrm>
              <a:off x="336031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3" name="pg81">
              <a:extLst>
                <a:ext uri="{FF2B5EF4-FFF2-40B4-BE49-F238E27FC236}">
                  <a16:creationId xmlns:a16="http://schemas.microsoft.com/office/drawing/2014/main" id="{0BD306A4-3C8F-286C-63A4-251BC8279B76}"/>
                </a:ext>
              </a:extLst>
            </p:cNvPr>
            <p:cNvSpPr/>
            <p:nvPr/>
          </p:nvSpPr>
          <p:spPr>
            <a:xfrm>
              <a:off x="3798900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4" name="pg82">
              <a:extLst>
                <a:ext uri="{FF2B5EF4-FFF2-40B4-BE49-F238E27FC236}">
                  <a16:creationId xmlns:a16="http://schemas.microsoft.com/office/drawing/2014/main" id="{13D7EB06-EB30-00B8-68ED-FFB4C845B3DA}"/>
                </a:ext>
              </a:extLst>
            </p:cNvPr>
            <p:cNvSpPr/>
            <p:nvPr/>
          </p:nvSpPr>
          <p:spPr>
            <a:xfrm>
              <a:off x="470533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5" name="pg83">
              <a:extLst>
                <a:ext uri="{FF2B5EF4-FFF2-40B4-BE49-F238E27FC236}">
                  <a16:creationId xmlns:a16="http://schemas.microsoft.com/office/drawing/2014/main" id="{712C791C-299F-654E-991A-6BCDA290C1BB}"/>
                </a:ext>
              </a:extLst>
            </p:cNvPr>
            <p:cNvSpPr/>
            <p:nvPr/>
          </p:nvSpPr>
          <p:spPr>
            <a:xfrm>
              <a:off x="358321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6" name="pg84">
              <a:extLst>
                <a:ext uri="{FF2B5EF4-FFF2-40B4-BE49-F238E27FC236}">
                  <a16:creationId xmlns:a16="http://schemas.microsoft.com/office/drawing/2014/main" id="{3F411502-6A20-6360-1084-48011619965D}"/>
                </a:ext>
              </a:extLst>
            </p:cNvPr>
            <p:cNvSpPr/>
            <p:nvPr/>
          </p:nvSpPr>
          <p:spPr>
            <a:xfrm>
              <a:off x="335784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7" name="pg85">
              <a:extLst>
                <a:ext uri="{FF2B5EF4-FFF2-40B4-BE49-F238E27FC236}">
                  <a16:creationId xmlns:a16="http://schemas.microsoft.com/office/drawing/2014/main" id="{DEE279D0-4C2D-E8EE-D16E-8EC8135E77F4}"/>
                </a:ext>
              </a:extLst>
            </p:cNvPr>
            <p:cNvSpPr/>
            <p:nvPr/>
          </p:nvSpPr>
          <p:spPr>
            <a:xfrm>
              <a:off x="3735773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8" name="pg86">
              <a:extLst>
                <a:ext uri="{FF2B5EF4-FFF2-40B4-BE49-F238E27FC236}">
                  <a16:creationId xmlns:a16="http://schemas.microsoft.com/office/drawing/2014/main" id="{D07D7F98-F4DC-821C-384F-431052253897}"/>
                </a:ext>
              </a:extLst>
            </p:cNvPr>
            <p:cNvSpPr/>
            <p:nvPr/>
          </p:nvSpPr>
          <p:spPr>
            <a:xfrm>
              <a:off x="470640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9" name="pg87">
              <a:extLst>
                <a:ext uri="{FF2B5EF4-FFF2-40B4-BE49-F238E27FC236}">
                  <a16:creationId xmlns:a16="http://schemas.microsoft.com/office/drawing/2014/main" id="{E1EC82C7-22FC-D160-F796-C0B948421874}"/>
                </a:ext>
              </a:extLst>
            </p:cNvPr>
            <p:cNvSpPr/>
            <p:nvPr/>
          </p:nvSpPr>
          <p:spPr>
            <a:xfrm>
              <a:off x="538589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0" name="pg88">
              <a:extLst>
                <a:ext uri="{FF2B5EF4-FFF2-40B4-BE49-F238E27FC236}">
                  <a16:creationId xmlns:a16="http://schemas.microsoft.com/office/drawing/2014/main" id="{89EEC67F-7215-7F35-F29C-BE8D3C04FE95}"/>
                </a:ext>
              </a:extLst>
            </p:cNvPr>
            <p:cNvSpPr/>
            <p:nvPr/>
          </p:nvSpPr>
          <p:spPr>
            <a:xfrm>
              <a:off x="5384743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1" name="pg89">
              <a:extLst>
                <a:ext uri="{FF2B5EF4-FFF2-40B4-BE49-F238E27FC236}">
                  <a16:creationId xmlns:a16="http://schemas.microsoft.com/office/drawing/2014/main" id="{49A02BAD-80F3-40C7-6263-3FD087E97BBA}"/>
                </a:ext>
              </a:extLst>
            </p:cNvPr>
            <p:cNvSpPr/>
            <p:nvPr/>
          </p:nvSpPr>
          <p:spPr>
            <a:xfrm>
              <a:off x="4783669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2" name="pg90">
              <a:extLst>
                <a:ext uri="{FF2B5EF4-FFF2-40B4-BE49-F238E27FC236}">
                  <a16:creationId xmlns:a16="http://schemas.microsoft.com/office/drawing/2014/main" id="{8C86237D-0ABC-AF74-0B7F-18D052A7A7DC}"/>
                </a:ext>
              </a:extLst>
            </p:cNvPr>
            <p:cNvSpPr/>
            <p:nvPr/>
          </p:nvSpPr>
          <p:spPr>
            <a:xfrm>
              <a:off x="487225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3" name="pg91">
              <a:extLst>
                <a:ext uri="{FF2B5EF4-FFF2-40B4-BE49-F238E27FC236}">
                  <a16:creationId xmlns:a16="http://schemas.microsoft.com/office/drawing/2014/main" id="{5799970F-F1F3-EE32-E69E-8327286000F2}"/>
                </a:ext>
              </a:extLst>
            </p:cNvPr>
            <p:cNvSpPr/>
            <p:nvPr/>
          </p:nvSpPr>
          <p:spPr>
            <a:xfrm>
              <a:off x="3782851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4" name="pg92">
              <a:extLst>
                <a:ext uri="{FF2B5EF4-FFF2-40B4-BE49-F238E27FC236}">
                  <a16:creationId xmlns:a16="http://schemas.microsoft.com/office/drawing/2014/main" id="{A5B34506-1343-844F-27CB-83EBB0D67A11}"/>
                </a:ext>
              </a:extLst>
            </p:cNvPr>
            <p:cNvSpPr/>
            <p:nvPr/>
          </p:nvSpPr>
          <p:spPr>
            <a:xfrm>
              <a:off x="335994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5" name="pt93">
              <a:extLst>
                <a:ext uri="{FF2B5EF4-FFF2-40B4-BE49-F238E27FC236}">
                  <a16:creationId xmlns:a16="http://schemas.microsoft.com/office/drawing/2014/main" id="{D3987B61-3F3E-F912-FFB7-B4F621656BBE}"/>
                </a:ext>
              </a:extLst>
            </p:cNvPr>
            <p:cNvSpPr/>
            <p:nvPr/>
          </p:nvSpPr>
          <p:spPr>
            <a:xfrm>
              <a:off x="2576758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6" name="pt94">
              <a:extLst>
                <a:ext uri="{FF2B5EF4-FFF2-40B4-BE49-F238E27FC236}">
                  <a16:creationId xmlns:a16="http://schemas.microsoft.com/office/drawing/2014/main" id="{113C9B3C-9800-12D0-3E56-9DE205E6494F}"/>
                </a:ext>
              </a:extLst>
            </p:cNvPr>
            <p:cNvSpPr/>
            <p:nvPr/>
          </p:nvSpPr>
          <p:spPr>
            <a:xfrm>
              <a:off x="2806949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7" name="pt95">
              <a:extLst>
                <a:ext uri="{FF2B5EF4-FFF2-40B4-BE49-F238E27FC236}">
                  <a16:creationId xmlns:a16="http://schemas.microsoft.com/office/drawing/2014/main" id="{CAEA58E6-880A-B52E-EE15-C46926235666}"/>
                </a:ext>
              </a:extLst>
            </p:cNvPr>
            <p:cNvSpPr/>
            <p:nvPr/>
          </p:nvSpPr>
          <p:spPr>
            <a:xfrm>
              <a:off x="4302571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8" name="pt96">
              <a:extLst>
                <a:ext uri="{FF2B5EF4-FFF2-40B4-BE49-F238E27FC236}">
                  <a16:creationId xmlns:a16="http://schemas.microsoft.com/office/drawing/2014/main" id="{066937BB-EA69-5C81-9084-2D2270376515}"/>
                </a:ext>
              </a:extLst>
            </p:cNvPr>
            <p:cNvSpPr/>
            <p:nvPr/>
          </p:nvSpPr>
          <p:spPr>
            <a:xfrm>
              <a:off x="4302571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29" name="pt97">
              <a:extLst>
                <a:ext uri="{FF2B5EF4-FFF2-40B4-BE49-F238E27FC236}">
                  <a16:creationId xmlns:a16="http://schemas.microsoft.com/office/drawing/2014/main" id="{0CF1860A-93EF-F07B-9FAD-3F9C11B4658F}"/>
                </a:ext>
              </a:extLst>
            </p:cNvPr>
            <p:cNvSpPr/>
            <p:nvPr/>
          </p:nvSpPr>
          <p:spPr>
            <a:xfrm>
              <a:off x="2232907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0" name="pt98">
              <a:extLst>
                <a:ext uri="{FF2B5EF4-FFF2-40B4-BE49-F238E27FC236}">
                  <a16:creationId xmlns:a16="http://schemas.microsoft.com/office/drawing/2014/main" id="{7B273C63-CF7C-25C7-61E9-D99CFD84584C}"/>
                </a:ext>
              </a:extLst>
            </p:cNvPr>
            <p:cNvSpPr/>
            <p:nvPr/>
          </p:nvSpPr>
          <p:spPr>
            <a:xfrm>
              <a:off x="4512139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1" name="pt99">
              <a:extLst>
                <a:ext uri="{FF2B5EF4-FFF2-40B4-BE49-F238E27FC236}">
                  <a16:creationId xmlns:a16="http://schemas.microsoft.com/office/drawing/2014/main" id="{D200C48C-38EF-E679-BF83-D806EF192E41}"/>
                </a:ext>
              </a:extLst>
            </p:cNvPr>
            <p:cNvSpPr/>
            <p:nvPr/>
          </p:nvSpPr>
          <p:spPr>
            <a:xfrm>
              <a:off x="2856465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2" name="pt100">
              <a:extLst>
                <a:ext uri="{FF2B5EF4-FFF2-40B4-BE49-F238E27FC236}">
                  <a16:creationId xmlns:a16="http://schemas.microsoft.com/office/drawing/2014/main" id="{3819D3D1-EB92-850F-DD1D-CA1E94F4A783}"/>
                </a:ext>
              </a:extLst>
            </p:cNvPr>
            <p:cNvSpPr/>
            <p:nvPr/>
          </p:nvSpPr>
          <p:spPr>
            <a:xfrm>
              <a:off x="2179747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3" name="pt101">
              <a:extLst>
                <a:ext uri="{FF2B5EF4-FFF2-40B4-BE49-F238E27FC236}">
                  <a16:creationId xmlns:a16="http://schemas.microsoft.com/office/drawing/2014/main" id="{E97B6485-64B2-E02E-DAE9-2A264153BD32}"/>
                </a:ext>
              </a:extLst>
            </p:cNvPr>
            <p:cNvSpPr/>
            <p:nvPr/>
          </p:nvSpPr>
          <p:spPr>
            <a:xfrm>
              <a:off x="2807121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4" name="pt102">
              <a:extLst>
                <a:ext uri="{FF2B5EF4-FFF2-40B4-BE49-F238E27FC236}">
                  <a16:creationId xmlns:a16="http://schemas.microsoft.com/office/drawing/2014/main" id="{485BAE4A-B716-A636-69DF-E71FE4B51DD7}"/>
                </a:ext>
              </a:extLst>
            </p:cNvPr>
            <p:cNvSpPr/>
            <p:nvPr/>
          </p:nvSpPr>
          <p:spPr>
            <a:xfrm>
              <a:off x="4574779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5" name="pt103">
              <a:extLst>
                <a:ext uri="{FF2B5EF4-FFF2-40B4-BE49-F238E27FC236}">
                  <a16:creationId xmlns:a16="http://schemas.microsoft.com/office/drawing/2014/main" id="{5F0A3467-DB7C-D115-B76A-B5127A943C06}"/>
                </a:ext>
              </a:extLst>
            </p:cNvPr>
            <p:cNvSpPr/>
            <p:nvPr/>
          </p:nvSpPr>
          <p:spPr>
            <a:xfrm>
              <a:off x="2233225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6" name="pt104">
              <a:extLst>
                <a:ext uri="{FF2B5EF4-FFF2-40B4-BE49-F238E27FC236}">
                  <a16:creationId xmlns:a16="http://schemas.microsoft.com/office/drawing/2014/main" id="{5C5F1712-2EB1-7BFA-A233-C360677FB869}"/>
                </a:ext>
              </a:extLst>
            </p:cNvPr>
            <p:cNvSpPr/>
            <p:nvPr/>
          </p:nvSpPr>
          <p:spPr>
            <a:xfrm>
              <a:off x="4480797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7" name="pt105">
              <a:extLst>
                <a:ext uri="{FF2B5EF4-FFF2-40B4-BE49-F238E27FC236}">
                  <a16:creationId xmlns:a16="http://schemas.microsoft.com/office/drawing/2014/main" id="{A1244C8A-2271-79FE-30A5-0E258C3EF824}"/>
                </a:ext>
              </a:extLst>
            </p:cNvPr>
            <p:cNvSpPr/>
            <p:nvPr/>
          </p:nvSpPr>
          <p:spPr>
            <a:xfrm>
              <a:off x="4401368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8" name="pt106">
              <a:extLst>
                <a:ext uri="{FF2B5EF4-FFF2-40B4-BE49-F238E27FC236}">
                  <a16:creationId xmlns:a16="http://schemas.microsoft.com/office/drawing/2014/main" id="{62D6A6CF-6476-9A28-411A-2DEE56A3F102}"/>
                </a:ext>
              </a:extLst>
            </p:cNvPr>
            <p:cNvSpPr/>
            <p:nvPr/>
          </p:nvSpPr>
          <p:spPr>
            <a:xfrm>
              <a:off x="2856960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9" name="pt107">
              <a:extLst>
                <a:ext uri="{FF2B5EF4-FFF2-40B4-BE49-F238E27FC236}">
                  <a16:creationId xmlns:a16="http://schemas.microsoft.com/office/drawing/2014/main" id="{1658AE2B-1098-109A-FE97-83DDB630E179}"/>
                </a:ext>
              </a:extLst>
            </p:cNvPr>
            <p:cNvSpPr/>
            <p:nvPr/>
          </p:nvSpPr>
          <p:spPr>
            <a:xfrm>
              <a:off x="2185218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0" name="pt108">
              <a:extLst>
                <a:ext uri="{FF2B5EF4-FFF2-40B4-BE49-F238E27FC236}">
                  <a16:creationId xmlns:a16="http://schemas.microsoft.com/office/drawing/2014/main" id="{5369E225-3DD7-9258-E8B8-6D8D18D9821E}"/>
                </a:ext>
              </a:extLst>
            </p:cNvPr>
            <p:cNvSpPr/>
            <p:nvPr/>
          </p:nvSpPr>
          <p:spPr>
            <a:xfrm>
              <a:off x="4575109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1" name="pt109">
              <a:extLst>
                <a:ext uri="{FF2B5EF4-FFF2-40B4-BE49-F238E27FC236}">
                  <a16:creationId xmlns:a16="http://schemas.microsoft.com/office/drawing/2014/main" id="{7E439D80-7182-A480-CA23-0554C3463BE4}"/>
                </a:ext>
              </a:extLst>
            </p:cNvPr>
            <p:cNvSpPr/>
            <p:nvPr/>
          </p:nvSpPr>
          <p:spPr>
            <a:xfrm>
              <a:off x="2179747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2" name="pt110">
              <a:extLst>
                <a:ext uri="{FF2B5EF4-FFF2-40B4-BE49-F238E27FC236}">
                  <a16:creationId xmlns:a16="http://schemas.microsoft.com/office/drawing/2014/main" id="{FA3C5655-C71C-98A2-AE24-05AD61049E18}"/>
                </a:ext>
              </a:extLst>
            </p:cNvPr>
            <p:cNvSpPr/>
            <p:nvPr/>
          </p:nvSpPr>
          <p:spPr>
            <a:xfrm>
              <a:off x="2576546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3" name="pt111">
              <a:extLst>
                <a:ext uri="{FF2B5EF4-FFF2-40B4-BE49-F238E27FC236}">
                  <a16:creationId xmlns:a16="http://schemas.microsoft.com/office/drawing/2014/main" id="{4CC7F314-0AB4-3F9D-4248-C7F85D6E0F1C}"/>
                </a:ext>
              </a:extLst>
            </p:cNvPr>
            <p:cNvSpPr/>
            <p:nvPr/>
          </p:nvSpPr>
          <p:spPr>
            <a:xfrm>
              <a:off x="4402565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4" name="pt112">
              <a:extLst>
                <a:ext uri="{FF2B5EF4-FFF2-40B4-BE49-F238E27FC236}">
                  <a16:creationId xmlns:a16="http://schemas.microsoft.com/office/drawing/2014/main" id="{4CCEE1BF-AA40-94AC-E771-C089D9EF2344}"/>
                </a:ext>
              </a:extLst>
            </p:cNvPr>
            <p:cNvSpPr/>
            <p:nvPr/>
          </p:nvSpPr>
          <p:spPr>
            <a:xfrm>
              <a:off x="5095393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5" name="pt113">
              <a:extLst>
                <a:ext uri="{FF2B5EF4-FFF2-40B4-BE49-F238E27FC236}">
                  <a16:creationId xmlns:a16="http://schemas.microsoft.com/office/drawing/2014/main" id="{AD967B32-A160-60D9-9AD9-1F25F0677F48}"/>
                </a:ext>
              </a:extLst>
            </p:cNvPr>
            <p:cNvSpPr/>
            <p:nvPr/>
          </p:nvSpPr>
          <p:spPr>
            <a:xfrm>
              <a:off x="5095393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6" name="pt114">
              <a:extLst>
                <a:ext uri="{FF2B5EF4-FFF2-40B4-BE49-F238E27FC236}">
                  <a16:creationId xmlns:a16="http://schemas.microsoft.com/office/drawing/2014/main" id="{6E31DC0D-AF5E-42AF-7366-3F79BCE88A07}"/>
                </a:ext>
              </a:extLst>
            </p:cNvPr>
            <p:cNvSpPr/>
            <p:nvPr/>
          </p:nvSpPr>
          <p:spPr>
            <a:xfrm>
              <a:off x="2185218" y="564077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7" name="pt115">
              <a:extLst>
                <a:ext uri="{FF2B5EF4-FFF2-40B4-BE49-F238E27FC236}">
                  <a16:creationId xmlns:a16="http://schemas.microsoft.com/office/drawing/2014/main" id="{8DC3C27E-F6A5-9285-613E-6051B66FEDEB}"/>
                </a:ext>
              </a:extLst>
            </p:cNvPr>
            <p:cNvSpPr/>
            <p:nvPr/>
          </p:nvSpPr>
          <p:spPr>
            <a:xfrm>
              <a:off x="4512278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8" name="pt116">
              <a:extLst>
                <a:ext uri="{FF2B5EF4-FFF2-40B4-BE49-F238E27FC236}">
                  <a16:creationId xmlns:a16="http://schemas.microsoft.com/office/drawing/2014/main" id="{DCB10783-7185-57B5-45FF-BB758064F52F}"/>
                </a:ext>
              </a:extLst>
            </p:cNvPr>
            <p:cNvSpPr/>
            <p:nvPr/>
          </p:nvSpPr>
          <p:spPr>
            <a:xfrm>
              <a:off x="4480797" y="817004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49" name="pt117">
              <a:extLst>
                <a:ext uri="{FF2B5EF4-FFF2-40B4-BE49-F238E27FC236}">
                  <a16:creationId xmlns:a16="http://schemas.microsoft.com/office/drawing/2014/main" id="{4A27C394-0911-145B-4ABC-BC042933B6C7}"/>
                </a:ext>
              </a:extLst>
            </p:cNvPr>
            <p:cNvSpPr/>
            <p:nvPr/>
          </p:nvSpPr>
          <p:spPr>
            <a:xfrm>
              <a:off x="4829863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0" name="pt118">
              <a:extLst>
                <a:ext uri="{FF2B5EF4-FFF2-40B4-BE49-F238E27FC236}">
                  <a16:creationId xmlns:a16="http://schemas.microsoft.com/office/drawing/2014/main" id="{626B341A-E074-A64F-A295-DC9F017CE6B2}"/>
                </a:ext>
              </a:extLst>
            </p:cNvPr>
            <p:cNvSpPr/>
            <p:nvPr/>
          </p:nvSpPr>
          <p:spPr>
            <a:xfrm>
              <a:off x="2532343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1" name="pt119">
              <a:extLst>
                <a:ext uri="{FF2B5EF4-FFF2-40B4-BE49-F238E27FC236}">
                  <a16:creationId xmlns:a16="http://schemas.microsoft.com/office/drawing/2014/main" id="{79A68A0A-1B75-0F3C-ECB0-C5FBAE1D66C8}"/>
                </a:ext>
              </a:extLst>
            </p:cNvPr>
            <p:cNvSpPr/>
            <p:nvPr/>
          </p:nvSpPr>
          <p:spPr>
            <a:xfrm>
              <a:off x="2532343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2" name="pt120">
              <a:extLst>
                <a:ext uri="{FF2B5EF4-FFF2-40B4-BE49-F238E27FC236}">
                  <a16:creationId xmlns:a16="http://schemas.microsoft.com/office/drawing/2014/main" id="{1EEBD996-9398-66BD-3612-D4226603CA5F}"/>
                </a:ext>
              </a:extLst>
            </p:cNvPr>
            <p:cNvSpPr/>
            <p:nvPr/>
          </p:nvSpPr>
          <p:spPr>
            <a:xfrm>
              <a:off x="4830173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3" name="pt121">
              <a:extLst>
                <a:ext uri="{FF2B5EF4-FFF2-40B4-BE49-F238E27FC236}">
                  <a16:creationId xmlns:a16="http://schemas.microsoft.com/office/drawing/2014/main" id="{3B4520AF-CB24-4D5C-F92B-8ED4C14D8EDA}"/>
                </a:ext>
              </a:extLst>
            </p:cNvPr>
            <p:cNvSpPr/>
            <p:nvPr/>
          </p:nvSpPr>
          <p:spPr>
            <a:xfrm>
              <a:off x="4004265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4" name="pt122">
              <a:extLst>
                <a:ext uri="{FF2B5EF4-FFF2-40B4-BE49-F238E27FC236}">
                  <a16:creationId xmlns:a16="http://schemas.microsoft.com/office/drawing/2014/main" id="{FAD6061B-B5AB-B093-B5C9-24CB4939016A}"/>
                </a:ext>
              </a:extLst>
            </p:cNvPr>
            <p:cNvSpPr/>
            <p:nvPr/>
          </p:nvSpPr>
          <p:spPr>
            <a:xfrm>
              <a:off x="4102996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5" name="pt123">
              <a:extLst>
                <a:ext uri="{FF2B5EF4-FFF2-40B4-BE49-F238E27FC236}">
                  <a16:creationId xmlns:a16="http://schemas.microsoft.com/office/drawing/2014/main" id="{C923EBF1-FFB9-9224-14F1-0B1B07259AD5}"/>
                </a:ext>
              </a:extLst>
            </p:cNvPr>
            <p:cNvSpPr/>
            <p:nvPr/>
          </p:nvSpPr>
          <p:spPr>
            <a:xfrm>
              <a:off x="4004433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6" name="pt124">
              <a:extLst>
                <a:ext uri="{FF2B5EF4-FFF2-40B4-BE49-F238E27FC236}">
                  <a16:creationId xmlns:a16="http://schemas.microsoft.com/office/drawing/2014/main" id="{ED692141-0184-A53D-044B-0CF530ECCE96}"/>
                </a:ext>
              </a:extLst>
            </p:cNvPr>
            <p:cNvSpPr/>
            <p:nvPr/>
          </p:nvSpPr>
          <p:spPr>
            <a:xfrm>
              <a:off x="1688059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7" name="pt125">
              <a:extLst>
                <a:ext uri="{FF2B5EF4-FFF2-40B4-BE49-F238E27FC236}">
                  <a16:creationId xmlns:a16="http://schemas.microsoft.com/office/drawing/2014/main" id="{92A153B1-EC82-1B28-6113-E0199D03C5BF}"/>
                </a:ext>
              </a:extLst>
            </p:cNvPr>
            <p:cNvSpPr/>
            <p:nvPr/>
          </p:nvSpPr>
          <p:spPr>
            <a:xfrm>
              <a:off x="1697888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8" name="pt126">
              <a:extLst>
                <a:ext uri="{FF2B5EF4-FFF2-40B4-BE49-F238E27FC236}">
                  <a16:creationId xmlns:a16="http://schemas.microsoft.com/office/drawing/2014/main" id="{6E85965B-D34A-7EB9-6652-0E0C272AD141}"/>
                </a:ext>
              </a:extLst>
            </p:cNvPr>
            <p:cNvSpPr/>
            <p:nvPr/>
          </p:nvSpPr>
          <p:spPr>
            <a:xfrm>
              <a:off x="4217275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9" name="pt127">
              <a:extLst>
                <a:ext uri="{FF2B5EF4-FFF2-40B4-BE49-F238E27FC236}">
                  <a16:creationId xmlns:a16="http://schemas.microsoft.com/office/drawing/2014/main" id="{F0833448-BF65-F200-F0A8-3EC772E4C0DF}"/>
                </a:ext>
              </a:extLst>
            </p:cNvPr>
            <p:cNvSpPr/>
            <p:nvPr/>
          </p:nvSpPr>
          <p:spPr>
            <a:xfrm>
              <a:off x="4285885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0" name="pt128">
              <a:extLst>
                <a:ext uri="{FF2B5EF4-FFF2-40B4-BE49-F238E27FC236}">
                  <a16:creationId xmlns:a16="http://schemas.microsoft.com/office/drawing/2014/main" id="{F4E0082A-1175-988E-BB2E-799E442FF67D}"/>
                </a:ext>
              </a:extLst>
            </p:cNvPr>
            <p:cNvSpPr/>
            <p:nvPr/>
          </p:nvSpPr>
          <p:spPr>
            <a:xfrm>
              <a:off x="1771813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1" name="pt129">
              <a:extLst>
                <a:ext uri="{FF2B5EF4-FFF2-40B4-BE49-F238E27FC236}">
                  <a16:creationId xmlns:a16="http://schemas.microsoft.com/office/drawing/2014/main" id="{8B8BC327-01E0-78C2-DB2A-704B9501C639}"/>
                </a:ext>
              </a:extLst>
            </p:cNvPr>
            <p:cNvSpPr/>
            <p:nvPr/>
          </p:nvSpPr>
          <p:spPr>
            <a:xfrm>
              <a:off x="4186682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2" name="pt130">
              <a:extLst>
                <a:ext uri="{FF2B5EF4-FFF2-40B4-BE49-F238E27FC236}">
                  <a16:creationId xmlns:a16="http://schemas.microsoft.com/office/drawing/2014/main" id="{9605583C-38E9-4547-F00B-9BAD0064276B}"/>
                </a:ext>
              </a:extLst>
            </p:cNvPr>
            <p:cNvSpPr/>
            <p:nvPr/>
          </p:nvSpPr>
          <p:spPr>
            <a:xfrm>
              <a:off x="4217107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3" name="pt131">
              <a:extLst>
                <a:ext uri="{FF2B5EF4-FFF2-40B4-BE49-F238E27FC236}">
                  <a16:creationId xmlns:a16="http://schemas.microsoft.com/office/drawing/2014/main" id="{34A46838-9DDC-0413-784F-9599081DCD20}"/>
                </a:ext>
              </a:extLst>
            </p:cNvPr>
            <p:cNvSpPr/>
            <p:nvPr/>
          </p:nvSpPr>
          <p:spPr>
            <a:xfrm>
              <a:off x="2256232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4" name="pt132">
              <a:extLst>
                <a:ext uri="{FF2B5EF4-FFF2-40B4-BE49-F238E27FC236}">
                  <a16:creationId xmlns:a16="http://schemas.microsoft.com/office/drawing/2014/main" id="{5C9C1952-3B84-F92F-D842-5BF2B7FCBBB2}"/>
                </a:ext>
              </a:extLst>
            </p:cNvPr>
            <p:cNvSpPr/>
            <p:nvPr/>
          </p:nvSpPr>
          <p:spPr>
            <a:xfrm>
              <a:off x="2255961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5" name="pt133">
              <a:extLst>
                <a:ext uri="{FF2B5EF4-FFF2-40B4-BE49-F238E27FC236}">
                  <a16:creationId xmlns:a16="http://schemas.microsoft.com/office/drawing/2014/main" id="{88315D76-8D36-B653-42B3-2D6E33F794CB}"/>
                </a:ext>
              </a:extLst>
            </p:cNvPr>
            <p:cNvSpPr/>
            <p:nvPr/>
          </p:nvSpPr>
          <p:spPr>
            <a:xfrm>
              <a:off x="1688059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6" name="pt134">
              <a:extLst>
                <a:ext uri="{FF2B5EF4-FFF2-40B4-BE49-F238E27FC236}">
                  <a16:creationId xmlns:a16="http://schemas.microsoft.com/office/drawing/2014/main" id="{46278D34-6FCC-9F1B-010A-1832F9F9AEBF}"/>
                </a:ext>
              </a:extLst>
            </p:cNvPr>
            <p:cNvSpPr/>
            <p:nvPr/>
          </p:nvSpPr>
          <p:spPr>
            <a:xfrm>
              <a:off x="4186988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7" name="pt135">
              <a:extLst>
                <a:ext uri="{FF2B5EF4-FFF2-40B4-BE49-F238E27FC236}">
                  <a16:creationId xmlns:a16="http://schemas.microsoft.com/office/drawing/2014/main" id="{F60DCFF7-DB15-BCDF-ECDF-01C8A2543BF7}"/>
                </a:ext>
              </a:extLst>
            </p:cNvPr>
            <p:cNvSpPr/>
            <p:nvPr/>
          </p:nvSpPr>
          <p:spPr>
            <a:xfrm>
              <a:off x="1697888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8" name="pt136">
              <a:extLst>
                <a:ext uri="{FF2B5EF4-FFF2-40B4-BE49-F238E27FC236}">
                  <a16:creationId xmlns:a16="http://schemas.microsoft.com/office/drawing/2014/main" id="{836474D4-F944-8B7A-29CE-831F8F2BF76C}"/>
                </a:ext>
              </a:extLst>
            </p:cNvPr>
            <p:cNvSpPr/>
            <p:nvPr/>
          </p:nvSpPr>
          <p:spPr>
            <a:xfrm>
              <a:off x="4103171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9" name="pt137">
              <a:extLst>
                <a:ext uri="{FF2B5EF4-FFF2-40B4-BE49-F238E27FC236}">
                  <a16:creationId xmlns:a16="http://schemas.microsoft.com/office/drawing/2014/main" id="{7981EE94-2FD9-14AE-E675-77039CAB81CC}"/>
                </a:ext>
              </a:extLst>
            </p:cNvPr>
            <p:cNvSpPr/>
            <p:nvPr/>
          </p:nvSpPr>
          <p:spPr>
            <a:xfrm>
              <a:off x="2584428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0" name="pt138">
              <a:extLst>
                <a:ext uri="{FF2B5EF4-FFF2-40B4-BE49-F238E27FC236}">
                  <a16:creationId xmlns:a16="http://schemas.microsoft.com/office/drawing/2014/main" id="{E7B3AEC9-20B5-2E9C-503E-005F96A22D8E}"/>
                </a:ext>
              </a:extLst>
            </p:cNvPr>
            <p:cNvSpPr/>
            <p:nvPr/>
          </p:nvSpPr>
          <p:spPr>
            <a:xfrm>
              <a:off x="1771813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1" name="pt139">
              <a:extLst>
                <a:ext uri="{FF2B5EF4-FFF2-40B4-BE49-F238E27FC236}">
                  <a16:creationId xmlns:a16="http://schemas.microsoft.com/office/drawing/2014/main" id="{49AF8374-323E-CB25-3A9B-0B86AE357939}"/>
                </a:ext>
              </a:extLst>
            </p:cNvPr>
            <p:cNvSpPr/>
            <p:nvPr/>
          </p:nvSpPr>
          <p:spPr>
            <a:xfrm>
              <a:off x="2584428" y="564077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2" name="pt140">
              <a:extLst>
                <a:ext uri="{FF2B5EF4-FFF2-40B4-BE49-F238E27FC236}">
                  <a16:creationId xmlns:a16="http://schemas.microsoft.com/office/drawing/2014/main" id="{20C697D2-3AAF-08CF-4D46-E08F29561A09}"/>
                </a:ext>
              </a:extLst>
            </p:cNvPr>
            <p:cNvSpPr/>
            <p:nvPr/>
          </p:nvSpPr>
          <p:spPr>
            <a:xfrm>
              <a:off x="4285885" y="817004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3" name="pt141">
              <a:extLst>
                <a:ext uri="{FF2B5EF4-FFF2-40B4-BE49-F238E27FC236}">
                  <a16:creationId xmlns:a16="http://schemas.microsoft.com/office/drawing/2014/main" id="{CCD060C2-2B6B-72A7-E9A6-EFBCB16EF3A7}"/>
                </a:ext>
              </a:extLst>
            </p:cNvPr>
            <p:cNvSpPr/>
            <p:nvPr/>
          </p:nvSpPr>
          <p:spPr>
            <a:xfrm>
              <a:off x="2015673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4" name="pt142">
              <a:extLst>
                <a:ext uri="{FF2B5EF4-FFF2-40B4-BE49-F238E27FC236}">
                  <a16:creationId xmlns:a16="http://schemas.microsoft.com/office/drawing/2014/main" id="{C83350DB-B6B8-4CE1-4416-8AC515B9EFE1}"/>
                </a:ext>
              </a:extLst>
            </p:cNvPr>
            <p:cNvSpPr/>
            <p:nvPr/>
          </p:nvSpPr>
          <p:spPr>
            <a:xfrm>
              <a:off x="4331098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5" name="pt143">
              <a:extLst>
                <a:ext uri="{FF2B5EF4-FFF2-40B4-BE49-F238E27FC236}">
                  <a16:creationId xmlns:a16="http://schemas.microsoft.com/office/drawing/2014/main" id="{035A6373-78EA-E687-1F27-EB6B11087DB4}"/>
                </a:ext>
              </a:extLst>
            </p:cNvPr>
            <p:cNvSpPr/>
            <p:nvPr/>
          </p:nvSpPr>
          <p:spPr>
            <a:xfrm>
              <a:off x="4512103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6" name="pt144">
              <a:extLst>
                <a:ext uri="{FF2B5EF4-FFF2-40B4-BE49-F238E27FC236}">
                  <a16:creationId xmlns:a16="http://schemas.microsoft.com/office/drawing/2014/main" id="{701C9D44-BE1C-923A-34E7-C7D504A29267}"/>
                </a:ext>
              </a:extLst>
            </p:cNvPr>
            <p:cNvSpPr/>
            <p:nvPr/>
          </p:nvSpPr>
          <p:spPr>
            <a:xfrm>
              <a:off x="5145419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7" name="pt145">
              <a:extLst>
                <a:ext uri="{FF2B5EF4-FFF2-40B4-BE49-F238E27FC236}">
                  <a16:creationId xmlns:a16="http://schemas.microsoft.com/office/drawing/2014/main" id="{7CEFD884-49A5-211B-9DB8-8EEDC86ADEF0}"/>
                </a:ext>
              </a:extLst>
            </p:cNvPr>
            <p:cNvSpPr/>
            <p:nvPr/>
          </p:nvSpPr>
          <p:spPr>
            <a:xfrm>
              <a:off x="2122505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8" name="pt146">
              <a:extLst>
                <a:ext uri="{FF2B5EF4-FFF2-40B4-BE49-F238E27FC236}">
                  <a16:creationId xmlns:a16="http://schemas.microsoft.com/office/drawing/2014/main" id="{DB7EA8CF-2731-43EE-B0CB-F87D767812E3}"/>
                </a:ext>
              </a:extLst>
            </p:cNvPr>
            <p:cNvSpPr/>
            <p:nvPr/>
          </p:nvSpPr>
          <p:spPr>
            <a:xfrm>
              <a:off x="4541874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9" name="pt147">
              <a:extLst>
                <a:ext uri="{FF2B5EF4-FFF2-40B4-BE49-F238E27FC236}">
                  <a16:creationId xmlns:a16="http://schemas.microsoft.com/office/drawing/2014/main" id="{2A0B3D63-EAB5-9134-0E82-90116133273A}"/>
                </a:ext>
              </a:extLst>
            </p:cNvPr>
            <p:cNvSpPr/>
            <p:nvPr/>
          </p:nvSpPr>
          <p:spPr>
            <a:xfrm>
              <a:off x="5145419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0" name="pt148">
              <a:extLst>
                <a:ext uri="{FF2B5EF4-FFF2-40B4-BE49-F238E27FC236}">
                  <a16:creationId xmlns:a16="http://schemas.microsoft.com/office/drawing/2014/main" id="{340DC8DC-5315-464D-2EFE-B9EABA6C3DA5}"/>
                </a:ext>
              </a:extLst>
            </p:cNvPr>
            <p:cNvSpPr/>
            <p:nvPr/>
          </p:nvSpPr>
          <p:spPr>
            <a:xfrm>
              <a:off x="4331098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1" name="pt149">
              <a:extLst>
                <a:ext uri="{FF2B5EF4-FFF2-40B4-BE49-F238E27FC236}">
                  <a16:creationId xmlns:a16="http://schemas.microsoft.com/office/drawing/2014/main" id="{E29D83C5-A254-0A92-0E86-B5F84AD063D3}"/>
                </a:ext>
              </a:extLst>
            </p:cNvPr>
            <p:cNvSpPr/>
            <p:nvPr/>
          </p:nvSpPr>
          <p:spPr>
            <a:xfrm>
              <a:off x="2573810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2" name="pt150">
              <a:extLst>
                <a:ext uri="{FF2B5EF4-FFF2-40B4-BE49-F238E27FC236}">
                  <a16:creationId xmlns:a16="http://schemas.microsoft.com/office/drawing/2014/main" id="{A1139833-854B-E557-D880-367843B642A5}"/>
                </a:ext>
              </a:extLst>
            </p:cNvPr>
            <p:cNvSpPr/>
            <p:nvPr/>
          </p:nvSpPr>
          <p:spPr>
            <a:xfrm>
              <a:off x="2125767" y="56407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3" name="pt151">
              <a:extLst>
                <a:ext uri="{FF2B5EF4-FFF2-40B4-BE49-F238E27FC236}">
                  <a16:creationId xmlns:a16="http://schemas.microsoft.com/office/drawing/2014/main" id="{36A022FC-6DDB-5199-F3EB-F3FDBACBEE38}"/>
                </a:ext>
              </a:extLst>
            </p:cNvPr>
            <p:cNvSpPr/>
            <p:nvPr/>
          </p:nvSpPr>
          <p:spPr>
            <a:xfrm>
              <a:off x="4542385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4" name="pt152">
              <a:extLst>
                <a:ext uri="{FF2B5EF4-FFF2-40B4-BE49-F238E27FC236}">
                  <a16:creationId xmlns:a16="http://schemas.microsoft.com/office/drawing/2014/main" id="{FEEBE45A-BED9-E8CB-9AB0-7C59A2453F27}"/>
                </a:ext>
              </a:extLst>
            </p:cNvPr>
            <p:cNvSpPr/>
            <p:nvPr/>
          </p:nvSpPr>
          <p:spPr>
            <a:xfrm>
              <a:off x="2010492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5" name="pt153">
              <a:extLst>
                <a:ext uri="{FF2B5EF4-FFF2-40B4-BE49-F238E27FC236}">
                  <a16:creationId xmlns:a16="http://schemas.microsoft.com/office/drawing/2014/main" id="{217B26C1-7898-4AA5-F86E-57BE8ED197D6}"/>
                </a:ext>
              </a:extLst>
            </p:cNvPr>
            <p:cNvSpPr/>
            <p:nvPr/>
          </p:nvSpPr>
          <p:spPr>
            <a:xfrm>
              <a:off x="2006403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6" name="pt154">
              <a:extLst>
                <a:ext uri="{FF2B5EF4-FFF2-40B4-BE49-F238E27FC236}">
                  <a16:creationId xmlns:a16="http://schemas.microsoft.com/office/drawing/2014/main" id="{58CBF70F-5C72-55E2-5574-A36700363D50}"/>
                </a:ext>
              </a:extLst>
            </p:cNvPr>
            <p:cNvSpPr/>
            <p:nvPr/>
          </p:nvSpPr>
          <p:spPr>
            <a:xfrm>
              <a:off x="2573810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7" name="pt155">
              <a:extLst>
                <a:ext uri="{FF2B5EF4-FFF2-40B4-BE49-F238E27FC236}">
                  <a16:creationId xmlns:a16="http://schemas.microsoft.com/office/drawing/2014/main" id="{869C74EC-E3EA-A58B-2DA1-47340B2289A3}"/>
                </a:ext>
              </a:extLst>
            </p:cNvPr>
            <p:cNvSpPr/>
            <p:nvPr/>
          </p:nvSpPr>
          <p:spPr>
            <a:xfrm>
              <a:off x="2015666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8" name="pt156">
              <a:extLst>
                <a:ext uri="{FF2B5EF4-FFF2-40B4-BE49-F238E27FC236}">
                  <a16:creationId xmlns:a16="http://schemas.microsoft.com/office/drawing/2014/main" id="{C9940F5F-8620-E4D8-0248-66E8A1AFA7E8}"/>
                </a:ext>
              </a:extLst>
            </p:cNvPr>
            <p:cNvSpPr/>
            <p:nvPr/>
          </p:nvSpPr>
          <p:spPr>
            <a:xfrm>
              <a:off x="2887424" y="56407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9" name="pt157">
              <a:extLst>
                <a:ext uri="{FF2B5EF4-FFF2-40B4-BE49-F238E27FC236}">
                  <a16:creationId xmlns:a16="http://schemas.microsoft.com/office/drawing/2014/main" id="{7F3D79DB-FEF3-9C79-A772-6145E746F962}"/>
                </a:ext>
              </a:extLst>
            </p:cNvPr>
            <p:cNvSpPr/>
            <p:nvPr/>
          </p:nvSpPr>
          <p:spPr>
            <a:xfrm>
              <a:off x="2887412" y="56407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0" name="pt158">
              <a:extLst>
                <a:ext uri="{FF2B5EF4-FFF2-40B4-BE49-F238E27FC236}">
                  <a16:creationId xmlns:a16="http://schemas.microsoft.com/office/drawing/2014/main" id="{569C018E-9220-D0C1-FB33-EAF7381E8037}"/>
                </a:ext>
              </a:extLst>
            </p:cNvPr>
            <p:cNvSpPr/>
            <p:nvPr/>
          </p:nvSpPr>
          <p:spPr>
            <a:xfrm>
              <a:off x="4429693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1" name="pt159">
              <a:extLst>
                <a:ext uri="{FF2B5EF4-FFF2-40B4-BE49-F238E27FC236}">
                  <a16:creationId xmlns:a16="http://schemas.microsoft.com/office/drawing/2014/main" id="{4B5B668E-DEBC-54AD-AF06-88F51629583A}"/>
                </a:ext>
              </a:extLst>
            </p:cNvPr>
            <p:cNvSpPr/>
            <p:nvPr/>
          </p:nvSpPr>
          <p:spPr>
            <a:xfrm>
              <a:off x="2836910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2" name="pt160">
              <a:extLst>
                <a:ext uri="{FF2B5EF4-FFF2-40B4-BE49-F238E27FC236}">
                  <a16:creationId xmlns:a16="http://schemas.microsoft.com/office/drawing/2014/main" id="{E72F05E0-3F8A-AED4-58A2-D7F1E99EDFF0}"/>
                </a:ext>
              </a:extLst>
            </p:cNvPr>
            <p:cNvSpPr/>
            <p:nvPr/>
          </p:nvSpPr>
          <p:spPr>
            <a:xfrm>
              <a:off x="2838354" y="564077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3" name="pt161">
              <a:extLst>
                <a:ext uri="{FF2B5EF4-FFF2-40B4-BE49-F238E27FC236}">
                  <a16:creationId xmlns:a16="http://schemas.microsoft.com/office/drawing/2014/main" id="{3041E7DE-9699-ED68-6202-CBCB044BA56D}"/>
                </a:ext>
              </a:extLst>
            </p:cNvPr>
            <p:cNvSpPr/>
            <p:nvPr/>
          </p:nvSpPr>
          <p:spPr>
            <a:xfrm>
              <a:off x="4609006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4" name="pt162">
              <a:extLst>
                <a:ext uri="{FF2B5EF4-FFF2-40B4-BE49-F238E27FC236}">
                  <a16:creationId xmlns:a16="http://schemas.microsoft.com/office/drawing/2014/main" id="{3A6B6C3C-F915-9B9C-663F-1648F263D103}"/>
                </a:ext>
              </a:extLst>
            </p:cNvPr>
            <p:cNvSpPr/>
            <p:nvPr/>
          </p:nvSpPr>
          <p:spPr>
            <a:xfrm>
              <a:off x="4430061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5" name="pt163">
              <a:extLst>
                <a:ext uri="{FF2B5EF4-FFF2-40B4-BE49-F238E27FC236}">
                  <a16:creationId xmlns:a16="http://schemas.microsoft.com/office/drawing/2014/main" id="{81276852-F28A-8328-9C7D-ADE257FE81F3}"/>
                </a:ext>
              </a:extLst>
            </p:cNvPr>
            <p:cNvSpPr/>
            <p:nvPr/>
          </p:nvSpPr>
          <p:spPr>
            <a:xfrm>
              <a:off x="4511745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6" name="pt164">
              <a:extLst>
                <a:ext uri="{FF2B5EF4-FFF2-40B4-BE49-F238E27FC236}">
                  <a16:creationId xmlns:a16="http://schemas.microsoft.com/office/drawing/2014/main" id="{ABB4B75F-9908-AE6F-140B-5A560FCACC78}"/>
                </a:ext>
              </a:extLst>
            </p:cNvPr>
            <p:cNvSpPr/>
            <p:nvPr/>
          </p:nvSpPr>
          <p:spPr>
            <a:xfrm>
              <a:off x="4609189" y="817004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7" name="pg165">
              <a:extLst>
                <a:ext uri="{FF2B5EF4-FFF2-40B4-BE49-F238E27FC236}">
                  <a16:creationId xmlns:a16="http://schemas.microsoft.com/office/drawing/2014/main" id="{429DD2DE-C035-3F1C-9A9F-2B8E453CA6FB}"/>
                </a:ext>
              </a:extLst>
            </p:cNvPr>
            <p:cNvSpPr/>
            <p:nvPr/>
          </p:nvSpPr>
          <p:spPr>
            <a:xfrm>
              <a:off x="4911023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8" name="pg166">
              <a:extLst>
                <a:ext uri="{FF2B5EF4-FFF2-40B4-BE49-F238E27FC236}">
                  <a16:creationId xmlns:a16="http://schemas.microsoft.com/office/drawing/2014/main" id="{C7083632-6935-245B-2169-CB312EE1B8EC}"/>
                </a:ext>
              </a:extLst>
            </p:cNvPr>
            <p:cNvSpPr/>
            <p:nvPr/>
          </p:nvSpPr>
          <p:spPr>
            <a:xfrm>
              <a:off x="4893071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99" name="pg167">
              <a:extLst>
                <a:ext uri="{FF2B5EF4-FFF2-40B4-BE49-F238E27FC236}">
                  <a16:creationId xmlns:a16="http://schemas.microsoft.com/office/drawing/2014/main" id="{83D8FB39-602B-4442-75A4-EB1DD2AC764F}"/>
                </a:ext>
              </a:extLst>
            </p:cNvPr>
            <p:cNvSpPr/>
            <p:nvPr/>
          </p:nvSpPr>
          <p:spPr>
            <a:xfrm>
              <a:off x="4712236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0" name="pg168">
              <a:extLst>
                <a:ext uri="{FF2B5EF4-FFF2-40B4-BE49-F238E27FC236}">
                  <a16:creationId xmlns:a16="http://schemas.microsoft.com/office/drawing/2014/main" id="{9B4D6DF0-20A9-E084-6700-6C8D42D20EAC}"/>
                </a:ext>
              </a:extLst>
            </p:cNvPr>
            <p:cNvSpPr/>
            <p:nvPr/>
          </p:nvSpPr>
          <p:spPr>
            <a:xfrm>
              <a:off x="5472921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1" name="pg169">
              <a:extLst>
                <a:ext uri="{FF2B5EF4-FFF2-40B4-BE49-F238E27FC236}">
                  <a16:creationId xmlns:a16="http://schemas.microsoft.com/office/drawing/2014/main" id="{604C7B98-2BF0-012B-3AFF-06D48B597F61}"/>
                </a:ext>
              </a:extLst>
            </p:cNvPr>
            <p:cNvSpPr/>
            <p:nvPr/>
          </p:nvSpPr>
          <p:spPr>
            <a:xfrm>
              <a:off x="492535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2" name="pg170">
              <a:extLst>
                <a:ext uri="{FF2B5EF4-FFF2-40B4-BE49-F238E27FC236}">
                  <a16:creationId xmlns:a16="http://schemas.microsoft.com/office/drawing/2014/main" id="{BC9D34C0-442C-D616-0F29-170629EB4CE7}"/>
                </a:ext>
              </a:extLst>
            </p:cNvPr>
            <p:cNvSpPr/>
            <p:nvPr/>
          </p:nvSpPr>
          <p:spPr>
            <a:xfrm>
              <a:off x="4726583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3" name="pg171">
              <a:extLst>
                <a:ext uri="{FF2B5EF4-FFF2-40B4-BE49-F238E27FC236}">
                  <a16:creationId xmlns:a16="http://schemas.microsoft.com/office/drawing/2014/main" id="{3D08C30F-F50D-57B3-F3BF-3D57A8B0F2A7}"/>
                </a:ext>
              </a:extLst>
            </p:cNvPr>
            <p:cNvSpPr/>
            <p:nvPr/>
          </p:nvSpPr>
          <p:spPr>
            <a:xfrm>
              <a:off x="356322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4" name="pg172">
              <a:extLst>
                <a:ext uri="{FF2B5EF4-FFF2-40B4-BE49-F238E27FC236}">
                  <a16:creationId xmlns:a16="http://schemas.microsoft.com/office/drawing/2014/main" id="{F59396CC-E688-8005-4954-3057E8ED3F5B}"/>
                </a:ext>
              </a:extLst>
            </p:cNvPr>
            <p:cNvSpPr/>
            <p:nvPr/>
          </p:nvSpPr>
          <p:spPr>
            <a:xfrm>
              <a:off x="4816687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5" name="pg173">
              <a:extLst>
                <a:ext uri="{FF2B5EF4-FFF2-40B4-BE49-F238E27FC236}">
                  <a16:creationId xmlns:a16="http://schemas.microsoft.com/office/drawing/2014/main" id="{F5E6B165-3445-B01E-9CE7-A25A1ED689DE}"/>
                </a:ext>
              </a:extLst>
            </p:cNvPr>
            <p:cNvSpPr/>
            <p:nvPr/>
          </p:nvSpPr>
          <p:spPr>
            <a:xfrm>
              <a:off x="338644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6" name="pg174">
              <a:extLst>
                <a:ext uri="{FF2B5EF4-FFF2-40B4-BE49-F238E27FC236}">
                  <a16:creationId xmlns:a16="http://schemas.microsoft.com/office/drawing/2014/main" id="{D8594EE7-69EA-71AA-D986-2B41C3C01000}"/>
                </a:ext>
              </a:extLst>
            </p:cNvPr>
            <p:cNvSpPr/>
            <p:nvPr/>
          </p:nvSpPr>
          <p:spPr>
            <a:xfrm>
              <a:off x="311569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7" name="pg175">
              <a:extLst>
                <a:ext uri="{FF2B5EF4-FFF2-40B4-BE49-F238E27FC236}">
                  <a16:creationId xmlns:a16="http://schemas.microsoft.com/office/drawing/2014/main" id="{9EC07DAB-D7A1-1681-B16F-0EB12CDDF116}"/>
                </a:ext>
              </a:extLst>
            </p:cNvPr>
            <p:cNvSpPr/>
            <p:nvPr/>
          </p:nvSpPr>
          <p:spPr>
            <a:xfrm>
              <a:off x="482075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8" name="pg176">
              <a:extLst>
                <a:ext uri="{FF2B5EF4-FFF2-40B4-BE49-F238E27FC236}">
                  <a16:creationId xmlns:a16="http://schemas.microsoft.com/office/drawing/2014/main" id="{AA249783-2499-524C-4FD6-D8E323C5DCD5}"/>
                </a:ext>
              </a:extLst>
            </p:cNvPr>
            <p:cNvSpPr/>
            <p:nvPr/>
          </p:nvSpPr>
          <p:spPr>
            <a:xfrm>
              <a:off x="353656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9" name="pg177">
              <a:extLst>
                <a:ext uri="{FF2B5EF4-FFF2-40B4-BE49-F238E27FC236}">
                  <a16:creationId xmlns:a16="http://schemas.microsoft.com/office/drawing/2014/main" id="{A2F6D1F7-BAC1-641C-4AD5-31F1A89FF5A4}"/>
                </a:ext>
              </a:extLst>
            </p:cNvPr>
            <p:cNvSpPr/>
            <p:nvPr/>
          </p:nvSpPr>
          <p:spPr>
            <a:xfrm>
              <a:off x="312445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0" name="pg178">
              <a:extLst>
                <a:ext uri="{FF2B5EF4-FFF2-40B4-BE49-F238E27FC236}">
                  <a16:creationId xmlns:a16="http://schemas.microsoft.com/office/drawing/2014/main" id="{8577FBE6-1405-E046-11CB-9DE41ADEF597}"/>
                </a:ext>
              </a:extLst>
            </p:cNvPr>
            <p:cNvSpPr/>
            <p:nvPr/>
          </p:nvSpPr>
          <p:spPr>
            <a:xfrm>
              <a:off x="3392015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1" name="pg179">
              <a:extLst>
                <a:ext uri="{FF2B5EF4-FFF2-40B4-BE49-F238E27FC236}">
                  <a16:creationId xmlns:a16="http://schemas.microsoft.com/office/drawing/2014/main" id="{359E8C50-7D6C-8070-FE33-4F77AA99C40C}"/>
                </a:ext>
              </a:extLst>
            </p:cNvPr>
            <p:cNvSpPr/>
            <p:nvPr/>
          </p:nvSpPr>
          <p:spPr>
            <a:xfrm>
              <a:off x="4982287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2" name="pg180">
              <a:extLst>
                <a:ext uri="{FF2B5EF4-FFF2-40B4-BE49-F238E27FC236}">
                  <a16:creationId xmlns:a16="http://schemas.microsoft.com/office/drawing/2014/main" id="{665A4EB9-C824-4194-8338-968ACDC4525C}"/>
                </a:ext>
              </a:extLst>
            </p:cNvPr>
            <p:cNvSpPr/>
            <p:nvPr/>
          </p:nvSpPr>
          <p:spPr>
            <a:xfrm>
              <a:off x="315844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3" name="pg181">
              <a:extLst>
                <a:ext uri="{FF2B5EF4-FFF2-40B4-BE49-F238E27FC236}">
                  <a16:creationId xmlns:a16="http://schemas.microsoft.com/office/drawing/2014/main" id="{C4FBA648-4445-D7A2-1E46-6D5CE55D1419}"/>
                </a:ext>
              </a:extLst>
            </p:cNvPr>
            <p:cNvSpPr/>
            <p:nvPr/>
          </p:nvSpPr>
          <p:spPr>
            <a:xfrm>
              <a:off x="4885313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4" name="pg182">
              <a:extLst>
                <a:ext uri="{FF2B5EF4-FFF2-40B4-BE49-F238E27FC236}">
                  <a16:creationId xmlns:a16="http://schemas.microsoft.com/office/drawing/2014/main" id="{1A2F8107-AB1D-F983-A350-9AB09278755C}"/>
                </a:ext>
              </a:extLst>
            </p:cNvPr>
            <p:cNvSpPr/>
            <p:nvPr/>
          </p:nvSpPr>
          <p:spPr>
            <a:xfrm>
              <a:off x="353172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5" name="pg183">
              <a:extLst>
                <a:ext uri="{FF2B5EF4-FFF2-40B4-BE49-F238E27FC236}">
                  <a16:creationId xmlns:a16="http://schemas.microsoft.com/office/drawing/2014/main" id="{88412042-17F7-270D-7C03-5BDFD18F9A66}"/>
                </a:ext>
              </a:extLst>
            </p:cNvPr>
            <p:cNvSpPr/>
            <p:nvPr/>
          </p:nvSpPr>
          <p:spPr>
            <a:xfrm>
              <a:off x="356322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6" name="pg184">
              <a:extLst>
                <a:ext uri="{FF2B5EF4-FFF2-40B4-BE49-F238E27FC236}">
                  <a16:creationId xmlns:a16="http://schemas.microsoft.com/office/drawing/2014/main" id="{40AE9D00-BEBD-A86F-537D-55F8366A0E5E}"/>
                </a:ext>
              </a:extLst>
            </p:cNvPr>
            <p:cNvSpPr/>
            <p:nvPr/>
          </p:nvSpPr>
          <p:spPr>
            <a:xfrm>
              <a:off x="317409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7" name="pg185">
              <a:extLst>
                <a:ext uri="{FF2B5EF4-FFF2-40B4-BE49-F238E27FC236}">
                  <a16:creationId xmlns:a16="http://schemas.microsoft.com/office/drawing/2014/main" id="{716A130F-7011-B776-42DF-AE0FA1A70EC9}"/>
                </a:ext>
              </a:extLst>
            </p:cNvPr>
            <p:cNvSpPr/>
            <p:nvPr/>
          </p:nvSpPr>
          <p:spPr>
            <a:xfrm>
              <a:off x="311569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8" name="pg186">
              <a:extLst>
                <a:ext uri="{FF2B5EF4-FFF2-40B4-BE49-F238E27FC236}">
                  <a16:creationId xmlns:a16="http://schemas.microsoft.com/office/drawing/2014/main" id="{9E8E2372-C1BD-3EB2-2AF0-77BA3A94F422}"/>
                </a:ext>
              </a:extLst>
            </p:cNvPr>
            <p:cNvSpPr/>
            <p:nvPr/>
          </p:nvSpPr>
          <p:spPr>
            <a:xfrm>
              <a:off x="3124454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9" name="pg187">
              <a:extLst>
                <a:ext uri="{FF2B5EF4-FFF2-40B4-BE49-F238E27FC236}">
                  <a16:creationId xmlns:a16="http://schemas.microsoft.com/office/drawing/2014/main" id="{4F660D78-8B4C-96EC-F15E-C4109F14B145}"/>
                </a:ext>
              </a:extLst>
            </p:cNvPr>
            <p:cNvSpPr/>
            <p:nvPr/>
          </p:nvSpPr>
          <p:spPr>
            <a:xfrm>
              <a:off x="4979781" y="814498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0" name="pg188">
              <a:extLst>
                <a:ext uri="{FF2B5EF4-FFF2-40B4-BE49-F238E27FC236}">
                  <a16:creationId xmlns:a16="http://schemas.microsoft.com/office/drawing/2014/main" id="{D58FED9C-C290-EB91-B453-8C645BAA703E}"/>
                </a:ext>
              </a:extLst>
            </p:cNvPr>
            <p:cNvSpPr/>
            <p:nvPr/>
          </p:nvSpPr>
          <p:spPr>
            <a:xfrm>
              <a:off x="440320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1" name="pg189">
              <a:extLst>
                <a:ext uri="{FF2B5EF4-FFF2-40B4-BE49-F238E27FC236}">
                  <a16:creationId xmlns:a16="http://schemas.microsoft.com/office/drawing/2014/main" id="{65AAE13A-3203-BD3A-5231-D6400D5FD04D}"/>
                </a:ext>
              </a:extLst>
            </p:cNvPr>
            <p:cNvSpPr/>
            <p:nvPr/>
          </p:nvSpPr>
          <p:spPr>
            <a:xfrm>
              <a:off x="521275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2" name="pg190">
              <a:extLst>
                <a:ext uri="{FF2B5EF4-FFF2-40B4-BE49-F238E27FC236}">
                  <a16:creationId xmlns:a16="http://schemas.microsoft.com/office/drawing/2014/main" id="{F8EDD8DD-D09E-1A18-0AB7-19FF2C92AEBB}"/>
                </a:ext>
              </a:extLst>
            </p:cNvPr>
            <p:cNvSpPr/>
            <p:nvPr/>
          </p:nvSpPr>
          <p:spPr>
            <a:xfrm>
              <a:off x="440360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3" name="pg191">
              <a:extLst>
                <a:ext uri="{FF2B5EF4-FFF2-40B4-BE49-F238E27FC236}">
                  <a16:creationId xmlns:a16="http://schemas.microsoft.com/office/drawing/2014/main" id="{7348A09E-5B3E-06AE-B511-901DFA7CBEE5}"/>
                </a:ext>
              </a:extLst>
            </p:cNvPr>
            <p:cNvSpPr/>
            <p:nvPr/>
          </p:nvSpPr>
          <p:spPr>
            <a:xfrm>
              <a:off x="278489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4" name="pg192">
              <a:extLst>
                <a:ext uri="{FF2B5EF4-FFF2-40B4-BE49-F238E27FC236}">
                  <a16:creationId xmlns:a16="http://schemas.microsoft.com/office/drawing/2014/main" id="{DEE0C075-7D87-D8A5-4A57-FCA6520B663E}"/>
                </a:ext>
              </a:extLst>
            </p:cNvPr>
            <p:cNvSpPr/>
            <p:nvPr/>
          </p:nvSpPr>
          <p:spPr>
            <a:xfrm>
              <a:off x="521275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5" name="pg193">
              <a:extLst>
                <a:ext uri="{FF2B5EF4-FFF2-40B4-BE49-F238E27FC236}">
                  <a16:creationId xmlns:a16="http://schemas.microsoft.com/office/drawing/2014/main" id="{2D8FD25E-57DA-E457-418B-BF24F0359CB9}"/>
                </a:ext>
              </a:extLst>
            </p:cNvPr>
            <p:cNvSpPr/>
            <p:nvPr/>
          </p:nvSpPr>
          <p:spPr>
            <a:xfrm>
              <a:off x="329041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6" name="pg194">
              <a:extLst>
                <a:ext uri="{FF2B5EF4-FFF2-40B4-BE49-F238E27FC236}">
                  <a16:creationId xmlns:a16="http://schemas.microsoft.com/office/drawing/2014/main" id="{2D7D990D-E622-D414-6D27-ECE6D27BC0CB}"/>
                </a:ext>
              </a:extLst>
            </p:cNvPr>
            <p:cNvSpPr/>
            <p:nvPr/>
          </p:nvSpPr>
          <p:spPr>
            <a:xfrm>
              <a:off x="275532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7" name="pg195">
              <a:extLst>
                <a:ext uri="{FF2B5EF4-FFF2-40B4-BE49-F238E27FC236}">
                  <a16:creationId xmlns:a16="http://schemas.microsoft.com/office/drawing/2014/main" id="{B53E3CD9-0E1E-B7AC-600C-8505B9374BA4}"/>
                </a:ext>
              </a:extLst>
            </p:cNvPr>
            <p:cNvSpPr/>
            <p:nvPr/>
          </p:nvSpPr>
          <p:spPr>
            <a:xfrm>
              <a:off x="457959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8" name="pg196">
              <a:extLst>
                <a:ext uri="{FF2B5EF4-FFF2-40B4-BE49-F238E27FC236}">
                  <a16:creationId xmlns:a16="http://schemas.microsoft.com/office/drawing/2014/main" id="{40BC83DE-C174-6D1E-1898-B0DD793A0216}"/>
                </a:ext>
              </a:extLst>
            </p:cNvPr>
            <p:cNvSpPr/>
            <p:nvPr/>
          </p:nvSpPr>
          <p:spPr>
            <a:xfrm>
              <a:off x="317720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29" name="pg197">
              <a:extLst>
                <a:ext uri="{FF2B5EF4-FFF2-40B4-BE49-F238E27FC236}">
                  <a16:creationId xmlns:a16="http://schemas.microsoft.com/office/drawing/2014/main" id="{57FF41EB-0EAD-8849-3ADC-82EADF97388B}"/>
                </a:ext>
              </a:extLst>
            </p:cNvPr>
            <p:cNvSpPr/>
            <p:nvPr/>
          </p:nvSpPr>
          <p:spPr>
            <a:xfrm>
              <a:off x="2829759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0" name="pg198">
              <a:extLst>
                <a:ext uri="{FF2B5EF4-FFF2-40B4-BE49-F238E27FC236}">
                  <a16:creationId xmlns:a16="http://schemas.microsoft.com/office/drawing/2014/main" id="{3AF12228-4982-52FE-C525-67F11D8779BF}"/>
                </a:ext>
              </a:extLst>
            </p:cNvPr>
            <p:cNvSpPr/>
            <p:nvPr/>
          </p:nvSpPr>
          <p:spPr>
            <a:xfrm>
              <a:off x="4500831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1" name="pg199">
              <a:extLst>
                <a:ext uri="{FF2B5EF4-FFF2-40B4-BE49-F238E27FC236}">
                  <a16:creationId xmlns:a16="http://schemas.microsoft.com/office/drawing/2014/main" id="{7521A301-13DD-7421-25F8-5E59EE0440A8}"/>
                </a:ext>
              </a:extLst>
            </p:cNvPr>
            <p:cNvSpPr/>
            <p:nvPr/>
          </p:nvSpPr>
          <p:spPr>
            <a:xfrm>
              <a:off x="3077431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2" name="pg200">
              <a:extLst>
                <a:ext uri="{FF2B5EF4-FFF2-40B4-BE49-F238E27FC236}">
                  <a16:creationId xmlns:a16="http://schemas.microsoft.com/office/drawing/2014/main" id="{C608033B-4C45-0E4E-459C-E05A95D87AD7}"/>
                </a:ext>
              </a:extLst>
            </p:cNvPr>
            <p:cNvSpPr/>
            <p:nvPr/>
          </p:nvSpPr>
          <p:spPr>
            <a:xfrm>
              <a:off x="449900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3" name="pg201">
              <a:extLst>
                <a:ext uri="{FF2B5EF4-FFF2-40B4-BE49-F238E27FC236}">
                  <a16:creationId xmlns:a16="http://schemas.microsoft.com/office/drawing/2014/main" id="{291A1E50-D1C3-70D2-ACF5-86BCD16D8929}"/>
                </a:ext>
              </a:extLst>
            </p:cNvPr>
            <p:cNvSpPr/>
            <p:nvPr/>
          </p:nvSpPr>
          <p:spPr>
            <a:xfrm>
              <a:off x="330865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4" name="pg202">
              <a:extLst>
                <a:ext uri="{FF2B5EF4-FFF2-40B4-BE49-F238E27FC236}">
                  <a16:creationId xmlns:a16="http://schemas.microsoft.com/office/drawing/2014/main" id="{D1213EA0-A47B-B61D-85FC-4335514C22D3}"/>
                </a:ext>
              </a:extLst>
            </p:cNvPr>
            <p:cNvSpPr/>
            <p:nvPr/>
          </p:nvSpPr>
          <p:spPr>
            <a:xfrm>
              <a:off x="4581300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5" name="pg203">
              <a:extLst>
                <a:ext uri="{FF2B5EF4-FFF2-40B4-BE49-F238E27FC236}">
                  <a16:creationId xmlns:a16="http://schemas.microsoft.com/office/drawing/2014/main" id="{F6E24BF3-C489-6DE3-3EE9-3E64FBEBF6C8}"/>
                </a:ext>
              </a:extLst>
            </p:cNvPr>
            <p:cNvSpPr/>
            <p:nvPr/>
          </p:nvSpPr>
          <p:spPr>
            <a:xfrm>
              <a:off x="3092957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6" name="pg204">
              <a:extLst>
                <a:ext uri="{FF2B5EF4-FFF2-40B4-BE49-F238E27FC236}">
                  <a16:creationId xmlns:a16="http://schemas.microsoft.com/office/drawing/2014/main" id="{BF93C59D-8A5C-12E0-5C02-55AC015FF4D1}"/>
                </a:ext>
              </a:extLst>
            </p:cNvPr>
            <p:cNvSpPr/>
            <p:nvPr/>
          </p:nvSpPr>
          <p:spPr>
            <a:xfrm>
              <a:off x="3286675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7" name="pg205">
              <a:extLst>
                <a:ext uri="{FF2B5EF4-FFF2-40B4-BE49-F238E27FC236}">
                  <a16:creationId xmlns:a16="http://schemas.microsoft.com/office/drawing/2014/main" id="{4A8CB419-286E-4AE2-6B92-CD1A5405FB47}"/>
                </a:ext>
              </a:extLst>
            </p:cNvPr>
            <p:cNvSpPr/>
            <p:nvPr/>
          </p:nvSpPr>
          <p:spPr>
            <a:xfrm>
              <a:off x="276858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8" name="pg206">
              <a:extLst>
                <a:ext uri="{FF2B5EF4-FFF2-40B4-BE49-F238E27FC236}">
                  <a16:creationId xmlns:a16="http://schemas.microsoft.com/office/drawing/2014/main" id="{2B8A1351-0BD6-D45F-8D6D-99C4DA731607}"/>
                </a:ext>
              </a:extLst>
            </p:cNvPr>
            <p:cNvSpPr/>
            <p:nvPr/>
          </p:nvSpPr>
          <p:spPr>
            <a:xfrm>
              <a:off x="461064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9" name="pg207">
              <a:extLst>
                <a:ext uri="{FF2B5EF4-FFF2-40B4-BE49-F238E27FC236}">
                  <a16:creationId xmlns:a16="http://schemas.microsoft.com/office/drawing/2014/main" id="{6996F8A3-3A54-66CF-82F9-8CFD1CD3433A}"/>
                </a:ext>
              </a:extLst>
            </p:cNvPr>
            <p:cNvSpPr/>
            <p:nvPr/>
          </p:nvSpPr>
          <p:spPr>
            <a:xfrm>
              <a:off x="467391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0" name="pg208">
              <a:extLst>
                <a:ext uri="{FF2B5EF4-FFF2-40B4-BE49-F238E27FC236}">
                  <a16:creationId xmlns:a16="http://schemas.microsoft.com/office/drawing/2014/main" id="{F2BFCD2E-2A96-77E2-26D5-69CD3166CDBB}"/>
                </a:ext>
              </a:extLst>
            </p:cNvPr>
            <p:cNvSpPr/>
            <p:nvPr/>
          </p:nvSpPr>
          <p:spPr>
            <a:xfrm>
              <a:off x="2817033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1" name="pg209">
              <a:extLst>
                <a:ext uri="{FF2B5EF4-FFF2-40B4-BE49-F238E27FC236}">
                  <a16:creationId xmlns:a16="http://schemas.microsoft.com/office/drawing/2014/main" id="{2625C751-88EF-5347-32FE-839F70FD85D6}"/>
                </a:ext>
              </a:extLst>
            </p:cNvPr>
            <p:cNvSpPr/>
            <p:nvPr/>
          </p:nvSpPr>
          <p:spPr>
            <a:xfrm>
              <a:off x="2771616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2" name="pg210">
              <a:extLst>
                <a:ext uri="{FF2B5EF4-FFF2-40B4-BE49-F238E27FC236}">
                  <a16:creationId xmlns:a16="http://schemas.microsoft.com/office/drawing/2014/main" id="{090E61C3-3CF3-7243-3031-8246F89418D0}"/>
                </a:ext>
              </a:extLst>
            </p:cNvPr>
            <p:cNvSpPr/>
            <p:nvPr/>
          </p:nvSpPr>
          <p:spPr>
            <a:xfrm>
              <a:off x="4679012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3" name="pg211">
              <a:extLst>
                <a:ext uri="{FF2B5EF4-FFF2-40B4-BE49-F238E27FC236}">
                  <a16:creationId xmlns:a16="http://schemas.microsoft.com/office/drawing/2014/main" id="{BC66521A-7EF4-A0E9-EDA0-022C3A2474B3}"/>
                </a:ext>
              </a:extLst>
            </p:cNvPr>
            <p:cNvSpPr/>
            <p:nvPr/>
          </p:nvSpPr>
          <p:spPr>
            <a:xfrm>
              <a:off x="4608618" y="56157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4" name="pl212">
              <a:extLst>
                <a:ext uri="{FF2B5EF4-FFF2-40B4-BE49-F238E27FC236}">
                  <a16:creationId xmlns:a16="http://schemas.microsoft.com/office/drawing/2014/main" id="{AA222D34-EF6F-F9B9-D8FC-5A53420DFE89}"/>
                </a:ext>
              </a:extLst>
            </p:cNvPr>
            <p:cNvSpPr/>
            <p:nvPr/>
          </p:nvSpPr>
          <p:spPr>
            <a:xfrm>
              <a:off x="2816139" y="5685930"/>
              <a:ext cx="2457425" cy="0"/>
            </a:xfrm>
            <a:custGeom>
              <a:avLst/>
              <a:gdLst/>
              <a:ahLst/>
              <a:cxnLst/>
              <a:rect l="0" t="0" r="0" b="0"/>
              <a:pathLst>
                <a:path w="2457425">
                  <a:moveTo>
                    <a:pt x="0" y="0"/>
                  </a:moveTo>
                  <a:lnTo>
                    <a:pt x="31106" y="0"/>
                  </a:lnTo>
                  <a:lnTo>
                    <a:pt x="62213" y="0"/>
                  </a:lnTo>
                  <a:lnTo>
                    <a:pt x="93319" y="0"/>
                  </a:lnTo>
                  <a:lnTo>
                    <a:pt x="124426" y="0"/>
                  </a:lnTo>
                  <a:lnTo>
                    <a:pt x="155533" y="0"/>
                  </a:lnTo>
                  <a:lnTo>
                    <a:pt x="186639" y="0"/>
                  </a:lnTo>
                  <a:lnTo>
                    <a:pt x="217746" y="0"/>
                  </a:lnTo>
                  <a:lnTo>
                    <a:pt x="248853" y="0"/>
                  </a:lnTo>
                  <a:lnTo>
                    <a:pt x="279959" y="0"/>
                  </a:lnTo>
                  <a:lnTo>
                    <a:pt x="311066" y="0"/>
                  </a:lnTo>
                  <a:lnTo>
                    <a:pt x="342173" y="0"/>
                  </a:lnTo>
                  <a:lnTo>
                    <a:pt x="373279" y="0"/>
                  </a:lnTo>
                  <a:lnTo>
                    <a:pt x="404386" y="0"/>
                  </a:lnTo>
                  <a:lnTo>
                    <a:pt x="435493" y="0"/>
                  </a:lnTo>
                  <a:lnTo>
                    <a:pt x="466599" y="0"/>
                  </a:lnTo>
                  <a:lnTo>
                    <a:pt x="497706" y="0"/>
                  </a:lnTo>
                  <a:lnTo>
                    <a:pt x="528813" y="0"/>
                  </a:lnTo>
                  <a:lnTo>
                    <a:pt x="559919" y="0"/>
                  </a:lnTo>
                  <a:lnTo>
                    <a:pt x="591026" y="0"/>
                  </a:lnTo>
                  <a:lnTo>
                    <a:pt x="622133" y="0"/>
                  </a:lnTo>
                  <a:lnTo>
                    <a:pt x="653239" y="0"/>
                  </a:lnTo>
                  <a:lnTo>
                    <a:pt x="684346" y="0"/>
                  </a:lnTo>
                  <a:lnTo>
                    <a:pt x="715452" y="0"/>
                  </a:lnTo>
                  <a:lnTo>
                    <a:pt x="746559" y="0"/>
                  </a:lnTo>
                  <a:lnTo>
                    <a:pt x="777666" y="0"/>
                  </a:lnTo>
                  <a:lnTo>
                    <a:pt x="808772" y="0"/>
                  </a:lnTo>
                  <a:lnTo>
                    <a:pt x="839879" y="0"/>
                  </a:lnTo>
                  <a:lnTo>
                    <a:pt x="870986" y="0"/>
                  </a:lnTo>
                  <a:lnTo>
                    <a:pt x="902092" y="0"/>
                  </a:lnTo>
                  <a:lnTo>
                    <a:pt x="933199" y="0"/>
                  </a:lnTo>
                  <a:lnTo>
                    <a:pt x="964306" y="0"/>
                  </a:lnTo>
                  <a:lnTo>
                    <a:pt x="995412" y="0"/>
                  </a:lnTo>
                  <a:lnTo>
                    <a:pt x="1026519" y="0"/>
                  </a:lnTo>
                  <a:lnTo>
                    <a:pt x="1057626" y="0"/>
                  </a:lnTo>
                  <a:lnTo>
                    <a:pt x="1088732" y="0"/>
                  </a:lnTo>
                  <a:lnTo>
                    <a:pt x="1119839" y="0"/>
                  </a:lnTo>
                  <a:lnTo>
                    <a:pt x="1150946" y="0"/>
                  </a:lnTo>
                  <a:lnTo>
                    <a:pt x="1182052" y="0"/>
                  </a:lnTo>
                  <a:lnTo>
                    <a:pt x="1213159" y="0"/>
                  </a:lnTo>
                  <a:lnTo>
                    <a:pt x="1244266" y="0"/>
                  </a:lnTo>
                  <a:lnTo>
                    <a:pt x="1275372" y="0"/>
                  </a:lnTo>
                  <a:lnTo>
                    <a:pt x="1306479" y="0"/>
                  </a:lnTo>
                  <a:lnTo>
                    <a:pt x="1337585" y="0"/>
                  </a:lnTo>
                  <a:lnTo>
                    <a:pt x="1368692" y="0"/>
                  </a:lnTo>
                  <a:lnTo>
                    <a:pt x="1399799" y="0"/>
                  </a:lnTo>
                  <a:lnTo>
                    <a:pt x="1430905" y="0"/>
                  </a:lnTo>
                  <a:lnTo>
                    <a:pt x="1462012" y="0"/>
                  </a:lnTo>
                  <a:lnTo>
                    <a:pt x="1493119" y="0"/>
                  </a:lnTo>
                  <a:lnTo>
                    <a:pt x="1524225" y="0"/>
                  </a:lnTo>
                  <a:lnTo>
                    <a:pt x="1555332" y="0"/>
                  </a:lnTo>
                  <a:lnTo>
                    <a:pt x="1586439" y="0"/>
                  </a:lnTo>
                  <a:lnTo>
                    <a:pt x="1617545" y="0"/>
                  </a:lnTo>
                  <a:lnTo>
                    <a:pt x="1648652" y="0"/>
                  </a:lnTo>
                  <a:lnTo>
                    <a:pt x="1679759" y="0"/>
                  </a:lnTo>
                  <a:lnTo>
                    <a:pt x="1710865" y="0"/>
                  </a:lnTo>
                  <a:lnTo>
                    <a:pt x="1741972" y="0"/>
                  </a:lnTo>
                  <a:lnTo>
                    <a:pt x="1773079" y="0"/>
                  </a:lnTo>
                  <a:lnTo>
                    <a:pt x="1804185" y="0"/>
                  </a:lnTo>
                  <a:lnTo>
                    <a:pt x="1835292" y="0"/>
                  </a:lnTo>
                  <a:lnTo>
                    <a:pt x="1866399" y="0"/>
                  </a:lnTo>
                  <a:lnTo>
                    <a:pt x="1897505" y="0"/>
                  </a:lnTo>
                  <a:lnTo>
                    <a:pt x="1928612" y="0"/>
                  </a:lnTo>
                  <a:lnTo>
                    <a:pt x="1959718" y="0"/>
                  </a:lnTo>
                  <a:lnTo>
                    <a:pt x="1990825" y="0"/>
                  </a:lnTo>
                  <a:lnTo>
                    <a:pt x="2021932" y="0"/>
                  </a:lnTo>
                  <a:lnTo>
                    <a:pt x="2053038" y="0"/>
                  </a:lnTo>
                  <a:lnTo>
                    <a:pt x="2084145" y="0"/>
                  </a:lnTo>
                  <a:lnTo>
                    <a:pt x="2115252" y="0"/>
                  </a:lnTo>
                  <a:lnTo>
                    <a:pt x="2146358" y="0"/>
                  </a:lnTo>
                  <a:lnTo>
                    <a:pt x="2177465" y="0"/>
                  </a:lnTo>
                  <a:lnTo>
                    <a:pt x="2208572" y="0"/>
                  </a:lnTo>
                  <a:lnTo>
                    <a:pt x="2239678" y="0"/>
                  </a:lnTo>
                  <a:lnTo>
                    <a:pt x="2270785" y="0"/>
                  </a:lnTo>
                  <a:lnTo>
                    <a:pt x="2301892" y="0"/>
                  </a:lnTo>
                  <a:lnTo>
                    <a:pt x="2332998" y="0"/>
                  </a:lnTo>
                  <a:lnTo>
                    <a:pt x="2364105" y="0"/>
                  </a:lnTo>
                  <a:lnTo>
                    <a:pt x="2395212" y="0"/>
                  </a:lnTo>
                  <a:lnTo>
                    <a:pt x="2426318" y="0"/>
                  </a:lnTo>
                  <a:lnTo>
                    <a:pt x="24574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5" name="pl213">
              <a:extLst>
                <a:ext uri="{FF2B5EF4-FFF2-40B4-BE49-F238E27FC236}">
                  <a16:creationId xmlns:a16="http://schemas.microsoft.com/office/drawing/2014/main" id="{6E605ED0-0398-97E4-A947-D386E39D7755}"/>
                </a:ext>
              </a:extLst>
            </p:cNvPr>
            <p:cNvSpPr/>
            <p:nvPr/>
          </p:nvSpPr>
          <p:spPr>
            <a:xfrm>
              <a:off x="3176505" y="5819069"/>
              <a:ext cx="2357225" cy="2146917"/>
            </a:xfrm>
            <a:custGeom>
              <a:avLst/>
              <a:gdLst/>
              <a:ahLst/>
              <a:cxnLst/>
              <a:rect l="0" t="0" r="0" b="0"/>
              <a:pathLst>
                <a:path w="2357225" h="2146917">
                  <a:moveTo>
                    <a:pt x="0" y="0"/>
                  </a:moveTo>
                  <a:lnTo>
                    <a:pt x="29838" y="8388"/>
                  </a:lnTo>
                  <a:lnTo>
                    <a:pt x="59676" y="17272"/>
                  </a:lnTo>
                  <a:lnTo>
                    <a:pt x="89514" y="26675"/>
                  </a:lnTo>
                  <a:lnTo>
                    <a:pt x="119353" y="36625"/>
                  </a:lnTo>
                  <a:lnTo>
                    <a:pt x="149191" y="47148"/>
                  </a:lnTo>
                  <a:lnTo>
                    <a:pt x="179029" y="58269"/>
                  </a:lnTo>
                  <a:lnTo>
                    <a:pt x="208868" y="70018"/>
                  </a:lnTo>
                  <a:lnTo>
                    <a:pt x="238706" y="82421"/>
                  </a:lnTo>
                  <a:lnTo>
                    <a:pt x="268544" y="95506"/>
                  </a:lnTo>
                  <a:lnTo>
                    <a:pt x="298382" y="109303"/>
                  </a:lnTo>
                  <a:lnTo>
                    <a:pt x="328221" y="123839"/>
                  </a:lnTo>
                  <a:lnTo>
                    <a:pt x="358059" y="139144"/>
                  </a:lnTo>
                  <a:lnTo>
                    <a:pt x="387897" y="155243"/>
                  </a:lnTo>
                  <a:lnTo>
                    <a:pt x="417736" y="172166"/>
                  </a:lnTo>
                  <a:lnTo>
                    <a:pt x="447574" y="189939"/>
                  </a:lnTo>
                  <a:lnTo>
                    <a:pt x="477412" y="208588"/>
                  </a:lnTo>
                  <a:lnTo>
                    <a:pt x="507250" y="228137"/>
                  </a:lnTo>
                  <a:lnTo>
                    <a:pt x="537089" y="248609"/>
                  </a:lnTo>
                  <a:lnTo>
                    <a:pt x="566927" y="270025"/>
                  </a:lnTo>
                  <a:lnTo>
                    <a:pt x="596765" y="292405"/>
                  </a:lnTo>
                  <a:lnTo>
                    <a:pt x="626604" y="315765"/>
                  </a:lnTo>
                  <a:lnTo>
                    <a:pt x="656442" y="340118"/>
                  </a:lnTo>
                  <a:lnTo>
                    <a:pt x="686280" y="365476"/>
                  </a:lnTo>
                  <a:lnTo>
                    <a:pt x="716119" y="391846"/>
                  </a:lnTo>
                  <a:lnTo>
                    <a:pt x="745957" y="419231"/>
                  </a:lnTo>
                  <a:lnTo>
                    <a:pt x="775795" y="447631"/>
                  </a:lnTo>
                  <a:lnTo>
                    <a:pt x="805633" y="477040"/>
                  </a:lnTo>
                  <a:lnTo>
                    <a:pt x="835472" y="507448"/>
                  </a:lnTo>
                  <a:lnTo>
                    <a:pt x="865310" y="538842"/>
                  </a:lnTo>
                  <a:lnTo>
                    <a:pt x="895148" y="571200"/>
                  </a:lnTo>
                  <a:lnTo>
                    <a:pt x="924987" y="604498"/>
                  </a:lnTo>
                  <a:lnTo>
                    <a:pt x="954825" y="638704"/>
                  </a:lnTo>
                  <a:lnTo>
                    <a:pt x="984663" y="673781"/>
                  </a:lnTo>
                  <a:lnTo>
                    <a:pt x="1014501" y="709689"/>
                  </a:lnTo>
                  <a:lnTo>
                    <a:pt x="1044340" y="746378"/>
                  </a:lnTo>
                  <a:lnTo>
                    <a:pt x="1074178" y="783796"/>
                  </a:lnTo>
                  <a:lnTo>
                    <a:pt x="1104016" y="821885"/>
                  </a:lnTo>
                  <a:lnTo>
                    <a:pt x="1133855" y="860580"/>
                  </a:lnTo>
                  <a:lnTo>
                    <a:pt x="1163693" y="899815"/>
                  </a:lnTo>
                  <a:lnTo>
                    <a:pt x="1193531" y="939516"/>
                  </a:lnTo>
                  <a:lnTo>
                    <a:pt x="1223370" y="979609"/>
                  </a:lnTo>
                  <a:lnTo>
                    <a:pt x="1253208" y="1020014"/>
                  </a:lnTo>
                  <a:lnTo>
                    <a:pt x="1283046" y="1060649"/>
                  </a:lnTo>
                  <a:lnTo>
                    <a:pt x="1312884" y="1101432"/>
                  </a:lnTo>
                  <a:lnTo>
                    <a:pt x="1342723" y="1142278"/>
                  </a:lnTo>
                  <a:lnTo>
                    <a:pt x="1372561" y="1183101"/>
                  </a:lnTo>
                  <a:lnTo>
                    <a:pt x="1402399" y="1223816"/>
                  </a:lnTo>
                  <a:lnTo>
                    <a:pt x="1432238" y="1264340"/>
                  </a:lnTo>
                  <a:lnTo>
                    <a:pt x="1462076" y="1304590"/>
                  </a:lnTo>
                  <a:lnTo>
                    <a:pt x="1491914" y="1344486"/>
                  </a:lnTo>
                  <a:lnTo>
                    <a:pt x="1521752" y="1383950"/>
                  </a:lnTo>
                  <a:lnTo>
                    <a:pt x="1551591" y="1422909"/>
                  </a:lnTo>
                  <a:lnTo>
                    <a:pt x="1581429" y="1461292"/>
                  </a:lnTo>
                  <a:lnTo>
                    <a:pt x="1611267" y="1499034"/>
                  </a:lnTo>
                  <a:lnTo>
                    <a:pt x="1641106" y="1536075"/>
                  </a:lnTo>
                  <a:lnTo>
                    <a:pt x="1670944" y="1572357"/>
                  </a:lnTo>
                  <a:lnTo>
                    <a:pt x="1700782" y="1607832"/>
                  </a:lnTo>
                  <a:lnTo>
                    <a:pt x="1730621" y="1642455"/>
                  </a:lnTo>
                  <a:lnTo>
                    <a:pt x="1760459" y="1676185"/>
                  </a:lnTo>
                  <a:lnTo>
                    <a:pt x="1790297" y="1708990"/>
                  </a:lnTo>
                  <a:lnTo>
                    <a:pt x="1820135" y="1740842"/>
                  </a:lnTo>
                  <a:lnTo>
                    <a:pt x="1849974" y="1771718"/>
                  </a:lnTo>
                  <a:lnTo>
                    <a:pt x="1879812" y="1801600"/>
                  </a:lnTo>
                  <a:lnTo>
                    <a:pt x="1909650" y="1830477"/>
                  </a:lnTo>
                  <a:lnTo>
                    <a:pt x="1939489" y="1858342"/>
                  </a:lnTo>
                  <a:lnTo>
                    <a:pt x="1969327" y="1885191"/>
                  </a:lnTo>
                  <a:lnTo>
                    <a:pt x="1999165" y="1911026"/>
                  </a:lnTo>
                  <a:lnTo>
                    <a:pt x="2029003" y="1935852"/>
                  </a:lnTo>
                  <a:lnTo>
                    <a:pt x="2058842" y="1959679"/>
                  </a:lnTo>
                  <a:lnTo>
                    <a:pt x="2088680" y="1982520"/>
                  </a:lnTo>
                  <a:lnTo>
                    <a:pt x="2118518" y="2004388"/>
                  </a:lnTo>
                  <a:lnTo>
                    <a:pt x="2148357" y="2025304"/>
                  </a:lnTo>
                  <a:lnTo>
                    <a:pt x="2178195" y="2045285"/>
                  </a:lnTo>
                  <a:lnTo>
                    <a:pt x="2208033" y="2064356"/>
                  </a:lnTo>
                  <a:lnTo>
                    <a:pt x="2237872" y="2082539"/>
                  </a:lnTo>
                  <a:lnTo>
                    <a:pt x="2267710" y="2099860"/>
                  </a:lnTo>
                  <a:lnTo>
                    <a:pt x="2297548" y="2116345"/>
                  </a:lnTo>
                  <a:lnTo>
                    <a:pt x="2327386" y="2132022"/>
                  </a:lnTo>
                  <a:lnTo>
                    <a:pt x="2357225" y="2146917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6" name="pl214">
              <a:extLst>
                <a:ext uri="{FF2B5EF4-FFF2-40B4-BE49-F238E27FC236}">
                  <a16:creationId xmlns:a16="http://schemas.microsoft.com/office/drawing/2014/main" id="{52B9DAC7-EC1D-6F27-58EF-071C3E686F66}"/>
                </a:ext>
              </a:extLst>
            </p:cNvPr>
            <p:cNvSpPr/>
            <p:nvPr/>
          </p:nvSpPr>
          <p:spPr>
            <a:xfrm>
              <a:off x="3418651" y="5967143"/>
              <a:ext cx="2028048" cy="715032"/>
            </a:xfrm>
            <a:custGeom>
              <a:avLst/>
              <a:gdLst/>
              <a:ahLst/>
              <a:cxnLst/>
              <a:rect l="0" t="0" r="0" b="0"/>
              <a:pathLst>
                <a:path w="2028048" h="715032">
                  <a:moveTo>
                    <a:pt x="0" y="0"/>
                  </a:moveTo>
                  <a:lnTo>
                    <a:pt x="25671" y="5255"/>
                  </a:lnTo>
                  <a:lnTo>
                    <a:pt x="51343" y="10596"/>
                  </a:lnTo>
                  <a:lnTo>
                    <a:pt x="77014" y="16024"/>
                  </a:lnTo>
                  <a:lnTo>
                    <a:pt x="102686" y="21538"/>
                  </a:lnTo>
                  <a:lnTo>
                    <a:pt x="128357" y="27141"/>
                  </a:lnTo>
                  <a:lnTo>
                    <a:pt x="154029" y="32833"/>
                  </a:lnTo>
                  <a:lnTo>
                    <a:pt x="179700" y="38615"/>
                  </a:lnTo>
                  <a:lnTo>
                    <a:pt x="205372" y="44488"/>
                  </a:lnTo>
                  <a:lnTo>
                    <a:pt x="231043" y="50452"/>
                  </a:lnTo>
                  <a:lnTo>
                    <a:pt x="256715" y="56509"/>
                  </a:lnTo>
                  <a:lnTo>
                    <a:pt x="282386" y="62659"/>
                  </a:lnTo>
                  <a:lnTo>
                    <a:pt x="308058" y="68903"/>
                  </a:lnTo>
                  <a:lnTo>
                    <a:pt x="333729" y="75242"/>
                  </a:lnTo>
                  <a:lnTo>
                    <a:pt x="359401" y="81677"/>
                  </a:lnTo>
                  <a:lnTo>
                    <a:pt x="385072" y="88208"/>
                  </a:lnTo>
                  <a:lnTo>
                    <a:pt x="410744" y="94837"/>
                  </a:lnTo>
                  <a:lnTo>
                    <a:pt x="436415" y="101563"/>
                  </a:lnTo>
                  <a:lnTo>
                    <a:pt x="462087" y="108388"/>
                  </a:lnTo>
                  <a:lnTo>
                    <a:pt x="487758" y="115312"/>
                  </a:lnTo>
                  <a:lnTo>
                    <a:pt x="513430" y="122335"/>
                  </a:lnTo>
                  <a:lnTo>
                    <a:pt x="539101" y="129460"/>
                  </a:lnTo>
                  <a:lnTo>
                    <a:pt x="564773" y="136685"/>
                  </a:lnTo>
                  <a:lnTo>
                    <a:pt x="590444" y="144012"/>
                  </a:lnTo>
                  <a:lnTo>
                    <a:pt x="616116" y="151441"/>
                  </a:lnTo>
                  <a:lnTo>
                    <a:pt x="641787" y="158973"/>
                  </a:lnTo>
                  <a:lnTo>
                    <a:pt x="667459" y="166607"/>
                  </a:lnTo>
                  <a:lnTo>
                    <a:pt x="693130" y="174346"/>
                  </a:lnTo>
                  <a:lnTo>
                    <a:pt x="718802" y="182188"/>
                  </a:lnTo>
                  <a:lnTo>
                    <a:pt x="744473" y="190135"/>
                  </a:lnTo>
                  <a:lnTo>
                    <a:pt x="770145" y="198186"/>
                  </a:lnTo>
                  <a:lnTo>
                    <a:pt x="795816" y="206342"/>
                  </a:lnTo>
                  <a:lnTo>
                    <a:pt x="821488" y="214603"/>
                  </a:lnTo>
                  <a:lnTo>
                    <a:pt x="847159" y="222970"/>
                  </a:lnTo>
                  <a:lnTo>
                    <a:pt x="872831" y="231442"/>
                  </a:lnTo>
                  <a:lnTo>
                    <a:pt x="898502" y="240021"/>
                  </a:lnTo>
                  <a:lnTo>
                    <a:pt x="924174" y="248705"/>
                  </a:lnTo>
                  <a:lnTo>
                    <a:pt x="949845" y="257494"/>
                  </a:lnTo>
                  <a:lnTo>
                    <a:pt x="975517" y="266390"/>
                  </a:lnTo>
                  <a:lnTo>
                    <a:pt x="1001188" y="275391"/>
                  </a:lnTo>
                  <a:lnTo>
                    <a:pt x="1026860" y="284499"/>
                  </a:lnTo>
                  <a:lnTo>
                    <a:pt x="1052531" y="293711"/>
                  </a:lnTo>
                  <a:lnTo>
                    <a:pt x="1078203" y="303030"/>
                  </a:lnTo>
                  <a:lnTo>
                    <a:pt x="1103874" y="312453"/>
                  </a:lnTo>
                  <a:lnTo>
                    <a:pt x="1129546" y="321981"/>
                  </a:lnTo>
                  <a:lnTo>
                    <a:pt x="1155217" y="331614"/>
                  </a:lnTo>
                  <a:lnTo>
                    <a:pt x="1180889" y="341351"/>
                  </a:lnTo>
                  <a:lnTo>
                    <a:pt x="1206560" y="351191"/>
                  </a:lnTo>
                  <a:lnTo>
                    <a:pt x="1232232" y="361135"/>
                  </a:lnTo>
                  <a:lnTo>
                    <a:pt x="1257903" y="371181"/>
                  </a:lnTo>
                  <a:lnTo>
                    <a:pt x="1283575" y="381329"/>
                  </a:lnTo>
                  <a:lnTo>
                    <a:pt x="1309246" y="391578"/>
                  </a:lnTo>
                  <a:lnTo>
                    <a:pt x="1334918" y="401928"/>
                  </a:lnTo>
                  <a:lnTo>
                    <a:pt x="1360589" y="412378"/>
                  </a:lnTo>
                  <a:lnTo>
                    <a:pt x="1386261" y="422926"/>
                  </a:lnTo>
                  <a:lnTo>
                    <a:pt x="1411932" y="433573"/>
                  </a:lnTo>
                  <a:lnTo>
                    <a:pt x="1437604" y="444316"/>
                  </a:lnTo>
                  <a:lnTo>
                    <a:pt x="1463275" y="455156"/>
                  </a:lnTo>
                  <a:lnTo>
                    <a:pt x="1488947" y="466090"/>
                  </a:lnTo>
                  <a:lnTo>
                    <a:pt x="1514618" y="477118"/>
                  </a:lnTo>
                  <a:lnTo>
                    <a:pt x="1540290" y="488238"/>
                  </a:lnTo>
                  <a:lnTo>
                    <a:pt x="1565961" y="499450"/>
                  </a:lnTo>
                  <a:lnTo>
                    <a:pt x="1591633" y="510751"/>
                  </a:lnTo>
                  <a:lnTo>
                    <a:pt x="1617304" y="522141"/>
                  </a:lnTo>
                  <a:lnTo>
                    <a:pt x="1642976" y="533618"/>
                  </a:lnTo>
                  <a:lnTo>
                    <a:pt x="1668647" y="545180"/>
                  </a:lnTo>
                  <a:lnTo>
                    <a:pt x="1694319" y="556827"/>
                  </a:lnTo>
                  <a:lnTo>
                    <a:pt x="1719990" y="568555"/>
                  </a:lnTo>
                  <a:lnTo>
                    <a:pt x="1745662" y="580364"/>
                  </a:lnTo>
                  <a:lnTo>
                    <a:pt x="1771333" y="592252"/>
                  </a:lnTo>
                  <a:lnTo>
                    <a:pt x="1797005" y="604216"/>
                  </a:lnTo>
                  <a:lnTo>
                    <a:pt x="1822676" y="616256"/>
                  </a:lnTo>
                  <a:lnTo>
                    <a:pt x="1848348" y="628369"/>
                  </a:lnTo>
                  <a:lnTo>
                    <a:pt x="1874019" y="640553"/>
                  </a:lnTo>
                  <a:lnTo>
                    <a:pt x="1899691" y="652806"/>
                  </a:lnTo>
                  <a:lnTo>
                    <a:pt x="1925362" y="665126"/>
                  </a:lnTo>
                  <a:lnTo>
                    <a:pt x="1951034" y="677511"/>
                  </a:lnTo>
                  <a:lnTo>
                    <a:pt x="1976705" y="689958"/>
                  </a:lnTo>
                  <a:lnTo>
                    <a:pt x="2002377" y="702466"/>
                  </a:lnTo>
                  <a:lnTo>
                    <a:pt x="2028048" y="715032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7" name="pl215">
              <a:extLst>
                <a:ext uri="{FF2B5EF4-FFF2-40B4-BE49-F238E27FC236}">
                  <a16:creationId xmlns:a16="http://schemas.microsoft.com/office/drawing/2014/main" id="{7400F02B-B02D-94A8-DB6F-AE292F76ADE5}"/>
                </a:ext>
              </a:extLst>
            </p:cNvPr>
            <p:cNvSpPr/>
            <p:nvPr/>
          </p:nvSpPr>
          <p:spPr>
            <a:xfrm>
              <a:off x="3442684" y="5777527"/>
              <a:ext cx="2027810" cy="1395424"/>
            </a:xfrm>
            <a:custGeom>
              <a:avLst/>
              <a:gdLst/>
              <a:ahLst/>
              <a:cxnLst/>
              <a:rect l="0" t="0" r="0" b="0"/>
              <a:pathLst>
                <a:path w="2027810" h="1395424">
                  <a:moveTo>
                    <a:pt x="0" y="0"/>
                  </a:moveTo>
                  <a:lnTo>
                    <a:pt x="25668" y="4151"/>
                  </a:lnTo>
                  <a:lnTo>
                    <a:pt x="51336" y="8484"/>
                  </a:lnTo>
                  <a:lnTo>
                    <a:pt x="77005" y="13004"/>
                  </a:lnTo>
                  <a:lnTo>
                    <a:pt x="102673" y="17719"/>
                  </a:lnTo>
                  <a:lnTo>
                    <a:pt x="128342" y="22636"/>
                  </a:lnTo>
                  <a:lnTo>
                    <a:pt x="154010" y="27764"/>
                  </a:lnTo>
                  <a:lnTo>
                    <a:pt x="179679" y="33110"/>
                  </a:lnTo>
                  <a:lnTo>
                    <a:pt x="205347" y="38683"/>
                  </a:lnTo>
                  <a:lnTo>
                    <a:pt x="231016" y="44490"/>
                  </a:lnTo>
                  <a:lnTo>
                    <a:pt x="256684" y="50541"/>
                  </a:lnTo>
                  <a:lnTo>
                    <a:pt x="282353" y="56844"/>
                  </a:lnTo>
                  <a:lnTo>
                    <a:pt x="308021" y="63409"/>
                  </a:lnTo>
                  <a:lnTo>
                    <a:pt x="333690" y="70244"/>
                  </a:lnTo>
                  <a:lnTo>
                    <a:pt x="359358" y="77360"/>
                  </a:lnTo>
                  <a:lnTo>
                    <a:pt x="385027" y="84765"/>
                  </a:lnTo>
                  <a:lnTo>
                    <a:pt x="410695" y="92469"/>
                  </a:lnTo>
                  <a:lnTo>
                    <a:pt x="436364" y="100482"/>
                  </a:lnTo>
                  <a:lnTo>
                    <a:pt x="462032" y="108814"/>
                  </a:lnTo>
                  <a:lnTo>
                    <a:pt x="487701" y="117475"/>
                  </a:lnTo>
                  <a:lnTo>
                    <a:pt x="513369" y="126476"/>
                  </a:lnTo>
                  <a:lnTo>
                    <a:pt x="539038" y="135826"/>
                  </a:lnTo>
                  <a:lnTo>
                    <a:pt x="564706" y="145535"/>
                  </a:lnTo>
                  <a:lnTo>
                    <a:pt x="590375" y="155615"/>
                  </a:lnTo>
                  <a:lnTo>
                    <a:pt x="616043" y="166075"/>
                  </a:lnTo>
                  <a:lnTo>
                    <a:pt x="641712" y="176926"/>
                  </a:lnTo>
                  <a:lnTo>
                    <a:pt x="667380" y="188177"/>
                  </a:lnTo>
                  <a:lnTo>
                    <a:pt x="693049" y="199839"/>
                  </a:lnTo>
                  <a:lnTo>
                    <a:pt x="718717" y="211921"/>
                  </a:lnTo>
                  <a:lnTo>
                    <a:pt x="744386" y="224433"/>
                  </a:lnTo>
                  <a:lnTo>
                    <a:pt x="770054" y="237386"/>
                  </a:lnTo>
                  <a:lnTo>
                    <a:pt x="795723" y="250786"/>
                  </a:lnTo>
                  <a:lnTo>
                    <a:pt x="821391" y="264645"/>
                  </a:lnTo>
                  <a:lnTo>
                    <a:pt x="847060" y="278969"/>
                  </a:lnTo>
                  <a:lnTo>
                    <a:pt x="872728" y="293767"/>
                  </a:lnTo>
                  <a:lnTo>
                    <a:pt x="898397" y="309046"/>
                  </a:lnTo>
                  <a:lnTo>
                    <a:pt x="924065" y="324814"/>
                  </a:lnTo>
                  <a:lnTo>
                    <a:pt x="949733" y="341075"/>
                  </a:lnTo>
                  <a:lnTo>
                    <a:pt x="975402" y="357837"/>
                  </a:lnTo>
                  <a:lnTo>
                    <a:pt x="1001070" y="375104"/>
                  </a:lnTo>
                  <a:lnTo>
                    <a:pt x="1026739" y="392879"/>
                  </a:lnTo>
                  <a:lnTo>
                    <a:pt x="1052407" y="411166"/>
                  </a:lnTo>
                  <a:lnTo>
                    <a:pt x="1078076" y="429968"/>
                  </a:lnTo>
                  <a:lnTo>
                    <a:pt x="1103744" y="449285"/>
                  </a:lnTo>
                  <a:lnTo>
                    <a:pt x="1129413" y="469118"/>
                  </a:lnTo>
                  <a:lnTo>
                    <a:pt x="1155081" y="489465"/>
                  </a:lnTo>
                  <a:lnTo>
                    <a:pt x="1180750" y="510325"/>
                  </a:lnTo>
                  <a:lnTo>
                    <a:pt x="1206418" y="531695"/>
                  </a:lnTo>
                  <a:lnTo>
                    <a:pt x="1232087" y="553568"/>
                  </a:lnTo>
                  <a:lnTo>
                    <a:pt x="1257755" y="575941"/>
                  </a:lnTo>
                  <a:lnTo>
                    <a:pt x="1283424" y="598806"/>
                  </a:lnTo>
                  <a:lnTo>
                    <a:pt x="1309092" y="622153"/>
                  </a:lnTo>
                  <a:lnTo>
                    <a:pt x="1334761" y="645973"/>
                  </a:lnTo>
                  <a:lnTo>
                    <a:pt x="1360429" y="670254"/>
                  </a:lnTo>
                  <a:lnTo>
                    <a:pt x="1386098" y="694984"/>
                  </a:lnTo>
                  <a:lnTo>
                    <a:pt x="1411766" y="720148"/>
                  </a:lnTo>
                  <a:lnTo>
                    <a:pt x="1437435" y="745730"/>
                  </a:lnTo>
                  <a:lnTo>
                    <a:pt x="1463103" y="771713"/>
                  </a:lnTo>
                  <a:lnTo>
                    <a:pt x="1488772" y="798078"/>
                  </a:lnTo>
                  <a:lnTo>
                    <a:pt x="1514440" y="824806"/>
                  </a:lnTo>
                  <a:lnTo>
                    <a:pt x="1540109" y="851875"/>
                  </a:lnTo>
                  <a:lnTo>
                    <a:pt x="1565777" y="879262"/>
                  </a:lnTo>
                  <a:lnTo>
                    <a:pt x="1591446" y="906943"/>
                  </a:lnTo>
                  <a:lnTo>
                    <a:pt x="1617114" y="934893"/>
                  </a:lnTo>
                  <a:lnTo>
                    <a:pt x="1642783" y="963087"/>
                  </a:lnTo>
                  <a:lnTo>
                    <a:pt x="1668451" y="991498"/>
                  </a:lnTo>
                  <a:lnTo>
                    <a:pt x="1694120" y="1020096"/>
                  </a:lnTo>
                  <a:lnTo>
                    <a:pt x="1719788" y="1048854"/>
                  </a:lnTo>
                  <a:lnTo>
                    <a:pt x="1745457" y="1077743"/>
                  </a:lnTo>
                  <a:lnTo>
                    <a:pt x="1771125" y="1106731"/>
                  </a:lnTo>
                  <a:lnTo>
                    <a:pt x="1796794" y="1135790"/>
                  </a:lnTo>
                  <a:lnTo>
                    <a:pt x="1822462" y="1164889"/>
                  </a:lnTo>
                  <a:lnTo>
                    <a:pt x="1848131" y="1193995"/>
                  </a:lnTo>
                  <a:lnTo>
                    <a:pt x="1873799" y="1223080"/>
                  </a:lnTo>
                  <a:lnTo>
                    <a:pt x="1899467" y="1252112"/>
                  </a:lnTo>
                  <a:lnTo>
                    <a:pt x="1925136" y="1281060"/>
                  </a:lnTo>
                  <a:lnTo>
                    <a:pt x="1950804" y="1309895"/>
                  </a:lnTo>
                  <a:lnTo>
                    <a:pt x="1976473" y="1338586"/>
                  </a:lnTo>
                  <a:lnTo>
                    <a:pt x="2002141" y="1367106"/>
                  </a:lnTo>
                  <a:lnTo>
                    <a:pt x="2027810" y="1395424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8" name="pl216">
              <a:extLst>
                <a:ext uri="{FF2B5EF4-FFF2-40B4-BE49-F238E27FC236}">
                  <a16:creationId xmlns:a16="http://schemas.microsoft.com/office/drawing/2014/main" id="{A41BAEB8-EAFC-CC6F-8E6C-F6AD2F13B5FD}"/>
                </a:ext>
              </a:extLst>
            </p:cNvPr>
            <p:cNvSpPr/>
            <p:nvPr/>
          </p:nvSpPr>
          <p:spPr>
            <a:xfrm>
              <a:off x="2051555" y="7332228"/>
              <a:ext cx="3139015" cy="797933"/>
            </a:xfrm>
            <a:custGeom>
              <a:avLst/>
              <a:gdLst/>
              <a:ahLst/>
              <a:cxnLst/>
              <a:rect l="0" t="0" r="0" b="0"/>
              <a:pathLst>
                <a:path w="3139015" h="797933">
                  <a:moveTo>
                    <a:pt x="0" y="0"/>
                  </a:moveTo>
                  <a:lnTo>
                    <a:pt x="39734" y="19794"/>
                  </a:lnTo>
                  <a:lnTo>
                    <a:pt x="79468" y="39373"/>
                  </a:lnTo>
                  <a:lnTo>
                    <a:pt x="119203" y="58727"/>
                  </a:lnTo>
                  <a:lnTo>
                    <a:pt x="158937" y="77849"/>
                  </a:lnTo>
                  <a:lnTo>
                    <a:pt x="198671" y="96732"/>
                  </a:lnTo>
                  <a:lnTo>
                    <a:pt x="238406" y="115369"/>
                  </a:lnTo>
                  <a:lnTo>
                    <a:pt x="278140" y="133754"/>
                  </a:lnTo>
                  <a:lnTo>
                    <a:pt x="317874" y="151882"/>
                  </a:lnTo>
                  <a:lnTo>
                    <a:pt x="357609" y="169747"/>
                  </a:lnTo>
                  <a:lnTo>
                    <a:pt x="397343" y="187344"/>
                  </a:lnTo>
                  <a:lnTo>
                    <a:pt x="437078" y="204670"/>
                  </a:lnTo>
                  <a:lnTo>
                    <a:pt x="476812" y="221719"/>
                  </a:lnTo>
                  <a:lnTo>
                    <a:pt x="516546" y="238489"/>
                  </a:lnTo>
                  <a:lnTo>
                    <a:pt x="556281" y="254977"/>
                  </a:lnTo>
                  <a:lnTo>
                    <a:pt x="596015" y="271179"/>
                  </a:lnTo>
                  <a:lnTo>
                    <a:pt x="635749" y="287095"/>
                  </a:lnTo>
                  <a:lnTo>
                    <a:pt x="675484" y="302722"/>
                  </a:lnTo>
                  <a:lnTo>
                    <a:pt x="715218" y="318059"/>
                  </a:lnTo>
                  <a:lnTo>
                    <a:pt x="754953" y="333105"/>
                  </a:lnTo>
                  <a:lnTo>
                    <a:pt x="794687" y="347859"/>
                  </a:lnTo>
                  <a:lnTo>
                    <a:pt x="834421" y="362322"/>
                  </a:lnTo>
                  <a:lnTo>
                    <a:pt x="874156" y="376493"/>
                  </a:lnTo>
                  <a:lnTo>
                    <a:pt x="913890" y="390373"/>
                  </a:lnTo>
                  <a:lnTo>
                    <a:pt x="953624" y="403962"/>
                  </a:lnTo>
                  <a:lnTo>
                    <a:pt x="993359" y="417263"/>
                  </a:lnTo>
                  <a:lnTo>
                    <a:pt x="1033093" y="430275"/>
                  </a:lnTo>
                  <a:lnTo>
                    <a:pt x="1072828" y="443002"/>
                  </a:lnTo>
                  <a:lnTo>
                    <a:pt x="1112562" y="455444"/>
                  </a:lnTo>
                  <a:lnTo>
                    <a:pt x="1152296" y="467605"/>
                  </a:lnTo>
                  <a:lnTo>
                    <a:pt x="1192031" y="479486"/>
                  </a:lnTo>
                  <a:lnTo>
                    <a:pt x="1231765" y="491090"/>
                  </a:lnTo>
                  <a:lnTo>
                    <a:pt x="1271499" y="502420"/>
                  </a:lnTo>
                  <a:lnTo>
                    <a:pt x="1311234" y="513479"/>
                  </a:lnTo>
                  <a:lnTo>
                    <a:pt x="1350968" y="524271"/>
                  </a:lnTo>
                  <a:lnTo>
                    <a:pt x="1390703" y="534798"/>
                  </a:lnTo>
                  <a:lnTo>
                    <a:pt x="1430437" y="545064"/>
                  </a:lnTo>
                  <a:lnTo>
                    <a:pt x="1470171" y="555073"/>
                  </a:lnTo>
                  <a:lnTo>
                    <a:pt x="1509906" y="564829"/>
                  </a:lnTo>
                  <a:lnTo>
                    <a:pt x="1549640" y="574335"/>
                  </a:lnTo>
                  <a:lnTo>
                    <a:pt x="1589374" y="583595"/>
                  </a:lnTo>
                  <a:lnTo>
                    <a:pt x="1629109" y="592614"/>
                  </a:lnTo>
                  <a:lnTo>
                    <a:pt x="1668843" y="601396"/>
                  </a:lnTo>
                  <a:lnTo>
                    <a:pt x="1708578" y="609944"/>
                  </a:lnTo>
                  <a:lnTo>
                    <a:pt x="1748312" y="618264"/>
                  </a:lnTo>
                  <a:lnTo>
                    <a:pt x="1788046" y="626358"/>
                  </a:lnTo>
                  <a:lnTo>
                    <a:pt x="1827781" y="634233"/>
                  </a:lnTo>
                  <a:lnTo>
                    <a:pt x="1867515" y="641891"/>
                  </a:lnTo>
                  <a:lnTo>
                    <a:pt x="1907249" y="649338"/>
                  </a:lnTo>
                  <a:lnTo>
                    <a:pt x="1946984" y="656577"/>
                  </a:lnTo>
                  <a:lnTo>
                    <a:pt x="1986718" y="663614"/>
                  </a:lnTo>
                  <a:lnTo>
                    <a:pt x="2026453" y="670452"/>
                  </a:lnTo>
                  <a:lnTo>
                    <a:pt x="2066187" y="677096"/>
                  </a:lnTo>
                  <a:lnTo>
                    <a:pt x="2105921" y="683550"/>
                  </a:lnTo>
                  <a:lnTo>
                    <a:pt x="2145656" y="689818"/>
                  </a:lnTo>
                  <a:lnTo>
                    <a:pt x="2185390" y="695906"/>
                  </a:lnTo>
                  <a:lnTo>
                    <a:pt x="2225124" y="701816"/>
                  </a:lnTo>
                  <a:lnTo>
                    <a:pt x="2264859" y="707554"/>
                  </a:lnTo>
                  <a:lnTo>
                    <a:pt x="2304593" y="713123"/>
                  </a:lnTo>
                  <a:lnTo>
                    <a:pt x="2344328" y="718527"/>
                  </a:lnTo>
                  <a:lnTo>
                    <a:pt x="2384062" y="723771"/>
                  </a:lnTo>
                  <a:lnTo>
                    <a:pt x="2423796" y="728859"/>
                  </a:lnTo>
                  <a:lnTo>
                    <a:pt x="2463531" y="733795"/>
                  </a:lnTo>
                  <a:lnTo>
                    <a:pt x="2503265" y="738582"/>
                  </a:lnTo>
                  <a:lnTo>
                    <a:pt x="2542999" y="743224"/>
                  </a:lnTo>
                  <a:lnTo>
                    <a:pt x="2582734" y="747726"/>
                  </a:lnTo>
                  <a:lnTo>
                    <a:pt x="2622468" y="752090"/>
                  </a:lnTo>
                  <a:lnTo>
                    <a:pt x="2662203" y="756322"/>
                  </a:lnTo>
                  <a:lnTo>
                    <a:pt x="2701937" y="760423"/>
                  </a:lnTo>
                  <a:lnTo>
                    <a:pt x="2741671" y="764398"/>
                  </a:lnTo>
                  <a:lnTo>
                    <a:pt x="2781406" y="768250"/>
                  </a:lnTo>
                  <a:lnTo>
                    <a:pt x="2821140" y="771983"/>
                  </a:lnTo>
                  <a:lnTo>
                    <a:pt x="2860874" y="775600"/>
                  </a:lnTo>
                  <a:lnTo>
                    <a:pt x="2900609" y="779104"/>
                  </a:lnTo>
                  <a:lnTo>
                    <a:pt x="2940343" y="782498"/>
                  </a:lnTo>
                  <a:lnTo>
                    <a:pt x="2980078" y="785786"/>
                  </a:lnTo>
                  <a:lnTo>
                    <a:pt x="3019812" y="788971"/>
                  </a:lnTo>
                  <a:lnTo>
                    <a:pt x="3059546" y="792055"/>
                  </a:lnTo>
                  <a:lnTo>
                    <a:pt x="3099281" y="795041"/>
                  </a:lnTo>
                  <a:lnTo>
                    <a:pt x="3139015" y="797933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49" name="pl217">
              <a:extLst>
                <a:ext uri="{FF2B5EF4-FFF2-40B4-BE49-F238E27FC236}">
                  <a16:creationId xmlns:a16="http://schemas.microsoft.com/office/drawing/2014/main" id="{0152FDF4-4B64-CD39-E02E-9395060FE32F}"/>
                </a:ext>
              </a:extLst>
            </p:cNvPr>
            <p:cNvSpPr/>
            <p:nvPr/>
          </p:nvSpPr>
          <p:spPr>
            <a:xfrm>
              <a:off x="1733211" y="6531583"/>
              <a:ext cx="3142113" cy="1253537"/>
            </a:xfrm>
            <a:custGeom>
              <a:avLst/>
              <a:gdLst/>
              <a:ahLst/>
              <a:cxnLst/>
              <a:rect l="0" t="0" r="0" b="0"/>
              <a:pathLst>
                <a:path w="3142113" h="1253537">
                  <a:moveTo>
                    <a:pt x="0" y="0"/>
                  </a:moveTo>
                  <a:lnTo>
                    <a:pt x="39773" y="16279"/>
                  </a:lnTo>
                  <a:lnTo>
                    <a:pt x="79547" y="32708"/>
                  </a:lnTo>
                  <a:lnTo>
                    <a:pt x="119320" y="49282"/>
                  </a:lnTo>
                  <a:lnTo>
                    <a:pt x="159094" y="65997"/>
                  </a:lnTo>
                  <a:lnTo>
                    <a:pt x="198867" y="82846"/>
                  </a:lnTo>
                  <a:lnTo>
                    <a:pt x="238641" y="99824"/>
                  </a:lnTo>
                  <a:lnTo>
                    <a:pt x="278415" y="116926"/>
                  </a:lnTo>
                  <a:lnTo>
                    <a:pt x="318188" y="134147"/>
                  </a:lnTo>
                  <a:lnTo>
                    <a:pt x="357962" y="151479"/>
                  </a:lnTo>
                  <a:lnTo>
                    <a:pt x="397735" y="168917"/>
                  </a:lnTo>
                  <a:lnTo>
                    <a:pt x="437509" y="186455"/>
                  </a:lnTo>
                  <a:lnTo>
                    <a:pt x="477283" y="204085"/>
                  </a:lnTo>
                  <a:lnTo>
                    <a:pt x="517056" y="221803"/>
                  </a:lnTo>
                  <a:lnTo>
                    <a:pt x="556830" y="239599"/>
                  </a:lnTo>
                  <a:lnTo>
                    <a:pt x="596603" y="257469"/>
                  </a:lnTo>
                  <a:lnTo>
                    <a:pt x="636377" y="275404"/>
                  </a:lnTo>
                  <a:lnTo>
                    <a:pt x="676151" y="293399"/>
                  </a:lnTo>
                  <a:lnTo>
                    <a:pt x="715924" y="311444"/>
                  </a:lnTo>
                  <a:lnTo>
                    <a:pt x="755698" y="329534"/>
                  </a:lnTo>
                  <a:lnTo>
                    <a:pt x="795471" y="347661"/>
                  </a:lnTo>
                  <a:lnTo>
                    <a:pt x="835245" y="365817"/>
                  </a:lnTo>
                  <a:lnTo>
                    <a:pt x="875018" y="383995"/>
                  </a:lnTo>
                  <a:lnTo>
                    <a:pt x="914792" y="402188"/>
                  </a:lnTo>
                  <a:lnTo>
                    <a:pt x="954566" y="420387"/>
                  </a:lnTo>
                  <a:lnTo>
                    <a:pt x="994339" y="438586"/>
                  </a:lnTo>
                  <a:lnTo>
                    <a:pt x="1034113" y="456777"/>
                  </a:lnTo>
                  <a:lnTo>
                    <a:pt x="1073886" y="474952"/>
                  </a:lnTo>
                  <a:lnTo>
                    <a:pt x="1113660" y="493104"/>
                  </a:lnTo>
                  <a:lnTo>
                    <a:pt x="1153434" y="511226"/>
                  </a:lnTo>
                  <a:lnTo>
                    <a:pt x="1193207" y="529309"/>
                  </a:lnTo>
                  <a:lnTo>
                    <a:pt x="1232981" y="547348"/>
                  </a:lnTo>
                  <a:lnTo>
                    <a:pt x="1272754" y="565333"/>
                  </a:lnTo>
                  <a:lnTo>
                    <a:pt x="1312528" y="583259"/>
                  </a:lnTo>
                  <a:lnTo>
                    <a:pt x="1352302" y="601118"/>
                  </a:lnTo>
                  <a:lnTo>
                    <a:pt x="1392075" y="618903"/>
                  </a:lnTo>
                  <a:lnTo>
                    <a:pt x="1431849" y="636607"/>
                  </a:lnTo>
                  <a:lnTo>
                    <a:pt x="1471622" y="654224"/>
                  </a:lnTo>
                  <a:lnTo>
                    <a:pt x="1511396" y="671746"/>
                  </a:lnTo>
                  <a:lnTo>
                    <a:pt x="1551169" y="689168"/>
                  </a:lnTo>
                  <a:lnTo>
                    <a:pt x="1590943" y="706484"/>
                  </a:lnTo>
                  <a:lnTo>
                    <a:pt x="1630717" y="723686"/>
                  </a:lnTo>
                  <a:lnTo>
                    <a:pt x="1670490" y="740770"/>
                  </a:lnTo>
                  <a:lnTo>
                    <a:pt x="1710264" y="757729"/>
                  </a:lnTo>
                  <a:lnTo>
                    <a:pt x="1750037" y="774557"/>
                  </a:lnTo>
                  <a:lnTo>
                    <a:pt x="1789811" y="791250"/>
                  </a:lnTo>
                  <a:lnTo>
                    <a:pt x="1829585" y="807802"/>
                  </a:lnTo>
                  <a:lnTo>
                    <a:pt x="1869358" y="824209"/>
                  </a:lnTo>
                  <a:lnTo>
                    <a:pt x="1909132" y="840464"/>
                  </a:lnTo>
                  <a:lnTo>
                    <a:pt x="1948905" y="856565"/>
                  </a:lnTo>
                  <a:lnTo>
                    <a:pt x="1988679" y="872506"/>
                  </a:lnTo>
                  <a:lnTo>
                    <a:pt x="2028453" y="888283"/>
                  </a:lnTo>
                  <a:lnTo>
                    <a:pt x="2068226" y="903893"/>
                  </a:lnTo>
                  <a:lnTo>
                    <a:pt x="2108000" y="919331"/>
                  </a:lnTo>
                  <a:lnTo>
                    <a:pt x="2147773" y="934595"/>
                  </a:lnTo>
                  <a:lnTo>
                    <a:pt x="2187547" y="949680"/>
                  </a:lnTo>
                  <a:lnTo>
                    <a:pt x="2227320" y="964584"/>
                  </a:lnTo>
                  <a:lnTo>
                    <a:pt x="2267094" y="979305"/>
                  </a:lnTo>
                  <a:lnTo>
                    <a:pt x="2306868" y="993839"/>
                  </a:lnTo>
                  <a:lnTo>
                    <a:pt x="2346641" y="1008184"/>
                  </a:lnTo>
                  <a:lnTo>
                    <a:pt x="2386415" y="1022338"/>
                  </a:lnTo>
                  <a:lnTo>
                    <a:pt x="2426188" y="1036298"/>
                  </a:lnTo>
                  <a:lnTo>
                    <a:pt x="2465962" y="1050064"/>
                  </a:lnTo>
                  <a:lnTo>
                    <a:pt x="2505736" y="1063634"/>
                  </a:lnTo>
                  <a:lnTo>
                    <a:pt x="2545509" y="1077006"/>
                  </a:lnTo>
                  <a:lnTo>
                    <a:pt x="2585283" y="1090180"/>
                  </a:lnTo>
                  <a:lnTo>
                    <a:pt x="2625056" y="1103153"/>
                  </a:lnTo>
                  <a:lnTo>
                    <a:pt x="2664830" y="1115926"/>
                  </a:lnTo>
                  <a:lnTo>
                    <a:pt x="2704604" y="1128499"/>
                  </a:lnTo>
                  <a:lnTo>
                    <a:pt x="2744377" y="1140869"/>
                  </a:lnTo>
                  <a:lnTo>
                    <a:pt x="2784151" y="1153039"/>
                  </a:lnTo>
                  <a:lnTo>
                    <a:pt x="2823924" y="1165006"/>
                  </a:lnTo>
                  <a:lnTo>
                    <a:pt x="2863698" y="1176772"/>
                  </a:lnTo>
                  <a:lnTo>
                    <a:pt x="2903471" y="1188337"/>
                  </a:lnTo>
                  <a:lnTo>
                    <a:pt x="2943245" y="1199701"/>
                  </a:lnTo>
                  <a:lnTo>
                    <a:pt x="2983019" y="1210865"/>
                  </a:lnTo>
                  <a:lnTo>
                    <a:pt x="3022792" y="1221830"/>
                  </a:lnTo>
                  <a:lnTo>
                    <a:pt x="3062566" y="1232596"/>
                  </a:lnTo>
                  <a:lnTo>
                    <a:pt x="3102339" y="1243164"/>
                  </a:lnTo>
                  <a:lnTo>
                    <a:pt x="3142113" y="1253537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0" name="pl218">
              <a:extLst>
                <a:ext uri="{FF2B5EF4-FFF2-40B4-BE49-F238E27FC236}">
                  <a16:creationId xmlns:a16="http://schemas.microsoft.com/office/drawing/2014/main" id="{471AEF5F-2AD7-9F46-D9DB-3FCCEDBF4B5E}"/>
                </a:ext>
              </a:extLst>
            </p:cNvPr>
            <p:cNvSpPr/>
            <p:nvPr/>
          </p:nvSpPr>
          <p:spPr>
            <a:xfrm>
              <a:off x="2224899" y="6420303"/>
              <a:ext cx="2915646" cy="1794203"/>
            </a:xfrm>
            <a:custGeom>
              <a:avLst/>
              <a:gdLst/>
              <a:ahLst/>
              <a:cxnLst/>
              <a:rect l="0" t="0" r="0" b="0"/>
              <a:pathLst>
                <a:path w="2915646" h="1794203">
                  <a:moveTo>
                    <a:pt x="0" y="0"/>
                  </a:moveTo>
                  <a:lnTo>
                    <a:pt x="36906" y="61443"/>
                  </a:lnTo>
                  <a:lnTo>
                    <a:pt x="73813" y="125565"/>
                  </a:lnTo>
                  <a:lnTo>
                    <a:pt x="110720" y="192091"/>
                  </a:lnTo>
                  <a:lnTo>
                    <a:pt x="147627" y="260697"/>
                  </a:lnTo>
                  <a:lnTo>
                    <a:pt x="184534" y="331006"/>
                  </a:lnTo>
                  <a:lnTo>
                    <a:pt x="221441" y="402601"/>
                  </a:lnTo>
                  <a:lnTo>
                    <a:pt x="258348" y="475033"/>
                  </a:lnTo>
                  <a:lnTo>
                    <a:pt x="295255" y="547829"/>
                  </a:lnTo>
                  <a:lnTo>
                    <a:pt x="332162" y="620509"/>
                  </a:lnTo>
                  <a:lnTo>
                    <a:pt x="369069" y="692595"/>
                  </a:lnTo>
                  <a:lnTo>
                    <a:pt x="405976" y="763624"/>
                  </a:lnTo>
                  <a:lnTo>
                    <a:pt x="442883" y="833161"/>
                  </a:lnTo>
                  <a:lnTo>
                    <a:pt x="479789" y="900807"/>
                  </a:lnTo>
                  <a:lnTo>
                    <a:pt x="516696" y="966211"/>
                  </a:lnTo>
                  <a:lnTo>
                    <a:pt x="553603" y="1029071"/>
                  </a:lnTo>
                  <a:lnTo>
                    <a:pt x="590510" y="1089142"/>
                  </a:lnTo>
                  <a:lnTo>
                    <a:pt x="627417" y="1146234"/>
                  </a:lnTo>
                  <a:lnTo>
                    <a:pt x="664324" y="1200214"/>
                  </a:lnTo>
                  <a:lnTo>
                    <a:pt x="701231" y="1251000"/>
                  </a:lnTo>
                  <a:lnTo>
                    <a:pt x="738138" y="1298563"/>
                  </a:lnTo>
                  <a:lnTo>
                    <a:pt x="775045" y="1342913"/>
                  </a:lnTo>
                  <a:lnTo>
                    <a:pt x="811952" y="1384100"/>
                  </a:lnTo>
                  <a:lnTo>
                    <a:pt x="848859" y="1422208"/>
                  </a:lnTo>
                  <a:lnTo>
                    <a:pt x="885766" y="1457344"/>
                  </a:lnTo>
                  <a:lnTo>
                    <a:pt x="922673" y="1489636"/>
                  </a:lnTo>
                  <a:lnTo>
                    <a:pt x="959579" y="1519228"/>
                  </a:lnTo>
                  <a:lnTo>
                    <a:pt x="996486" y="1546272"/>
                  </a:lnTo>
                  <a:lnTo>
                    <a:pt x="1033393" y="1570926"/>
                  </a:lnTo>
                  <a:lnTo>
                    <a:pt x="1070300" y="1593351"/>
                  </a:lnTo>
                  <a:lnTo>
                    <a:pt x="1107207" y="1613708"/>
                  </a:lnTo>
                  <a:lnTo>
                    <a:pt x="1144114" y="1632152"/>
                  </a:lnTo>
                  <a:lnTo>
                    <a:pt x="1181021" y="1648836"/>
                  </a:lnTo>
                  <a:lnTo>
                    <a:pt x="1217928" y="1663903"/>
                  </a:lnTo>
                  <a:lnTo>
                    <a:pt x="1254835" y="1677493"/>
                  </a:lnTo>
                  <a:lnTo>
                    <a:pt x="1291742" y="1689735"/>
                  </a:lnTo>
                  <a:lnTo>
                    <a:pt x="1328649" y="1700750"/>
                  </a:lnTo>
                  <a:lnTo>
                    <a:pt x="1365556" y="1710652"/>
                  </a:lnTo>
                  <a:lnTo>
                    <a:pt x="1402462" y="1719544"/>
                  </a:lnTo>
                  <a:lnTo>
                    <a:pt x="1439369" y="1727524"/>
                  </a:lnTo>
                  <a:lnTo>
                    <a:pt x="1476276" y="1734679"/>
                  </a:lnTo>
                  <a:lnTo>
                    <a:pt x="1513183" y="1741091"/>
                  </a:lnTo>
                  <a:lnTo>
                    <a:pt x="1550090" y="1746833"/>
                  </a:lnTo>
                  <a:lnTo>
                    <a:pt x="1586997" y="1751973"/>
                  </a:lnTo>
                  <a:lnTo>
                    <a:pt x="1623904" y="1756572"/>
                  </a:lnTo>
                  <a:lnTo>
                    <a:pt x="1660811" y="1760685"/>
                  </a:lnTo>
                  <a:lnTo>
                    <a:pt x="1697718" y="1764362"/>
                  </a:lnTo>
                  <a:lnTo>
                    <a:pt x="1734625" y="1767648"/>
                  </a:lnTo>
                  <a:lnTo>
                    <a:pt x="1771532" y="1770584"/>
                  </a:lnTo>
                  <a:lnTo>
                    <a:pt x="1808439" y="1773206"/>
                  </a:lnTo>
                  <a:lnTo>
                    <a:pt x="1845346" y="1775547"/>
                  </a:lnTo>
                  <a:lnTo>
                    <a:pt x="1882252" y="1777638"/>
                  </a:lnTo>
                  <a:lnTo>
                    <a:pt x="1919159" y="1779504"/>
                  </a:lnTo>
                  <a:lnTo>
                    <a:pt x="1956066" y="1781169"/>
                  </a:lnTo>
                  <a:lnTo>
                    <a:pt x="1992973" y="1782655"/>
                  </a:lnTo>
                  <a:lnTo>
                    <a:pt x="2029880" y="1783981"/>
                  </a:lnTo>
                  <a:lnTo>
                    <a:pt x="2066787" y="1785164"/>
                  </a:lnTo>
                  <a:lnTo>
                    <a:pt x="2103694" y="1786219"/>
                  </a:lnTo>
                  <a:lnTo>
                    <a:pt x="2140601" y="1787159"/>
                  </a:lnTo>
                  <a:lnTo>
                    <a:pt x="2177508" y="1787999"/>
                  </a:lnTo>
                  <a:lnTo>
                    <a:pt x="2214415" y="1788747"/>
                  </a:lnTo>
                  <a:lnTo>
                    <a:pt x="2251322" y="1789414"/>
                  </a:lnTo>
                  <a:lnTo>
                    <a:pt x="2288229" y="1790009"/>
                  </a:lnTo>
                  <a:lnTo>
                    <a:pt x="2325135" y="1790540"/>
                  </a:lnTo>
                  <a:lnTo>
                    <a:pt x="2362042" y="1791013"/>
                  </a:lnTo>
                  <a:lnTo>
                    <a:pt x="2398949" y="1791434"/>
                  </a:lnTo>
                  <a:lnTo>
                    <a:pt x="2435856" y="1791810"/>
                  </a:lnTo>
                  <a:lnTo>
                    <a:pt x="2472763" y="1792145"/>
                  </a:lnTo>
                  <a:lnTo>
                    <a:pt x="2509670" y="1792444"/>
                  </a:lnTo>
                  <a:lnTo>
                    <a:pt x="2546577" y="1792710"/>
                  </a:lnTo>
                  <a:lnTo>
                    <a:pt x="2583484" y="1792948"/>
                  </a:lnTo>
                  <a:lnTo>
                    <a:pt x="2620391" y="1793159"/>
                  </a:lnTo>
                  <a:lnTo>
                    <a:pt x="2657298" y="1793348"/>
                  </a:lnTo>
                  <a:lnTo>
                    <a:pt x="2694205" y="1793516"/>
                  </a:lnTo>
                  <a:lnTo>
                    <a:pt x="2731112" y="1793666"/>
                  </a:lnTo>
                  <a:lnTo>
                    <a:pt x="2768019" y="1793799"/>
                  </a:lnTo>
                  <a:lnTo>
                    <a:pt x="2804925" y="1793918"/>
                  </a:lnTo>
                  <a:lnTo>
                    <a:pt x="2841832" y="1794024"/>
                  </a:lnTo>
                  <a:lnTo>
                    <a:pt x="2878739" y="1794119"/>
                  </a:lnTo>
                  <a:lnTo>
                    <a:pt x="2915646" y="179420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1" name="pl219">
              <a:extLst>
                <a:ext uri="{FF2B5EF4-FFF2-40B4-BE49-F238E27FC236}">
                  <a16:creationId xmlns:a16="http://schemas.microsoft.com/office/drawing/2014/main" id="{11B79BE1-21E5-ADCC-6B87-698C0D940859}"/>
                </a:ext>
              </a:extLst>
            </p:cNvPr>
            <p:cNvSpPr/>
            <p:nvPr/>
          </p:nvSpPr>
          <p:spPr>
            <a:xfrm>
              <a:off x="2449707" y="6686903"/>
              <a:ext cx="3182780" cy="1482111"/>
            </a:xfrm>
            <a:custGeom>
              <a:avLst/>
              <a:gdLst/>
              <a:ahLst/>
              <a:cxnLst/>
              <a:rect l="0" t="0" r="0" b="0"/>
              <a:pathLst>
                <a:path w="3182780" h="1482111">
                  <a:moveTo>
                    <a:pt x="0" y="0"/>
                  </a:moveTo>
                  <a:lnTo>
                    <a:pt x="40288" y="33935"/>
                  </a:lnTo>
                  <a:lnTo>
                    <a:pt x="80576" y="68216"/>
                  </a:lnTo>
                  <a:lnTo>
                    <a:pt x="120865" y="102793"/>
                  </a:lnTo>
                  <a:lnTo>
                    <a:pt x="161153" y="137617"/>
                  </a:lnTo>
                  <a:lnTo>
                    <a:pt x="201441" y="172635"/>
                  </a:lnTo>
                  <a:lnTo>
                    <a:pt x="241730" y="207794"/>
                  </a:lnTo>
                  <a:lnTo>
                    <a:pt x="282018" y="243040"/>
                  </a:lnTo>
                  <a:lnTo>
                    <a:pt x="322306" y="278318"/>
                  </a:lnTo>
                  <a:lnTo>
                    <a:pt x="362595" y="313573"/>
                  </a:lnTo>
                  <a:lnTo>
                    <a:pt x="402883" y="348750"/>
                  </a:lnTo>
                  <a:lnTo>
                    <a:pt x="443171" y="383796"/>
                  </a:lnTo>
                  <a:lnTo>
                    <a:pt x="483460" y="418656"/>
                  </a:lnTo>
                  <a:lnTo>
                    <a:pt x="523748" y="453279"/>
                  </a:lnTo>
                  <a:lnTo>
                    <a:pt x="564037" y="487614"/>
                  </a:lnTo>
                  <a:lnTo>
                    <a:pt x="604325" y="521611"/>
                  </a:lnTo>
                  <a:lnTo>
                    <a:pt x="644613" y="555223"/>
                  </a:lnTo>
                  <a:lnTo>
                    <a:pt x="684902" y="588406"/>
                  </a:lnTo>
                  <a:lnTo>
                    <a:pt x="725190" y="621117"/>
                  </a:lnTo>
                  <a:lnTo>
                    <a:pt x="765478" y="653317"/>
                  </a:lnTo>
                  <a:lnTo>
                    <a:pt x="805767" y="684967"/>
                  </a:lnTo>
                  <a:lnTo>
                    <a:pt x="846055" y="716035"/>
                  </a:lnTo>
                  <a:lnTo>
                    <a:pt x="886343" y="746489"/>
                  </a:lnTo>
                  <a:lnTo>
                    <a:pt x="926632" y="776302"/>
                  </a:lnTo>
                  <a:lnTo>
                    <a:pt x="966920" y="805447"/>
                  </a:lnTo>
                  <a:lnTo>
                    <a:pt x="1007209" y="833905"/>
                  </a:lnTo>
                  <a:lnTo>
                    <a:pt x="1047497" y="861655"/>
                  </a:lnTo>
                  <a:lnTo>
                    <a:pt x="1087785" y="888684"/>
                  </a:lnTo>
                  <a:lnTo>
                    <a:pt x="1128074" y="914977"/>
                  </a:lnTo>
                  <a:lnTo>
                    <a:pt x="1168362" y="940525"/>
                  </a:lnTo>
                  <a:lnTo>
                    <a:pt x="1208650" y="965322"/>
                  </a:lnTo>
                  <a:lnTo>
                    <a:pt x="1248939" y="989363"/>
                  </a:lnTo>
                  <a:lnTo>
                    <a:pt x="1289227" y="1012647"/>
                  </a:lnTo>
                  <a:lnTo>
                    <a:pt x="1329515" y="1035174"/>
                  </a:lnTo>
                  <a:lnTo>
                    <a:pt x="1369804" y="1056947"/>
                  </a:lnTo>
                  <a:lnTo>
                    <a:pt x="1410092" y="1077972"/>
                  </a:lnTo>
                  <a:lnTo>
                    <a:pt x="1450381" y="1098255"/>
                  </a:lnTo>
                  <a:lnTo>
                    <a:pt x="1490669" y="1117804"/>
                  </a:lnTo>
                  <a:lnTo>
                    <a:pt x="1530957" y="1136631"/>
                  </a:lnTo>
                  <a:lnTo>
                    <a:pt x="1571246" y="1154746"/>
                  </a:lnTo>
                  <a:lnTo>
                    <a:pt x="1611534" y="1172163"/>
                  </a:lnTo>
                  <a:lnTo>
                    <a:pt x="1651822" y="1188896"/>
                  </a:lnTo>
                  <a:lnTo>
                    <a:pt x="1692111" y="1204960"/>
                  </a:lnTo>
                  <a:lnTo>
                    <a:pt x="1732399" y="1220370"/>
                  </a:lnTo>
                  <a:lnTo>
                    <a:pt x="1772687" y="1235144"/>
                  </a:lnTo>
                  <a:lnTo>
                    <a:pt x="1812976" y="1249297"/>
                  </a:lnTo>
                  <a:lnTo>
                    <a:pt x="1853264" y="1262849"/>
                  </a:lnTo>
                  <a:lnTo>
                    <a:pt x="1893552" y="1275816"/>
                  </a:lnTo>
                  <a:lnTo>
                    <a:pt x="1933841" y="1288216"/>
                  </a:lnTo>
                  <a:lnTo>
                    <a:pt x="1974129" y="1300069"/>
                  </a:lnTo>
                  <a:lnTo>
                    <a:pt x="2014418" y="1311392"/>
                  </a:lnTo>
                  <a:lnTo>
                    <a:pt x="2054706" y="1322204"/>
                  </a:lnTo>
                  <a:lnTo>
                    <a:pt x="2094994" y="1332522"/>
                  </a:lnTo>
                  <a:lnTo>
                    <a:pt x="2135283" y="1342365"/>
                  </a:lnTo>
                  <a:lnTo>
                    <a:pt x="2175571" y="1351751"/>
                  </a:lnTo>
                  <a:lnTo>
                    <a:pt x="2215859" y="1360696"/>
                  </a:lnTo>
                  <a:lnTo>
                    <a:pt x="2256148" y="1369219"/>
                  </a:lnTo>
                  <a:lnTo>
                    <a:pt x="2296436" y="1377337"/>
                  </a:lnTo>
                  <a:lnTo>
                    <a:pt x="2336724" y="1385065"/>
                  </a:lnTo>
                  <a:lnTo>
                    <a:pt x="2377013" y="1392420"/>
                  </a:lnTo>
                  <a:lnTo>
                    <a:pt x="2417301" y="1399418"/>
                  </a:lnTo>
                  <a:lnTo>
                    <a:pt x="2457590" y="1406073"/>
                  </a:lnTo>
                  <a:lnTo>
                    <a:pt x="2497878" y="1412402"/>
                  </a:lnTo>
                  <a:lnTo>
                    <a:pt x="2538166" y="1418418"/>
                  </a:lnTo>
                  <a:lnTo>
                    <a:pt x="2578455" y="1424135"/>
                  </a:lnTo>
                  <a:lnTo>
                    <a:pt x="2618743" y="1429567"/>
                  </a:lnTo>
                  <a:lnTo>
                    <a:pt x="2659031" y="1434726"/>
                  </a:lnTo>
                  <a:lnTo>
                    <a:pt x="2699320" y="1439626"/>
                  </a:lnTo>
                  <a:lnTo>
                    <a:pt x="2739608" y="1444278"/>
                  </a:lnTo>
                  <a:lnTo>
                    <a:pt x="2779896" y="1448694"/>
                  </a:lnTo>
                  <a:lnTo>
                    <a:pt x="2820185" y="1452885"/>
                  </a:lnTo>
                  <a:lnTo>
                    <a:pt x="2860473" y="1456861"/>
                  </a:lnTo>
                  <a:lnTo>
                    <a:pt x="2900762" y="1460634"/>
                  </a:lnTo>
                  <a:lnTo>
                    <a:pt x="2941050" y="1464213"/>
                  </a:lnTo>
                  <a:lnTo>
                    <a:pt x="2981338" y="1467607"/>
                  </a:lnTo>
                  <a:lnTo>
                    <a:pt x="3021627" y="1470825"/>
                  </a:lnTo>
                  <a:lnTo>
                    <a:pt x="3061915" y="1473877"/>
                  </a:lnTo>
                  <a:lnTo>
                    <a:pt x="3102203" y="1476770"/>
                  </a:lnTo>
                  <a:lnTo>
                    <a:pt x="3142492" y="1479512"/>
                  </a:lnTo>
                  <a:lnTo>
                    <a:pt x="3182780" y="1482111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52" name="tx220">
              <a:extLst>
                <a:ext uri="{FF2B5EF4-FFF2-40B4-BE49-F238E27FC236}">
                  <a16:creationId xmlns:a16="http://schemas.microsoft.com/office/drawing/2014/main" id="{4BCD387F-3402-A50F-B1FC-2C125A832317}"/>
                </a:ext>
              </a:extLst>
            </p:cNvPr>
            <p:cNvSpPr/>
            <p:nvPr/>
          </p:nvSpPr>
          <p:spPr>
            <a:xfrm>
              <a:off x="1257990" y="817519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453" name="tx221">
              <a:extLst>
                <a:ext uri="{FF2B5EF4-FFF2-40B4-BE49-F238E27FC236}">
                  <a16:creationId xmlns:a16="http://schemas.microsoft.com/office/drawing/2014/main" id="{BAB66BC4-BD9B-0062-95B0-95EDEC60D514}"/>
                </a:ext>
              </a:extLst>
            </p:cNvPr>
            <p:cNvSpPr/>
            <p:nvPr/>
          </p:nvSpPr>
          <p:spPr>
            <a:xfrm>
              <a:off x="1257990" y="754287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454" name="tx222">
              <a:extLst>
                <a:ext uri="{FF2B5EF4-FFF2-40B4-BE49-F238E27FC236}">
                  <a16:creationId xmlns:a16="http://schemas.microsoft.com/office/drawing/2014/main" id="{38A5D7DC-35B2-4A13-CB67-C37B558D6AAF}"/>
                </a:ext>
              </a:extLst>
            </p:cNvPr>
            <p:cNvSpPr/>
            <p:nvPr/>
          </p:nvSpPr>
          <p:spPr>
            <a:xfrm>
              <a:off x="1257990" y="691055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455" name="tx223">
              <a:extLst>
                <a:ext uri="{FF2B5EF4-FFF2-40B4-BE49-F238E27FC236}">
                  <a16:creationId xmlns:a16="http://schemas.microsoft.com/office/drawing/2014/main" id="{78CF42A4-C150-47BC-A987-D6F181F90504}"/>
                </a:ext>
              </a:extLst>
            </p:cNvPr>
            <p:cNvSpPr/>
            <p:nvPr/>
          </p:nvSpPr>
          <p:spPr>
            <a:xfrm>
              <a:off x="1257990" y="627824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456" name="tx224">
              <a:extLst>
                <a:ext uri="{FF2B5EF4-FFF2-40B4-BE49-F238E27FC236}">
                  <a16:creationId xmlns:a16="http://schemas.microsoft.com/office/drawing/2014/main" id="{EF2A9FCB-069F-8E84-E458-E7A9BE77D186}"/>
                </a:ext>
              </a:extLst>
            </p:cNvPr>
            <p:cNvSpPr/>
            <p:nvPr/>
          </p:nvSpPr>
          <p:spPr>
            <a:xfrm>
              <a:off x="1257990" y="564592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457" name="tx225">
              <a:extLst>
                <a:ext uri="{FF2B5EF4-FFF2-40B4-BE49-F238E27FC236}">
                  <a16:creationId xmlns:a16="http://schemas.microsoft.com/office/drawing/2014/main" id="{64F8DE20-6968-9EA6-8130-A3814390A80A}"/>
                </a:ext>
              </a:extLst>
            </p:cNvPr>
            <p:cNvSpPr/>
            <p:nvPr/>
          </p:nvSpPr>
          <p:spPr>
            <a:xfrm>
              <a:off x="1462203" y="8404291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458" name="tx226">
              <a:extLst>
                <a:ext uri="{FF2B5EF4-FFF2-40B4-BE49-F238E27FC236}">
                  <a16:creationId xmlns:a16="http://schemas.microsoft.com/office/drawing/2014/main" id="{6AB38739-B77A-660B-0BBB-A95307D9C06C}"/>
                </a:ext>
              </a:extLst>
            </p:cNvPr>
            <p:cNvSpPr/>
            <p:nvPr/>
          </p:nvSpPr>
          <p:spPr>
            <a:xfrm>
              <a:off x="2603396" y="8404291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459" name="tx227">
              <a:extLst>
                <a:ext uri="{FF2B5EF4-FFF2-40B4-BE49-F238E27FC236}">
                  <a16:creationId xmlns:a16="http://schemas.microsoft.com/office/drawing/2014/main" id="{61F8D4E1-E1FB-7956-2093-59CAF4FC531E}"/>
                </a:ext>
              </a:extLst>
            </p:cNvPr>
            <p:cNvSpPr/>
            <p:nvPr/>
          </p:nvSpPr>
          <p:spPr>
            <a:xfrm>
              <a:off x="3744589" y="8404291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2460" name="tx228">
              <a:extLst>
                <a:ext uri="{FF2B5EF4-FFF2-40B4-BE49-F238E27FC236}">
                  <a16:creationId xmlns:a16="http://schemas.microsoft.com/office/drawing/2014/main" id="{53004807-B395-D68F-237E-933CF30E14E9}"/>
                </a:ext>
              </a:extLst>
            </p:cNvPr>
            <p:cNvSpPr/>
            <p:nvPr/>
          </p:nvSpPr>
          <p:spPr>
            <a:xfrm>
              <a:off x="4885782" y="8404291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2461" name="tx229">
              <a:extLst>
                <a:ext uri="{FF2B5EF4-FFF2-40B4-BE49-F238E27FC236}">
                  <a16:creationId xmlns:a16="http://schemas.microsoft.com/office/drawing/2014/main" id="{EFE68145-4B61-15C4-7261-9473E8865E36}"/>
                </a:ext>
              </a:extLst>
            </p:cNvPr>
            <p:cNvSpPr/>
            <p:nvPr/>
          </p:nvSpPr>
          <p:spPr>
            <a:xfrm>
              <a:off x="3381235" y="8542595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462" name="tx230">
              <a:extLst>
                <a:ext uri="{FF2B5EF4-FFF2-40B4-BE49-F238E27FC236}">
                  <a16:creationId xmlns:a16="http://schemas.microsoft.com/office/drawing/2014/main" id="{52034740-3597-BA84-152C-0674772F7289}"/>
                </a:ext>
              </a:extLst>
            </p:cNvPr>
            <p:cNvSpPr/>
            <p:nvPr/>
          </p:nvSpPr>
          <p:spPr>
            <a:xfrm rot="16200000">
              <a:off x="895292" y="690054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493" name="tx261">
              <a:extLst>
                <a:ext uri="{FF2B5EF4-FFF2-40B4-BE49-F238E27FC236}">
                  <a16:creationId xmlns:a16="http://schemas.microsoft.com/office/drawing/2014/main" id="{E281E513-6492-A1E4-196B-FB3E72EE08A0}"/>
                </a:ext>
              </a:extLst>
            </p:cNvPr>
            <p:cNvSpPr/>
            <p:nvPr/>
          </p:nvSpPr>
          <p:spPr>
            <a:xfrm>
              <a:off x="1538247" y="5153653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494" name="tx262">
              <a:extLst>
                <a:ext uri="{FF2B5EF4-FFF2-40B4-BE49-F238E27FC236}">
                  <a16:creationId xmlns:a16="http://schemas.microsoft.com/office/drawing/2014/main" id="{F9F06205-BD2F-5F50-45B9-812DA6E8B49E}"/>
                </a:ext>
              </a:extLst>
            </p:cNvPr>
            <p:cNvSpPr/>
            <p:nvPr/>
          </p:nvSpPr>
          <p:spPr>
            <a:xfrm>
              <a:off x="1538247" y="5334704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  <p:grpSp>
        <p:nvGrpSpPr>
          <p:cNvPr id="2751" name="Group 2750">
            <a:extLst>
              <a:ext uri="{FF2B5EF4-FFF2-40B4-BE49-F238E27FC236}">
                <a16:creationId xmlns:a16="http://schemas.microsoft.com/office/drawing/2014/main" id="{299F90EA-AA61-D375-B374-FD6B0956F4D4}"/>
              </a:ext>
            </a:extLst>
          </p:cNvPr>
          <p:cNvGrpSpPr/>
          <p:nvPr/>
        </p:nvGrpSpPr>
        <p:grpSpPr>
          <a:xfrm>
            <a:off x="6388092" y="5157216"/>
            <a:ext cx="4733735" cy="3488977"/>
            <a:chOff x="6388092" y="5245093"/>
            <a:chExt cx="4733735" cy="3488977"/>
          </a:xfrm>
        </p:grpSpPr>
        <p:sp>
          <p:nvSpPr>
            <p:cNvPr id="2498" name="pl5">
              <a:extLst>
                <a:ext uri="{FF2B5EF4-FFF2-40B4-BE49-F238E27FC236}">
                  <a16:creationId xmlns:a16="http://schemas.microsoft.com/office/drawing/2014/main" id="{202D7F63-1DB3-4542-A4D8-74BF30366EA9}"/>
                </a:ext>
              </a:extLst>
            </p:cNvPr>
            <p:cNvSpPr/>
            <p:nvPr/>
          </p:nvSpPr>
          <p:spPr>
            <a:xfrm>
              <a:off x="6832623" y="799047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99" name="pl6">
              <a:extLst>
                <a:ext uri="{FF2B5EF4-FFF2-40B4-BE49-F238E27FC236}">
                  <a16:creationId xmlns:a16="http://schemas.microsoft.com/office/drawing/2014/main" id="{EF56655A-30F0-19E7-E5A7-9BD9370796F1}"/>
                </a:ext>
              </a:extLst>
            </p:cNvPr>
            <p:cNvSpPr/>
            <p:nvPr/>
          </p:nvSpPr>
          <p:spPr>
            <a:xfrm>
              <a:off x="6832623" y="735816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0" name="pl7">
              <a:extLst>
                <a:ext uri="{FF2B5EF4-FFF2-40B4-BE49-F238E27FC236}">
                  <a16:creationId xmlns:a16="http://schemas.microsoft.com/office/drawing/2014/main" id="{6A715344-5C5D-F413-532F-706B7C4DEC74}"/>
                </a:ext>
              </a:extLst>
            </p:cNvPr>
            <p:cNvSpPr/>
            <p:nvPr/>
          </p:nvSpPr>
          <p:spPr>
            <a:xfrm>
              <a:off x="6832623" y="672584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1" name="pl8">
              <a:extLst>
                <a:ext uri="{FF2B5EF4-FFF2-40B4-BE49-F238E27FC236}">
                  <a16:creationId xmlns:a16="http://schemas.microsoft.com/office/drawing/2014/main" id="{A5D3E3CF-BC1A-650A-D9A7-C9A6AF372C24}"/>
                </a:ext>
              </a:extLst>
            </p:cNvPr>
            <p:cNvSpPr/>
            <p:nvPr/>
          </p:nvSpPr>
          <p:spPr>
            <a:xfrm>
              <a:off x="6832623" y="609352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2" name="pl9">
              <a:extLst>
                <a:ext uri="{FF2B5EF4-FFF2-40B4-BE49-F238E27FC236}">
                  <a16:creationId xmlns:a16="http://schemas.microsoft.com/office/drawing/2014/main" id="{D5B9852B-1447-B7B1-AF79-43154A800020}"/>
                </a:ext>
              </a:extLst>
            </p:cNvPr>
            <p:cNvSpPr/>
            <p:nvPr/>
          </p:nvSpPr>
          <p:spPr>
            <a:xfrm>
              <a:off x="7553574" y="565090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3" name="pl10">
              <a:extLst>
                <a:ext uri="{FF2B5EF4-FFF2-40B4-BE49-F238E27FC236}">
                  <a16:creationId xmlns:a16="http://schemas.microsoft.com/office/drawing/2014/main" id="{4E6B2A00-AC04-549F-35C5-6EE56FD4E2BA}"/>
                </a:ext>
              </a:extLst>
            </p:cNvPr>
            <p:cNvSpPr/>
            <p:nvPr/>
          </p:nvSpPr>
          <p:spPr>
            <a:xfrm>
              <a:off x="8999517" y="565090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4" name="pl11">
              <a:extLst>
                <a:ext uri="{FF2B5EF4-FFF2-40B4-BE49-F238E27FC236}">
                  <a16:creationId xmlns:a16="http://schemas.microsoft.com/office/drawing/2014/main" id="{753A1097-8AFD-0EC8-2AF3-C9A8CFD3AAB5}"/>
                </a:ext>
              </a:extLst>
            </p:cNvPr>
            <p:cNvSpPr/>
            <p:nvPr/>
          </p:nvSpPr>
          <p:spPr>
            <a:xfrm>
              <a:off x="10445460" y="565090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5" name="pl12">
              <a:extLst>
                <a:ext uri="{FF2B5EF4-FFF2-40B4-BE49-F238E27FC236}">
                  <a16:creationId xmlns:a16="http://schemas.microsoft.com/office/drawing/2014/main" id="{49E15F30-5CBC-9513-7EB1-7C4EDCB4D3A3}"/>
                </a:ext>
              </a:extLst>
            </p:cNvPr>
            <p:cNvSpPr/>
            <p:nvPr/>
          </p:nvSpPr>
          <p:spPr>
            <a:xfrm>
              <a:off x="6832623" y="830663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6" name="pl13">
              <a:extLst>
                <a:ext uri="{FF2B5EF4-FFF2-40B4-BE49-F238E27FC236}">
                  <a16:creationId xmlns:a16="http://schemas.microsoft.com/office/drawing/2014/main" id="{2DD15432-7DFB-BC78-58E2-636520033D58}"/>
                </a:ext>
              </a:extLst>
            </p:cNvPr>
            <p:cNvSpPr/>
            <p:nvPr/>
          </p:nvSpPr>
          <p:spPr>
            <a:xfrm>
              <a:off x="6832623" y="767432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7" name="pl14">
              <a:extLst>
                <a:ext uri="{FF2B5EF4-FFF2-40B4-BE49-F238E27FC236}">
                  <a16:creationId xmlns:a16="http://schemas.microsoft.com/office/drawing/2014/main" id="{4703F279-57C9-0C90-E84F-6E9AA267BC7C}"/>
                </a:ext>
              </a:extLst>
            </p:cNvPr>
            <p:cNvSpPr/>
            <p:nvPr/>
          </p:nvSpPr>
          <p:spPr>
            <a:xfrm>
              <a:off x="6832623" y="70420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8" name="pl15">
              <a:extLst>
                <a:ext uri="{FF2B5EF4-FFF2-40B4-BE49-F238E27FC236}">
                  <a16:creationId xmlns:a16="http://schemas.microsoft.com/office/drawing/2014/main" id="{D9461E66-9AFD-ADD3-6036-D5C7D9A9167C}"/>
                </a:ext>
              </a:extLst>
            </p:cNvPr>
            <p:cNvSpPr/>
            <p:nvPr/>
          </p:nvSpPr>
          <p:spPr>
            <a:xfrm>
              <a:off x="6832623" y="640968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09" name="pl16">
              <a:extLst>
                <a:ext uri="{FF2B5EF4-FFF2-40B4-BE49-F238E27FC236}">
                  <a16:creationId xmlns:a16="http://schemas.microsoft.com/office/drawing/2014/main" id="{52BAB06E-50A7-83B5-63A9-31F7933A1072}"/>
                </a:ext>
              </a:extLst>
            </p:cNvPr>
            <p:cNvSpPr/>
            <p:nvPr/>
          </p:nvSpPr>
          <p:spPr>
            <a:xfrm>
              <a:off x="6832623" y="577737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0" name="pl17">
              <a:extLst>
                <a:ext uri="{FF2B5EF4-FFF2-40B4-BE49-F238E27FC236}">
                  <a16:creationId xmlns:a16="http://schemas.microsoft.com/office/drawing/2014/main" id="{6B658D2A-5CE9-80A6-9807-F155E05F8E1D}"/>
                </a:ext>
              </a:extLst>
            </p:cNvPr>
            <p:cNvSpPr/>
            <p:nvPr/>
          </p:nvSpPr>
          <p:spPr>
            <a:xfrm>
              <a:off x="8276546" y="565090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1" name="pl18">
              <a:extLst>
                <a:ext uri="{FF2B5EF4-FFF2-40B4-BE49-F238E27FC236}">
                  <a16:creationId xmlns:a16="http://schemas.microsoft.com/office/drawing/2014/main" id="{FAF0DE0B-1876-0C8C-BD04-9367CBCE3FC1}"/>
                </a:ext>
              </a:extLst>
            </p:cNvPr>
            <p:cNvSpPr/>
            <p:nvPr/>
          </p:nvSpPr>
          <p:spPr>
            <a:xfrm>
              <a:off x="9722489" y="5650906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2" name="pg19">
              <a:extLst>
                <a:ext uri="{FF2B5EF4-FFF2-40B4-BE49-F238E27FC236}">
                  <a16:creationId xmlns:a16="http://schemas.microsoft.com/office/drawing/2014/main" id="{6BD8D812-0C25-EC20-8D29-2CC8630BFDC1}"/>
                </a:ext>
              </a:extLst>
            </p:cNvPr>
            <p:cNvSpPr/>
            <p:nvPr/>
          </p:nvSpPr>
          <p:spPr>
            <a:xfrm>
              <a:off x="849534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3" name="pg20">
              <a:extLst>
                <a:ext uri="{FF2B5EF4-FFF2-40B4-BE49-F238E27FC236}">
                  <a16:creationId xmlns:a16="http://schemas.microsoft.com/office/drawing/2014/main" id="{AF930822-F982-B173-4794-B8C2D11D09A1}"/>
                </a:ext>
              </a:extLst>
            </p:cNvPr>
            <p:cNvSpPr/>
            <p:nvPr/>
          </p:nvSpPr>
          <p:spPr>
            <a:xfrm>
              <a:off x="9990276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4" name="pg21">
              <a:extLst>
                <a:ext uri="{FF2B5EF4-FFF2-40B4-BE49-F238E27FC236}">
                  <a16:creationId xmlns:a16="http://schemas.microsoft.com/office/drawing/2014/main" id="{4DC598EF-98AD-A096-B6C9-2C45C491A497}"/>
                </a:ext>
              </a:extLst>
            </p:cNvPr>
            <p:cNvSpPr/>
            <p:nvPr/>
          </p:nvSpPr>
          <p:spPr>
            <a:xfrm>
              <a:off x="999722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5" name="pg22">
              <a:extLst>
                <a:ext uri="{FF2B5EF4-FFF2-40B4-BE49-F238E27FC236}">
                  <a16:creationId xmlns:a16="http://schemas.microsoft.com/office/drawing/2014/main" id="{BD4967D8-0EAF-83E1-E40D-0CDF9CFAE548}"/>
                </a:ext>
              </a:extLst>
            </p:cNvPr>
            <p:cNvSpPr/>
            <p:nvPr/>
          </p:nvSpPr>
          <p:spPr>
            <a:xfrm>
              <a:off x="10055933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6" name="pg23">
              <a:extLst>
                <a:ext uri="{FF2B5EF4-FFF2-40B4-BE49-F238E27FC236}">
                  <a16:creationId xmlns:a16="http://schemas.microsoft.com/office/drawing/2014/main" id="{3C3A8705-0D95-C31C-4CE5-680D62176C3C}"/>
                </a:ext>
              </a:extLst>
            </p:cNvPr>
            <p:cNvSpPr/>
            <p:nvPr/>
          </p:nvSpPr>
          <p:spPr>
            <a:xfrm>
              <a:off x="1005250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7" name="pg24">
              <a:extLst>
                <a:ext uri="{FF2B5EF4-FFF2-40B4-BE49-F238E27FC236}">
                  <a16:creationId xmlns:a16="http://schemas.microsoft.com/office/drawing/2014/main" id="{560C6122-7DC9-B97E-69DE-6450F5C4BECD}"/>
                </a:ext>
              </a:extLst>
            </p:cNvPr>
            <p:cNvSpPr/>
            <p:nvPr/>
          </p:nvSpPr>
          <p:spPr>
            <a:xfrm>
              <a:off x="883014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8" name="pg25">
              <a:extLst>
                <a:ext uri="{FF2B5EF4-FFF2-40B4-BE49-F238E27FC236}">
                  <a16:creationId xmlns:a16="http://schemas.microsoft.com/office/drawing/2014/main" id="{255CA8AF-D028-89C9-30D4-D39081B364DF}"/>
                </a:ext>
              </a:extLst>
            </p:cNvPr>
            <p:cNvSpPr/>
            <p:nvPr/>
          </p:nvSpPr>
          <p:spPr>
            <a:xfrm>
              <a:off x="849534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19" name="pg26">
              <a:extLst>
                <a:ext uri="{FF2B5EF4-FFF2-40B4-BE49-F238E27FC236}">
                  <a16:creationId xmlns:a16="http://schemas.microsoft.com/office/drawing/2014/main" id="{D9C5EA70-5DB5-FF06-1C71-99A0C7285B67}"/>
                </a:ext>
              </a:extLst>
            </p:cNvPr>
            <p:cNvSpPr/>
            <p:nvPr/>
          </p:nvSpPr>
          <p:spPr>
            <a:xfrm>
              <a:off x="1055232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0" name="pg27">
              <a:extLst>
                <a:ext uri="{FF2B5EF4-FFF2-40B4-BE49-F238E27FC236}">
                  <a16:creationId xmlns:a16="http://schemas.microsoft.com/office/drawing/2014/main" id="{7A7F216C-C63A-C627-CE48-161C395158E3}"/>
                </a:ext>
              </a:extLst>
            </p:cNvPr>
            <p:cNvSpPr/>
            <p:nvPr/>
          </p:nvSpPr>
          <p:spPr>
            <a:xfrm>
              <a:off x="8862326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1" name="pg28">
              <a:extLst>
                <a:ext uri="{FF2B5EF4-FFF2-40B4-BE49-F238E27FC236}">
                  <a16:creationId xmlns:a16="http://schemas.microsoft.com/office/drawing/2014/main" id="{A4D69622-06B0-97C3-CF29-321A5F8A6342}"/>
                </a:ext>
              </a:extLst>
            </p:cNvPr>
            <p:cNvSpPr/>
            <p:nvPr/>
          </p:nvSpPr>
          <p:spPr>
            <a:xfrm>
              <a:off x="988805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2" name="pg29">
              <a:extLst>
                <a:ext uri="{FF2B5EF4-FFF2-40B4-BE49-F238E27FC236}">
                  <a16:creationId xmlns:a16="http://schemas.microsoft.com/office/drawing/2014/main" id="{D58B0D8D-329D-D9E9-5812-5672BD5580D5}"/>
                </a:ext>
              </a:extLst>
            </p:cNvPr>
            <p:cNvSpPr/>
            <p:nvPr/>
          </p:nvSpPr>
          <p:spPr>
            <a:xfrm>
              <a:off x="995846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3" name="pg30">
              <a:extLst>
                <a:ext uri="{FF2B5EF4-FFF2-40B4-BE49-F238E27FC236}">
                  <a16:creationId xmlns:a16="http://schemas.microsoft.com/office/drawing/2014/main" id="{36A8152F-D753-F6DB-31EA-A0474D64A802}"/>
                </a:ext>
              </a:extLst>
            </p:cNvPr>
            <p:cNvSpPr/>
            <p:nvPr/>
          </p:nvSpPr>
          <p:spPr>
            <a:xfrm>
              <a:off x="851918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4" name="pg31">
              <a:extLst>
                <a:ext uri="{FF2B5EF4-FFF2-40B4-BE49-F238E27FC236}">
                  <a16:creationId xmlns:a16="http://schemas.microsoft.com/office/drawing/2014/main" id="{67314DA1-6030-1EC8-16AC-655DEB4063FE}"/>
                </a:ext>
              </a:extLst>
            </p:cNvPr>
            <p:cNvSpPr/>
            <p:nvPr/>
          </p:nvSpPr>
          <p:spPr>
            <a:xfrm>
              <a:off x="867376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5" name="pg32">
              <a:extLst>
                <a:ext uri="{FF2B5EF4-FFF2-40B4-BE49-F238E27FC236}">
                  <a16:creationId xmlns:a16="http://schemas.microsoft.com/office/drawing/2014/main" id="{309B34EF-A8A3-EEC6-1435-8FA943E707B9}"/>
                </a:ext>
              </a:extLst>
            </p:cNvPr>
            <p:cNvSpPr/>
            <p:nvPr/>
          </p:nvSpPr>
          <p:spPr>
            <a:xfrm>
              <a:off x="978954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6" name="pg33">
              <a:extLst>
                <a:ext uri="{FF2B5EF4-FFF2-40B4-BE49-F238E27FC236}">
                  <a16:creationId xmlns:a16="http://schemas.microsoft.com/office/drawing/2014/main" id="{F29CBAD6-EEB2-A711-43BE-079A1039A5E2}"/>
                </a:ext>
              </a:extLst>
            </p:cNvPr>
            <p:cNvSpPr/>
            <p:nvPr/>
          </p:nvSpPr>
          <p:spPr>
            <a:xfrm>
              <a:off x="9884468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7" name="pg34">
              <a:extLst>
                <a:ext uri="{FF2B5EF4-FFF2-40B4-BE49-F238E27FC236}">
                  <a16:creationId xmlns:a16="http://schemas.microsoft.com/office/drawing/2014/main" id="{37732AA3-538C-E65B-77E9-E2FB2970785A}"/>
                </a:ext>
              </a:extLst>
            </p:cNvPr>
            <p:cNvSpPr/>
            <p:nvPr/>
          </p:nvSpPr>
          <p:spPr>
            <a:xfrm>
              <a:off x="1054938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8" name="pg35">
              <a:extLst>
                <a:ext uri="{FF2B5EF4-FFF2-40B4-BE49-F238E27FC236}">
                  <a16:creationId xmlns:a16="http://schemas.microsoft.com/office/drawing/2014/main" id="{5FE25299-9B19-E1E5-0D59-C7270ADBA077}"/>
                </a:ext>
              </a:extLst>
            </p:cNvPr>
            <p:cNvSpPr/>
            <p:nvPr/>
          </p:nvSpPr>
          <p:spPr>
            <a:xfrm>
              <a:off x="850863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29" name="pg36">
              <a:extLst>
                <a:ext uri="{FF2B5EF4-FFF2-40B4-BE49-F238E27FC236}">
                  <a16:creationId xmlns:a16="http://schemas.microsoft.com/office/drawing/2014/main" id="{6835E5F3-7963-8665-640F-73A370113D49}"/>
                </a:ext>
              </a:extLst>
            </p:cNvPr>
            <p:cNvSpPr/>
            <p:nvPr/>
          </p:nvSpPr>
          <p:spPr>
            <a:xfrm>
              <a:off x="8474816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0" name="pg37">
              <a:extLst>
                <a:ext uri="{FF2B5EF4-FFF2-40B4-BE49-F238E27FC236}">
                  <a16:creationId xmlns:a16="http://schemas.microsoft.com/office/drawing/2014/main" id="{654AA9A2-96E7-4349-99B0-DCFF7AFE1D1E}"/>
                </a:ext>
              </a:extLst>
            </p:cNvPr>
            <p:cNvSpPr/>
            <p:nvPr/>
          </p:nvSpPr>
          <p:spPr>
            <a:xfrm>
              <a:off x="883014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1" name="pg38">
              <a:extLst>
                <a:ext uri="{FF2B5EF4-FFF2-40B4-BE49-F238E27FC236}">
                  <a16:creationId xmlns:a16="http://schemas.microsoft.com/office/drawing/2014/main" id="{C02E6B4A-EFAF-C580-E8BA-23C0F89A8C1C}"/>
                </a:ext>
              </a:extLst>
            </p:cNvPr>
            <p:cNvSpPr/>
            <p:nvPr/>
          </p:nvSpPr>
          <p:spPr>
            <a:xfrm>
              <a:off x="9785858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2" name="pg39">
              <a:extLst>
                <a:ext uri="{FF2B5EF4-FFF2-40B4-BE49-F238E27FC236}">
                  <a16:creationId xmlns:a16="http://schemas.microsoft.com/office/drawing/2014/main" id="{DDC179B6-5497-F969-473D-451381D9EB3E}"/>
                </a:ext>
              </a:extLst>
            </p:cNvPr>
            <p:cNvSpPr/>
            <p:nvPr/>
          </p:nvSpPr>
          <p:spPr>
            <a:xfrm>
              <a:off x="878828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3" name="pg40">
              <a:extLst>
                <a:ext uri="{FF2B5EF4-FFF2-40B4-BE49-F238E27FC236}">
                  <a16:creationId xmlns:a16="http://schemas.microsoft.com/office/drawing/2014/main" id="{6B7F7779-6D29-18D3-DEDD-B02CFEFDA6EA}"/>
                </a:ext>
              </a:extLst>
            </p:cNvPr>
            <p:cNvSpPr/>
            <p:nvPr/>
          </p:nvSpPr>
          <p:spPr>
            <a:xfrm>
              <a:off x="866409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4" name="pg41">
              <a:extLst>
                <a:ext uri="{FF2B5EF4-FFF2-40B4-BE49-F238E27FC236}">
                  <a16:creationId xmlns:a16="http://schemas.microsoft.com/office/drawing/2014/main" id="{4A897082-91B3-9A58-06E4-4466448BDFF4}"/>
                </a:ext>
              </a:extLst>
            </p:cNvPr>
            <p:cNvSpPr/>
            <p:nvPr/>
          </p:nvSpPr>
          <p:spPr>
            <a:xfrm>
              <a:off x="848524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5" name="pg42">
              <a:extLst>
                <a:ext uri="{FF2B5EF4-FFF2-40B4-BE49-F238E27FC236}">
                  <a16:creationId xmlns:a16="http://schemas.microsoft.com/office/drawing/2014/main" id="{5B95B8F1-221B-E20A-8B8A-30E16B963C88}"/>
                </a:ext>
              </a:extLst>
            </p:cNvPr>
            <p:cNvSpPr/>
            <p:nvPr/>
          </p:nvSpPr>
          <p:spPr>
            <a:xfrm>
              <a:off x="995847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6" name="pt43">
              <a:extLst>
                <a:ext uri="{FF2B5EF4-FFF2-40B4-BE49-F238E27FC236}">
                  <a16:creationId xmlns:a16="http://schemas.microsoft.com/office/drawing/2014/main" id="{5F3B976F-6848-C4D1-2E99-7DEA4187AED0}"/>
                </a:ext>
              </a:extLst>
            </p:cNvPr>
            <p:cNvSpPr/>
            <p:nvPr/>
          </p:nvSpPr>
          <p:spPr>
            <a:xfrm>
              <a:off x="8599318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7" name="pt44">
              <a:extLst>
                <a:ext uri="{FF2B5EF4-FFF2-40B4-BE49-F238E27FC236}">
                  <a16:creationId xmlns:a16="http://schemas.microsoft.com/office/drawing/2014/main" id="{95188892-DBC9-65DF-3425-F6D4DFBB54EB}"/>
                </a:ext>
              </a:extLst>
            </p:cNvPr>
            <p:cNvSpPr/>
            <p:nvPr/>
          </p:nvSpPr>
          <p:spPr>
            <a:xfrm>
              <a:off x="10176375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8" name="pt45">
              <a:extLst>
                <a:ext uri="{FF2B5EF4-FFF2-40B4-BE49-F238E27FC236}">
                  <a16:creationId xmlns:a16="http://schemas.microsoft.com/office/drawing/2014/main" id="{EDEBFA93-ADF5-4690-3CF8-5B9525FCF4B9}"/>
                </a:ext>
              </a:extLst>
            </p:cNvPr>
            <p:cNvSpPr/>
            <p:nvPr/>
          </p:nvSpPr>
          <p:spPr>
            <a:xfrm>
              <a:off x="7837880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39" name="pt46">
              <a:extLst>
                <a:ext uri="{FF2B5EF4-FFF2-40B4-BE49-F238E27FC236}">
                  <a16:creationId xmlns:a16="http://schemas.microsoft.com/office/drawing/2014/main" id="{DF86C1F2-4D69-3E85-0852-03490232F2EC}"/>
                </a:ext>
              </a:extLst>
            </p:cNvPr>
            <p:cNvSpPr/>
            <p:nvPr/>
          </p:nvSpPr>
          <p:spPr>
            <a:xfrm>
              <a:off x="7833645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0" name="pt47">
              <a:extLst>
                <a:ext uri="{FF2B5EF4-FFF2-40B4-BE49-F238E27FC236}">
                  <a16:creationId xmlns:a16="http://schemas.microsoft.com/office/drawing/2014/main" id="{4979B650-1E91-B89B-2B9E-E7719D0A2CA1}"/>
                </a:ext>
              </a:extLst>
            </p:cNvPr>
            <p:cNvSpPr/>
            <p:nvPr/>
          </p:nvSpPr>
          <p:spPr>
            <a:xfrm>
              <a:off x="7938426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1" name="pt48">
              <a:extLst>
                <a:ext uri="{FF2B5EF4-FFF2-40B4-BE49-F238E27FC236}">
                  <a16:creationId xmlns:a16="http://schemas.microsoft.com/office/drawing/2014/main" id="{03603662-CC8B-A7C9-82D3-5B6B9294D7D4}"/>
                </a:ext>
              </a:extLst>
            </p:cNvPr>
            <p:cNvSpPr/>
            <p:nvPr/>
          </p:nvSpPr>
          <p:spPr>
            <a:xfrm>
              <a:off x="10176068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2" name="pt49">
              <a:extLst>
                <a:ext uri="{FF2B5EF4-FFF2-40B4-BE49-F238E27FC236}">
                  <a16:creationId xmlns:a16="http://schemas.microsoft.com/office/drawing/2014/main" id="{538DD597-2631-4C95-5A18-BFF945967755}"/>
                </a:ext>
              </a:extLst>
            </p:cNvPr>
            <p:cNvSpPr/>
            <p:nvPr/>
          </p:nvSpPr>
          <p:spPr>
            <a:xfrm>
              <a:off x="1088171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3" name="pt50">
              <a:extLst>
                <a:ext uri="{FF2B5EF4-FFF2-40B4-BE49-F238E27FC236}">
                  <a16:creationId xmlns:a16="http://schemas.microsoft.com/office/drawing/2014/main" id="{DBA5DACF-D521-EDF8-FF21-C310FB3BB400}"/>
                </a:ext>
              </a:extLst>
            </p:cNvPr>
            <p:cNvSpPr/>
            <p:nvPr/>
          </p:nvSpPr>
          <p:spPr>
            <a:xfrm>
              <a:off x="8288704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4" name="pt51">
              <a:extLst>
                <a:ext uri="{FF2B5EF4-FFF2-40B4-BE49-F238E27FC236}">
                  <a16:creationId xmlns:a16="http://schemas.microsoft.com/office/drawing/2014/main" id="{BE90F6F8-3D66-C4E6-4A47-FD2890EF537E}"/>
                </a:ext>
              </a:extLst>
            </p:cNvPr>
            <p:cNvSpPr/>
            <p:nvPr/>
          </p:nvSpPr>
          <p:spPr>
            <a:xfrm>
              <a:off x="8599318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5" name="pt52">
              <a:extLst>
                <a:ext uri="{FF2B5EF4-FFF2-40B4-BE49-F238E27FC236}">
                  <a16:creationId xmlns:a16="http://schemas.microsoft.com/office/drawing/2014/main" id="{9E2C5184-0904-3952-421A-43D112593BA6}"/>
                </a:ext>
              </a:extLst>
            </p:cNvPr>
            <p:cNvSpPr/>
            <p:nvPr/>
          </p:nvSpPr>
          <p:spPr>
            <a:xfrm>
              <a:off x="1025625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6" name="pt53">
              <a:extLst>
                <a:ext uri="{FF2B5EF4-FFF2-40B4-BE49-F238E27FC236}">
                  <a16:creationId xmlns:a16="http://schemas.microsoft.com/office/drawing/2014/main" id="{1F936C93-B9F1-E060-A468-A6FD7BA42B5F}"/>
                </a:ext>
              </a:extLst>
            </p:cNvPr>
            <p:cNvSpPr/>
            <p:nvPr/>
          </p:nvSpPr>
          <p:spPr>
            <a:xfrm>
              <a:off x="10072275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7" name="pt54">
              <a:extLst>
                <a:ext uri="{FF2B5EF4-FFF2-40B4-BE49-F238E27FC236}">
                  <a16:creationId xmlns:a16="http://schemas.microsoft.com/office/drawing/2014/main" id="{B2EB9AB5-5559-1352-E429-3B1D6A06DE28}"/>
                </a:ext>
              </a:extLst>
            </p:cNvPr>
            <p:cNvSpPr/>
            <p:nvPr/>
          </p:nvSpPr>
          <p:spPr>
            <a:xfrm>
              <a:off x="10071958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8" name="pt55">
              <a:extLst>
                <a:ext uri="{FF2B5EF4-FFF2-40B4-BE49-F238E27FC236}">
                  <a16:creationId xmlns:a16="http://schemas.microsoft.com/office/drawing/2014/main" id="{B4396F62-4541-6463-6032-F22869529344}"/>
                </a:ext>
              </a:extLst>
            </p:cNvPr>
            <p:cNvSpPr/>
            <p:nvPr/>
          </p:nvSpPr>
          <p:spPr>
            <a:xfrm>
              <a:off x="1035310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49" name="pt56">
              <a:extLst>
                <a:ext uri="{FF2B5EF4-FFF2-40B4-BE49-F238E27FC236}">
                  <a16:creationId xmlns:a16="http://schemas.microsoft.com/office/drawing/2014/main" id="{8426AB3F-0EDB-F790-CD7B-0B9D9F87E473}"/>
                </a:ext>
              </a:extLst>
            </p:cNvPr>
            <p:cNvSpPr/>
            <p:nvPr/>
          </p:nvSpPr>
          <p:spPr>
            <a:xfrm>
              <a:off x="1035310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0" name="pt57">
              <a:extLst>
                <a:ext uri="{FF2B5EF4-FFF2-40B4-BE49-F238E27FC236}">
                  <a16:creationId xmlns:a16="http://schemas.microsoft.com/office/drawing/2014/main" id="{A5F35A45-8550-5E5D-CF25-8A88717096A1}"/>
                </a:ext>
              </a:extLst>
            </p:cNvPr>
            <p:cNvSpPr/>
            <p:nvPr/>
          </p:nvSpPr>
          <p:spPr>
            <a:xfrm>
              <a:off x="1025595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1" name="pt58">
              <a:extLst>
                <a:ext uri="{FF2B5EF4-FFF2-40B4-BE49-F238E27FC236}">
                  <a16:creationId xmlns:a16="http://schemas.microsoft.com/office/drawing/2014/main" id="{54839619-9D52-A6AF-F703-3F4C84B2F2D6}"/>
                </a:ext>
              </a:extLst>
            </p:cNvPr>
            <p:cNvSpPr/>
            <p:nvPr/>
          </p:nvSpPr>
          <p:spPr>
            <a:xfrm>
              <a:off x="10289095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2" name="pt59">
              <a:extLst>
                <a:ext uri="{FF2B5EF4-FFF2-40B4-BE49-F238E27FC236}">
                  <a16:creationId xmlns:a16="http://schemas.microsoft.com/office/drawing/2014/main" id="{9C2D98A2-C490-1179-48B8-4280B83D607F}"/>
                </a:ext>
              </a:extLst>
            </p:cNvPr>
            <p:cNvSpPr/>
            <p:nvPr/>
          </p:nvSpPr>
          <p:spPr>
            <a:xfrm>
              <a:off x="7831287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3" name="pt60">
              <a:extLst>
                <a:ext uri="{FF2B5EF4-FFF2-40B4-BE49-F238E27FC236}">
                  <a16:creationId xmlns:a16="http://schemas.microsoft.com/office/drawing/2014/main" id="{95262AB5-209E-26BA-9BD4-FF01C063489B}"/>
                </a:ext>
              </a:extLst>
            </p:cNvPr>
            <p:cNvSpPr/>
            <p:nvPr/>
          </p:nvSpPr>
          <p:spPr>
            <a:xfrm>
              <a:off x="8547609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4" name="pt61">
              <a:extLst>
                <a:ext uri="{FF2B5EF4-FFF2-40B4-BE49-F238E27FC236}">
                  <a16:creationId xmlns:a16="http://schemas.microsoft.com/office/drawing/2014/main" id="{BF68D70C-4EA4-D31A-D633-432BFD4CD186}"/>
                </a:ext>
              </a:extLst>
            </p:cNvPr>
            <p:cNvSpPr/>
            <p:nvPr/>
          </p:nvSpPr>
          <p:spPr>
            <a:xfrm>
              <a:off x="10881712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5" name="pt62">
              <a:extLst>
                <a:ext uri="{FF2B5EF4-FFF2-40B4-BE49-F238E27FC236}">
                  <a16:creationId xmlns:a16="http://schemas.microsoft.com/office/drawing/2014/main" id="{CC596C00-A0DF-83D9-B769-DEA6877A49A9}"/>
                </a:ext>
              </a:extLst>
            </p:cNvPr>
            <p:cNvSpPr/>
            <p:nvPr/>
          </p:nvSpPr>
          <p:spPr>
            <a:xfrm>
              <a:off x="8291044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6" name="pt63">
              <a:extLst>
                <a:ext uri="{FF2B5EF4-FFF2-40B4-BE49-F238E27FC236}">
                  <a16:creationId xmlns:a16="http://schemas.microsoft.com/office/drawing/2014/main" id="{3900CB5B-4257-FB1C-8843-2C3BDF35D588}"/>
                </a:ext>
              </a:extLst>
            </p:cNvPr>
            <p:cNvSpPr/>
            <p:nvPr/>
          </p:nvSpPr>
          <p:spPr>
            <a:xfrm>
              <a:off x="10289095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7" name="pt64">
              <a:extLst>
                <a:ext uri="{FF2B5EF4-FFF2-40B4-BE49-F238E27FC236}">
                  <a16:creationId xmlns:a16="http://schemas.microsoft.com/office/drawing/2014/main" id="{D980AD7D-FA7F-4165-3A0B-31AEC025274D}"/>
                </a:ext>
              </a:extLst>
            </p:cNvPr>
            <p:cNvSpPr/>
            <p:nvPr/>
          </p:nvSpPr>
          <p:spPr>
            <a:xfrm>
              <a:off x="7947729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8" name="pt65">
              <a:extLst>
                <a:ext uri="{FF2B5EF4-FFF2-40B4-BE49-F238E27FC236}">
                  <a16:creationId xmlns:a16="http://schemas.microsoft.com/office/drawing/2014/main" id="{04FF7EF5-A213-0A5E-F47F-F6199FDD1E6B}"/>
                </a:ext>
              </a:extLst>
            </p:cNvPr>
            <p:cNvSpPr/>
            <p:nvPr/>
          </p:nvSpPr>
          <p:spPr>
            <a:xfrm>
              <a:off x="7830101" y="826148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59" name="pt66">
              <a:extLst>
                <a:ext uri="{FF2B5EF4-FFF2-40B4-BE49-F238E27FC236}">
                  <a16:creationId xmlns:a16="http://schemas.microsoft.com/office/drawing/2014/main" id="{BFDC9904-E41E-EFD0-3F2C-C0952188F7DE}"/>
                </a:ext>
              </a:extLst>
            </p:cNvPr>
            <p:cNvSpPr/>
            <p:nvPr/>
          </p:nvSpPr>
          <p:spPr>
            <a:xfrm>
              <a:off x="8547609" y="5732218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0" name="pg67">
              <a:extLst>
                <a:ext uri="{FF2B5EF4-FFF2-40B4-BE49-F238E27FC236}">
                  <a16:creationId xmlns:a16="http://schemas.microsoft.com/office/drawing/2014/main" id="{2C818BF6-09CD-E425-C4C5-46E341110D94}"/>
                </a:ext>
              </a:extLst>
            </p:cNvPr>
            <p:cNvSpPr/>
            <p:nvPr/>
          </p:nvSpPr>
          <p:spPr>
            <a:xfrm>
              <a:off x="847793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1" name="pg68">
              <a:extLst>
                <a:ext uri="{FF2B5EF4-FFF2-40B4-BE49-F238E27FC236}">
                  <a16:creationId xmlns:a16="http://schemas.microsoft.com/office/drawing/2014/main" id="{BA86C325-CA9B-8C46-C50E-EEE58AB060BD}"/>
                </a:ext>
              </a:extLst>
            </p:cNvPr>
            <p:cNvSpPr/>
            <p:nvPr/>
          </p:nvSpPr>
          <p:spPr>
            <a:xfrm>
              <a:off x="983449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2" name="pg69">
              <a:extLst>
                <a:ext uri="{FF2B5EF4-FFF2-40B4-BE49-F238E27FC236}">
                  <a16:creationId xmlns:a16="http://schemas.microsoft.com/office/drawing/2014/main" id="{2D077A09-4441-6246-5881-FC33821ABC3E}"/>
                </a:ext>
              </a:extLst>
            </p:cNvPr>
            <p:cNvSpPr/>
            <p:nvPr/>
          </p:nvSpPr>
          <p:spPr>
            <a:xfrm>
              <a:off x="1003821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3" name="pg70">
              <a:extLst>
                <a:ext uri="{FF2B5EF4-FFF2-40B4-BE49-F238E27FC236}">
                  <a16:creationId xmlns:a16="http://schemas.microsoft.com/office/drawing/2014/main" id="{0F5A6B48-AF6E-3A14-D93D-65946D8D973F}"/>
                </a:ext>
              </a:extLst>
            </p:cNvPr>
            <p:cNvSpPr/>
            <p:nvPr/>
          </p:nvSpPr>
          <p:spPr>
            <a:xfrm>
              <a:off x="9831113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4" name="pg71">
              <a:extLst>
                <a:ext uri="{FF2B5EF4-FFF2-40B4-BE49-F238E27FC236}">
                  <a16:creationId xmlns:a16="http://schemas.microsoft.com/office/drawing/2014/main" id="{3FF43851-4298-6480-B0C6-5EC4B3EB8E4E}"/>
                </a:ext>
              </a:extLst>
            </p:cNvPr>
            <p:cNvSpPr/>
            <p:nvPr/>
          </p:nvSpPr>
          <p:spPr>
            <a:xfrm>
              <a:off x="10041408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5" name="pg72">
              <a:extLst>
                <a:ext uri="{FF2B5EF4-FFF2-40B4-BE49-F238E27FC236}">
                  <a16:creationId xmlns:a16="http://schemas.microsoft.com/office/drawing/2014/main" id="{AB5F9761-3F3A-C16B-9BDD-6D005D80AC16}"/>
                </a:ext>
              </a:extLst>
            </p:cNvPr>
            <p:cNvSpPr/>
            <p:nvPr/>
          </p:nvSpPr>
          <p:spPr>
            <a:xfrm>
              <a:off x="883615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6" name="pg73">
              <a:extLst>
                <a:ext uri="{FF2B5EF4-FFF2-40B4-BE49-F238E27FC236}">
                  <a16:creationId xmlns:a16="http://schemas.microsoft.com/office/drawing/2014/main" id="{37A22787-3A40-3B80-F0B3-34EE5B0A25FC}"/>
                </a:ext>
              </a:extLst>
            </p:cNvPr>
            <p:cNvSpPr/>
            <p:nvPr/>
          </p:nvSpPr>
          <p:spPr>
            <a:xfrm>
              <a:off x="848831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7" name="pg74">
              <a:extLst>
                <a:ext uri="{FF2B5EF4-FFF2-40B4-BE49-F238E27FC236}">
                  <a16:creationId xmlns:a16="http://schemas.microsoft.com/office/drawing/2014/main" id="{B6ABECC8-46B0-5169-10C4-DB5300B5C646}"/>
                </a:ext>
              </a:extLst>
            </p:cNvPr>
            <p:cNvSpPr/>
            <p:nvPr/>
          </p:nvSpPr>
          <p:spPr>
            <a:xfrm>
              <a:off x="880116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8" name="pg75">
              <a:extLst>
                <a:ext uri="{FF2B5EF4-FFF2-40B4-BE49-F238E27FC236}">
                  <a16:creationId xmlns:a16="http://schemas.microsoft.com/office/drawing/2014/main" id="{6B8266F5-DB60-ACB7-1AA6-F99A575F3D42}"/>
                </a:ext>
              </a:extLst>
            </p:cNvPr>
            <p:cNvSpPr/>
            <p:nvPr/>
          </p:nvSpPr>
          <p:spPr>
            <a:xfrm>
              <a:off x="864295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69" name="pg76">
              <a:extLst>
                <a:ext uri="{FF2B5EF4-FFF2-40B4-BE49-F238E27FC236}">
                  <a16:creationId xmlns:a16="http://schemas.microsoft.com/office/drawing/2014/main" id="{113BDA20-5436-5B5C-DE4F-3E09F27B7FB9}"/>
                </a:ext>
              </a:extLst>
            </p:cNvPr>
            <p:cNvSpPr/>
            <p:nvPr/>
          </p:nvSpPr>
          <p:spPr>
            <a:xfrm>
              <a:off x="993323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0" name="pg77">
              <a:extLst>
                <a:ext uri="{FF2B5EF4-FFF2-40B4-BE49-F238E27FC236}">
                  <a16:creationId xmlns:a16="http://schemas.microsoft.com/office/drawing/2014/main" id="{C0DD71A6-B748-8C38-2A13-D4145F0E963C}"/>
                </a:ext>
              </a:extLst>
            </p:cNvPr>
            <p:cNvSpPr/>
            <p:nvPr/>
          </p:nvSpPr>
          <p:spPr>
            <a:xfrm>
              <a:off x="1000671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1" name="pg78">
              <a:extLst>
                <a:ext uri="{FF2B5EF4-FFF2-40B4-BE49-F238E27FC236}">
                  <a16:creationId xmlns:a16="http://schemas.microsoft.com/office/drawing/2014/main" id="{3A567CCC-B883-EC82-B359-DB5C5AEC6376}"/>
                </a:ext>
              </a:extLst>
            </p:cNvPr>
            <p:cNvSpPr/>
            <p:nvPr/>
          </p:nvSpPr>
          <p:spPr>
            <a:xfrm>
              <a:off x="8863841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2" name="pg79">
              <a:extLst>
                <a:ext uri="{FF2B5EF4-FFF2-40B4-BE49-F238E27FC236}">
                  <a16:creationId xmlns:a16="http://schemas.microsoft.com/office/drawing/2014/main" id="{E7DE902C-0172-C861-41B5-EC4403F46899}"/>
                </a:ext>
              </a:extLst>
            </p:cNvPr>
            <p:cNvSpPr/>
            <p:nvPr/>
          </p:nvSpPr>
          <p:spPr>
            <a:xfrm>
              <a:off x="10009962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3" name="pg80">
              <a:extLst>
                <a:ext uri="{FF2B5EF4-FFF2-40B4-BE49-F238E27FC236}">
                  <a16:creationId xmlns:a16="http://schemas.microsoft.com/office/drawing/2014/main" id="{B322D487-78ED-1F2C-0727-4586EDE43F6A}"/>
                </a:ext>
              </a:extLst>
            </p:cNvPr>
            <p:cNvSpPr/>
            <p:nvPr/>
          </p:nvSpPr>
          <p:spPr>
            <a:xfrm>
              <a:off x="1010295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4" name="pg81">
              <a:extLst>
                <a:ext uri="{FF2B5EF4-FFF2-40B4-BE49-F238E27FC236}">
                  <a16:creationId xmlns:a16="http://schemas.microsoft.com/office/drawing/2014/main" id="{015DBDC1-2D81-6EA9-9B4F-50D2205D1F0F}"/>
                </a:ext>
              </a:extLst>
            </p:cNvPr>
            <p:cNvSpPr/>
            <p:nvPr/>
          </p:nvSpPr>
          <p:spPr>
            <a:xfrm>
              <a:off x="843257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5" name="pg82">
              <a:extLst>
                <a:ext uri="{FF2B5EF4-FFF2-40B4-BE49-F238E27FC236}">
                  <a16:creationId xmlns:a16="http://schemas.microsoft.com/office/drawing/2014/main" id="{CCF39B33-7121-5099-F033-8B82AFE69685}"/>
                </a:ext>
              </a:extLst>
            </p:cNvPr>
            <p:cNvSpPr/>
            <p:nvPr/>
          </p:nvSpPr>
          <p:spPr>
            <a:xfrm>
              <a:off x="1061501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6" name="pg83">
              <a:extLst>
                <a:ext uri="{FF2B5EF4-FFF2-40B4-BE49-F238E27FC236}">
                  <a16:creationId xmlns:a16="http://schemas.microsoft.com/office/drawing/2014/main" id="{72CCDB42-3383-1643-A6B8-D0DEBC7CE353}"/>
                </a:ext>
              </a:extLst>
            </p:cNvPr>
            <p:cNvSpPr/>
            <p:nvPr/>
          </p:nvSpPr>
          <p:spPr>
            <a:xfrm>
              <a:off x="1061235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7" name="pg84">
              <a:extLst>
                <a:ext uri="{FF2B5EF4-FFF2-40B4-BE49-F238E27FC236}">
                  <a16:creationId xmlns:a16="http://schemas.microsoft.com/office/drawing/2014/main" id="{210FAAF8-36C1-F165-6ADB-4C35C716D30F}"/>
                </a:ext>
              </a:extLst>
            </p:cNvPr>
            <p:cNvSpPr/>
            <p:nvPr/>
          </p:nvSpPr>
          <p:spPr>
            <a:xfrm>
              <a:off x="843139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8" name="pg85">
              <a:extLst>
                <a:ext uri="{FF2B5EF4-FFF2-40B4-BE49-F238E27FC236}">
                  <a16:creationId xmlns:a16="http://schemas.microsoft.com/office/drawing/2014/main" id="{DAC29533-F5B3-4D0F-2511-734C664F2510}"/>
                </a:ext>
              </a:extLst>
            </p:cNvPr>
            <p:cNvSpPr/>
            <p:nvPr/>
          </p:nvSpPr>
          <p:spPr>
            <a:xfrm>
              <a:off x="884480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79" name="pg86">
              <a:extLst>
                <a:ext uri="{FF2B5EF4-FFF2-40B4-BE49-F238E27FC236}">
                  <a16:creationId xmlns:a16="http://schemas.microsoft.com/office/drawing/2014/main" id="{43CA0A5F-E451-2CB4-3ED3-02E4F2F5406B}"/>
                </a:ext>
              </a:extLst>
            </p:cNvPr>
            <p:cNvSpPr/>
            <p:nvPr/>
          </p:nvSpPr>
          <p:spPr>
            <a:xfrm>
              <a:off x="845389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0" name="pg87">
              <a:extLst>
                <a:ext uri="{FF2B5EF4-FFF2-40B4-BE49-F238E27FC236}">
                  <a16:creationId xmlns:a16="http://schemas.microsoft.com/office/drawing/2014/main" id="{EC5C3C2B-E11F-3914-F8AF-D073DB40DE7F}"/>
                </a:ext>
              </a:extLst>
            </p:cNvPr>
            <p:cNvSpPr/>
            <p:nvPr/>
          </p:nvSpPr>
          <p:spPr>
            <a:xfrm>
              <a:off x="1009983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1" name="pg88">
              <a:extLst>
                <a:ext uri="{FF2B5EF4-FFF2-40B4-BE49-F238E27FC236}">
                  <a16:creationId xmlns:a16="http://schemas.microsoft.com/office/drawing/2014/main" id="{BB83DA68-0683-6516-D83D-6A9854A07A92}"/>
                </a:ext>
              </a:extLst>
            </p:cNvPr>
            <p:cNvSpPr/>
            <p:nvPr/>
          </p:nvSpPr>
          <p:spPr>
            <a:xfrm>
              <a:off x="843107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2" name="pg89">
              <a:extLst>
                <a:ext uri="{FF2B5EF4-FFF2-40B4-BE49-F238E27FC236}">
                  <a16:creationId xmlns:a16="http://schemas.microsoft.com/office/drawing/2014/main" id="{183E8258-2064-6198-0C2F-53D0F53572F6}"/>
                </a:ext>
              </a:extLst>
            </p:cNvPr>
            <p:cNvSpPr/>
            <p:nvPr/>
          </p:nvSpPr>
          <p:spPr>
            <a:xfrm>
              <a:off x="993328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3" name="pt90">
              <a:extLst>
                <a:ext uri="{FF2B5EF4-FFF2-40B4-BE49-F238E27FC236}">
                  <a16:creationId xmlns:a16="http://schemas.microsoft.com/office/drawing/2014/main" id="{47E2DBE1-A5F9-77C2-6EF3-01F2A2433D14}"/>
                </a:ext>
              </a:extLst>
            </p:cNvPr>
            <p:cNvSpPr/>
            <p:nvPr/>
          </p:nvSpPr>
          <p:spPr>
            <a:xfrm>
              <a:off x="9757453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4" name="pt91">
              <a:extLst>
                <a:ext uri="{FF2B5EF4-FFF2-40B4-BE49-F238E27FC236}">
                  <a16:creationId xmlns:a16="http://schemas.microsoft.com/office/drawing/2014/main" id="{CCDF6A7A-8A0B-CEDF-0E6B-3A1683E98FD5}"/>
                </a:ext>
              </a:extLst>
            </p:cNvPr>
            <p:cNvSpPr/>
            <p:nvPr/>
          </p:nvSpPr>
          <p:spPr>
            <a:xfrm>
              <a:off x="8017535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5" name="pt92">
              <a:extLst>
                <a:ext uri="{FF2B5EF4-FFF2-40B4-BE49-F238E27FC236}">
                  <a16:creationId xmlns:a16="http://schemas.microsoft.com/office/drawing/2014/main" id="{DE9AA219-5280-0ADB-D041-324BFA1E8AC9}"/>
                </a:ext>
              </a:extLst>
            </p:cNvPr>
            <p:cNvSpPr/>
            <p:nvPr/>
          </p:nvSpPr>
          <p:spPr>
            <a:xfrm>
              <a:off x="8015042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6" name="pt93">
              <a:extLst>
                <a:ext uri="{FF2B5EF4-FFF2-40B4-BE49-F238E27FC236}">
                  <a16:creationId xmlns:a16="http://schemas.microsoft.com/office/drawing/2014/main" id="{DD8B84CF-2728-92EF-20B7-97646B9457F7}"/>
                </a:ext>
              </a:extLst>
            </p:cNvPr>
            <p:cNvSpPr/>
            <p:nvPr/>
          </p:nvSpPr>
          <p:spPr>
            <a:xfrm>
              <a:off x="8067627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7" name="pt94">
              <a:extLst>
                <a:ext uri="{FF2B5EF4-FFF2-40B4-BE49-F238E27FC236}">
                  <a16:creationId xmlns:a16="http://schemas.microsoft.com/office/drawing/2014/main" id="{2C1EED60-D995-9282-86CB-3F7A70659580}"/>
                </a:ext>
              </a:extLst>
            </p:cNvPr>
            <p:cNvSpPr/>
            <p:nvPr/>
          </p:nvSpPr>
          <p:spPr>
            <a:xfrm>
              <a:off x="9757453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8" name="pt95">
              <a:extLst>
                <a:ext uri="{FF2B5EF4-FFF2-40B4-BE49-F238E27FC236}">
                  <a16:creationId xmlns:a16="http://schemas.microsoft.com/office/drawing/2014/main" id="{6B87913C-560A-2079-1A06-B06E8B59D11B}"/>
                </a:ext>
              </a:extLst>
            </p:cNvPr>
            <p:cNvSpPr/>
            <p:nvPr/>
          </p:nvSpPr>
          <p:spPr>
            <a:xfrm>
              <a:off x="9848114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89" name="pt96">
              <a:extLst>
                <a:ext uri="{FF2B5EF4-FFF2-40B4-BE49-F238E27FC236}">
                  <a16:creationId xmlns:a16="http://schemas.microsoft.com/office/drawing/2014/main" id="{6C97A1C9-CD64-31E9-8B37-DD1ABB512529}"/>
                </a:ext>
              </a:extLst>
            </p:cNvPr>
            <p:cNvSpPr/>
            <p:nvPr/>
          </p:nvSpPr>
          <p:spPr>
            <a:xfrm>
              <a:off x="7810618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0" name="pt97">
              <a:extLst>
                <a:ext uri="{FF2B5EF4-FFF2-40B4-BE49-F238E27FC236}">
                  <a16:creationId xmlns:a16="http://schemas.microsoft.com/office/drawing/2014/main" id="{2EDDEEF9-3E77-0A76-6FBA-CE99E45229E2}"/>
                </a:ext>
              </a:extLst>
            </p:cNvPr>
            <p:cNvSpPr/>
            <p:nvPr/>
          </p:nvSpPr>
          <p:spPr>
            <a:xfrm>
              <a:off x="9791870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1" name="pt98">
              <a:extLst>
                <a:ext uri="{FF2B5EF4-FFF2-40B4-BE49-F238E27FC236}">
                  <a16:creationId xmlns:a16="http://schemas.microsoft.com/office/drawing/2014/main" id="{DC4C2DA7-193F-A2EC-F635-0E6FD2DC8643}"/>
                </a:ext>
              </a:extLst>
            </p:cNvPr>
            <p:cNvSpPr/>
            <p:nvPr/>
          </p:nvSpPr>
          <p:spPr>
            <a:xfrm>
              <a:off x="8064973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2" name="pt99">
              <a:extLst>
                <a:ext uri="{FF2B5EF4-FFF2-40B4-BE49-F238E27FC236}">
                  <a16:creationId xmlns:a16="http://schemas.microsoft.com/office/drawing/2014/main" id="{19B0973D-0C21-C791-D825-6BB912070F57}"/>
                </a:ext>
              </a:extLst>
            </p:cNvPr>
            <p:cNvSpPr/>
            <p:nvPr/>
          </p:nvSpPr>
          <p:spPr>
            <a:xfrm>
              <a:off x="7526799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3" name="pt100">
              <a:extLst>
                <a:ext uri="{FF2B5EF4-FFF2-40B4-BE49-F238E27FC236}">
                  <a16:creationId xmlns:a16="http://schemas.microsoft.com/office/drawing/2014/main" id="{B31D81F0-6034-0EF3-4564-F2FFB3AA3D81}"/>
                </a:ext>
              </a:extLst>
            </p:cNvPr>
            <p:cNvSpPr/>
            <p:nvPr/>
          </p:nvSpPr>
          <p:spPr>
            <a:xfrm>
              <a:off x="10349131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4" name="pt101">
              <a:extLst>
                <a:ext uri="{FF2B5EF4-FFF2-40B4-BE49-F238E27FC236}">
                  <a16:creationId xmlns:a16="http://schemas.microsoft.com/office/drawing/2014/main" id="{F38891BF-49C9-D300-E320-951CE3FA4221}"/>
                </a:ext>
              </a:extLst>
            </p:cNvPr>
            <p:cNvSpPr/>
            <p:nvPr/>
          </p:nvSpPr>
          <p:spPr>
            <a:xfrm>
              <a:off x="9578975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5" name="pt102">
              <a:extLst>
                <a:ext uri="{FF2B5EF4-FFF2-40B4-BE49-F238E27FC236}">
                  <a16:creationId xmlns:a16="http://schemas.microsoft.com/office/drawing/2014/main" id="{989D680D-6565-6A9D-19B8-A8AF741CA1F9}"/>
                </a:ext>
              </a:extLst>
            </p:cNvPr>
            <p:cNvSpPr/>
            <p:nvPr/>
          </p:nvSpPr>
          <p:spPr>
            <a:xfrm>
              <a:off x="9683123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6" name="pt103">
              <a:extLst>
                <a:ext uri="{FF2B5EF4-FFF2-40B4-BE49-F238E27FC236}">
                  <a16:creationId xmlns:a16="http://schemas.microsoft.com/office/drawing/2014/main" id="{606DC481-DA17-78BA-85BD-89B3F23708E6}"/>
                </a:ext>
              </a:extLst>
            </p:cNvPr>
            <p:cNvSpPr/>
            <p:nvPr/>
          </p:nvSpPr>
          <p:spPr>
            <a:xfrm>
              <a:off x="7809029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7" name="pt104">
              <a:extLst>
                <a:ext uri="{FF2B5EF4-FFF2-40B4-BE49-F238E27FC236}">
                  <a16:creationId xmlns:a16="http://schemas.microsoft.com/office/drawing/2014/main" id="{681FE9D5-150A-049E-A8D1-C56E8CBF7C64}"/>
                </a:ext>
              </a:extLst>
            </p:cNvPr>
            <p:cNvSpPr/>
            <p:nvPr/>
          </p:nvSpPr>
          <p:spPr>
            <a:xfrm>
              <a:off x="7571782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8" name="pt105">
              <a:extLst>
                <a:ext uri="{FF2B5EF4-FFF2-40B4-BE49-F238E27FC236}">
                  <a16:creationId xmlns:a16="http://schemas.microsoft.com/office/drawing/2014/main" id="{547CE006-EA49-080E-CBC6-A70D800FF00F}"/>
                </a:ext>
              </a:extLst>
            </p:cNvPr>
            <p:cNvSpPr/>
            <p:nvPr/>
          </p:nvSpPr>
          <p:spPr>
            <a:xfrm>
              <a:off x="7537035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99" name="pt106">
              <a:extLst>
                <a:ext uri="{FF2B5EF4-FFF2-40B4-BE49-F238E27FC236}">
                  <a16:creationId xmlns:a16="http://schemas.microsoft.com/office/drawing/2014/main" id="{5D2D1604-C9E7-ACE2-58F0-B679623CFF30}"/>
                </a:ext>
              </a:extLst>
            </p:cNvPr>
            <p:cNvSpPr/>
            <p:nvPr/>
          </p:nvSpPr>
          <p:spPr>
            <a:xfrm>
              <a:off x="7519897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0" name="pt107">
              <a:extLst>
                <a:ext uri="{FF2B5EF4-FFF2-40B4-BE49-F238E27FC236}">
                  <a16:creationId xmlns:a16="http://schemas.microsoft.com/office/drawing/2014/main" id="{C8C01FA4-839E-DBA7-BF29-D8E6BA6ECE91}"/>
                </a:ext>
              </a:extLst>
            </p:cNvPr>
            <p:cNvSpPr/>
            <p:nvPr/>
          </p:nvSpPr>
          <p:spPr>
            <a:xfrm>
              <a:off x="9848504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1" name="pt108">
              <a:extLst>
                <a:ext uri="{FF2B5EF4-FFF2-40B4-BE49-F238E27FC236}">
                  <a16:creationId xmlns:a16="http://schemas.microsoft.com/office/drawing/2014/main" id="{64845C9C-BAE8-EC57-1484-186E118748C0}"/>
                </a:ext>
              </a:extLst>
            </p:cNvPr>
            <p:cNvSpPr/>
            <p:nvPr/>
          </p:nvSpPr>
          <p:spPr>
            <a:xfrm>
              <a:off x="7537035" y="5732218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2" name="pt109">
              <a:extLst>
                <a:ext uri="{FF2B5EF4-FFF2-40B4-BE49-F238E27FC236}">
                  <a16:creationId xmlns:a16="http://schemas.microsoft.com/office/drawing/2014/main" id="{F67EAB75-E090-FB12-74E2-841C91FA6843}"/>
                </a:ext>
              </a:extLst>
            </p:cNvPr>
            <p:cNvSpPr/>
            <p:nvPr/>
          </p:nvSpPr>
          <p:spPr>
            <a:xfrm>
              <a:off x="7573850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3" name="pt110">
              <a:extLst>
                <a:ext uri="{FF2B5EF4-FFF2-40B4-BE49-F238E27FC236}">
                  <a16:creationId xmlns:a16="http://schemas.microsoft.com/office/drawing/2014/main" id="{68C018C2-A57D-2619-FE35-3993777615E8}"/>
                </a:ext>
              </a:extLst>
            </p:cNvPr>
            <p:cNvSpPr/>
            <p:nvPr/>
          </p:nvSpPr>
          <p:spPr>
            <a:xfrm>
              <a:off x="9684352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4" name="pt111">
              <a:extLst>
                <a:ext uri="{FF2B5EF4-FFF2-40B4-BE49-F238E27FC236}">
                  <a16:creationId xmlns:a16="http://schemas.microsoft.com/office/drawing/2014/main" id="{A31EB189-0F51-B14C-3AD2-4520F3708863}"/>
                </a:ext>
              </a:extLst>
            </p:cNvPr>
            <p:cNvSpPr/>
            <p:nvPr/>
          </p:nvSpPr>
          <p:spPr>
            <a:xfrm>
              <a:off x="10349131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5" name="pt112">
              <a:extLst>
                <a:ext uri="{FF2B5EF4-FFF2-40B4-BE49-F238E27FC236}">
                  <a16:creationId xmlns:a16="http://schemas.microsoft.com/office/drawing/2014/main" id="{8CCC2900-3914-9476-709C-B3ADFC4BFE7D}"/>
                </a:ext>
              </a:extLst>
            </p:cNvPr>
            <p:cNvSpPr/>
            <p:nvPr/>
          </p:nvSpPr>
          <p:spPr>
            <a:xfrm>
              <a:off x="9791938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6" name="pt113">
              <a:extLst>
                <a:ext uri="{FF2B5EF4-FFF2-40B4-BE49-F238E27FC236}">
                  <a16:creationId xmlns:a16="http://schemas.microsoft.com/office/drawing/2014/main" id="{87498961-947E-9D63-7741-3D791658B6E7}"/>
                </a:ext>
              </a:extLst>
            </p:cNvPr>
            <p:cNvSpPr/>
            <p:nvPr/>
          </p:nvSpPr>
          <p:spPr>
            <a:xfrm>
              <a:off x="9578975" y="826148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7" name="pt114">
              <a:extLst>
                <a:ext uri="{FF2B5EF4-FFF2-40B4-BE49-F238E27FC236}">
                  <a16:creationId xmlns:a16="http://schemas.microsoft.com/office/drawing/2014/main" id="{78F444D6-A8EC-EA7F-DA0D-BEC221CADD41}"/>
                </a:ext>
              </a:extLst>
            </p:cNvPr>
            <p:cNvSpPr/>
            <p:nvPr/>
          </p:nvSpPr>
          <p:spPr>
            <a:xfrm>
              <a:off x="7344517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8" name="pt115">
              <a:extLst>
                <a:ext uri="{FF2B5EF4-FFF2-40B4-BE49-F238E27FC236}">
                  <a16:creationId xmlns:a16="http://schemas.microsoft.com/office/drawing/2014/main" id="{FA2940BF-B429-2D64-4797-55ECE3B2E8DE}"/>
                </a:ext>
              </a:extLst>
            </p:cNvPr>
            <p:cNvSpPr/>
            <p:nvPr/>
          </p:nvSpPr>
          <p:spPr>
            <a:xfrm>
              <a:off x="9959502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09" name="pt116">
              <a:extLst>
                <a:ext uri="{FF2B5EF4-FFF2-40B4-BE49-F238E27FC236}">
                  <a16:creationId xmlns:a16="http://schemas.microsoft.com/office/drawing/2014/main" id="{461F78D1-D37F-D1E0-F54F-D8736AF76EF4}"/>
                </a:ext>
              </a:extLst>
            </p:cNvPr>
            <p:cNvSpPr/>
            <p:nvPr/>
          </p:nvSpPr>
          <p:spPr>
            <a:xfrm>
              <a:off x="7610179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0" name="pt117">
              <a:extLst>
                <a:ext uri="{FF2B5EF4-FFF2-40B4-BE49-F238E27FC236}">
                  <a16:creationId xmlns:a16="http://schemas.microsoft.com/office/drawing/2014/main" id="{3D11254E-7AFC-4E99-04DA-AE150CB66756}"/>
                </a:ext>
              </a:extLst>
            </p:cNvPr>
            <p:cNvSpPr/>
            <p:nvPr/>
          </p:nvSpPr>
          <p:spPr>
            <a:xfrm>
              <a:off x="6982435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1" name="pt118">
              <a:extLst>
                <a:ext uri="{FF2B5EF4-FFF2-40B4-BE49-F238E27FC236}">
                  <a16:creationId xmlns:a16="http://schemas.microsoft.com/office/drawing/2014/main" id="{3A427ABC-E219-334C-B560-58C5873F059E}"/>
                </a:ext>
              </a:extLst>
            </p:cNvPr>
            <p:cNvSpPr/>
            <p:nvPr/>
          </p:nvSpPr>
          <p:spPr>
            <a:xfrm>
              <a:off x="7610179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2" name="pt119">
              <a:extLst>
                <a:ext uri="{FF2B5EF4-FFF2-40B4-BE49-F238E27FC236}">
                  <a16:creationId xmlns:a16="http://schemas.microsoft.com/office/drawing/2014/main" id="{84BF3121-BA59-8AFC-D09B-50C96A2268AA}"/>
                </a:ext>
              </a:extLst>
            </p:cNvPr>
            <p:cNvSpPr/>
            <p:nvPr/>
          </p:nvSpPr>
          <p:spPr>
            <a:xfrm>
              <a:off x="9252795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3" name="pt120">
              <a:extLst>
                <a:ext uri="{FF2B5EF4-FFF2-40B4-BE49-F238E27FC236}">
                  <a16:creationId xmlns:a16="http://schemas.microsoft.com/office/drawing/2014/main" id="{9F700468-6550-2A74-6620-8919E41D64FC}"/>
                </a:ext>
              </a:extLst>
            </p:cNvPr>
            <p:cNvSpPr/>
            <p:nvPr/>
          </p:nvSpPr>
          <p:spPr>
            <a:xfrm>
              <a:off x="9366170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4" name="pt121">
              <a:extLst>
                <a:ext uri="{FF2B5EF4-FFF2-40B4-BE49-F238E27FC236}">
                  <a16:creationId xmlns:a16="http://schemas.microsoft.com/office/drawing/2014/main" id="{5A160BD4-2192-9020-0436-58C1114C5EAF}"/>
                </a:ext>
              </a:extLst>
            </p:cNvPr>
            <p:cNvSpPr/>
            <p:nvPr/>
          </p:nvSpPr>
          <p:spPr>
            <a:xfrm>
              <a:off x="7017581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5" name="pt122">
              <a:extLst>
                <a:ext uri="{FF2B5EF4-FFF2-40B4-BE49-F238E27FC236}">
                  <a16:creationId xmlns:a16="http://schemas.microsoft.com/office/drawing/2014/main" id="{E11DCD98-D541-1907-07D0-EEC183971300}"/>
                </a:ext>
              </a:extLst>
            </p:cNvPr>
            <p:cNvSpPr/>
            <p:nvPr/>
          </p:nvSpPr>
          <p:spPr>
            <a:xfrm>
              <a:off x="9148775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6" name="pt123">
              <a:extLst>
                <a:ext uri="{FF2B5EF4-FFF2-40B4-BE49-F238E27FC236}">
                  <a16:creationId xmlns:a16="http://schemas.microsoft.com/office/drawing/2014/main" id="{AC2016C3-987F-4F07-561B-2AEB842CF19C}"/>
                </a:ext>
              </a:extLst>
            </p:cNvPr>
            <p:cNvSpPr/>
            <p:nvPr/>
          </p:nvSpPr>
          <p:spPr>
            <a:xfrm>
              <a:off x="9332460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7" name="pt124">
              <a:extLst>
                <a:ext uri="{FF2B5EF4-FFF2-40B4-BE49-F238E27FC236}">
                  <a16:creationId xmlns:a16="http://schemas.microsoft.com/office/drawing/2014/main" id="{39E4AFF7-BFB4-91D5-D742-80DD6A7AB238}"/>
                </a:ext>
              </a:extLst>
            </p:cNvPr>
            <p:cNvSpPr/>
            <p:nvPr/>
          </p:nvSpPr>
          <p:spPr>
            <a:xfrm>
              <a:off x="7660954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8" name="pt125">
              <a:extLst>
                <a:ext uri="{FF2B5EF4-FFF2-40B4-BE49-F238E27FC236}">
                  <a16:creationId xmlns:a16="http://schemas.microsoft.com/office/drawing/2014/main" id="{9FC04F48-0B42-D380-D574-E15B24CDA04A}"/>
                </a:ext>
              </a:extLst>
            </p:cNvPr>
            <p:cNvSpPr/>
            <p:nvPr/>
          </p:nvSpPr>
          <p:spPr>
            <a:xfrm>
              <a:off x="9253350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19" name="pt126">
              <a:extLst>
                <a:ext uri="{FF2B5EF4-FFF2-40B4-BE49-F238E27FC236}">
                  <a16:creationId xmlns:a16="http://schemas.microsoft.com/office/drawing/2014/main" id="{CCD31C8D-C416-363A-E5B3-CE02B2E407DB}"/>
                </a:ext>
              </a:extLst>
            </p:cNvPr>
            <p:cNvSpPr/>
            <p:nvPr/>
          </p:nvSpPr>
          <p:spPr>
            <a:xfrm>
              <a:off x="9365639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0" name="pt127">
              <a:extLst>
                <a:ext uri="{FF2B5EF4-FFF2-40B4-BE49-F238E27FC236}">
                  <a16:creationId xmlns:a16="http://schemas.microsoft.com/office/drawing/2014/main" id="{E1F9D03C-8904-A22F-26AE-0F3A1124E105}"/>
                </a:ext>
              </a:extLst>
            </p:cNvPr>
            <p:cNvSpPr/>
            <p:nvPr/>
          </p:nvSpPr>
          <p:spPr>
            <a:xfrm>
              <a:off x="9958842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1" name="pt128">
              <a:extLst>
                <a:ext uri="{FF2B5EF4-FFF2-40B4-BE49-F238E27FC236}">
                  <a16:creationId xmlns:a16="http://schemas.microsoft.com/office/drawing/2014/main" id="{A66D1E4D-D3A8-D0F4-8A4F-A0D7FC08D4D5}"/>
                </a:ext>
              </a:extLst>
            </p:cNvPr>
            <p:cNvSpPr/>
            <p:nvPr/>
          </p:nvSpPr>
          <p:spPr>
            <a:xfrm>
              <a:off x="9332639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2" name="pt129">
              <a:extLst>
                <a:ext uri="{FF2B5EF4-FFF2-40B4-BE49-F238E27FC236}">
                  <a16:creationId xmlns:a16="http://schemas.microsoft.com/office/drawing/2014/main" id="{1CC17E47-EFD0-4D6E-049D-672F64BCD374}"/>
                </a:ext>
              </a:extLst>
            </p:cNvPr>
            <p:cNvSpPr/>
            <p:nvPr/>
          </p:nvSpPr>
          <p:spPr>
            <a:xfrm>
              <a:off x="7346953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3" name="pt130">
              <a:extLst>
                <a:ext uri="{FF2B5EF4-FFF2-40B4-BE49-F238E27FC236}">
                  <a16:creationId xmlns:a16="http://schemas.microsoft.com/office/drawing/2014/main" id="{853845CB-FB54-41A4-31EE-9C02BB91DA62}"/>
                </a:ext>
              </a:extLst>
            </p:cNvPr>
            <p:cNvSpPr/>
            <p:nvPr/>
          </p:nvSpPr>
          <p:spPr>
            <a:xfrm>
              <a:off x="6982435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4" name="pt131">
              <a:extLst>
                <a:ext uri="{FF2B5EF4-FFF2-40B4-BE49-F238E27FC236}">
                  <a16:creationId xmlns:a16="http://schemas.microsoft.com/office/drawing/2014/main" id="{421ED46C-1F04-711E-D333-1AD811694150}"/>
                </a:ext>
              </a:extLst>
            </p:cNvPr>
            <p:cNvSpPr/>
            <p:nvPr/>
          </p:nvSpPr>
          <p:spPr>
            <a:xfrm>
              <a:off x="6992353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5" name="pt132">
              <a:extLst>
                <a:ext uri="{FF2B5EF4-FFF2-40B4-BE49-F238E27FC236}">
                  <a16:creationId xmlns:a16="http://schemas.microsoft.com/office/drawing/2014/main" id="{61C0AC8C-4F7B-F80E-7E8B-367C1480BF3D}"/>
                </a:ext>
              </a:extLst>
            </p:cNvPr>
            <p:cNvSpPr/>
            <p:nvPr/>
          </p:nvSpPr>
          <p:spPr>
            <a:xfrm>
              <a:off x="6986292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6" name="pt133">
              <a:extLst>
                <a:ext uri="{FF2B5EF4-FFF2-40B4-BE49-F238E27FC236}">
                  <a16:creationId xmlns:a16="http://schemas.microsoft.com/office/drawing/2014/main" id="{80CCA1C2-6089-19A2-A5DB-B0B2D56B5FF8}"/>
                </a:ext>
              </a:extLst>
            </p:cNvPr>
            <p:cNvSpPr/>
            <p:nvPr/>
          </p:nvSpPr>
          <p:spPr>
            <a:xfrm>
              <a:off x="7022844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7" name="pt134">
              <a:extLst>
                <a:ext uri="{FF2B5EF4-FFF2-40B4-BE49-F238E27FC236}">
                  <a16:creationId xmlns:a16="http://schemas.microsoft.com/office/drawing/2014/main" id="{C02FC28B-E4A6-FEDA-BAD1-A258329C77E6}"/>
                </a:ext>
              </a:extLst>
            </p:cNvPr>
            <p:cNvSpPr/>
            <p:nvPr/>
          </p:nvSpPr>
          <p:spPr>
            <a:xfrm>
              <a:off x="9428937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8" name="pt135">
              <a:extLst>
                <a:ext uri="{FF2B5EF4-FFF2-40B4-BE49-F238E27FC236}">
                  <a16:creationId xmlns:a16="http://schemas.microsoft.com/office/drawing/2014/main" id="{DDE0503C-D463-C857-FE3C-FA495C0BAA55}"/>
                </a:ext>
              </a:extLst>
            </p:cNvPr>
            <p:cNvSpPr/>
            <p:nvPr/>
          </p:nvSpPr>
          <p:spPr>
            <a:xfrm>
              <a:off x="9428937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29" name="pt136">
              <a:extLst>
                <a:ext uri="{FF2B5EF4-FFF2-40B4-BE49-F238E27FC236}">
                  <a16:creationId xmlns:a16="http://schemas.microsoft.com/office/drawing/2014/main" id="{5612DAFA-7DCD-832D-91B5-0C4A7B14E50F}"/>
                </a:ext>
              </a:extLst>
            </p:cNvPr>
            <p:cNvSpPr/>
            <p:nvPr/>
          </p:nvSpPr>
          <p:spPr>
            <a:xfrm>
              <a:off x="9148873" y="826148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0" name="pt137">
              <a:extLst>
                <a:ext uri="{FF2B5EF4-FFF2-40B4-BE49-F238E27FC236}">
                  <a16:creationId xmlns:a16="http://schemas.microsoft.com/office/drawing/2014/main" id="{4F96CB8C-4F6B-D29E-9B90-6E9C05A93F54}"/>
                </a:ext>
              </a:extLst>
            </p:cNvPr>
            <p:cNvSpPr/>
            <p:nvPr/>
          </p:nvSpPr>
          <p:spPr>
            <a:xfrm>
              <a:off x="7662364" y="573221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1" name="pt138">
              <a:extLst>
                <a:ext uri="{FF2B5EF4-FFF2-40B4-BE49-F238E27FC236}">
                  <a16:creationId xmlns:a16="http://schemas.microsoft.com/office/drawing/2014/main" id="{C7D16A5F-DA27-3A79-FC3B-46EB8A7C6A1A}"/>
                </a:ext>
              </a:extLst>
            </p:cNvPr>
            <p:cNvSpPr/>
            <p:nvPr/>
          </p:nvSpPr>
          <p:spPr>
            <a:xfrm>
              <a:off x="7256822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2" name="pt139">
              <a:extLst>
                <a:ext uri="{FF2B5EF4-FFF2-40B4-BE49-F238E27FC236}">
                  <a16:creationId xmlns:a16="http://schemas.microsoft.com/office/drawing/2014/main" id="{4B453334-A559-7EE7-6539-ECE04A532AE8}"/>
                </a:ext>
              </a:extLst>
            </p:cNvPr>
            <p:cNvSpPr/>
            <p:nvPr/>
          </p:nvSpPr>
          <p:spPr>
            <a:xfrm>
              <a:off x="9510430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3" name="pt140">
              <a:extLst>
                <a:ext uri="{FF2B5EF4-FFF2-40B4-BE49-F238E27FC236}">
                  <a16:creationId xmlns:a16="http://schemas.microsoft.com/office/drawing/2014/main" id="{9A409220-D0A6-6433-B26B-B4C9EE1037F8}"/>
                </a:ext>
              </a:extLst>
            </p:cNvPr>
            <p:cNvSpPr/>
            <p:nvPr/>
          </p:nvSpPr>
          <p:spPr>
            <a:xfrm>
              <a:off x="9693858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4" name="pt141">
              <a:extLst>
                <a:ext uri="{FF2B5EF4-FFF2-40B4-BE49-F238E27FC236}">
                  <a16:creationId xmlns:a16="http://schemas.microsoft.com/office/drawing/2014/main" id="{B7A6E3AA-D1F8-DDB7-8BA6-06A0CBEC8CF1}"/>
                </a:ext>
              </a:extLst>
            </p:cNvPr>
            <p:cNvSpPr/>
            <p:nvPr/>
          </p:nvSpPr>
          <p:spPr>
            <a:xfrm>
              <a:off x="7346337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5" name="pt142">
              <a:extLst>
                <a:ext uri="{FF2B5EF4-FFF2-40B4-BE49-F238E27FC236}">
                  <a16:creationId xmlns:a16="http://schemas.microsoft.com/office/drawing/2014/main" id="{223F4CD7-486F-120F-2072-E01E785CC6FA}"/>
                </a:ext>
              </a:extLst>
            </p:cNvPr>
            <p:cNvSpPr/>
            <p:nvPr/>
          </p:nvSpPr>
          <p:spPr>
            <a:xfrm>
              <a:off x="10312685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6" name="pt143">
              <a:extLst>
                <a:ext uri="{FF2B5EF4-FFF2-40B4-BE49-F238E27FC236}">
                  <a16:creationId xmlns:a16="http://schemas.microsoft.com/office/drawing/2014/main" id="{4C50D2FA-F598-8243-6003-F3EFBCB60413}"/>
                </a:ext>
              </a:extLst>
            </p:cNvPr>
            <p:cNvSpPr/>
            <p:nvPr/>
          </p:nvSpPr>
          <p:spPr>
            <a:xfrm>
              <a:off x="9510430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7" name="pt144">
              <a:extLst>
                <a:ext uri="{FF2B5EF4-FFF2-40B4-BE49-F238E27FC236}">
                  <a16:creationId xmlns:a16="http://schemas.microsoft.com/office/drawing/2014/main" id="{9439E620-4C94-5DE9-723D-6B09F11C4847}"/>
                </a:ext>
              </a:extLst>
            </p:cNvPr>
            <p:cNvSpPr/>
            <p:nvPr/>
          </p:nvSpPr>
          <p:spPr>
            <a:xfrm>
              <a:off x="7256833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8" name="pt145">
              <a:extLst>
                <a:ext uri="{FF2B5EF4-FFF2-40B4-BE49-F238E27FC236}">
                  <a16:creationId xmlns:a16="http://schemas.microsoft.com/office/drawing/2014/main" id="{AE54C5FE-E215-7752-B4E5-AA495885D65F}"/>
                </a:ext>
              </a:extLst>
            </p:cNvPr>
            <p:cNvSpPr/>
            <p:nvPr/>
          </p:nvSpPr>
          <p:spPr>
            <a:xfrm>
              <a:off x="10312685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39" name="pt146">
              <a:extLst>
                <a:ext uri="{FF2B5EF4-FFF2-40B4-BE49-F238E27FC236}">
                  <a16:creationId xmlns:a16="http://schemas.microsoft.com/office/drawing/2014/main" id="{9F8FD2FB-3DC2-8CFF-53EC-32A4F47100F7}"/>
                </a:ext>
              </a:extLst>
            </p:cNvPr>
            <p:cNvSpPr/>
            <p:nvPr/>
          </p:nvSpPr>
          <p:spPr>
            <a:xfrm>
              <a:off x="7684308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0" name="pt147">
              <a:extLst>
                <a:ext uri="{FF2B5EF4-FFF2-40B4-BE49-F238E27FC236}">
                  <a16:creationId xmlns:a16="http://schemas.microsoft.com/office/drawing/2014/main" id="{AF2E71E2-0E2B-B31B-BFDE-199A3CA40419}"/>
                </a:ext>
              </a:extLst>
            </p:cNvPr>
            <p:cNvSpPr/>
            <p:nvPr/>
          </p:nvSpPr>
          <p:spPr>
            <a:xfrm>
              <a:off x="7995195" y="573221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1" name="pt148">
              <a:extLst>
                <a:ext uri="{FF2B5EF4-FFF2-40B4-BE49-F238E27FC236}">
                  <a16:creationId xmlns:a16="http://schemas.microsoft.com/office/drawing/2014/main" id="{3EADCD59-AE45-74F3-F5E5-F6D0F3B144A2}"/>
                </a:ext>
              </a:extLst>
            </p:cNvPr>
            <p:cNvSpPr/>
            <p:nvPr/>
          </p:nvSpPr>
          <p:spPr>
            <a:xfrm>
              <a:off x="7256681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2" name="pt149">
              <a:extLst>
                <a:ext uri="{FF2B5EF4-FFF2-40B4-BE49-F238E27FC236}">
                  <a16:creationId xmlns:a16="http://schemas.microsoft.com/office/drawing/2014/main" id="{33A77F2E-E763-F4C3-F2D1-1E1AF506C688}"/>
                </a:ext>
              </a:extLst>
            </p:cNvPr>
            <p:cNvSpPr/>
            <p:nvPr/>
          </p:nvSpPr>
          <p:spPr>
            <a:xfrm>
              <a:off x="9787921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3" name="pt150">
              <a:extLst>
                <a:ext uri="{FF2B5EF4-FFF2-40B4-BE49-F238E27FC236}">
                  <a16:creationId xmlns:a16="http://schemas.microsoft.com/office/drawing/2014/main" id="{934CDA94-E38A-50B4-50D5-1FA492FDE62C}"/>
                </a:ext>
              </a:extLst>
            </p:cNvPr>
            <p:cNvSpPr/>
            <p:nvPr/>
          </p:nvSpPr>
          <p:spPr>
            <a:xfrm>
              <a:off x="7346813" y="573221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4" name="pt151">
              <a:extLst>
                <a:ext uri="{FF2B5EF4-FFF2-40B4-BE49-F238E27FC236}">
                  <a16:creationId xmlns:a16="http://schemas.microsoft.com/office/drawing/2014/main" id="{0A818101-74E7-7DB3-9323-72C599D25218}"/>
                </a:ext>
              </a:extLst>
            </p:cNvPr>
            <p:cNvSpPr/>
            <p:nvPr/>
          </p:nvSpPr>
          <p:spPr>
            <a:xfrm>
              <a:off x="9614303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5" name="pt152">
              <a:extLst>
                <a:ext uri="{FF2B5EF4-FFF2-40B4-BE49-F238E27FC236}">
                  <a16:creationId xmlns:a16="http://schemas.microsoft.com/office/drawing/2014/main" id="{8DBB7A31-01E1-68AD-EB64-0F2C2F4C8404}"/>
                </a:ext>
              </a:extLst>
            </p:cNvPr>
            <p:cNvSpPr/>
            <p:nvPr/>
          </p:nvSpPr>
          <p:spPr>
            <a:xfrm>
              <a:off x="9725344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6" name="pt153">
              <a:extLst>
                <a:ext uri="{FF2B5EF4-FFF2-40B4-BE49-F238E27FC236}">
                  <a16:creationId xmlns:a16="http://schemas.microsoft.com/office/drawing/2014/main" id="{CF12A6C9-4232-DF61-0FB1-F8D917134EC9}"/>
                </a:ext>
              </a:extLst>
            </p:cNvPr>
            <p:cNvSpPr/>
            <p:nvPr/>
          </p:nvSpPr>
          <p:spPr>
            <a:xfrm>
              <a:off x="9615247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7" name="pt154">
              <a:extLst>
                <a:ext uri="{FF2B5EF4-FFF2-40B4-BE49-F238E27FC236}">
                  <a16:creationId xmlns:a16="http://schemas.microsoft.com/office/drawing/2014/main" id="{A46D2578-79BE-C6B6-4303-EDADBAC9B2C0}"/>
                </a:ext>
              </a:extLst>
            </p:cNvPr>
            <p:cNvSpPr/>
            <p:nvPr/>
          </p:nvSpPr>
          <p:spPr>
            <a:xfrm>
              <a:off x="7942490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8" name="pt155">
              <a:extLst>
                <a:ext uri="{FF2B5EF4-FFF2-40B4-BE49-F238E27FC236}">
                  <a16:creationId xmlns:a16="http://schemas.microsoft.com/office/drawing/2014/main" id="{3F7F9F96-3935-813B-287A-2A40D007AC73}"/>
                </a:ext>
              </a:extLst>
            </p:cNvPr>
            <p:cNvSpPr/>
            <p:nvPr/>
          </p:nvSpPr>
          <p:spPr>
            <a:xfrm>
              <a:off x="9726209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49" name="pt156">
              <a:extLst>
                <a:ext uri="{FF2B5EF4-FFF2-40B4-BE49-F238E27FC236}">
                  <a16:creationId xmlns:a16="http://schemas.microsoft.com/office/drawing/2014/main" id="{49914134-9F15-8678-F6EC-4711AFDB9D77}"/>
                </a:ext>
              </a:extLst>
            </p:cNvPr>
            <p:cNvSpPr/>
            <p:nvPr/>
          </p:nvSpPr>
          <p:spPr>
            <a:xfrm>
              <a:off x="7684308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0" name="pt157">
              <a:extLst>
                <a:ext uri="{FF2B5EF4-FFF2-40B4-BE49-F238E27FC236}">
                  <a16:creationId xmlns:a16="http://schemas.microsoft.com/office/drawing/2014/main" id="{FE6EF9D5-AF9F-97FB-9FD0-DA13A08EC2F9}"/>
                </a:ext>
              </a:extLst>
            </p:cNvPr>
            <p:cNvSpPr/>
            <p:nvPr/>
          </p:nvSpPr>
          <p:spPr>
            <a:xfrm>
              <a:off x="7255611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1" name="pt158">
              <a:extLst>
                <a:ext uri="{FF2B5EF4-FFF2-40B4-BE49-F238E27FC236}">
                  <a16:creationId xmlns:a16="http://schemas.microsoft.com/office/drawing/2014/main" id="{A94FB629-6B2A-27D0-1169-892DFAB0D6E9}"/>
                </a:ext>
              </a:extLst>
            </p:cNvPr>
            <p:cNvSpPr/>
            <p:nvPr/>
          </p:nvSpPr>
          <p:spPr>
            <a:xfrm>
              <a:off x="7994773" y="573221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2" name="pt159">
              <a:extLst>
                <a:ext uri="{FF2B5EF4-FFF2-40B4-BE49-F238E27FC236}">
                  <a16:creationId xmlns:a16="http://schemas.microsoft.com/office/drawing/2014/main" id="{24BF8944-AC77-5D7D-5D54-392CFB08696F}"/>
                </a:ext>
              </a:extLst>
            </p:cNvPr>
            <p:cNvSpPr/>
            <p:nvPr/>
          </p:nvSpPr>
          <p:spPr>
            <a:xfrm>
              <a:off x="9692940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3" name="pt160">
              <a:extLst>
                <a:ext uri="{FF2B5EF4-FFF2-40B4-BE49-F238E27FC236}">
                  <a16:creationId xmlns:a16="http://schemas.microsoft.com/office/drawing/2014/main" id="{C1B3DD5F-AD98-6294-14BA-1FC9BAF645AE}"/>
                </a:ext>
              </a:extLst>
            </p:cNvPr>
            <p:cNvSpPr/>
            <p:nvPr/>
          </p:nvSpPr>
          <p:spPr>
            <a:xfrm>
              <a:off x="9788646" y="826148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4" name="pt161">
              <a:extLst>
                <a:ext uri="{FF2B5EF4-FFF2-40B4-BE49-F238E27FC236}">
                  <a16:creationId xmlns:a16="http://schemas.microsoft.com/office/drawing/2014/main" id="{1FE0CD54-C16C-0AEB-E1DD-3C5FA9E72B36}"/>
                </a:ext>
              </a:extLst>
            </p:cNvPr>
            <p:cNvSpPr/>
            <p:nvPr/>
          </p:nvSpPr>
          <p:spPr>
            <a:xfrm>
              <a:off x="7942721" y="5732218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5" name="pg162">
              <a:extLst>
                <a:ext uri="{FF2B5EF4-FFF2-40B4-BE49-F238E27FC236}">
                  <a16:creationId xmlns:a16="http://schemas.microsoft.com/office/drawing/2014/main" id="{A7B74B9A-4766-4D67-8C78-5407A9EE2F6F}"/>
                </a:ext>
              </a:extLst>
            </p:cNvPr>
            <p:cNvSpPr/>
            <p:nvPr/>
          </p:nvSpPr>
          <p:spPr>
            <a:xfrm>
              <a:off x="1020137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6" name="pg163">
              <a:extLst>
                <a:ext uri="{FF2B5EF4-FFF2-40B4-BE49-F238E27FC236}">
                  <a16:creationId xmlns:a16="http://schemas.microsoft.com/office/drawing/2014/main" id="{C26A0048-5BAA-8729-AFC0-FD5891F28310}"/>
                </a:ext>
              </a:extLst>
            </p:cNvPr>
            <p:cNvSpPr/>
            <p:nvPr/>
          </p:nvSpPr>
          <p:spPr>
            <a:xfrm>
              <a:off x="9999477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7" name="pg164">
              <a:extLst>
                <a:ext uri="{FF2B5EF4-FFF2-40B4-BE49-F238E27FC236}">
                  <a16:creationId xmlns:a16="http://schemas.microsoft.com/office/drawing/2014/main" id="{364555FF-1E3E-FE6C-8212-0A2E0C621A11}"/>
                </a:ext>
              </a:extLst>
            </p:cNvPr>
            <p:cNvSpPr/>
            <p:nvPr/>
          </p:nvSpPr>
          <p:spPr>
            <a:xfrm>
              <a:off x="1019841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8" name="pg165">
              <a:extLst>
                <a:ext uri="{FF2B5EF4-FFF2-40B4-BE49-F238E27FC236}">
                  <a16:creationId xmlns:a16="http://schemas.microsoft.com/office/drawing/2014/main" id="{F3E6B9CB-77CF-8161-5C6F-A544C70D4938}"/>
                </a:ext>
              </a:extLst>
            </p:cNvPr>
            <p:cNvSpPr/>
            <p:nvPr/>
          </p:nvSpPr>
          <p:spPr>
            <a:xfrm>
              <a:off x="999615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59" name="pg166">
              <a:extLst>
                <a:ext uri="{FF2B5EF4-FFF2-40B4-BE49-F238E27FC236}">
                  <a16:creationId xmlns:a16="http://schemas.microsoft.com/office/drawing/2014/main" id="{01BB0AF0-2C73-AB40-E57B-20864D6EDFE0}"/>
                </a:ext>
              </a:extLst>
            </p:cNvPr>
            <p:cNvSpPr/>
            <p:nvPr/>
          </p:nvSpPr>
          <p:spPr>
            <a:xfrm>
              <a:off x="877152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0" name="pg167">
              <a:extLst>
                <a:ext uri="{FF2B5EF4-FFF2-40B4-BE49-F238E27FC236}">
                  <a16:creationId xmlns:a16="http://schemas.microsoft.com/office/drawing/2014/main" id="{CE01C615-6BEE-7B7E-833E-D1F5BE2C5EF8}"/>
                </a:ext>
              </a:extLst>
            </p:cNvPr>
            <p:cNvSpPr/>
            <p:nvPr/>
          </p:nvSpPr>
          <p:spPr>
            <a:xfrm>
              <a:off x="839999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1" name="pg168">
              <a:extLst>
                <a:ext uri="{FF2B5EF4-FFF2-40B4-BE49-F238E27FC236}">
                  <a16:creationId xmlns:a16="http://schemas.microsoft.com/office/drawing/2014/main" id="{1164EFA5-AA08-87BB-7E2E-CF4A71378DF9}"/>
                </a:ext>
              </a:extLst>
            </p:cNvPr>
            <p:cNvSpPr/>
            <p:nvPr/>
          </p:nvSpPr>
          <p:spPr>
            <a:xfrm>
              <a:off x="1009572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2" name="pg169">
              <a:extLst>
                <a:ext uri="{FF2B5EF4-FFF2-40B4-BE49-F238E27FC236}">
                  <a16:creationId xmlns:a16="http://schemas.microsoft.com/office/drawing/2014/main" id="{7868DEA1-7085-2BF6-079F-BA585FB8795E}"/>
                </a:ext>
              </a:extLst>
            </p:cNvPr>
            <p:cNvSpPr/>
            <p:nvPr/>
          </p:nvSpPr>
          <p:spPr>
            <a:xfrm>
              <a:off x="10095411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3" name="pg170">
              <a:extLst>
                <a:ext uri="{FF2B5EF4-FFF2-40B4-BE49-F238E27FC236}">
                  <a16:creationId xmlns:a16="http://schemas.microsoft.com/office/drawing/2014/main" id="{E9943E05-3069-DE50-C5A7-6AF25AE7D0B7}"/>
                </a:ext>
              </a:extLst>
            </p:cNvPr>
            <p:cNvSpPr/>
            <p:nvPr/>
          </p:nvSpPr>
          <p:spPr>
            <a:xfrm>
              <a:off x="10168231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4" name="pg171">
              <a:extLst>
                <a:ext uri="{FF2B5EF4-FFF2-40B4-BE49-F238E27FC236}">
                  <a16:creationId xmlns:a16="http://schemas.microsoft.com/office/drawing/2014/main" id="{D11C8C4B-6055-A088-1E5F-DC3941BC3589}"/>
                </a:ext>
              </a:extLst>
            </p:cNvPr>
            <p:cNvSpPr/>
            <p:nvPr/>
          </p:nvSpPr>
          <p:spPr>
            <a:xfrm>
              <a:off x="861894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5" name="pg172">
              <a:extLst>
                <a:ext uri="{FF2B5EF4-FFF2-40B4-BE49-F238E27FC236}">
                  <a16:creationId xmlns:a16="http://schemas.microsoft.com/office/drawing/2014/main" id="{462291FB-2D62-98BA-BD43-B8569D6FF461}"/>
                </a:ext>
              </a:extLst>
            </p:cNvPr>
            <p:cNvSpPr/>
            <p:nvPr/>
          </p:nvSpPr>
          <p:spPr>
            <a:xfrm>
              <a:off x="879353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6" name="pg173">
              <a:extLst>
                <a:ext uri="{FF2B5EF4-FFF2-40B4-BE49-F238E27FC236}">
                  <a16:creationId xmlns:a16="http://schemas.microsoft.com/office/drawing/2014/main" id="{3889322A-60A3-34D1-74BE-5D6B532AA52D}"/>
                </a:ext>
              </a:extLst>
            </p:cNvPr>
            <p:cNvSpPr/>
            <p:nvPr/>
          </p:nvSpPr>
          <p:spPr>
            <a:xfrm>
              <a:off x="10746937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7" name="pg174">
              <a:extLst>
                <a:ext uri="{FF2B5EF4-FFF2-40B4-BE49-F238E27FC236}">
                  <a16:creationId xmlns:a16="http://schemas.microsoft.com/office/drawing/2014/main" id="{088D2873-3005-875B-D757-2F2714F88B5C}"/>
                </a:ext>
              </a:extLst>
            </p:cNvPr>
            <p:cNvSpPr/>
            <p:nvPr/>
          </p:nvSpPr>
          <p:spPr>
            <a:xfrm>
              <a:off x="8625987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8" name="pg175">
              <a:extLst>
                <a:ext uri="{FF2B5EF4-FFF2-40B4-BE49-F238E27FC236}">
                  <a16:creationId xmlns:a16="http://schemas.microsoft.com/office/drawing/2014/main" id="{8C866586-6313-668E-CFCE-1C2FA35A79BC}"/>
                </a:ext>
              </a:extLst>
            </p:cNvPr>
            <p:cNvSpPr/>
            <p:nvPr/>
          </p:nvSpPr>
          <p:spPr>
            <a:xfrm>
              <a:off x="879353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69" name="pg176">
              <a:extLst>
                <a:ext uri="{FF2B5EF4-FFF2-40B4-BE49-F238E27FC236}">
                  <a16:creationId xmlns:a16="http://schemas.microsoft.com/office/drawing/2014/main" id="{D2690F11-07B7-1EE1-8362-F33796B4B92F}"/>
                </a:ext>
              </a:extLst>
            </p:cNvPr>
            <p:cNvSpPr/>
            <p:nvPr/>
          </p:nvSpPr>
          <p:spPr>
            <a:xfrm>
              <a:off x="1025749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0" name="pg177">
              <a:extLst>
                <a:ext uri="{FF2B5EF4-FFF2-40B4-BE49-F238E27FC236}">
                  <a16:creationId xmlns:a16="http://schemas.microsoft.com/office/drawing/2014/main" id="{825553E5-D26C-B309-F066-CE8FE939725F}"/>
                </a:ext>
              </a:extLst>
            </p:cNvPr>
            <p:cNvSpPr/>
            <p:nvPr/>
          </p:nvSpPr>
          <p:spPr>
            <a:xfrm>
              <a:off x="844006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1" name="pg178">
              <a:extLst>
                <a:ext uri="{FF2B5EF4-FFF2-40B4-BE49-F238E27FC236}">
                  <a16:creationId xmlns:a16="http://schemas.microsoft.com/office/drawing/2014/main" id="{03813234-EE20-9753-57B5-1109D22B5C7D}"/>
                </a:ext>
              </a:extLst>
            </p:cNvPr>
            <p:cNvSpPr/>
            <p:nvPr/>
          </p:nvSpPr>
          <p:spPr>
            <a:xfrm>
              <a:off x="876545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2" name="pg179">
              <a:extLst>
                <a:ext uri="{FF2B5EF4-FFF2-40B4-BE49-F238E27FC236}">
                  <a16:creationId xmlns:a16="http://schemas.microsoft.com/office/drawing/2014/main" id="{4BB35DB6-35BB-35D8-659C-7FD605C4CC9B}"/>
                </a:ext>
              </a:extLst>
            </p:cNvPr>
            <p:cNvSpPr/>
            <p:nvPr/>
          </p:nvSpPr>
          <p:spPr>
            <a:xfrm>
              <a:off x="845589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3" name="pg180">
              <a:extLst>
                <a:ext uri="{FF2B5EF4-FFF2-40B4-BE49-F238E27FC236}">
                  <a16:creationId xmlns:a16="http://schemas.microsoft.com/office/drawing/2014/main" id="{F9F89862-1C21-1C1A-7955-426D125ABFC0}"/>
                </a:ext>
              </a:extLst>
            </p:cNvPr>
            <p:cNvSpPr/>
            <p:nvPr/>
          </p:nvSpPr>
          <p:spPr>
            <a:xfrm>
              <a:off x="1016883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4" name="pg181">
              <a:extLst>
                <a:ext uri="{FF2B5EF4-FFF2-40B4-BE49-F238E27FC236}">
                  <a16:creationId xmlns:a16="http://schemas.microsoft.com/office/drawing/2014/main" id="{F77E2DA2-A162-74CC-D07D-581C9C4FD638}"/>
                </a:ext>
              </a:extLst>
            </p:cNvPr>
            <p:cNvSpPr/>
            <p:nvPr/>
          </p:nvSpPr>
          <p:spPr>
            <a:xfrm>
              <a:off x="839999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5" name="pg182">
              <a:extLst>
                <a:ext uri="{FF2B5EF4-FFF2-40B4-BE49-F238E27FC236}">
                  <a16:creationId xmlns:a16="http://schemas.microsoft.com/office/drawing/2014/main" id="{7B6ED429-FDB3-B8BF-5CA0-C78B5E1310A1}"/>
                </a:ext>
              </a:extLst>
            </p:cNvPr>
            <p:cNvSpPr/>
            <p:nvPr/>
          </p:nvSpPr>
          <p:spPr>
            <a:xfrm>
              <a:off x="840570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6" name="pg183">
              <a:extLst>
                <a:ext uri="{FF2B5EF4-FFF2-40B4-BE49-F238E27FC236}">
                  <a16:creationId xmlns:a16="http://schemas.microsoft.com/office/drawing/2014/main" id="{E8E31984-DEED-F8D7-C088-1A70EDE0E2ED}"/>
                </a:ext>
              </a:extLst>
            </p:cNvPr>
            <p:cNvSpPr/>
            <p:nvPr/>
          </p:nvSpPr>
          <p:spPr>
            <a:xfrm>
              <a:off x="10255279" y="8236421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7" name="pg184">
              <a:extLst>
                <a:ext uri="{FF2B5EF4-FFF2-40B4-BE49-F238E27FC236}">
                  <a16:creationId xmlns:a16="http://schemas.microsoft.com/office/drawing/2014/main" id="{C5383AE3-8593-5D1D-318D-2C2B4116FE71}"/>
                </a:ext>
              </a:extLst>
            </p:cNvPr>
            <p:cNvSpPr/>
            <p:nvPr/>
          </p:nvSpPr>
          <p:spPr>
            <a:xfrm>
              <a:off x="840570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8" name="pg185">
              <a:extLst>
                <a:ext uri="{FF2B5EF4-FFF2-40B4-BE49-F238E27FC236}">
                  <a16:creationId xmlns:a16="http://schemas.microsoft.com/office/drawing/2014/main" id="{43FF587D-BD18-F335-9C66-4F340775B3C8}"/>
                </a:ext>
              </a:extLst>
            </p:cNvPr>
            <p:cNvSpPr/>
            <p:nvPr/>
          </p:nvSpPr>
          <p:spPr>
            <a:xfrm>
              <a:off x="791913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79" name="pg186">
              <a:extLst>
                <a:ext uri="{FF2B5EF4-FFF2-40B4-BE49-F238E27FC236}">
                  <a16:creationId xmlns:a16="http://schemas.microsoft.com/office/drawing/2014/main" id="{288DCCF5-2EE3-18DE-F52E-7A4954C2698A}"/>
                </a:ext>
              </a:extLst>
            </p:cNvPr>
            <p:cNvSpPr/>
            <p:nvPr/>
          </p:nvSpPr>
          <p:spPr>
            <a:xfrm>
              <a:off x="958126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0" name="pg187">
              <a:extLst>
                <a:ext uri="{FF2B5EF4-FFF2-40B4-BE49-F238E27FC236}">
                  <a16:creationId xmlns:a16="http://schemas.microsoft.com/office/drawing/2014/main" id="{0F0F3D25-5B0A-CFC7-B8F0-40C07D9C2F67}"/>
                </a:ext>
              </a:extLst>
            </p:cNvPr>
            <p:cNvSpPr/>
            <p:nvPr/>
          </p:nvSpPr>
          <p:spPr>
            <a:xfrm>
              <a:off x="815983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1" name="pg188">
              <a:extLst>
                <a:ext uri="{FF2B5EF4-FFF2-40B4-BE49-F238E27FC236}">
                  <a16:creationId xmlns:a16="http://schemas.microsoft.com/office/drawing/2014/main" id="{E40ED57D-C966-195C-E92F-F8BD5F61F593}"/>
                </a:ext>
              </a:extLst>
            </p:cNvPr>
            <p:cNvSpPr/>
            <p:nvPr/>
          </p:nvSpPr>
          <p:spPr>
            <a:xfrm>
              <a:off x="957957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2" name="pg189">
              <a:extLst>
                <a:ext uri="{FF2B5EF4-FFF2-40B4-BE49-F238E27FC236}">
                  <a16:creationId xmlns:a16="http://schemas.microsoft.com/office/drawing/2014/main" id="{BEEE6568-BF78-186B-6830-FC0934AA5ED2}"/>
                </a:ext>
              </a:extLst>
            </p:cNvPr>
            <p:cNvSpPr/>
            <p:nvPr/>
          </p:nvSpPr>
          <p:spPr>
            <a:xfrm>
              <a:off x="789651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3" name="pg190">
              <a:extLst>
                <a:ext uri="{FF2B5EF4-FFF2-40B4-BE49-F238E27FC236}">
                  <a16:creationId xmlns:a16="http://schemas.microsoft.com/office/drawing/2014/main" id="{619E0D05-78F9-476A-BBB3-8E6BC8597BE9}"/>
                </a:ext>
              </a:extLst>
            </p:cNvPr>
            <p:cNvSpPr/>
            <p:nvPr/>
          </p:nvSpPr>
          <p:spPr>
            <a:xfrm>
              <a:off x="825861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4" name="pg191">
              <a:extLst>
                <a:ext uri="{FF2B5EF4-FFF2-40B4-BE49-F238E27FC236}">
                  <a16:creationId xmlns:a16="http://schemas.microsoft.com/office/drawing/2014/main" id="{705E44FB-9BC8-AF93-B39B-C8B82CDF5A24}"/>
                </a:ext>
              </a:extLst>
            </p:cNvPr>
            <p:cNvSpPr/>
            <p:nvPr/>
          </p:nvSpPr>
          <p:spPr>
            <a:xfrm>
              <a:off x="968174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5" name="pg192">
              <a:extLst>
                <a:ext uri="{FF2B5EF4-FFF2-40B4-BE49-F238E27FC236}">
                  <a16:creationId xmlns:a16="http://schemas.microsoft.com/office/drawing/2014/main" id="{FA795D4F-9056-000C-3706-DF8A648F4B09}"/>
                </a:ext>
              </a:extLst>
            </p:cNvPr>
            <p:cNvSpPr/>
            <p:nvPr/>
          </p:nvSpPr>
          <p:spPr>
            <a:xfrm>
              <a:off x="976172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6" name="pg193">
              <a:extLst>
                <a:ext uri="{FF2B5EF4-FFF2-40B4-BE49-F238E27FC236}">
                  <a16:creationId xmlns:a16="http://schemas.microsoft.com/office/drawing/2014/main" id="{FB524C91-5134-4B87-62E6-5097F654A27C}"/>
                </a:ext>
              </a:extLst>
            </p:cNvPr>
            <p:cNvSpPr/>
            <p:nvPr/>
          </p:nvSpPr>
          <p:spPr>
            <a:xfrm>
              <a:off x="837012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7" name="pg194">
              <a:extLst>
                <a:ext uri="{FF2B5EF4-FFF2-40B4-BE49-F238E27FC236}">
                  <a16:creationId xmlns:a16="http://schemas.microsoft.com/office/drawing/2014/main" id="{731C16D7-421B-B547-9C49-39AAB9E22E81}"/>
                </a:ext>
              </a:extLst>
            </p:cNvPr>
            <p:cNvSpPr/>
            <p:nvPr/>
          </p:nvSpPr>
          <p:spPr>
            <a:xfrm>
              <a:off x="837058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8" name="pg195">
              <a:extLst>
                <a:ext uri="{FF2B5EF4-FFF2-40B4-BE49-F238E27FC236}">
                  <a16:creationId xmlns:a16="http://schemas.microsoft.com/office/drawing/2014/main" id="{047F0E22-9A1C-4565-F77C-8AEB64FA965D}"/>
                </a:ext>
              </a:extLst>
            </p:cNvPr>
            <p:cNvSpPr/>
            <p:nvPr/>
          </p:nvSpPr>
          <p:spPr>
            <a:xfrm>
              <a:off x="838950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89" name="pg196">
              <a:extLst>
                <a:ext uri="{FF2B5EF4-FFF2-40B4-BE49-F238E27FC236}">
                  <a16:creationId xmlns:a16="http://schemas.microsoft.com/office/drawing/2014/main" id="{9287A169-75CB-DBCC-5020-EF709A9455CA}"/>
                </a:ext>
              </a:extLst>
            </p:cNvPr>
            <p:cNvSpPr/>
            <p:nvPr/>
          </p:nvSpPr>
          <p:spPr>
            <a:xfrm>
              <a:off x="1038880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0" name="pg197">
              <a:extLst>
                <a:ext uri="{FF2B5EF4-FFF2-40B4-BE49-F238E27FC236}">
                  <a16:creationId xmlns:a16="http://schemas.microsoft.com/office/drawing/2014/main" id="{98F22BF9-EE44-3B5A-6E47-B6EEF008A6B7}"/>
                </a:ext>
              </a:extLst>
            </p:cNvPr>
            <p:cNvSpPr/>
            <p:nvPr/>
          </p:nvSpPr>
          <p:spPr>
            <a:xfrm>
              <a:off x="7906798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1" name="pg198">
              <a:extLst>
                <a:ext uri="{FF2B5EF4-FFF2-40B4-BE49-F238E27FC236}">
                  <a16:creationId xmlns:a16="http://schemas.microsoft.com/office/drawing/2014/main" id="{DC37C163-9C2A-2F1D-14FF-A702A32BC239}"/>
                </a:ext>
              </a:extLst>
            </p:cNvPr>
            <p:cNvSpPr/>
            <p:nvPr/>
          </p:nvSpPr>
          <p:spPr>
            <a:xfrm>
              <a:off x="817557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2" name="pg199">
              <a:extLst>
                <a:ext uri="{FF2B5EF4-FFF2-40B4-BE49-F238E27FC236}">
                  <a16:creationId xmlns:a16="http://schemas.microsoft.com/office/drawing/2014/main" id="{206A1EB3-F447-004E-70B2-D255225BE53F}"/>
                </a:ext>
              </a:extLst>
            </p:cNvPr>
            <p:cNvSpPr/>
            <p:nvPr/>
          </p:nvSpPr>
          <p:spPr>
            <a:xfrm>
              <a:off x="9761851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3" name="pg200">
              <a:extLst>
                <a:ext uri="{FF2B5EF4-FFF2-40B4-BE49-F238E27FC236}">
                  <a16:creationId xmlns:a16="http://schemas.microsoft.com/office/drawing/2014/main" id="{E75D1DFD-B77C-5311-1080-070E8076C2D5}"/>
                </a:ext>
              </a:extLst>
            </p:cNvPr>
            <p:cNvSpPr/>
            <p:nvPr/>
          </p:nvSpPr>
          <p:spPr>
            <a:xfrm>
              <a:off x="9681612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4" name="pg201">
              <a:extLst>
                <a:ext uri="{FF2B5EF4-FFF2-40B4-BE49-F238E27FC236}">
                  <a16:creationId xmlns:a16="http://schemas.microsoft.com/office/drawing/2014/main" id="{F6D6E73F-961B-BDDA-9BC9-E6989E0473F6}"/>
                </a:ext>
              </a:extLst>
            </p:cNvPr>
            <p:cNvSpPr/>
            <p:nvPr/>
          </p:nvSpPr>
          <p:spPr>
            <a:xfrm>
              <a:off x="796245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5" name="pg202">
              <a:extLst>
                <a:ext uri="{FF2B5EF4-FFF2-40B4-BE49-F238E27FC236}">
                  <a16:creationId xmlns:a16="http://schemas.microsoft.com/office/drawing/2014/main" id="{3D57768A-4B74-751F-8A47-4F1927EE396D}"/>
                </a:ext>
              </a:extLst>
            </p:cNvPr>
            <p:cNvSpPr/>
            <p:nvPr/>
          </p:nvSpPr>
          <p:spPr>
            <a:xfrm>
              <a:off x="9858313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6" name="pg203">
              <a:extLst>
                <a:ext uri="{FF2B5EF4-FFF2-40B4-BE49-F238E27FC236}">
                  <a16:creationId xmlns:a16="http://schemas.microsoft.com/office/drawing/2014/main" id="{DDBE269B-422B-0195-D843-FAD3525263F8}"/>
                </a:ext>
              </a:extLst>
            </p:cNvPr>
            <p:cNvSpPr/>
            <p:nvPr/>
          </p:nvSpPr>
          <p:spPr>
            <a:xfrm>
              <a:off x="795264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7" name="pg204">
              <a:extLst>
                <a:ext uri="{FF2B5EF4-FFF2-40B4-BE49-F238E27FC236}">
                  <a16:creationId xmlns:a16="http://schemas.microsoft.com/office/drawing/2014/main" id="{4C619197-52DC-F474-83A5-40F4836F5381}"/>
                </a:ext>
              </a:extLst>
            </p:cNvPr>
            <p:cNvSpPr/>
            <p:nvPr/>
          </p:nvSpPr>
          <p:spPr>
            <a:xfrm>
              <a:off x="10388805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8" name="pg205">
              <a:extLst>
                <a:ext uri="{FF2B5EF4-FFF2-40B4-BE49-F238E27FC236}">
                  <a16:creationId xmlns:a16="http://schemas.microsoft.com/office/drawing/2014/main" id="{AA49FBEF-DF06-CA66-5D2B-BAA3404E2626}"/>
                </a:ext>
              </a:extLst>
            </p:cNvPr>
            <p:cNvSpPr/>
            <p:nvPr/>
          </p:nvSpPr>
          <p:spPr>
            <a:xfrm>
              <a:off x="9792437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99" name="pg206">
              <a:extLst>
                <a:ext uri="{FF2B5EF4-FFF2-40B4-BE49-F238E27FC236}">
                  <a16:creationId xmlns:a16="http://schemas.microsoft.com/office/drawing/2014/main" id="{4939764A-356F-7FB3-7E8F-F8D2EB113813}"/>
                </a:ext>
              </a:extLst>
            </p:cNvPr>
            <p:cNvSpPr/>
            <p:nvPr/>
          </p:nvSpPr>
          <p:spPr>
            <a:xfrm>
              <a:off x="9794094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0" name="pg207">
              <a:extLst>
                <a:ext uri="{FF2B5EF4-FFF2-40B4-BE49-F238E27FC236}">
                  <a16:creationId xmlns:a16="http://schemas.microsoft.com/office/drawing/2014/main" id="{6455BC6C-3F72-0D64-7175-783AF36DF5C9}"/>
                </a:ext>
              </a:extLst>
            </p:cNvPr>
            <p:cNvSpPr/>
            <p:nvPr/>
          </p:nvSpPr>
          <p:spPr>
            <a:xfrm>
              <a:off x="9860210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1" name="pg208">
              <a:extLst>
                <a:ext uri="{FF2B5EF4-FFF2-40B4-BE49-F238E27FC236}">
                  <a16:creationId xmlns:a16="http://schemas.microsoft.com/office/drawing/2014/main" id="{A920AFE6-D0E6-B8BA-EF24-3982F04ABD0A}"/>
                </a:ext>
              </a:extLst>
            </p:cNvPr>
            <p:cNvSpPr/>
            <p:nvPr/>
          </p:nvSpPr>
          <p:spPr>
            <a:xfrm>
              <a:off x="7908849" y="570715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2" name="pl209">
              <a:extLst>
                <a:ext uri="{FF2B5EF4-FFF2-40B4-BE49-F238E27FC236}">
                  <a16:creationId xmlns:a16="http://schemas.microsoft.com/office/drawing/2014/main" id="{E8E85D58-34FE-9A42-6402-861164E65181}"/>
                </a:ext>
              </a:extLst>
            </p:cNvPr>
            <p:cNvSpPr/>
            <p:nvPr/>
          </p:nvSpPr>
          <p:spPr>
            <a:xfrm>
              <a:off x="7957322" y="5777370"/>
              <a:ext cx="2492292" cy="0"/>
            </a:xfrm>
            <a:custGeom>
              <a:avLst/>
              <a:gdLst/>
              <a:ahLst/>
              <a:cxnLst/>
              <a:rect l="0" t="0" r="0" b="0"/>
              <a:pathLst>
                <a:path w="2492292">
                  <a:moveTo>
                    <a:pt x="0" y="0"/>
                  </a:moveTo>
                  <a:lnTo>
                    <a:pt x="31548" y="0"/>
                  </a:lnTo>
                  <a:lnTo>
                    <a:pt x="63096" y="0"/>
                  </a:lnTo>
                  <a:lnTo>
                    <a:pt x="94644" y="0"/>
                  </a:lnTo>
                  <a:lnTo>
                    <a:pt x="126192" y="0"/>
                  </a:lnTo>
                  <a:lnTo>
                    <a:pt x="157740" y="0"/>
                  </a:lnTo>
                  <a:lnTo>
                    <a:pt x="189288" y="0"/>
                  </a:lnTo>
                  <a:lnTo>
                    <a:pt x="220836" y="0"/>
                  </a:lnTo>
                  <a:lnTo>
                    <a:pt x="252384" y="0"/>
                  </a:lnTo>
                  <a:lnTo>
                    <a:pt x="283932" y="0"/>
                  </a:lnTo>
                  <a:lnTo>
                    <a:pt x="315480" y="0"/>
                  </a:lnTo>
                  <a:lnTo>
                    <a:pt x="347028" y="0"/>
                  </a:lnTo>
                  <a:lnTo>
                    <a:pt x="378576" y="0"/>
                  </a:lnTo>
                  <a:lnTo>
                    <a:pt x="410124" y="0"/>
                  </a:lnTo>
                  <a:lnTo>
                    <a:pt x="441672" y="0"/>
                  </a:lnTo>
                  <a:lnTo>
                    <a:pt x="473220" y="0"/>
                  </a:lnTo>
                  <a:lnTo>
                    <a:pt x="504768" y="0"/>
                  </a:lnTo>
                  <a:lnTo>
                    <a:pt x="536316" y="0"/>
                  </a:lnTo>
                  <a:lnTo>
                    <a:pt x="567864" y="0"/>
                  </a:lnTo>
                  <a:lnTo>
                    <a:pt x="599412" y="0"/>
                  </a:lnTo>
                  <a:lnTo>
                    <a:pt x="630960" y="0"/>
                  </a:lnTo>
                  <a:lnTo>
                    <a:pt x="662508" y="0"/>
                  </a:lnTo>
                  <a:lnTo>
                    <a:pt x="694056" y="0"/>
                  </a:lnTo>
                  <a:lnTo>
                    <a:pt x="725604" y="0"/>
                  </a:lnTo>
                  <a:lnTo>
                    <a:pt x="757152" y="0"/>
                  </a:lnTo>
                  <a:lnTo>
                    <a:pt x="788700" y="0"/>
                  </a:lnTo>
                  <a:lnTo>
                    <a:pt x="820248" y="0"/>
                  </a:lnTo>
                  <a:lnTo>
                    <a:pt x="851796" y="0"/>
                  </a:lnTo>
                  <a:lnTo>
                    <a:pt x="883344" y="0"/>
                  </a:lnTo>
                  <a:lnTo>
                    <a:pt x="914892" y="0"/>
                  </a:lnTo>
                  <a:lnTo>
                    <a:pt x="946440" y="0"/>
                  </a:lnTo>
                  <a:lnTo>
                    <a:pt x="977988" y="0"/>
                  </a:lnTo>
                  <a:lnTo>
                    <a:pt x="1009536" y="0"/>
                  </a:lnTo>
                  <a:lnTo>
                    <a:pt x="1041084" y="0"/>
                  </a:lnTo>
                  <a:lnTo>
                    <a:pt x="1072632" y="0"/>
                  </a:lnTo>
                  <a:lnTo>
                    <a:pt x="1104180" y="0"/>
                  </a:lnTo>
                  <a:lnTo>
                    <a:pt x="1135728" y="0"/>
                  </a:lnTo>
                  <a:lnTo>
                    <a:pt x="1167276" y="0"/>
                  </a:lnTo>
                  <a:lnTo>
                    <a:pt x="1198824" y="0"/>
                  </a:lnTo>
                  <a:lnTo>
                    <a:pt x="1230372" y="0"/>
                  </a:lnTo>
                  <a:lnTo>
                    <a:pt x="1261920" y="0"/>
                  </a:lnTo>
                  <a:lnTo>
                    <a:pt x="1293468" y="0"/>
                  </a:lnTo>
                  <a:lnTo>
                    <a:pt x="1325016" y="0"/>
                  </a:lnTo>
                  <a:lnTo>
                    <a:pt x="1356564" y="0"/>
                  </a:lnTo>
                  <a:lnTo>
                    <a:pt x="1388112" y="0"/>
                  </a:lnTo>
                  <a:lnTo>
                    <a:pt x="1419660" y="0"/>
                  </a:lnTo>
                  <a:lnTo>
                    <a:pt x="1451208" y="0"/>
                  </a:lnTo>
                  <a:lnTo>
                    <a:pt x="1482756" y="0"/>
                  </a:lnTo>
                  <a:lnTo>
                    <a:pt x="1514304" y="0"/>
                  </a:lnTo>
                  <a:lnTo>
                    <a:pt x="1545852" y="0"/>
                  </a:lnTo>
                  <a:lnTo>
                    <a:pt x="1577400" y="0"/>
                  </a:lnTo>
                  <a:lnTo>
                    <a:pt x="1608948" y="0"/>
                  </a:lnTo>
                  <a:lnTo>
                    <a:pt x="1640496" y="0"/>
                  </a:lnTo>
                  <a:lnTo>
                    <a:pt x="1672044" y="0"/>
                  </a:lnTo>
                  <a:lnTo>
                    <a:pt x="1703592" y="0"/>
                  </a:lnTo>
                  <a:lnTo>
                    <a:pt x="1735140" y="0"/>
                  </a:lnTo>
                  <a:lnTo>
                    <a:pt x="1766688" y="0"/>
                  </a:lnTo>
                  <a:lnTo>
                    <a:pt x="1798236" y="0"/>
                  </a:lnTo>
                  <a:lnTo>
                    <a:pt x="1829784" y="0"/>
                  </a:lnTo>
                  <a:lnTo>
                    <a:pt x="1861332" y="0"/>
                  </a:lnTo>
                  <a:lnTo>
                    <a:pt x="1892880" y="0"/>
                  </a:lnTo>
                  <a:lnTo>
                    <a:pt x="1924428" y="0"/>
                  </a:lnTo>
                  <a:lnTo>
                    <a:pt x="1955976" y="0"/>
                  </a:lnTo>
                  <a:lnTo>
                    <a:pt x="1987524" y="0"/>
                  </a:lnTo>
                  <a:lnTo>
                    <a:pt x="2019072" y="0"/>
                  </a:lnTo>
                  <a:lnTo>
                    <a:pt x="2050620" y="0"/>
                  </a:lnTo>
                  <a:lnTo>
                    <a:pt x="2082168" y="0"/>
                  </a:lnTo>
                  <a:lnTo>
                    <a:pt x="2113716" y="0"/>
                  </a:lnTo>
                  <a:lnTo>
                    <a:pt x="2145264" y="0"/>
                  </a:lnTo>
                  <a:lnTo>
                    <a:pt x="2176812" y="0"/>
                  </a:lnTo>
                  <a:lnTo>
                    <a:pt x="2208360" y="0"/>
                  </a:lnTo>
                  <a:lnTo>
                    <a:pt x="2239908" y="0"/>
                  </a:lnTo>
                  <a:lnTo>
                    <a:pt x="2271456" y="0"/>
                  </a:lnTo>
                  <a:lnTo>
                    <a:pt x="2303004" y="0"/>
                  </a:lnTo>
                  <a:lnTo>
                    <a:pt x="2334552" y="0"/>
                  </a:lnTo>
                  <a:lnTo>
                    <a:pt x="2366100" y="0"/>
                  </a:lnTo>
                  <a:lnTo>
                    <a:pt x="2397648" y="0"/>
                  </a:lnTo>
                  <a:lnTo>
                    <a:pt x="2429196" y="0"/>
                  </a:lnTo>
                  <a:lnTo>
                    <a:pt x="2460744" y="0"/>
                  </a:lnTo>
                  <a:lnTo>
                    <a:pt x="2492292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3" name="pl210">
              <a:extLst>
                <a:ext uri="{FF2B5EF4-FFF2-40B4-BE49-F238E27FC236}">
                  <a16:creationId xmlns:a16="http://schemas.microsoft.com/office/drawing/2014/main" id="{3B9FED8A-ABA4-BACB-5C19-9D6E3A721810}"/>
                </a:ext>
              </a:extLst>
            </p:cNvPr>
            <p:cNvSpPr/>
            <p:nvPr/>
          </p:nvSpPr>
          <p:spPr>
            <a:xfrm>
              <a:off x="8460804" y="5920582"/>
              <a:ext cx="2346942" cy="2130602"/>
            </a:xfrm>
            <a:custGeom>
              <a:avLst/>
              <a:gdLst/>
              <a:ahLst/>
              <a:cxnLst/>
              <a:rect l="0" t="0" r="0" b="0"/>
              <a:pathLst>
                <a:path w="2346942" h="2130602">
                  <a:moveTo>
                    <a:pt x="0" y="0"/>
                  </a:moveTo>
                  <a:lnTo>
                    <a:pt x="29708" y="8793"/>
                  </a:lnTo>
                  <a:lnTo>
                    <a:pt x="59416" y="18090"/>
                  </a:lnTo>
                  <a:lnTo>
                    <a:pt x="89124" y="27914"/>
                  </a:lnTo>
                  <a:lnTo>
                    <a:pt x="118832" y="38291"/>
                  </a:lnTo>
                  <a:lnTo>
                    <a:pt x="148540" y="49246"/>
                  </a:lnTo>
                  <a:lnTo>
                    <a:pt x="178248" y="60804"/>
                  </a:lnTo>
                  <a:lnTo>
                    <a:pt x="207956" y="72993"/>
                  </a:lnTo>
                  <a:lnTo>
                    <a:pt x="237665" y="85838"/>
                  </a:lnTo>
                  <a:lnTo>
                    <a:pt x="267373" y="99366"/>
                  </a:lnTo>
                  <a:lnTo>
                    <a:pt x="297081" y="113604"/>
                  </a:lnTo>
                  <a:lnTo>
                    <a:pt x="326789" y="128578"/>
                  </a:lnTo>
                  <a:lnTo>
                    <a:pt x="356497" y="144315"/>
                  </a:lnTo>
                  <a:lnTo>
                    <a:pt x="386205" y="160840"/>
                  </a:lnTo>
                  <a:lnTo>
                    <a:pt x="415913" y="178179"/>
                  </a:lnTo>
                  <a:lnTo>
                    <a:pt x="445621" y="196355"/>
                  </a:lnTo>
                  <a:lnTo>
                    <a:pt x="475330" y="215393"/>
                  </a:lnTo>
                  <a:lnTo>
                    <a:pt x="505038" y="235314"/>
                  </a:lnTo>
                  <a:lnTo>
                    <a:pt x="534746" y="256137"/>
                  </a:lnTo>
                  <a:lnTo>
                    <a:pt x="564454" y="277882"/>
                  </a:lnTo>
                  <a:lnTo>
                    <a:pt x="594162" y="300564"/>
                  </a:lnTo>
                  <a:lnTo>
                    <a:pt x="623870" y="324197"/>
                  </a:lnTo>
                  <a:lnTo>
                    <a:pt x="653578" y="348792"/>
                  </a:lnTo>
                  <a:lnTo>
                    <a:pt x="683287" y="374356"/>
                  </a:lnTo>
                  <a:lnTo>
                    <a:pt x="712995" y="400894"/>
                  </a:lnTo>
                  <a:lnTo>
                    <a:pt x="742703" y="428405"/>
                  </a:lnTo>
                  <a:lnTo>
                    <a:pt x="772411" y="456887"/>
                  </a:lnTo>
                  <a:lnTo>
                    <a:pt x="802119" y="486332"/>
                  </a:lnTo>
                  <a:lnTo>
                    <a:pt x="831827" y="516728"/>
                  </a:lnTo>
                  <a:lnTo>
                    <a:pt x="861535" y="548057"/>
                  </a:lnTo>
                  <a:lnTo>
                    <a:pt x="891243" y="580297"/>
                  </a:lnTo>
                  <a:lnTo>
                    <a:pt x="920952" y="613422"/>
                  </a:lnTo>
                  <a:lnTo>
                    <a:pt x="950660" y="647400"/>
                  </a:lnTo>
                  <a:lnTo>
                    <a:pt x="980368" y="682194"/>
                  </a:lnTo>
                  <a:lnTo>
                    <a:pt x="1010076" y="717760"/>
                  </a:lnTo>
                  <a:lnTo>
                    <a:pt x="1039784" y="754051"/>
                  </a:lnTo>
                  <a:lnTo>
                    <a:pt x="1069492" y="791016"/>
                  </a:lnTo>
                  <a:lnTo>
                    <a:pt x="1099200" y="828597"/>
                  </a:lnTo>
                  <a:lnTo>
                    <a:pt x="1128908" y="866732"/>
                  </a:lnTo>
                  <a:lnTo>
                    <a:pt x="1158617" y="905357"/>
                  </a:lnTo>
                  <a:lnTo>
                    <a:pt x="1188325" y="944401"/>
                  </a:lnTo>
                  <a:lnTo>
                    <a:pt x="1218033" y="983792"/>
                  </a:lnTo>
                  <a:lnTo>
                    <a:pt x="1247741" y="1023455"/>
                  </a:lnTo>
                  <a:lnTo>
                    <a:pt x="1277449" y="1063314"/>
                  </a:lnTo>
                  <a:lnTo>
                    <a:pt x="1307157" y="1103288"/>
                  </a:lnTo>
                  <a:lnTo>
                    <a:pt x="1336865" y="1143298"/>
                  </a:lnTo>
                  <a:lnTo>
                    <a:pt x="1366574" y="1183265"/>
                  </a:lnTo>
                  <a:lnTo>
                    <a:pt x="1396282" y="1223109"/>
                  </a:lnTo>
                  <a:lnTo>
                    <a:pt x="1425990" y="1262750"/>
                  </a:lnTo>
                  <a:lnTo>
                    <a:pt x="1455698" y="1302112"/>
                  </a:lnTo>
                  <a:lnTo>
                    <a:pt x="1485406" y="1341120"/>
                  </a:lnTo>
                  <a:lnTo>
                    <a:pt x="1515114" y="1379701"/>
                  </a:lnTo>
                  <a:lnTo>
                    <a:pt x="1544822" y="1417787"/>
                  </a:lnTo>
                  <a:lnTo>
                    <a:pt x="1574530" y="1455313"/>
                  </a:lnTo>
                  <a:lnTo>
                    <a:pt x="1604239" y="1492217"/>
                  </a:lnTo>
                  <a:lnTo>
                    <a:pt x="1633947" y="1528443"/>
                  </a:lnTo>
                  <a:lnTo>
                    <a:pt x="1663655" y="1563939"/>
                  </a:lnTo>
                  <a:lnTo>
                    <a:pt x="1693363" y="1598657"/>
                  </a:lnTo>
                  <a:lnTo>
                    <a:pt x="1723071" y="1632557"/>
                  </a:lnTo>
                  <a:lnTo>
                    <a:pt x="1752779" y="1665600"/>
                  </a:lnTo>
                  <a:lnTo>
                    <a:pt x="1782487" y="1697757"/>
                  </a:lnTo>
                  <a:lnTo>
                    <a:pt x="1812195" y="1728999"/>
                  </a:lnTo>
                  <a:lnTo>
                    <a:pt x="1841904" y="1759306"/>
                  </a:lnTo>
                  <a:lnTo>
                    <a:pt x="1871612" y="1788662"/>
                  </a:lnTo>
                  <a:lnTo>
                    <a:pt x="1901320" y="1817053"/>
                  </a:lnTo>
                  <a:lnTo>
                    <a:pt x="1931028" y="1844474"/>
                  </a:lnTo>
                  <a:lnTo>
                    <a:pt x="1960736" y="1870920"/>
                  </a:lnTo>
                  <a:lnTo>
                    <a:pt x="1990444" y="1896393"/>
                  </a:lnTo>
                  <a:lnTo>
                    <a:pt x="2020152" y="1920897"/>
                  </a:lnTo>
                  <a:lnTo>
                    <a:pt x="2049861" y="1944441"/>
                  </a:lnTo>
                  <a:lnTo>
                    <a:pt x="2079569" y="1967035"/>
                  </a:lnTo>
                  <a:lnTo>
                    <a:pt x="2109277" y="1988692"/>
                  </a:lnTo>
                  <a:lnTo>
                    <a:pt x="2138985" y="2009431"/>
                  </a:lnTo>
                  <a:lnTo>
                    <a:pt x="2168693" y="2029268"/>
                  </a:lnTo>
                  <a:lnTo>
                    <a:pt x="2198401" y="2048224"/>
                  </a:lnTo>
                  <a:lnTo>
                    <a:pt x="2228109" y="2066321"/>
                  </a:lnTo>
                  <a:lnTo>
                    <a:pt x="2257817" y="2083583"/>
                  </a:lnTo>
                  <a:lnTo>
                    <a:pt x="2287526" y="2100033"/>
                  </a:lnTo>
                  <a:lnTo>
                    <a:pt x="2317234" y="2115698"/>
                  </a:lnTo>
                  <a:lnTo>
                    <a:pt x="2346942" y="2130602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4" name="pl211">
              <a:extLst>
                <a:ext uri="{FF2B5EF4-FFF2-40B4-BE49-F238E27FC236}">
                  <a16:creationId xmlns:a16="http://schemas.microsoft.com/office/drawing/2014/main" id="{DA6F0910-ED7C-57A5-7AC7-CEC798577F51}"/>
                </a:ext>
              </a:extLst>
            </p:cNvPr>
            <p:cNvSpPr/>
            <p:nvPr/>
          </p:nvSpPr>
          <p:spPr>
            <a:xfrm>
              <a:off x="8491880" y="6053623"/>
              <a:ext cx="2183940" cy="715233"/>
            </a:xfrm>
            <a:custGeom>
              <a:avLst/>
              <a:gdLst/>
              <a:ahLst/>
              <a:cxnLst/>
              <a:rect l="0" t="0" r="0" b="0"/>
              <a:pathLst>
                <a:path w="2183940" h="715233">
                  <a:moveTo>
                    <a:pt x="0" y="0"/>
                  </a:moveTo>
                  <a:lnTo>
                    <a:pt x="27644" y="5212"/>
                  </a:lnTo>
                  <a:lnTo>
                    <a:pt x="55289" y="10511"/>
                  </a:lnTo>
                  <a:lnTo>
                    <a:pt x="82934" y="15896"/>
                  </a:lnTo>
                  <a:lnTo>
                    <a:pt x="110579" y="21370"/>
                  </a:lnTo>
                  <a:lnTo>
                    <a:pt x="138224" y="26931"/>
                  </a:lnTo>
                  <a:lnTo>
                    <a:pt x="165868" y="32583"/>
                  </a:lnTo>
                  <a:lnTo>
                    <a:pt x="193513" y="38325"/>
                  </a:lnTo>
                  <a:lnTo>
                    <a:pt x="221158" y="44158"/>
                  </a:lnTo>
                  <a:lnTo>
                    <a:pt x="248803" y="50083"/>
                  </a:lnTo>
                  <a:lnTo>
                    <a:pt x="276448" y="56102"/>
                  </a:lnTo>
                  <a:lnTo>
                    <a:pt x="304092" y="62214"/>
                  </a:lnTo>
                  <a:lnTo>
                    <a:pt x="331737" y="68421"/>
                  </a:lnTo>
                  <a:lnTo>
                    <a:pt x="359382" y="74724"/>
                  </a:lnTo>
                  <a:lnTo>
                    <a:pt x="387027" y="81123"/>
                  </a:lnTo>
                  <a:lnTo>
                    <a:pt x="414672" y="87620"/>
                  </a:lnTo>
                  <a:lnTo>
                    <a:pt x="442317" y="94214"/>
                  </a:lnTo>
                  <a:lnTo>
                    <a:pt x="469961" y="100907"/>
                  </a:lnTo>
                  <a:lnTo>
                    <a:pt x="497606" y="107699"/>
                  </a:lnTo>
                  <a:lnTo>
                    <a:pt x="525251" y="114592"/>
                  </a:lnTo>
                  <a:lnTo>
                    <a:pt x="552896" y="121585"/>
                  </a:lnTo>
                  <a:lnTo>
                    <a:pt x="580541" y="128680"/>
                  </a:lnTo>
                  <a:lnTo>
                    <a:pt x="608185" y="135877"/>
                  </a:lnTo>
                  <a:lnTo>
                    <a:pt x="635830" y="143176"/>
                  </a:lnTo>
                  <a:lnTo>
                    <a:pt x="663475" y="150579"/>
                  </a:lnTo>
                  <a:lnTo>
                    <a:pt x="691120" y="158086"/>
                  </a:lnTo>
                  <a:lnTo>
                    <a:pt x="718765" y="165696"/>
                  </a:lnTo>
                  <a:lnTo>
                    <a:pt x="746410" y="173412"/>
                  </a:lnTo>
                  <a:lnTo>
                    <a:pt x="774054" y="181232"/>
                  </a:lnTo>
                  <a:lnTo>
                    <a:pt x="801699" y="189159"/>
                  </a:lnTo>
                  <a:lnTo>
                    <a:pt x="829344" y="197191"/>
                  </a:lnTo>
                  <a:lnTo>
                    <a:pt x="856989" y="205329"/>
                  </a:lnTo>
                  <a:lnTo>
                    <a:pt x="884634" y="213574"/>
                  </a:lnTo>
                  <a:lnTo>
                    <a:pt x="912278" y="221926"/>
                  </a:lnTo>
                  <a:lnTo>
                    <a:pt x="939923" y="230385"/>
                  </a:lnTo>
                  <a:lnTo>
                    <a:pt x="967568" y="238951"/>
                  </a:lnTo>
                  <a:lnTo>
                    <a:pt x="995213" y="247624"/>
                  </a:lnTo>
                  <a:lnTo>
                    <a:pt x="1022858" y="256405"/>
                  </a:lnTo>
                  <a:lnTo>
                    <a:pt x="1050502" y="265293"/>
                  </a:lnTo>
                  <a:lnTo>
                    <a:pt x="1078147" y="274289"/>
                  </a:lnTo>
                  <a:lnTo>
                    <a:pt x="1105792" y="283392"/>
                  </a:lnTo>
                  <a:lnTo>
                    <a:pt x="1133437" y="292602"/>
                  </a:lnTo>
                  <a:lnTo>
                    <a:pt x="1161082" y="301919"/>
                  </a:lnTo>
                  <a:lnTo>
                    <a:pt x="1188727" y="311343"/>
                  </a:lnTo>
                  <a:lnTo>
                    <a:pt x="1216371" y="320874"/>
                  </a:lnTo>
                  <a:lnTo>
                    <a:pt x="1244016" y="330511"/>
                  </a:lnTo>
                  <a:lnTo>
                    <a:pt x="1271661" y="340254"/>
                  </a:lnTo>
                  <a:lnTo>
                    <a:pt x="1299306" y="350102"/>
                  </a:lnTo>
                  <a:lnTo>
                    <a:pt x="1326951" y="360056"/>
                  </a:lnTo>
                  <a:lnTo>
                    <a:pt x="1354595" y="370114"/>
                  </a:lnTo>
                  <a:lnTo>
                    <a:pt x="1382240" y="380275"/>
                  </a:lnTo>
                  <a:lnTo>
                    <a:pt x="1409885" y="390540"/>
                  </a:lnTo>
                  <a:lnTo>
                    <a:pt x="1437530" y="400907"/>
                  </a:lnTo>
                  <a:lnTo>
                    <a:pt x="1465175" y="411376"/>
                  </a:lnTo>
                  <a:lnTo>
                    <a:pt x="1492820" y="421946"/>
                  </a:lnTo>
                  <a:lnTo>
                    <a:pt x="1520464" y="432616"/>
                  </a:lnTo>
                  <a:lnTo>
                    <a:pt x="1548109" y="443385"/>
                  </a:lnTo>
                  <a:lnTo>
                    <a:pt x="1575754" y="454251"/>
                  </a:lnTo>
                  <a:lnTo>
                    <a:pt x="1603399" y="465215"/>
                  </a:lnTo>
                  <a:lnTo>
                    <a:pt x="1631044" y="476274"/>
                  </a:lnTo>
                  <a:lnTo>
                    <a:pt x="1658688" y="487428"/>
                  </a:lnTo>
                  <a:lnTo>
                    <a:pt x="1686333" y="498675"/>
                  </a:lnTo>
                  <a:lnTo>
                    <a:pt x="1713978" y="510014"/>
                  </a:lnTo>
                  <a:lnTo>
                    <a:pt x="1741623" y="521443"/>
                  </a:lnTo>
                  <a:lnTo>
                    <a:pt x="1769268" y="532961"/>
                  </a:lnTo>
                  <a:lnTo>
                    <a:pt x="1796913" y="544567"/>
                  </a:lnTo>
                  <a:lnTo>
                    <a:pt x="1824557" y="556259"/>
                  </a:lnTo>
                  <a:lnTo>
                    <a:pt x="1852202" y="568034"/>
                  </a:lnTo>
                  <a:lnTo>
                    <a:pt x="1879847" y="579893"/>
                  </a:lnTo>
                  <a:lnTo>
                    <a:pt x="1907492" y="591832"/>
                  </a:lnTo>
                  <a:lnTo>
                    <a:pt x="1935137" y="603850"/>
                  </a:lnTo>
                  <a:lnTo>
                    <a:pt x="1962781" y="615945"/>
                  </a:lnTo>
                  <a:lnTo>
                    <a:pt x="1990426" y="628115"/>
                  </a:lnTo>
                  <a:lnTo>
                    <a:pt x="2018071" y="640359"/>
                  </a:lnTo>
                  <a:lnTo>
                    <a:pt x="2045716" y="652673"/>
                  </a:lnTo>
                  <a:lnTo>
                    <a:pt x="2073361" y="665056"/>
                  </a:lnTo>
                  <a:lnTo>
                    <a:pt x="2101005" y="677506"/>
                  </a:lnTo>
                  <a:lnTo>
                    <a:pt x="2128650" y="690020"/>
                  </a:lnTo>
                  <a:lnTo>
                    <a:pt x="2156295" y="702596"/>
                  </a:lnTo>
                  <a:lnTo>
                    <a:pt x="2183940" y="715233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5" name="pl212">
              <a:extLst>
                <a:ext uri="{FF2B5EF4-FFF2-40B4-BE49-F238E27FC236}">
                  <a16:creationId xmlns:a16="http://schemas.microsoft.com/office/drawing/2014/main" id="{7C1EA83F-0934-E29F-B00A-17D1F8ECD8D2}"/>
                </a:ext>
              </a:extLst>
            </p:cNvPr>
            <p:cNvSpPr/>
            <p:nvPr/>
          </p:nvSpPr>
          <p:spPr>
            <a:xfrm>
              <a:off x="8535625" y="5866281"/>
              <a:ext cx="2077506" cy="1397385"/>
            </a:xfrm>
            <a:custGeom>
              <a:avLst/>
              <a:gdLst/>
              <a:ahLst/>
              <a:cxnLst/>
              <a:rect l="0" t="0" r="0" b="0"/>
              <a:pathLst>
                <a:path w="2077506" h="1397385">
                  <a:moveTo>
                    <a:pt x="0" y="0"/>
                  </a:moveTo>
                  <a:lnTo>
                    <a:pt x="26297" y="4068"/>
                  </a:lnTo>
                  <a:lnTo>
                    <a:pt x="52595" y="8315"/>
                  </a:lnTo>
                  <a:lnTo>
                    <a:pt x="78892" y="12748"/>
                  </a:lnTo>
                  <a:lnTo>
                    <a:pt x="105190" y="17375"/>
                  </a:lnTo>
                  <a:lnTo>
                    <a:pt x="131487" y="22202"/>
                  </a:lnTo>
                  <a:lnTo>
                    <a:pt x="157785" y="27238"/>
                  </a:lnTo>
                  <a:lnTo>
                    <a:pt x="184082" y="32491"/>
                  </a:lnTo>
                  <a:lnTo>
                    <a:pt x="210380" y="37969"/>
                  </a:lnTo>
                  <a:lnTo>
                    <a:pt x="236678" y="43680"/>
                  </a:lnTo>
                  <a:lnTo>
                    <a:pt x="262975" y="49634"/>
                  </a:lnTo>
                  <a:lnTo>
                    <a:pt x="289273" y="55839"/>
                  </a:lnTo>
                  <a:lnTo>
                    <a:pt x="315570" y="62304"/>
                  </a:lnTo>
                  <a:lnTo>
                    <a:pt x="341868" y="69039"/>
                  </a:lnTo>
                  <a:lnTo>
                    <a:pt x="368165" y="76053"/>
                  </a:lnTo>
                  <a:lnTo>
                    <a:pt x="394463" y="83356"/>
                  </a:lnTo>
                  <a:lnTo>
                    <a:pt x="420760" y="90958"/>
                  </a:lnTo>
                  <a:lnTo>
                    <a:pt x="447058" y="98868"/>
                  </a:lnTo>
                  <a:lnTo>
                    <a:pt x="473356" y="107097"/>
                  </a:lnTo>
                  <a:lnTo>
                    <a:pt x="499653" y="115655"/>
                  </a:lnTo>
                  <a:lnTo>
                    <a:pt x="525951" y="124553"/>
                  </a:lnTo>
                  <a:lnTo>
                    <a:pt x="552248" y="133801"/>
                  </a:lnTo>
                  <a:lnTo>
                    <a:pt x="578546" y="143409"/>
                  </a:lnTo>
                  <a:lnTo>
                    <a:pt x="604843" y="153388"/>
                  </a:lnTo>
                  <a:lnTo>
                    <a:pt x="631141" y="163749"/>
                  </a:lnTo>
                  <a:lnTo>
                    <a:pt x="657438" y="174501"/>
                  </a:lnTo>
                  <a:lnTo>
                    <a:pt x="683736" y="185656"/>
                  </a:lnTo>
                  <a:lnTo>
                    <a:pt x="710034" y="197224"/>
                  </a:lnTo>
                  <a:lnTo>
                    <a:pt x="736331" y="209215"/>
                  </a:lnTo>
                  <a:lnTo>
                    <a:pt x="762629" y="221638"/>
                  </a:lnTo>
                  <a:lnTo>
                    <a:pt x="788926" y="234504"/>
                  </a:lnTo>
                  <a:lnTo>
                    <a:pt x="815224" y="247823"/>
                  </a:lnTo>
                  <a:lnTo>
                    <a:pt x="841521" y="261603"/>
                  </a:lnTo>
                  <a:lnTo>
                    <a:pt x="867819" y="275852"/>
                  </a:lnTo>
                  <a:lnTo>
                    <a:pt x="894116" y="290580"/>
                  </a:lnTo>
                  <a:lnTo>
                    <a:pt x="920414" y="305795"/>
                  </a:lnTo>
                  <a:lnTo>
                    <a:pt x="946712" y="321503"/>
                  </a:lnTo>
                  <a:lnTo>
                    <a:pt x="973009" y="337711"/>
                  </a:lnTo>
                  <a:lnTo>
                    <a:pt x="999307" y="354425"/>
                  </a:lnTo>
                  <a:lnTo>
                    <a:pt x="1025604" y="371651"/>
                  </a:lnTo>
                  <a:lnTo>
                    <a:pt x="1051902" y="389392"/>
                  </a:lnTo>
                  <a:lnTo>
                    <a:pt x="1078199" y="407653"/>
                  </a:lnTo>
                  <a:lnTo>
                    <a:pt x="1104497" y="426436"/>
                  </a:lnTo>
                  <a:lnTo>
                    <a:pt x="1130794" y="445743"/>
                  </a:lnTo>
                  <a:lnTo>
                    <a:pt x="1157092" y="465573"/>
                  </a:lnTo>
                  <a:lnTo>
                    <a:pt x="1183390" y="485927"/>
                  </a:lnTo>
                  <a:lnTo>
                    <a:pt x="1209687" y="506803"/>
                  </a:lnTo>
                  <a:lnTo>
                    <a:pt x="1235985" y="528198"/>
                  </a:lnTo>
                  <a:lnTo>
                    <a:pt x="1262282" y="550107"/>
                  </a:lnTo>
                  <a:lnTo>
                    <a:pt x="1288580" y="572525"/>
                  </a:lnTo>
                  <a:lnTo>
                    <a:pt x="1314877" y="595445"/>
                  </a:lnTo>
                  <a:lnTo>
                    <a:pt x="1341175" y="618858"/>
                  </a:lnTo>
                  <a:lnTo>
                    <a:pt x="1367472" y="642754"/>
                  </a:lnTo>
                  <a:lnTo>
                    <a:pt x="1393770" y="667122"/>
                  </a:lnTo>
                  <a:lnTo>
                    <a:pt x="1420068" y="691949"/>
                  </a:lnTo>
                  <a:lnTo>
                    <a:pt x="1446365" y="717221"/>
                  </a:lnTo>
                  <a:lnTo>
                    <a:pt x="1472663" y="742922"/>
                  </a:lnTo>
                  <a:lnTo>
                    <a:pt x="1498960" y="769034"/>
                  </a:lnTo>
                  <a:lnTo>
                    <a:pt x="1525258" y="795538"/>
                  </a:lnTo>
                  <a:lnTo>
                    <a:pt x="1551555" y="822415"/>
                  </a:lnTo>
                  <a:lnTo>
                    <a:pt x="1577853" y="849643"/>
                  </a:lnTo>
                  <a:lnTo>
                    <a:pt x="1604150" y="877198"/>
                  </a:lnTo>
                  <a:lnTo>
                    <a:pt x="1630448" y="905057"/>
                  </a:lnTo>
                  <a:lnTo>
                    <a:pt x="1656746" y="933194"/>
                  </a:lnTo>
                  <a:lnTo>
                    <a:pt x="1683043" y="961582"/>
                  </a:lnTo>
                  <a:lnTo>
                    <a:pt x="1709341" y="990195"/>
                  </a:lnTo>
                  <a:lnTo>
                    <a:pt x="1735638" y="1019003"/>
                  </a:lnTo>
                  <a:lnTo>
                    <a:pt x="1761936" y="1047977"/>
                  </a:lnTo>
                  <a:lnTo>
                    <a:pt x="1788233" y="1077087"/>
                  </a:lnTo>
                  <a:lnTo>
                    <a:pt x="1814531" y="1106302"/>
                  </a:lnTo>
                  <a:lnTo>
                    <a:pt x="1840828" y="1135592"/>
                  </a:lnTo>
                  <a:lnTo>
                    <a:pt x="1867126" y="1164926"/>
                  </a:lnTo>
                  <a:lnTo>
                    <a:pt x="1893424" y="1194271"/>
                  </a:lnTo>
                  <a:lnTo>
                    <a:pt x="1919721" y="1223596"/>
                  </a:lnTo>
                  <a:lnTo>
                    <a:pt x="1946019" y="1252869"/>
                  </a:lnTo>
                  <a:lnTo>
                    <a:pt x="1972316" y="1282060"/>
                  </a:lnTo>
                  <a:lnTo>
                    <a:pt x="1998614" y="1311137"/>
                  </a:lnTo>
                  <a:lnTo>
                    <a:pt x="2024911" y="1340070"/>
                  </a:lnTo>
                  <a:lnTo>
                    <a:pt x="2051209" y="1368829"/>
                  </a:lnTo>
                  <a:lnTo>
                    <a:pt x="2077506" y="1397385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6" name="pl213">
              <a:extLst>
                <a:ext uri="{FF2B5EF4-FFF2-40B4-BE49-F238E27FC236}">
                  <a16:creationId xmlns:a16="http://schemas.microsoft.com/office/drawing/2014/main" id="{4178E035-F983-595F-B3E3-86E0DC96CF2A}"/>
                </a:ext>
              </a:extLst>
            </p:cNvPr>
            <p:cNvSpPr/>
            <p:nvPr/>
          </p:nvSpPr>
          <p:spPr>
            <a:xfrm>
              <a:off x="7300763" y="7417805"/>
              <a:ext cx="3057073" cy="820257"/>
            </a:xfrm>
            <a:custGeom>
              <a:avLst/>
              <a:gdLst/>
              <a:ahLst/>
              <a:cxnLst/>
              <a:rect l="0" t="0" r="0" b="0"/>
              <a:pathLst>
                <a:path w="3057073" h="820257">
                  <a:moveTo>
                    <a:pt x="0" y="0"/>
                  </a:moveTo>
                  <a:lnTo>
                    <a:pt x="38697" y="21531"/>
                  </a:lnTo>
                  <a:lnTo>
                    <a:pt x="77394" y="42810"/>
                  </a:lnTo>
                  <a:lnTo>
                    <a:pt x="116091" y="63826"/>
                  </a:lnTo>
                  <a:lnTo>
                    <a:pt x="154788" y="84569"/>
                  </a:lnTo>
                  <a:lnTo>
                    <a:pt x="193485" y="105031"/>
                  </a:lnTo>
                  <a:lnTo>
                    <a:pt x="232182" y="125202"/>
                  </a:lnTo>
                  <a:lnTo>
                    <a:pt x="270879" y="145076"/>
                  </a:lnTo>
                  <a:lnTo>
                    <a:pt x="309577" y="164644"/>
                  </a:lnTo>
                  <a:lnTo>
                    <a:pt x="348274" y="183901"/>
                  </a:lnTo>
                  <a:lnTo>
                    <a:pt x="386971" y="202841"/>
                  </a:lnTo>
                  <a:lnTo>
                    <a:pt x="425668" y="221457"/>
                  </a:lnTo>
                  <a:lnTo>
                    <a:pt x="464365" y="239747"/>
                  </a:lnTo>
                  <a:lnTo>
                    <a:pt x="503062" y="257705"/>
                  </a:lnTo>
                  <a:lnTo>
                    <a:pt x="541759" y="275328"/>
                  </a:lnTo>
                  <a:lnTo>
                    <a:pt x="580457" y="292614"/>
                  </a:lnTo>
                  <a:lnTo>
                    <a:pt x="619154" y="309560"/>
                  </a:lnTo>
                  <a:lnTo>
                    <a:pt x="657851" y="326165"/>
                  </a:lnTo>
                  <a:lnTo>
                    <a:pt x="696548" y="342427"/>
                  </a:lnTo>
                  <a:lnTo>
                    <a:pt x="735245" y="358346"/>
                  </a:lnTo>
                  <a:lnTo>
                    <a:pt x="773942" y="373921"/>
                  </a:lnTo>
                  <a:lnTo>
                    <a:pt x="812639" y="389154"/>
                  </a:lnTo>
                  <a:lnTo>
                    <a:pt x="851337" y="404044"/>
                  </a:lnTo>
                  <a:lnTo>
                    <a:pt x="890034" y="418594"/>
                  </a:lnTo>
                  <a:lnTo>
                    <a:pt x="928731" y="432804"/>
                  </a:lnTo>
                  <a:lnTo>
                    <a:pt x="967428" y="446677"/>
                  </a:lnTo>
                  <a:lnTo>
                    <a:pt x="1006125" y="460215"/>
                  </a:lnTo>
                  <a:lnTo>
                    <a:pt x="1044822" y="473421"/>
                  </a:lnTo>
                  <a:lnTo>
                    <a:pt x="1083519" y="486298"/>
                  </a:lnTo>
                  <a:lnTo>
                    <a:pt x="1122216" y="498850"/>
                  </a:lnTo>
                  <a:lnTo>
                    <a:pt x="1160914" y="511080"/>
                  </a:lnTo>
                  <a:lnTo>
                    <a:pt x="1199611" y="522992"/>
                  </a:lnTo>
                  <a:lnTo>
                    <a:pt x="1238308" y="534590"/>
                  </a:lnTo>
                  <a:lnTo>
                    <a:pt x="1277005" y="545878"/>
                  </a:lnTo>
                  <a:lnTo>
                    <a:pt x="1315702" y="556862"/>
                  </a:lnTo>
                  <a:lnTo>
                    <a:pt x="1354399" y="567546"/>
                  </a:lnTo>
                  <a:lnTo>
                    <a:pt x="1393096" y="577935"/>
                  </a:lnTo>
                  <a:lnTo>
                    <a:pt x="1431794" y="588033"/>
                  </a:lnTo>
                  <a:lnTo>
                    <a:pt x="1470491" y="597846"/>
                  </a:lnTo>
                  <a:lnTo>
                    <a:pt x="1509188" y="607380"/>
                  </a:lnTo>
                  <a:lnTo>
                    <a:pt x="1547885" y="616640"/>
                  </a:lnTo>
                  <a:lnTo>
                    <a:pt x="1586582" y="625630"/>
                  </a:lnTo>
                  <a:lnTo>
                    <a:pt x="1625279" y="634357"/>
                  </a:lnTo>
                  <a:lnTo>
                    <a:pt x="1663976" y="642826"/>
                  </a:lnTo>
                  <a:lnTo>
                    <a:pt x="1702674" y="651043"/>
                  </a:lnTo>
                  <a:lnTo>
                    <a:pt x="1741371" y="659012"/>
                  </a:lnTo>
                  <a:lnTo>
                    <a:pt x="1780068" y="666741"/>
                  </a:lnTo>
                  <a:lnTo>
                    <a:pt x="1818765" y="674234"/>
                  </a:lnTo>
                  <a:lnTo>
                    <a:pt x="1857462" y="681497"/>
                  </a:lnTo>
                  <a:lnTo>
                    <a:pt x="1896159" y="688535"/>
                  </a:lnTo>
                  <a:lnTo>
                    <a:pt x="1934856" y="695354"/>
                  </a:lnTo>
                  <a:lnTo>
                    <a:pt x="1973554" y="701960"/>
                  </a:lnTo>
                  <a:lnTo>
                    <a:pt x="2012251" y="708358"/>
                  </a:lnTo>
                  <a:lnTo>
                    <a:pt x="2050948" y="714553"/>
                  </a:lnTo>
                  <a:lnTo>
                    <a:pt x="2089645" y="720550"/>
                  </a:lnTo>
                  <a:lnTo>
                    <a:pt x="2128342" y="726355"/>
                  </a:lnTo>
                  <a:lnTo>
                    <a:pt x="2167039" y="731974"/>
                  </a:lnTo>
                  <a:lnTo>
                    <a:pt x="2205736" y="737410"/>
                  </a:lnTo>
                  <a:lnTo>
                    <a:pt x="2244433" y="742670"/>
                  </a:lnTo>
                  <a:lnTo>
                    <a:pt x="2283131" y="747758"/>
                  </a:lnTo>
                  <a:lnTo>
                    <a:pt x="2321828" y="752679"/>
                  </a:lnTo>
                  <a:lnTo>
                    <a:pt x="2360525" y="757437"/>
                  </a:lnTo>
                  <a:lnTo>
                    <a:pt x="2399222" y="762039"/>
                  </a:lnTo>
                  <a:lnTo>
                    <a:pt x="2437919" y="766487"/>
                  </a:lnTo>
                  <a:lnTo>
                    <a:pt x="2476616" y="770787"/>
                  </a:lnTo>
                  <a:lnTo>
                    <a:pt x="2515313" y="774943"/>
                  </a:lnTo>
                  <a:lnTo>
                    <a:pt x="2554011" y="778959"/>
                  </a:lnTo>
                  <a:lnTo>
                    <a:pt x="2592708" y="782840"/>
                  </a:lnTo>
                  <a:lnTo>
                    <a:pt x="2631405" y="786589"/>
                  </a:lnTo>
                  <a:lnTo>
                    <a:pt x="2670102" y="790212"/>
                  </a:lnTo>
                  <a:lnTo>
                    <a:pt x="2708799" y="793711"/>
                  </a:lnTo>
                  <a:lnTo>
                    <a:pt x="2747496" y="797090"/>
                  </a:lnTo>
                  <a:lnTo>
                    <a:pt x="2786193" y="800354"/>
                  </a:lnTo>
                  <a:lnTo>
                    <a:pt x="2824891" y="803506"/>
                  </a:lnTo>
                  <a:lnTo>
                    <a:pt x="2863588" y="806549"/>
                  </a:lnTo>
                  <a:lnTo>
                    <a:pt x="2902285" y="809487"/>
                  </a:lnTo>
                  <a:lnTo>
                    <a:pt x="2940982" y="812324"/>
                  </a:lnTo>
                  <a:lnTo>
                    <a:pt x="2979679" y="815062"/>
                  </a:lnTo>
                  <a:lnTo>
                    <a:pt x="3018376" y="817705"/>
                  </a:lnTo>
                  <a:lnTo>
                    <a:pt x="3057073" y="820257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7" name="pl214">
              <a:extLst>
                <a:ext uri="{FF2B5EF4-FFF2-40B4-BE49-F238E27FC236}">
                  <a16:creationId xmlns:a16="http://schemas.microsoft.com/office/drawing/2014/main" id="{B1F4E8B5-A31C-2CD0-468F-474D3219CED8}"/>
                </a:ext>
              </a:extLst>
            </p:cNvPr>
            <p:cNvSpPr/>
            <p:nvPr/>
          </p:nvSpPr>
          <p:spPr>
            <a:xfrm>
              <a:off x="7027587" y="6631665"/>
              <a:ext cx="2977066" cy="1278031"/>
            </a:xfrm>
            <a:custGeom>
              <a:avLst/>
              <a:gdLst/>
              <a:ahLst/>
              <a:cxnLst/>
              <a:rect l="0" t="0" r="0" b="0"/>
              <a:pathLst>
                <a:path w="2977066" h="1278031">
                  <a:moveTo>
                    <a:pt x="0" y="0"/>
                  </a:moveTo>
                  <a:lnTo>
                    <a:pt x="37684" y="16941"/>
                  </a:lnTo>
                  <a:lnTo>
                    <a:pt x="75368" y="34041"/>
                  </a:lnTo>
                  <a:lnTo>
                    <a:pt x="113053" y="51292"/>
                  </a:lnTo>
                  <a:lnTo>
                    <a:pt x="150737" y="68691"/>
                  </a:lnTo>
                  <a:lnTo>
                    <a:pt x="188421" y="86230"/>
                  </a:lnTo>
                  <a:lnTo>
                    <a:pt x="226106" y="103903"/>
                  </a:lnTo>
                  <a:lnTo>
                    <a:pt x="263790" y="121705"/>
                  </a:lnTo>
                  <a:lnTo>
                    <a:pt x="301475" y="139628"/>
                  </a:lnTo>
                  <a:lnTo>
                    <a:pt x="339159" y="157666"/>
                  </a:lnTo>
                  <a:lnTo>
                    <a:pt x="376843" y="175811"/>
                  </a:lnTo>
                  <a:lnTo>
                    <a:pt x="414528" y="194057"/>
                  </a:lnTo>
                  <a:lnTo>
                    <a:pt x="452212" y="212397"/>
                  </a:lnTo>
                  <a:lnTo>
                    <a:pt x="489897" y="230822"/>
                  </a:lnTo>
                  <a:lnTo>
                    <a:pt x="527581" y="249325"/>
                  </a:lnTo>
                  <a:lnTo>
                    <a:pt x="565265" y="267898"/>
                  </a:lnTo>
                  <a:lnTo>
                    <a:pt x="602950" y="286534"/>
                  </a:lnTo>
                  <a:lnTo>
                    <a:pt x="640634" y="305225"/>
                  </a:lnTo>
                  <a:lnTo>
                    <a:pt x="678318" y="323961"/>
                  </a:lnTo>
                  <a:lnTo>
                    <a:pt x="716003" y="342736"/>
                  </a:lnTo>
                  <a:lnTo>
                    <a:pt x="753687" y="361541"/>
                  </a:lnTo>
                  <a:lnTo>
                    <a:pt x="791372" y="380367"/>
                  </a:lnTo>
                  <a:lnTo>
                    <a:pt x="829056" y="399207"/>
                  </a:lnTo>
                  <a:lnTo>
                    <a:pt x="866740" y="418052"/>
                  </a:lnTo>
                  <a:lnTo>
                    <a:pt x="904425" y="436893"/>
                  </a:lnTo>
                  <a:lnTo>
                    <a:pt x="942109" y="455723"/>
                  </a:lnTo>
                  <a:lnTo>
                    <a:pt x="979794" y="474532"/>
                  </a:lnTo>
                  <a:lnTo>
                    <a:pt x="1017478" y="493313"/>
                  </a:lnTo>
                  <a:lnTo>
                    <a:pt x="1055162" y="512057"/>
                  </a:lnTo>
                  <a:lnTo>
                    <a:pt x="1092847" y="530757"/>
                  </a:lnTo>
                  <a:lnTo>
                    <a:pt x="1130531" y="549403"/>
                  </a:lnTo>
                  <a:lnTo>
                    <a:pt x="1168215" y="567988"/>
                  </a:lnTo>
                  <a:lnTo>
                    <a:pt x="1205900" y="586505"/>
                  </a:lnTo>
                  <a:lnTo>
                    <a:pt x="1243584" y="604945"/>
                  </a:lnTo>
                  <a:lnTo>
                    <a:pt x="1281269" y="623300"/>
                  </a:lnTo>
                  <a:lnTo>
                    <a:pt x="1318953" y="641564"/>
                  </a:lnTo>
                  <a:lnTo>
                    <a:pt x="1356637" y="659728"/>
                  </a:lnTo>
                  <a:lnTo>
                    <a:pt x="1394322" y="677786"/>
                  </a:lnTo>
                  <a:lnTo>
                    <a:pt x="1432006" y="695730"/>
                  </a:lnTo>
                  <a:lnTo>
                    <a:pt x="1469691" y="713554"/>
                  </a:lnTo>
                  <a:lnTo>
                    <a:pt x="1507375" y="731251"/>
                  </a:lnTo>
                  <a:lnTo>
                    <a:pt x="1545059" y="748815"/>
                  </a:lnTo>
                  <a:lnTo>
                    <a:pt x="1582744" y="766240"/>
                  </a:lnTo>
                  <a:lnTo>
                    <a:pt x="1620428" y="783518"/>
                  </a:lnTo>
                  <a:lnTo>
                    <a:pt x="1658112" y="800646"/>
                  </a:lnTo>
                  <a:lnTo>
                    <a:pt x="1695797" y="817617"/>
                  </a:lnTo>
                  <a:lnTo>
                    <a:pt x="1733481" y="834425"/>
                  </a:lnTo>
                  <a:lnTo>
                    <a:pt x="1771166" y="851067"/>
                  </a:lnTo>
                  <a:lnTo>
                    <a:pt x="1808850" y="867536"/>
                  </a:lnTo>
                  <a:lnTo>
                    <a:pt x="1846534" y="883829"/>
                  </a:lnTo>
                  <a:lnTo>
                    <a:pt x="1884219" y="899942"/>
                  </a:lnTo>
                  <a:lnTo>
                    <a:pt x="1921903" y="915869"/>
                  </a:lnTo>
                  <a:lnTo>
                    <a:pt x="1959588" y="931608"/>
                  </a:lnTo>
                  <a:lnTo>
                    <a:pt x="1997272" y="947154"/>
                  </a:lnTo>
                  <a:lnTo>
                    <a:pt x="2034956" y="962506"/>
                  </a:lnTo>
                  <a:lnTo>
                    <a:pt x="2072641" y="977658"/>
                  </a:lnTo>
                  <a:lnTo>
                    <a:pt x="2110325" y="992610"/>
                  </a:lnTo>
                  <a:lnTo>
                    <a:pt x="2148009" y="1007358"/>
                  </a:lnTo>
                  <a:lnTo>
                    <a:pt x="2185694" y="1021900"/>
                  </a:lnTo>
                  <a:lnTo>
                    <a:pt x="2223378" y="1036233"/>
                  </a:lnTo>
                  <a:lnTo>
                    <a:pt x="2261063" y="1050357"/>
                  </a:lnTo>
                  <a:lnTo>
                    <a:pt x="2298747" y="1064269"/>
                  </a:lnTo>
                  <a:lnTo>
                    <a:pt x="2336431" y="1077969"/>
                  </a:lnTo>
                  <a:lnTo>
                    <a:pt x="2374116" y="1091455"/>
                  </a:lnTo>
                  <a:lnTo>
                    <a:pt x="2411800" y="1104726"/>
                  </a:lnTo>
                  <a:lnTo>
                    <a:pt x="2449485" y="1117782"/>
                  </a:lnTo>
                  <a:lnTo>
                    <a:pt x="2487169" y="1130621"/>
                  </a:lnTo>
                  <a:lnTo>
                    <a:pt x="2524853" y="1143245"/>
                  </a:lnTo>
                  <a:lnTo>
                    <a:pt x="2562538" y="1155653"/>
                  </a:lnTo>
                  <a:lnTo>
                    <a:pt x="2600222" y="1167844"/>
                  </a:lnTo>
                  <a:lnTo>
                    <a:pt x="2637906" y="1179820"/>
                  </a:lnTo>
                  <a:lnTo>
                    <a:pt x="2675591" y="1191581"/>
                  </a:lnTo>
                  <a:lnTo>
                    <a:pt x="2713275" y="1203127"/>
                  </a:lnTo>
                  <a:lnTo>
                    <a:pt x="2750960" y="1214459"/>
                  </a:lnTo>
                  <a:lnTo>
                    <a:pt x="2788644" y="1225579"/>
                  </a:lnTo>
                  <a:lnTo>
                    <a:pt x="2826328" y="1236487"/>
                  </a:lnTo>
                  <a:lnTo>
                    <a:pt x="2864013" y="1247185"/>
                  </a:lnTo>
                  <a:lnTo>
                    <a:pt x="2901697" y="1257674"/>
                  </a:lnTo>
                  <a:lnTo>
                    <a:pt x="2939382" y="1267955"/>
                  </a:lnTo>
                  <a:lnTo>
                    <a:pt x="2977066" y="1278031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8" name="pl215">
              <a:extLst>
                <a:ext uri="{FF2B5EF4-FFF2-40B4-BE49-F238E27FC236}">
                  <a16:creationId xmlns:a16="http://schemas.microsoft.com/office/drawing/2014/main" id="{811D36C0-E1B0-87D2-7E8F-0AEDEA1713BB}"/>
                </a:ext>
              </a:extLst>
            </p:cNvPr>
            <p:cNvSpPr/>
            <p:nvPr/>
          </p:nvSpPr>
          <p:spPr>
            <a:xfrm>
              <a:off x="7565049" y="6511903"/>
              <a:ext cx="2829233" cy="1794630"/>
            </a:xfrm>
            <a:custGeom>
              <a:avLst/>
              <a:gdLst/>
              <a:ahLst/>
              <a:cxnLst/>
              <a:rect l="0" t="0" r="0" b="0"/>
              <a:pathLst>
                <a:path w="2829233" h="1794630">
                  <a:moveTo>
                    <a:pt x="0" y="0"/>
                  </a:moveTo>
                  <a:lnTo>
                    <a:pt x="35813" y="74629"/>
                  </a:lnTo>
                  <a:lnTo>
                    <a:pt x="71626" y="153092"/>
                  </a:lnTo>
                  <a:lnTo>
                    <a:pt x="107439" y="234874"/>
                  </a:lnTo>
                  <a:lnTo>
                    <a:pt x="143252" y="319355"/>
                  </a:lnTo>
                  <a:lnTo>
                    <a:pt x="179065" y="405815"/>
                  </a:lnTo>
                  <a:lnTo>
                    <a:pt x="214878" y="493465"/>
                  </a:lnTo>
                  <a:lnTo>
                    <a:pt x="250691" y="581468"/>
                  </a:lnTo>
                  <a:lnTo>
                    <a:pt x="286504" y="668976"/>
                  </a:lnTo>
                  <a:lnTo>
                    <a:pt x="322317" y="755159"/>
                  </a:lnTo>
                  <a:lnTo>
                    <a:pt x="358130" y="839235"/>
                  </a:lnTo>
                  <a:lnTo>
                    <a:pt x="393943" y="920502"/>
                  </a:lnTo>
                  <a:lnTo>
                    <a:pt x="429757" y="998354"/>
                  </a:lnTo>
                  <a:lnTo>
                    <a:pt x="465570" y="1072300"/>
                  </a:lnTo>
                  <a:lnTo>
                    <a:pt x="501383" y="1141966"/>
                  </a:lnTo>
                  <a:lnTo>
                    <a:pt x="537196" y="1207100"/>
                  </a:lnTo>
                  <a:lnTo>
                    <a:pt x="573009" y="1267559"/>
                  </a:lnTo>
                  <a:lnTo>
                    <a:pt x="608822" y="1323309"/>
                  </a:lnTo>
                  <a:lnTo>
                    <a:pt x="644635" y="1374401"/>
                  </a:lnTo>
                  <a:lnTo>
                    <a:pt x="680448" y="1420961"/>
                  </a:lnTo>
                  <a:lnTo>
                    <a:pt x="716261" y="1463175"/>
                  </a:lnTo>
                  <a:lnTo>
                    <a:pt x="752074" y="1501270"/>
                  </a:lnTo>
                  <a:lnTo>
                    <a:pt x="787887" y="1535505"/>
                  </a:lnTo>
                  <a:lnTo>
                    <a:pt x="823700" y="1566154"/>
                  </a:lnTo>
                  <a:lnTo>
                    <a:pt x="859514" y="1593500"/>
                  </a:lnTo>
                  <a:lnTo>
                    <a:pt x="895327" y="1617827"/>
                  </a:lnTo>
                  <a:lnTo>
                    <a:pt x="931140" y="1639409"/>
                  </a:lnTo>
                  <a:lnTo>
                    <a:pt x="966953" y="1658510"/>
                  </a:lnTo>
                  <a:lnTo>
                    <a:pt x="1002766" y="1675381"/>
                  </a:lnTo>
                  <a:lnTo>
                    <a:pt x="1038579" y="1690253"/>
                  </a:lnTo>
                  <a:lnTo>
                    <a:pt x="1074392" y="1703343"/>
                  </a:lnTo>
                  <a:lnTo>
                    <a:pt x="1110205" y="1714846"/>
                  </a:lnTo>
                  <a:lnTo>
                    <a:pt x="1146018" y="1724943"/>
                  </a:lnTo>
                  <a:lnTo>
                    <a:pt x="1181831" y="1733796"/>
                  </a:lnTo>
                  <a:lnTo>
                    <a:pt x="1217644" y="1741550"/>
                  </a:lnTo>
                  <a:lnTo>
                    <a:pt x="1253457" y="1748336"/>
                  </a:lnTo>
                  <a:lnTo>
                    <a:pt x="1289271" y="1754270"/>
                  </a:lnTo>
                  <a:lnTo>
                    <a:pt x="1325084" y="1759456"/>
                  </a:lnTo>
                  <a:lnTo>
                    <a:pt x="1360897" y="1763986"/>
                  </a:lnTo>
                  <a:lnTo>
                    <a:pt x="1396710" y="1767940"/>
                  </a:lnTo>
                  <a:lnTo>
                    <a:pt x="1432523" y="1771390"/>
                  </a:lnTo>
                  <a:lnTo>
                    <a:pt x="1468336" y="1774400"/>
                  </a:lnTo>
                  <a:lnTo>
                    <a:pt x="1504149" y="1777024"/>
                  </a:lnTo>
                  <a:lnTo>
                    <a:pt x="1539962" y="1779312"/>
                  </a:lnTo>
                  <a:lnTo>
                    <a:pt x="1575775" y="1781306"/>
                  </a:lnTo>
                  <a:lnTo>
                    <a:pt x="1611588" y="1783043"/>
                  </a:lnTo>
                  <a:lnTo>
                    <a:pt x="1647401" y="1784557"/>
                  </a:lnTo>
                  <a:lnTo>
                    <a:pt x="1683215" y="1785875"/>
                  </a:lnTo>
                  <a:lnTo>
                    <a:pt x="1719028" y="1787023"/>
                  </a:lnTo>
                  <a:lnTo>
                    <a:pt x="1754841" y="1788022"/>
                  </a:lnTo>
                  <a:lnTo>
                    <a:pt x="1790654" y="1788893"/>
                  </a:lnTo>
                  <a:lnTo>
                    <a:pt x="1826467" y="1789650"/>
                  </a:lnTo>
                  <a:lnTo>
                    <a:pt x="1862280" y="1790310"/>
                  </a:lnTo>
                  <a:lnTo>
                    <a:pt x="1898093" y="1790884"/>
                  </a:lnTo>
                  <a:lnTo>
                    <a:pt x="1933906" y="1791384"/>
                  </a:lnTo>
                  <a:lnTo>
                    <a:pt x="1969719" y="1791819"/>
                  </a:lnTo>
                  <a:lnTo>
                    <a:pt x="2005532" y="1792197"/>
                  </a:lnTo>
                  <a:lnTo>
                    <a:pt x="2041345" y="1792526"/>
                  </a:lnTo>
                  <a:lnTo>
                    <a:pt x="2077158" y="1792813"/>
                  </a:lnTo>
                  <a:lnTo>
                    <a:pt x="2112972" y="1793063"/>
                  </a:lnTo>
                  <a:lnTo>
                    <a:pt x="2148785" y="1793280"/>
                  </a:lnTo>
                  <a:lnTo>
                    <a:pt x="2184598" y="1793469"/>
                  </a:lnTo>
                  <a:lnTo>
                    <a:pt x="2220411" y="1793633"/>
                  </a:lnTo>
                  <a:lnTo>
                    <a:pt x="2256224" y="1793776"/>
                  </a:lnTo>
                  <a:lnTo>
                    <a:pt x="2292037" y="1793900"/>
                  </a:lnTo>
                  <a:lnTo>
                    <a:pt x="2327850" y="1794009"/>
                  </a:lnTo>
                  <a:lnTo>
                    <a:pt x="2363663" y="1794103"/>
                  </a:lnTo>
                  <a:lnTo>
                    <a:pt x="2399476" y="1794185"/>
                  </a:lnTo>
                  <a:lnTo>
                    <a:pt x="2435289" y="1794256"/>
                  </a:lnTo>
                  <a:lnTo>
                    <a:pt x="2471102" y="1794318"/>
                  </a:lnTo>
                  <a:lnTo>
                    <a:pt x="2506915" y="1794372"/>
                  </a:lnTo>
                  <a:lnTo>
                    <a:pt x="2542729" y="1794419"/>
                  </a:lnTo>
                  <a:lnTo>
                    <a:pt x="2578542" y="1794460"/>
                  </a:lnTo>
                  <a:lnTo>
                    <a:pt x="2614355" y="1794495"/>
                  </a:lnTo>
                  <a:lnTo>
                    <a:pt x="2650168" y="1794526"/>
                  </a:lnTo>
                  <a:lnTo>
                    <a:pt x="2685981" y="1794553"/>
                  </a:lnTo>
                  <a:lnTo>
                    <a:pt x="2721794" y="1794577"/>
                  </a:lnTo>
                  <a:lnTo>
                    <a:pt x="2757607" y="1794597"/>
                  </a:lnTo>
                  <a:lnTo>
                    <a:pt x="2793420" y="1794615"/>
                  </a:lnTo>
                  <a:lnTo>
                    <a:pt x="2829233" y="179463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09" name="pl216">
              <a:extLst>
                <a:ext uri="{FF2B5EF4-FFF2-40B4-BE49-F238E27FC236}">
                  <a16:creationId xmlns:a16="http://schemas.microsoft.com/office/drawing/2014/main" id="{E434FAA1-B695-65B8-8E0B-A36ADE8A7B16}"/>
                </a:ext>
              </a:extLst>
            </p:cNvPr>
            <p:cNvSpPr/>
            <p:nvPr/>
          </p:nvSpPr>
          <p:spPr>
            <a:xfrm>
              <a:off x="7875253" y="6803415"/>
              <a:ext cx="3051610" cy="1468168"/>
            </a:xfrm>
            <a:custGeom>
              <a:avLst/>
              <a:gdLst/>
              <a:ahLst/>
              <a:cxnLst/>
              <a:rect l="0" t="0" r="0" b="0"/>
              <a:pathLst>
                <a:path w="3051610" h="1468168">
                  <a:moveTo>
                    <a:pt x="0" y="0"/>
                  </a:moveTo>
                  <a:lnTo>
                    <a:pt x="38627" y="36058"/>
                  </a:lnTo>
                  <a:lnTo>
                    <a:pt x="77255" y="72458"/>
                  </a:lnTo>
                  <a:lnTo>
                    <a:pt x="115883" y="109139"/>
                  </a:lnTo>
                  <a:lnTo>
                    <a:pt x="154511" y="146043"/>
                  </a:lnTo>
                  <a:lnTo>
                    <a:pt x="193139" y="183105"/>
                  </a:lnTo>
                  <a:lnTo>
                    <a:pt x="231767" y="220263"/>
                  </a:lnTo>
                  <a:lnTo>
                    <a:pt x="270395" y="257453"/>
                  </a:lnTo>
                  <a:lnTo>
                    <a:pt x="309023" y="294611"/>
                  </a:lnTo>
                  <a:lnTo>
                    <a:pt x="347651" y="331671"/>
                  </a:lnTo>
                  <a:lnTo>
                    <a:pt x="386279" y="368572"/>
                  </a:lnTo>
                  <a:lnTo>
                    <a:pt x="424907" y="405250"/>
                  </a:lnTo>
                  <a:lnTo>
                    <a:pt x="463535" y="441645"/>
                  </a:lnTo>
                  <a:lnTo>
                    <a:pt x="502163" y="477698"/>
                  </a:lnTo>
                  <a:lnTo>
                    <a:pt x="540791" y="513353"/>
                  </a:lnTo>
                  <a:lnTo>
                    <a:pt x="579419" y="548554"/>
                  </a:lnTo>
                  <a:lnTo>
                    <a:pt x="618047" y="583252"/>
                  </a:lnTo>
                  <a:lnTo>
                    <a:pt x="656675" y="617399"/>
                  </a:lnTo>
                  <a:lnTo>
                    <a:pt x="695303" y="650949"/>
                  </a:lnTo>
                  <a:lnTo>
                    <a:pt x="733931" y="683862"/>
                  </a:lnTo>
                  <a:lnTo>
                    <a:pt x="772559" y="716101"/>
                  </a:lnTo>
                  <a:lnTo>
                    <a:pt x="811187" y="747631"/>
                  </a:lnTo>
                  <a:lnTo>
                    <a:pt x="849815" y="778424"/>
                  </a:lnTo>
                  <a:lnTo>
                    <a:pt x="888443" y="808454"/>
                  </a:lnTo>
                  <a:lnTo>
                    <a:pt x="927071" y="837699"/>
                  </a:lnTo>
                  <a:lnTo>
                    <a:pt x="965699" y="866139"/>
                  </a:lnTo>
                  <a:lnTo>
                    <a:pt x="1004327" y="893762"/>
                  </a:lnTo>
                  <a:lnTo>
                    <a:pt x="1042955" y="920557"/>
                  </a:lnTo>
                  <a:lnTo>
                    <a:pt x="1081583" y="946514"/>
                  </a:lnTo>
                  <a:lnTo>
                    <a:pt x="1120211" y="971631"/>
                  </a:lnTo>
                  <a:lnTo>
                    <a:pt x="1158839" y="995907"/>
                  </a:lnTo>
                  <a:lnTo>
                    <a:pt x="1197467" y="1019342"/>
                  </a:lnTo>
                  <a:lnTo>
                    <a:pt x="1236095" y="1041942"/>
                  </a:lnTo>
                  <a:lnTo>
                    <a:pt x="1274723" y="1063713"/>
                  </a:lnTo>
                  <a:lnTo>
                    <a:pt x="1313351" y="1084664"/>
                  </a:lnTo>
                  <a:lnTo>
                    <a:pt x="1351979" y="1104807"/>
                  </a:lnTo>
                  <a:lnTo>
                    <a:pt x="1390607" y="1124155"/>
                  </a:lnTo>
                  <a:lnTo>
                    <a:pt x="1429235" y="1142722"/>
                  </a:lnTo>
                  <a:lnTo>
                    <a:pt x="1467863" y="1160525"/>
                  </a:lnTo>
                  <a:lnTo>
                    <a:pt x="1506491" y="1177580"/>
                  </a:lnTo>
                  <a:lnTo>
                    <a:pt x="1545119" y="1193907"/>
                  </a:lnTo>
                  <a:lnTo>
                    <a:pt x="1583747" y="1209524"/>
                  </a:lnTo>
                  <a:lnTo>
                    <a:pt x="1622375" y="1224452"/>
                  </a:lnTo>
                  <a:lnTo>
                    <a:pt x="1661003" y="1238711"/>
                  </a:lnTo>
                  <a:lnTo>
                    <a:pt x="1699631" y="1252322"/>
                  </a:lnTo>
                  <a:lnTo>
                    <a:pt x="1738259" y="1265306"/>
                  </a:lnTo>
                  <a:lnTo>
                    <a:pt x="1776887" y="1277684"/>
                  </a:lnTo>
                  <a:lnTo>
                    <a:pt x="1815515" y="1289479"/>
                  </a:lnTo>
                  <a:lnTo>
                    <a:pt x="1854143" y="1300711"/>
                  </a:lnTo>
                  <a:lnTo>
                    <a:pt x="1892771" y="1311402"/>
                  </a:lnTo>
                  <a:lnTo>
                    <a:pt x="1931399" y="1321572"/>
                  </a:lnTo>
                  <a:lnTo>
                    <a:pt x="1970027" y="1331243"/>
                  </a:lnTo>
                  <a:lnTo>
                    <a:pt x="2008655" y="1340435"/>
                  </a:lnTo>
                  <a:lnTo>
                    <a:pt x="2047283" y="1349167"/>
                  </a:lnTo>
                  <a:lnTo>
                    <a:pt x="2085910" y="1357460"/>
                  </a:lnTo>
                  <a:lnTo>
                    <a:pt x="2124538" y="1365333"/>
                  </a:lnTo>
                  <a:lnTo>
                    <a:pt x="2163166" y="1372803"/>
                  </a:lnTo>
                  <a:lnTo>
                    <a:pt x="2201794" y="1379890"/>
                  </a:lnTo>
                  <a:lnTo>
                    <a:pt x="2240422" y="1386610"/>
                  </a:lnTo>
                  <a:lnTo>
                    <a:pt x="2279050" y="1392981"/>
                  </a:lnTo>
                  <a:lnTo>
                    <a:pt x="2317678" y="1399019"/>
                  </a:lnTo>
                  <a:lnTo>
                    <a:pt x="2356306" y="1404739"/>
                  </a:lnTo>
                  <a:lnTo>
                    <a:pt x="2394934" y="1410158"/>
                  </a:lnTo>
                  <a:lnTo>
                    <a:pt x="2433562" y="1415289"/>
                  </a:lnTo>
                  <a:lnTo>
                    <a:pt x="2472190" y="1420147"/>
                  </a:lnTo>
                  <a:lnTo>
                    <a:pt x="2510818" y="1424746"/>
                  </a:lnTo>
                  <a:lnTo>
                    <a:pt x="2549446" y="1429097"/>
                  </a:lnTo>
                  <a:lnTo>
                    <a:pt x="2588074" y="1433214"/>
                  </a:lnTo>
                  <a:lnTo>
                    <a:pt x="2626702" y="1437109"/>
                  </a:lnTo>
                  <a:lnTo>
                    <a:pt x="2665330" y="1440792"/>
                  </a:lnTo>
                  <a:lnTo>
                    <a:pt x="2703958" y="1444275"/>
                  </a:lnTo>
                  <a:lnTo>
                    <a:pt x="2742586" y="1447568"/>
                  </a:lnTo>
                  <a:lnTo>
                    <a:pt x="2781214" y="1450681"/>
                  </a:lnTo>
                  <a:lnTo>
                    <a:pt x="2819842" y="1453624"/>
                  </a:lnTo>
                  <a:lnTo>
                    <a:pt x="2858470" y="1456404"/>
                  </a:lnTo>
                  <a:lnTo>
                    <a:pt x="2897098" y="1459032"/>
                  </a:lnTo>
                  <a:lnTo>
                    <a:pt x="2935726" y="1461515"/>
                  </a:lnTo>
                  <a:lnTo>
                    <a:pt x="2974354" y="1463860"/>
                  </a:lnTo>
                  <a:lnTo>
                    <a:pt x="3012982" y="1466075"/>
                  </a:lnTo>
                  <a:lnTo>
                    <a:pt x="3051610" y="1468168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10" name="tx217">
              <a:extLst>
                <a:ext uri="{FF2B5EF4-FFF2-40B4-BE49-F238E27FC236}">
                  <a16:creationId xmlns:a16="http://schemas.microsoft.com/office/drawing/2014/main" id="{03D4F0C2-EF5D-4EC1-B18E-D831EB3F750A}"/>
                </a:ext>
              </a:extLst>
            </p:cNvPr>
            <p:cNvSpPr/>
            <p:nvPr/>
          </p:nvSpPr>
          <p:spPr>
            <a:xfrm>
              <a:off x="6552366" y="826663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711" name="tx218">
              <a:extLst>
                <a:ext uri="{FF2B5EF4-FFF2-40B4-BE49-F238E27FC236}">
                  <a16:creationId xmlns:a16="http://schemas.microsoft.com/office/drawing/2014/main" id="{D61D2D65-F970-DE31-3671-09F19661351D}"/>
                </a:ext>
              </a:extLst>
            </p:cNvPr>
            <p:cNvSpPr/>
            <p:nvPr/>
          </p:nvSpPr>
          <p:spPr>
            <a:xfrm>
              <a:off x="6552366" y="76343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712" name="tx219">
              <a:extLst>
                <a:ext uri="{FF2B5EF4-FFF2-40B4-BE49-F238E27FC236}">
                  <a16:creationId xmlns:a16="http://schemas.microsoft.com/office/drawing/2014/main" id="{D6163A9B-1F2C-00F1-E32C-1BA356E4282E}"/>
                </a:ext>
              </a:extLst>
            </p:cNvPr>
            <p:cNvSpPr/>
            <p:nvPr/>
          </p:nvSpPr>
          <p:spPr>
            <a:xfrm>
              <a:off x="6552366" y="70019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713" name="tx220">
              <a:extLst>
                <a:ext uri="{FF2B5EF4-FFF2-40B4-BE49-F238E27FC236}">
                  <a16:creationId xmlns:a16="http://schemas.microsoft.com/office/drawing/2014/main" id="{AD0598C2-D1CE-E7E7-6CB5-9001795116E8}"/>
                </a:ext>
              </a:extLst>
            </p:cNvPr>
            <p:cNvSpPr/>
            <p:nvPr/>
          </p:nvSpPr>
          <p:spPr>
            <a:xfrm>
              <a:off x="6552366" y="636968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714" name="tx221">
              <a:extLst>
                <a:ext uri="{FF2B5EF4-FFF2-40B4-BE49-F238E27FC236}">
                  <a16:creationId xmlns:a16="http://schemas.microsoft.com/office/drawing/2014/main" id="{80588D88-2BCA-DFB2-DC78-C6F4B7133EA0}"/>
                </a:ext>
              </a:extLst>
            </p:cNvPr>
            <p:cNvSpPr/>
            <p:nvPr/>
          </p:nvSpPr>
          <p:spPr>
            <a:xfrm>
              <a:off x="6552366" y="573736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715" name="tx222">
              <a:extLst>
                <a:ext uri="{FF2B5EF4-FFF2-40B4-BE49-F238E27FC236}">
                  <a16:creationId xmlns:a16="http://schemas.microsoft.com/office/drawing/2014/main" id="{C62CABE7-D5BE-7F0B-6B36-5F990AF08D5A}"/>
                </a:ext>
              </a:extLst>
            </p:cNvPr>
            <p:cNvSpPr/>
            <p:nvPr/>
          </p:nvSpPr>
          <p:spPr>
            <a:xfrm>
              <a:off x="8245456" y="8495731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16" name="tx223">
              <a:extLst>
                <a:ext uri="{FF2B5EF4-FFF2-40B4-BE49-F238E27FC236}">
                  <a16:creationId xmlns:a16="http://schemas.microsoft.com/office/drawing/2014/main" id="{321A2C53-E89D-466F-DD11-06877438537D}"/>
                </a:ext>
              </a:extLst>
            </p:cNvPr>
            <p:cNvSpPr/>
            <p:nvPr/>
          </p:nvSpPr>
          <p:spPr>
            <a:xfrm>
              <a:off x="9660309" y="849573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17" name="tx224">
              <a:extLst>
                <a:ext uri="{FF2B5EF4-FFF2-40B4-BE49-F238E27FC236}">
                  <a16:creationId xmlns:a16="http://schemas.microsoft.com/office/drawing/2014/main" id="{9058956C-AC11-4C1C-EE77-423E2CD299CC}"/>
                </a:ext>
              </a:extLst>
            </p:cNvPr>
            <p:cNvSpPr/>
            <p:nvPr/>
          </p:nvSpPr>
          <p:spPr>
            <a:xfrm>
              <a:off x="8239396" y="8634035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718" name="tx225">
              <a:extLst>
                <a:ext uri="{FF2B5EF4-FFF2-40B4-BE49-F238E27FC236}">
                  <a16:creationId xmlns:a16="http://schemas.microsoft.com/office/drawing/2014/main" id="{A20DDF84-5493-8885-24DB-2BBB98C065AC}"/>
                </a:ext>
              </a:extLst>
            </p:cNvPr>
            <p:cNvSpPr/>
            <p:nvPr/>
          </p:nvSpPr>
          <p:spPr>
            <a:xfrm rot="16200000">
              <a:off x="6189668" y="699198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749" name="tx256">
              <a:extLst>
                <a:ext uri="{FF2B5EF4-FFF2-40B4-BE49-F238E27FC236}">
                  <a16:creationId xmlns:a16="http://schemas.microsoft.com/office/drawing/2014/main" id="{6540D807-94AE-D222-6A66-7A0EC390D3A0}"/>
                </a:ext>
              </a:extLst>
            </p:cNvPr>
            <p:cNvSpPr/>
            <p:nvPr/>
          </p:nvSpPr>
          <p:spPr>
            <a:xfrm>
              <a:off x="6832623" y="5245093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750" name="tx257">
              <a:extLst>
                <a:ext uri="{FF2B5EF4-FFF2-40B4-BE49-F238E27FC236}">
                  <a16:creationId xmlns:a16="http://schemas.microsoft.com/office/drawing/2014/main" id="{DDFBDD9F-1634-C9F1-8B65-990A4D0C22DA}"/>
                </a:ext>
              </a:extLst>
            </p:cNvPr>
            <p:cNvSpPr/>
            <p:nvPr/>
          </p:nvSpPr>
          <p:spPr>
            <a:xfrm>
              <a:off x="6832623" y="5426144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13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139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8264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6388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4513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2638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160773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24201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323266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404513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3"/>
            <p:cNvSpPr/>
            <p:nvPr/>
          </p:nvSpPr>
          <p:spPr>
            <a:xfrm>
              <a:off x="485759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4"/>
            <p:cNvSpPr/>
            <p:nvPr/>
          </p:nvSpPr>
          <p:spPr>
            <a:xfrm>
              <a:off x="56700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9338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7152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05204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21064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1106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21018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3934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99687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8524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21939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99084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7126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22588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8558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21063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23074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21897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6986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7013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1072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2279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40493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188492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43030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184062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227456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30310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18420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2274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0721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40925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1295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183875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4710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5499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44093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53668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1296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23473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20728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18412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88744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0383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21316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396348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2431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2042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9664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20308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67048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9075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366803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22270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8242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20226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38230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4028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9110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226542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4721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47232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40260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202690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224717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20260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19811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180051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1979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38774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18921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39358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39357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37937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17869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17820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3636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090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39927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37946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18010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20099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17937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6676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89170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3992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28903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309375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0159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30934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70014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382080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31395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5795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38190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15801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158029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6303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6306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31389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30164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15807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171872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31969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171866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28902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163868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165649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36359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43936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188577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36366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35849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65686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16412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33509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587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34965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16413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18853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16388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17563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35841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34972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37007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6"/>
            <p:cNvSpPr/>
            <p:nvPr/>
          </p:nvSpPr>
          <p:spPr>
            <a:xfrm>
              <a:off x="18586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7"/>
            <p:cNvSpPr/>
            <p:nvPr/>
          </p:nvSpPr>
          <p:spPr>
            <a:xfrm>
              <a:off x="37017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2554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7341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42104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47367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441836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54619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458981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45912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26173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255799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479035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24642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26140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2640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4715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46739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4657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24601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467126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78574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17831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18766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490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19822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17798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35763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33477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6284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17943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33462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19845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19829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43757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34902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36913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19280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17916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18836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357608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17825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36934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7804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g214"/>
            <p:cNvSpPr/>
            <p:nvPr/>
          </p:nvSpPr>
          <p:spPr>
            <a:xfrm>
              <a:off x="36268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g215"/>
            <p:cNvSpPr/>
            <p:nvPr/>
          </p:nvSpPr>
          <p:spPr>
            <a:xfrm>
              <a:off x="1623483" y="2207045"/>
              <a:ext cx="3788472" cy="1837769"/>
            </a:xfrm>
            <a:custGeom>
              <a:avLst/>
              <a:gdLst/>
              <a:ahLst/>
              <a:cxnLst/>
              <a:rect l="0" t="0" r="0" b="0"/>
              <a:pathLst>
                <a:path w="3788472" h="1837769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  <a:lnTo>
                    <a:pt x="3788472" y="1837769"/>
                  </a:lnTo>
                  <a:lnTo>
                    <a:pt x="3740517" y="1837684"/>
                  </a:lnTo>
                  <a:lnTo>
                    <a:pt x="3692561" y="1837590"/>
                  </a:lnTo>
                  <a:lnTo>
                    <a:pt x="3644606" y="1837484"/>
                  </a:lnTo>
                  <a:lnTo>
                    <a:pt x="3596651" y="1837367"/>
                  </a:lnTo>
                  <a:lnTo>
                    <a:pt x="3548695" y="1837235"/>
                  </a:lnTo>
                  <a:lnTo>
                    <a:pt x="3500740" y="1837088"/>
                  </a:lnTo>
                  <a:lnTo>
                    <a:pt x="3452784" y="1836924"/>
                  </a:lnTo>
                  <a:lnTo>
                    <a:pt x="3404829" y="1836741"/>
                  </a:lnTo>
                  <a:lnTo>
                    <a:pt x="3356874" y="1836536"/>
                  </a:lnTo>
                  <a:lnTo>
                    <a:pt x="3308918" y="1836308"/>
                  </a:lnTo>
                  <a:lnTo>
                    <a:pt x="3260963" y="1836052"/>
                  </a:lnTo>
                  <a:lnTo>
                    <a:pt x="3213008" y="1835767"/>
                  </a:lnTo>
                  <a:lnTo>
                    <a:pt x="3165052" y="1835449"/>
                  </a:lnTo>
                  <a:lnTo>
                    <a:pt x="3117097" y="1835094"/>
                  </a:lnTo>
                  <a:lnTo>
                    <a:pt x="3069142" y="1834698"/>
                  </a:lnTo>
                  <a:lnTo>
                    <a:pt x="3021186" y="1834255"/>
                  </a:lnTo>
                  <a:lnTo>
                    <a:pt x="2973231" y="1833761"/>
                  </a:lnTo>
                  <a:lnTo>
                    <a:pt x="2925276" y="1833210"/>
                  </a:lnTo>
                  <a:lnTo>
                    <a:pt x="2877320" y="1832595"/>
                  </a:lnTo>
                  <a:lnTo>
                    <a:pt x="2829365" y="1831909"/>
                  </a:lnTo>
                  <a:lnTo>
                    <a:pt x="2781410" y="1831144"/>
                  </a:lnTo>
                  <a:lnTo>
                    <a:pt x="2733454" y="1830291"/>
                  </a:lnTo>
                  <a:lnTo>
                    <a:pt x="2685499" y="1829339"/>
                  </a:lnTo>
                  <a:lnTo>
                    <a:pt x="2637544" y="1828278"/>
                  </a:lnTo>
                  <a:lnTo>
                    <a:pt x="2589588" y="1827096"/>
                  </a:lnTo>
                  <a:lnTo>
                    <a:pt x="2541633" y="1825778"/>
                  </a:lnTo>
                  <a:lnTo>
                    <a:pt x="2493678" y="1824309"/>
                  </a:lnTo>
                  <a:lnTo>
                    <a:pt x="2445722" y="1822674"/>
                  </a:lnTo>
                  <a:lnTo>
                    <a:pt x="2397767" y="1820852"/>
                  </a:lnTo>
                  <a:lnTo>
                    <a:pt x="2349811" y="1818825"/>
                  </a:lnTo>
                  <a:lnTo>
                    <a:pt x="2301856" y="1816569"/>
                  </a:lnTo>
                  <a:lnTo>
                    <a:pt x="2253901" y="1814059"/>
                  </a:lnTo>
                  <a:lnTo>
                    <a:pt x="2205945" y="1811268"/>
                  </a:lnTo>
                  <a:lnTo>
                    <a:pt x="2157990" y="1808166"/>
                  </a:lnTo>
                  <a:lnTo>
                    <a:pt x="2110035" y="1804721"/>
                  </a:lnTo>
                  <a:lnTo>
                    <a:pt x="2062079" y="1800895"/>
                  </a:lnTo>
                  <a:lnTo>
                    <a:pt x="2014124" y="1796650"/>
                  </a:lnTo>
                  <a:lnTo>
                    <a:pt x="1966169" y="1791943"/>
                  </a:lnTo>
                  <a:lnTo>
                    <a:pt x="1918213" y="1786727"/>
                  </a:lnTo>
                  <a:lnTo>
                    <a:pt x="1870258" y="1780952"/>
                  </a:lnTo>
                  <a:lnTo>
                    <a:pt x="1822303" y="1774564"/>
                  </a:lnTo>
                  <a:lnTo>
                    <a:pt x="1774347" y="1767504"/>
                  </a:lnTo>
                  <a:lnTo>
                    <a:pt x="1726392" y="1759711"/>
                  </a:lnTo>
                  <a:lnTo>
                    <a:pt x="1678437" y="1751118"/>
                  </a:lnTo>
                  <a:lnTo>
                    <a:pt x="1630481" y="1741655"/>
                  </a:lnTo>
                  <a:lnTo>
                    <a:pt x="1582526" y="1731249"/>
                  </a:lnTo>
                  <a:lnTo>
                    <a:pt x="1534571" y="1719825"/>
                  </a:lnTo>
                  <a:lnTo>
                    <a:pt x="1486615" y="1707304"/>
                  </a:lnTo>
                  <a:lnTo>
                    <a:pt x="1438660" y="1693608"/>
                  </a:lnTo>
                  <a:lnTo>
                    <a:pt x="1390705" y="1678658"/>
                  </a:lnTo>
                  <a:lnTo>
                    <a:pt x="1342749" y="1662377"/>
                  </a:lnTo>
                  <a:lnTo>
                    <a:pt x="1294794" y="1644692"/>
                  </a:lnTo>
                  <a:lnTo>
                    <a:pt x="1246839" y="1625535"/>
                  </a:lnTo>
                  <a:lnTo>
                    <a:pt x="1198883" y="1604847"/>
                  </a:lnTo>
                  <a:lnTo>
                    <a:pt x="1150928" y="1582582"/>
                  </a:lnTo>
                  <a:lnTo>
                    <a:pt x="1102972" y="1558707"/>
                  </a:lnTo>
                  <a:lnTo>
                    <a:pt x="1055017" y="1533208"/>
                  </a:lnTo>
                  <a:lnTo>
                    <a:pt x="1007062" y="1506092"/>
                  </a:lnTo>
                  <a:lnTo>
                    <a:pt x="959106" y="1477393"/>
                  </a:lnTo>
                  <a:lnTo>
                    <a:pt x="911151" y="1447169"/>
                  </a:lnTo>
                  <a:lnTo>
                    <a:pt x="863196" y="1415512"/>
                  </a:lnTo>
                  <a:lnTo>
                    <a:pt x="815240" y="1382540"/>
                  </a:lnTo>
                  <a:lnTo>
                    <a:pt x="767285" y="1348404"/>
                  </a:lnTo>
                  <a:lnTo>
                    <a:pt x="719330" y="1313277"/>
                  </a:lnTo>
                  <a:lnTo>
                    <a:pt x="671374" y="1277356"/>
                  </a:lnTo>
                  <a:lnTo>
                    <a:pt x="623419" y="1240849"/>
                  </a:lnTo>
                  <a:lnTo>
                    <a:pt x="575464" y="1203968"/>
                  </a:lnTo>
                  <a:lnTo>
                    <a:pt x="527508" y="1166922"/>
                  </a:lnTo>
                  <a:lnTo>
                    <a:pt x="479553" y="1129905"/>
                  </a:lnTo>
                  <a:lnTo>
                    <a:pt x="431598" y="1093086"/>
                  </a:lnTo>
                  <a:lnTo>
                    <a:pt x="383642" y="1056610"/>
                  </a:lnTo>
                  <a:lnTo>
                    <a:pt x="335687" y="1020589"/>
                  </a:lnTo>
                  <a:lnTo>
                    <a:pt x="287732" y="985106"/>
                  </a:lnTo>
                  <a:lnTo>
                    <a:pt x="239776" y="950214"/>
                  </a:lnTo>
                  <a:lnTo>
                    <a:pt x="191821" y="915944"/>
                  </a:lnTo>
                  <a:lnTo>
                    <a:pt x="143866" y="882304"/>
                  </a:lnTo>
                  <a:lnTo>
                    <a:pt x="95910" y="849290"/>
                  </a:lnTo>
                  <a:lnTo>
                    <a:pt x="47955" y="816886"/>
                  </a:lnTo>
                  <a:lnTo>
                    <a:pt x="0" y="78506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2207045"/>
              <a:ext cx="3788472" cy="1708917"/>
            </a:xfrm>
            <a:custGeom>
              <a:avLst/>
              <a:gdLst/>
              <a:ahLst/>
              <a:cxnLst/>
              <a:rect l="0" t="0" r="0" b="0"/>
              <a:pathLst>
                <a:path w="3788472" h="1708917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1623483" y="2992114"/>
              <a:ext cx="3788472" cy="1052700"/>
            </a:xfrm>
            <a:custGeom>
              <a:avLst/>
              <a:gdLst/>
              <a:ahLst/>
              <a:cxnLst/>
              <a:rect l="0" t="0" r="0" b="0"/>
              <a:pathLst>
                <a:path w="3788472" h="1052700">
                  <a:moveTo>
                    <a:pt x="3788472" y="1052700"/>
                  </a:moveTo>
                  <a:lnTo>
                    <a:pt x="3740517" y="1052615"/>
                  </a:lnTo>
                  <a:lnTo>
                    <a:pt x="3692561" y="1052521"/>
                  </a:lnTo>
                  <a:lnTo>
                    <a:pt x="3644606" y="1052415"/>
                  </a:lnTo>
                  <a:lnTo>
                    <a:pt x="3596651" y="1052298"/>
                  </a:lnTo>
                  <a:lnTo>
                    <a:pt x="3548695" y="1052166"/>
                  </a:lnTo>
                  <a:lnTo>
                    <a:pt x="3500740" y="1052019"/>
                  </a:lnTo>
                  <a:lnTo>
                    <a:pt x="3452784" y="1051855"/>
                  </a:lnTo>
                  <a:lnTo>
                    <a:pt x="3404829" y="1051672"/>
                  </a:lnTo>
                  <a:lnTo>
                    <a:pt x="3356874" y="1051467"/>
                  </a:lnTo>
                  <a:lnTo>
                    <a:pt x="3308918" y="1051239"/>
                  </a:lnTo>
                  <a:lnTo>
                    <a:pt x="3260963" y="1050983"/>
                  </a:lnTo>
                  <a:lnTo>
                    <a:pt x="3213008" y="1050698"/>
                  </a:lnTo>
                  <a:lnTo>
                    <a:pt x="3165052" y="1050380"/>
                  </a:lnTo>
                  <a:lnTo>
                    <a:pt x="3117097" y="1050025"/>
                  </a:lnTo>
                  <a:lnTo>
                    <a:pt x="3069142" y="1049629"/>
                  </a:lnTo>
                  <a:lnTo>
                    <a:pt x="3021186" y="1049186"/>
                  </a:lnTo>
                  <a:lnTo>
                    <a:pt x="2973231" y="1048692"/>
                  </a:lnTo>
                  <a:lnTo>
                    <a:pt x="2925276" y="1048141"/>
                  </a:lnTo>
                  <a:lnTo>
                    <a:pt x="2877320" y="1047526"/>
                  </a:lnTo>
                  <a:lnTo>
                    <a:pt x="2829365" y="1046840"/>
                  </a:lnTo>
                  <a:lnTo>
                    <a:pt x="2781410" y="1046075"/>
                  </a:lnTo>
                  <a:lnTo>
                    <a:pt x="2733454" y="1045222"/>
                  </a:lnTo>
                  <a:lnTo>
                    <a:pt x="2685499" y="1044270"/>
                  </a:lnTo>
                  <a:lnTo>
                    <a:pt x="2637544" y="1043209"/>
                  </a:lnTo>
                  <a:lnTo>
                    <a:pt x="2589588" y="1042027"/>
                  </a:lnTo>
                  <a:lnTo>
                    <a:pt x="2541633" y="1040709"/>
                  </a:lnTo>
                  <a:lnTo>
                    <a:pt x="2493678" y="1039240"/>
                  </a:lnTo>
                  <a:lnTo>
                    <a:pt x="2445722" y="1037605"/>
                  </a:lnTo>
                  <a:lnTo>
                    <a:pt x="2397767" y="1035783"/>
                  </a:lnTo>
                  <a:lnTo>
                    <a:pt x="2349811" y="1033756"/>
                  </a:lnTo>
                  <a:lnTo>
                    <a:pt x="2301856" y="1031500"/>
                  </a:lnTo>
                  <a:lnTo>
                    <a:pt x="2253901" y="1028990"/>
                  </a:lnTo>
                  <a:lnTo>
                    <a:pt x="2205945" y="1026199"/>
                  </a:lnTo>
                  <a:lnTo>
                    <a:pt x="2157990" y="1023097"/>
                  </a:lnTo>
                  <a:lnTo>
                    <a:pt x="2110035" y="1019652"/>
                  </a:lnTo>
                  <a:lnTo>
                    <a:pt x="2062079" y="1015826"/>
                  </a:lnTo>
                  <a:lnTo>
                    <a:pt x="2014124" y="1011581"/>
                  </a:lnTo>
                  <a:lnTo>
                    <a:pt x="1966169" y="1006874"/>
                  </a:lnTo>
                  <a:lnTo>
                    <a:pt x="1918213" y="1001658"/>
                  </a:lnTo>
                  <a:lnTo>
                    <a:pt x="1870258" y="995883"/>
                  </a:lnTo>
                  <a:lnTo>
                    <a:pt x="1822303" y="989495"/>
                  </a:lnTo>
                  <a:lnTo>
                    <a:pt x="1774347" y="982435"/>
                  </a:lnTo>
                  <a:lnTo>
                    <a:pt x="1726392" y="974642"/>
                  </a:lnTo>
                  <a:lnTo>
                    <a:pt x="1678437" y="966049"/>
                  </a:lnTo>
                  <a:lnTo>
                    <a:pt x="1630481" y="956586"/>
                  </a:lnTo>
                  <a:lnTo>
                    <a:pt x="1582526" y="946180"/>
                  </a:lnTo>
                  <a:lnTo>
                    <a:pt x="1534571" y="934756"/>
                  </a:lnTo>
                  <a:lnTo>
                    <a:pt x="1486615" y="922235"/>
                  </a:lnTo>
                  <a:lnTo>
                    <a:pt x="1438660" y="908539"/>
                  </a:lnTo>
                  <a:lnTo>
                    <a:pt x="1390705" y="893589"/>
                  </a:lnTo>
                  <a:lnTo>
                    <a:pt x="1342749" y="877308"/>
                  </a:lnTo>
                  <a:lnTo>
                    <a:pt x="1294794" y="859623"/>
                  </a:lnTo>
                  <a:lnTo>
                    <a:pt x="1246839" y="840466"/>
                  </a:lnTo>
                  <a:lnTo>
                    <a:pt x="1198883" y="819778"/>
                  </a:lnTo>
                  <a:lnTo>
                    <a:pt x="1150928" y="797513"/>
                  </a:lnTo>
                  <a:lnTo>
                    <a:pt x="1102972" y="773638"/>
                  </a:lnTo>
                  <a:lnTo>
                    <a:pt x="1055017" y="748139"/>
                  </a:lnTo>
                  <a:lnTo>
                    <a:pt x="1007062" y="721023"/>
                  </a:lnTo>
                  <a:lnTo>
                    <a:pt x="959106" y="692324"/>
                  </a:lnTo>
                  <a:lnTo>
                    <a:pt x="911151" y="662100"/>
                  </a:lnTo>
                  <a:lnTo>
                    <a:pt x="863196" y="630443"/>
                  </a:lnTo>
                  <a:lnTo>
                    <a:pt x="815240" y="597471"/>
                  </a:lnTo>
                  <a:lnTo>
                    <a:pt x="767285" y="563335"/>
                  </a:lnTo>
                  <a:lnTo>
                    <a:pt x="719330" y="528208"/>
                  </a:lnTo>
                  <a:lnTo>
                    <a:pt x="671374" y="492287"/>
                  </a:lnTo>
                  <a:lnTo>
                    <a:pt x="623419" y="455780"/>
                  </a:lnTo>
                  <a:lnTo>
                    <a:pt x="575464" y="418899"/>
                  </a:lnTo>
                  <a:lnTo>
                    <a:pt x="527508" y="381853"/>
                  </a:lnTo>
                  <a:lnTo>
                    <a:pt x="479553" y="344836"/>
                  </a:lnTo>
                  <a:lnTo>
                    <a:pt x="431598" y="308017"/>
                  </a:lnTo>
                  <a:lnTo>
                    <a:pt x="383642" y="271541"/>
                  </a:lnTo>
                  <a:lnTo>
                    <a:pt x="335687" y="235520"/>
                  </a:lnTo>
                  <a:lnTo>
                    <a:pt x="287732" y="200037"/>
                  </a:lnTo>
                  <a:lnTo>
                    <a:pt x="239776" y="165145"/>
                  </a:lnTo>
                  <a:lnTo>
                    <a:pt x="191821" y="130875"/>
                  </a:lnTo>
                  <a:lnTo>
                    <a:pt x="143866" y="97235"/>
                  </a:lnTo>
                  <a:lnTo>
                    <a:pt x="95910" y="64221"/>
                  </a:lnTo>
                  <a:lnTo>
                    <a:pt x="47955" y="318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1623483" y="2579747"/>
              <a:ext cx="3788472" cy="1455911"/>
            </a:xfrm>
            <a:custGeom>
              <a:avLst/>
              <a:gdLst/>
              <a:ahLst/>
              <a:cxnLst/>
              <a:rect l="0" t="0" r="0" b="0"/>
              <a:pathLst>
                <a:path w="3788472" h="1455911">
                  <a:moveTo>
                    <a:pt x="0" y="0"/>
                  </a:moveTo>
                  <a:lnTo>
                    <a:pt x="47955" y="45987"/>
                  </a:lnTo>
                  <a:lnTo>
                    <a:pt x="95910" y="92395"/>
                  </a:lnTo>
                  <a:lnTo>
                    <a:pt x="143866" y="139101"/>
                  </a:lnTo>
                  <a:lnTo>
                    <a:pt x="191821" y="185976"/>
                  </a:lnTo>
                  <a:lnTo>
                    <a:pt x="239776" y="232893"/>
                  </a:lnTo>
                  <a:lnTo>
                    <a:pt x="287732" y="279723"/>
                  </a:lnTo>
                  <a:lnTo>
                    <a:pt x="335687" y="326338"/>
                  </a:lnTo>
                  <a:lnTo>
                    <a:pt x="383642" y="372611"/>
                  </a:lnTo>
                  <a:lnTo>
                    <a:pt x="431598" y="418422"/>
                  </a:lnTo>
                  <a:lnTo>
                    <a:pt x="479553" y="463652"/>
                  </a:lnTo>
                  <a:lnTo>
                    <a:pt x="527508" y="508192"/>
                  </a:lnTo>
                  <a:lnTo>
                    <a:pt x="575464" y="551936"/>
                  </a:lnTo>
                  <a:lnTo>
                    <a:pt x="623419" y="594790"/>
                  </a:lnTo>
                  <a:lnTo>
                    <a:pt x="671374" y="636665"/>
                  </a:lnTo>
                  <a:lnTo>
                    <a:pt x="719330" y="677484"/>
                  </a:lnTo>
                  <a:lnTo>
                    <a:pt x="767285" y="717179"/>
                  </a:lnTo>
                  <a:lnTo>
                    <a:pt x="815240" y="755690"/>
                  </a:lnTo>
                  <a:lnTo>
                    <a:pt x="863196" y="792968"/>
                  </a:lnTo>
                  <a:lnTo>
                    <a:pt x="911151" y="828974"/>
                  </a:lnTo>
                  <a:lnTo>
                    <a:pt x="959106" y="863679"/>
                  </a:lnTo>
                  <a:lnTo>
                    <a:pt x="1007062" y="897060"/>
                  </a:lnTo>
                  <a:lnTo>
                    <a:pt x="1055017" y="929106"/>
                  </a:lnTo>
                  <a:lnTo>
                    <a:pt x="1102972" y="959813"/>
                  </a:lnTo>
                  <a:lnTo>
                    <a:pt x="1150928" y="989183"/>
                  </a:lnTo>
                  <a:lnTo>
                    <a:pt x="1198883" y="1017226"/>
                  </a:lnTo>
                  <a:lnTo>
                    <a:pt x="1246839" y="1043958"/>
                  </a:lnTo>
                  <a:lnTo>
                    <a:pt x="1294794" y="1069400"/>
                  </a:lnTo>
                  <a:lnTo>
                    <a:pt x="1342749" y="1093579"/>
                  </a:lnTo>
                  <a:lnTo>
                    <a:pt x="1390705" y="1116525"/>
                  </a:lnTo>
                  <a:lnTo>
                    <a:pt x="1438660" y="1138270"/>
                  </a:lnTo>
                  <a:lnTo>
                    <a:pt x="1486615" y="1158853"/>
                  </a:lnTo>
                  <a:lnTo>
                    <a:pt x="1534571" y="1178311"/>
                  </a:lnTo>
                  <a:lnTo>
                    <a:pt x="1582526" y="1196684"/>
                  </a:lnTo>
                  <a:lnTo>
                    <a:pt x="1630481" y="1214016"/>
                  </a:lnTo>
                  <a:lnTo>
                    <a:pt x="1678437" y="1230347"/>
                  </a:lnTo>
                  <a:lnTo>
                    <a:pt x="1726392" y="1245721"/>
                  </a:lnTo>
                  <a:lnTo>
                    <a:pt x="1774347" y="1260182"/>
                  </a:lnTo>
                  <a:lnTo>
                    <a:pt x="1822303" y="1273771"/>
                  </a:lnTo>
                  <a:lnTo>
                    <a:pt x="1870258" y="1286531"/>
                  </a:lnTo>
                  <a:lnTo>
                    <a:pt x="1918213" y="1298504"/>
                  </a:lnTo>
                  <a:lnTo>
                    <a:pt x="1966169" y="1309731"/>
                  </a:lnTo>
                  <a:lnTo>
                    <a:pt x="2014124" y="1320250"/>
                  </a:lnTo>
                  <a:lnTo>
                    <a:pt x="2062079" y="1330101"/>
                  </a:lnTo>
                  <a:lnTo>
                    <a:pt x="2110035" y="1339320"/>
                  </a:lnTo>
                  <a:lnTo>
                    <a:pt x="2157990" y="1347944"/>
                  </a:lnTo>
                  <a:lnTo>
                    <a:pt x="2205945" y="1356007"/>
                  </a:lnTo>
                  <a:lnTo>
                    <a:pt x="2253901" y="1363541"/>
                  </a:lnTo>
                  <a:lnTo>
                    <a:pt x="2301856" y="1370579"/>
                  </a:lnTo>
                  <a:lnTo>
                    <a:pt x="2349811" y="1377150"/>
                  </a:lnTo>
                  <a:lnTo>
                    <a:pt x="2397767" y="1383283"/>
                  </a:lnTo>
                  <a:lnTo>
                    <a:pt x="2445722" y="1389004"/>
                  </a:lnTo>
                  <a:lnTo>
                    <a:pt x="2493678" y="1394341"/>
                  </a:lnTo>
                  <a:lnTo>
                    <a:pt x="2541633" y="1399317"/>
                  </a:lnTo>
                  <a:lnTo>
                    <a:pt x="2589588" y="1403955"/>
                  </a:lnTo>
                  <a:lnTo>
                    <a:pt x="2637544" y="1408277"/>
                  </a:lnTo>
                  <a:lnTo>
                    <a:pt x="2685499" y="1412303"/>
                  </a:lnTo>
                  <a:lnTo>
                    <a:pt x="2733454" y="1416053"/>
                  </a:lnTo>
                  <a:lnTo>
                    <a:pt x="2781410" y="1419545"/>
                  </a:lnTo>
                  <a:lnTo>
                    <a:pt x="2829365" y="1422796"/>
                  </a:lnTo>
                  <a:lnTo>
                    <a:pt x="2877320" y="1425822"/>
                  </a:lnTo>
                  <a:lnTo>
                    <a:pt x="2925276" y="1428639"/>
                  </a:lnTo>
                  <a:lnTo>
                    <a:pt x="2973231" y="1431259"/>
                  </a:lnTo>
                  <a:lnTo>
                    <a:pt x="3021186" y="1433697"/>
                  </a:lnTo>
                  <a:lnTo>
                    <a:pt x="3069142" y="1435965"/>
                  </a:lnTo>
                  <a:lnTo>
                    <a:pt x="3117097" y="1438075"/>
                  </a:lnTo>
                  <a:lnTo>
                    <a:pt x="3165052" y="1440037"/>
                  </a:lnTo>
                  <a:lnTo>
                    <a:pt x="3213008" y="1441861"/>
                  </a:lnTo>
                  <a:lnTo>
                    <a:pt x="3260963" y="1443557"/>
                  </a:lnTo>
                  <a:lnTo>
                    <a:pt x="3308918" y="1445134"/>
                  </a:lnTo>
                  <a:lnTo>
                    <a:pt x="3356874" y="1446600"/>
                  </a:lnTo>
                  <a:lnTo>
                    <a:pt x="3404829" y="1447963"/>
                  </a:lnTo>
                  <a:lnTo>
                    <a:pt x="3452784" y="1449229"/>
                  </a:lnTo>
                  <a:lnTo>
                    <a:pt x="3500740" y="1450406"/>
                  </a:lnTo>
                  <a:lnTo>
                    <a:pt x="3548695" y="1451500"/>
                  </a:lnTo>
                  <a:lnTo>
                    <a:pt x="3596651" y="1452516"/>
                  </a:lnTo>
                  <a:lnTo>
                    <a:pt x="3644606" y="1453461"/>
                  </a:lnTo>
                  <a:lnTo>
                    <a:pt x="3692561" y="1454338"/>
                  </a:lnTo>
                  <a:lnTo>
                    <a:pt x="3740517" y="1455154"/>
                  </a:lnTo>
                  <a:lnTo>
                    <a:pt x="3788472" y="145591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g219"/>
            <p:cNvSpPr/>
            <p:nvPr/>
          </p:nvSpPr>
          <p:spPr>
            <a:xfrm>
              <a:off x="1840636" y="1529848"/>
              <a:ext cx="3682123" cy="2310438"/>
            </a:xfrm>
            <a:custGeom>
              <a:avLst/>
              <a:gdLst/>
              <a:ahLst/>
              <a:cxnLst/>
              <a:rect l="0" t="0" r="0" b="0"/>
              <a:pathLst>
                <a:path w="3682123" h="231043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  <a:lnTo>
                    <a:pt x="3682123" y="2310438"/>
                  </a:lnTo>
                  <a:lnTo>
                    <a:pt x="3635514" y="2292813"/>
                  </a:lnTo>
                  <a:lnTo>
                    <a:pt x="3588905" y="2273872"/>
                  </a:lnTo>
                  <a:lnTo>
                    <a:pt x="3542296" y="2253552"/>
                  </a:lnTo>
                  <a:lnTo>
                    <a:pt x="3495687" y="2231790"/>
                  </a:lnTo>
                  <a:lnTo>
                    <a:pt x="3449077" y="2208528"/>
                  </a:lnTo>
                  <a:lnTo>
                    <a:pt x="3402468" y="2183715"/>
                  </a:lnTo>
                  <a:lnTo>
                    <a:pt x="3355859" y="2157302"/>
                  </a:lnTo>
                  <a:lnTo>
                    <a:pt x="3309250" y="2129253"/>
                  </a:lnTo>
                  <a:lnTo>
                    <a:pt x="3262641" y="2099538"/>
                  </a:lnTo>
                  <a:lnTo>
                    <a:pt x="3216032" y="2068140"/>
                  </a:lnTo>
                  <a:lnTo>
                    <a:pt x="3169422" y="2035055"/>
                  </a:lnTo>
                  <a:lnTo>
                    <a:pt x="3122813" y="2000293"/>
                  </a:lnTo>
                  <a:lnTo>
                    <a:pt x="3076204" y="1963879"/>
                  </a:lnTo>
                  <a:lnTo>
                    <a:pt x="3029595" y="1925859"/>
                  </a:lnTo>
                  <a:lnTo>
                    <a:pt x="2982986" y="1886293"/>
                  </a:lnTo>
                  <a:lnTo>
                    <a:pt x="2936377" y="1845263"/>
                  </a:lnTo>
                  <a:lnTo>
                    <a:pt x="2889768" y="1802870"/>
                  </a:lnTo>
                  <a:lnTo>
                    <a:pt x="2843158" y="1759234"/>
                  </a:lnTo>
                  <a:lnTo>
                    <a:pt x="2796549" y="1714495"/>
                  </a:lnTo>
                  <a:lnTo>
                    <a:pt x="2749940" y="1668810"/>
                  </a:lnTo>
                  <a:lnTo>
                    <a:pt x="2703331" y="1622352"/>
                  </a:lnTo>
                  <a:lnTo>
                    <a:pt x="2656722" y="1575310"/>
                  </a:lnTo>
                  <a:lnTo>
                    <a:pt x="2610113" y="1527880"/>
                  </a:lnTo>
                  <a:lnTo>
                    <a:pt x="2563503" y="1480271"/>
                  </a:lnTo>
                  <a:lnTo>
                    <a:pt x="2516894" y="1432692"/>
                  </a:lnTo>
                  <a:lnTo>
                    <a:pt x="2470285" y="1385353"/>
                  </a:lnTo>
                  <a:lnTo>
                    <a:pt x="2423676" y="1338463"/>
                  </a:lnTo>
                  <a:lnTo>
                    <a:pt x="2377067" y="1292217"/>
                  </a:lnTo>
                  <a:lnTo>
                    <a:pt x="2330458" y="1246802"/>
                  </a:lnTo>
                  <a:lnTo>
                    <a:pt x="2283848" y="1202387"/>
                  </a:lnTo>
                  <a:lnTo>
                    <a:pt x="2237239" y="1159120"/>
                  </a:lnTo>
                  <a:lnTo>
                    <a:pt x="2190630" y="1117127"/>
                  </a:lnTo>
                  <a:lnTo>
                    <a:pt x="2144021" y="1076511"/>
                  </a:lnTo>
                  <a:lnTo>
                    <a:pt x="2097412" y="1037348"/>
                  </a:lnTo>
                  <a:lnTo>
                    <a:pt x="2050803" y="999690"/>
                  </a:lnTo>
                  <a:lnTo>
                    <a:pt x="2004193" y="963564"/>
                  </a:lnTo>
                  <a:lnTo>
                    <a:pt x="1957584" y="928973"/>
                  </a:lnTo>
                  <a:lnTo>
                    <a:pt x="1910975" y="895904"/>
                  </a:lnTo>
                  <a:lnTo>
                    <a:pt x="1864366" y="864324"/>
                  </a:lnTo>
                  <a:lnTo>
                    <a:pt x="1817757" y="834187"/>
                  </a:lnTo>
                  <a:lnTo>
                    <a:pt x="1771148" y="805439"/>
                  </a:lnTo>
                  <a:lnTo>
                    <a:pt x="1724538" y="778014"/>
                  </a:lnTo>
                  <a:lnTo>
                    <a:pt x="1677929" y="751847"/>
                  </a:lnTo>
                  <a:lnTo>
                    <a:pt x="1631320" y="726866"/>
                  </a:lnTo>
                  <a:lnTo>
                    <a:pt x="1584711" y="703002"/>
                  </a:lnTo>
                  <a:lnTo>
                    <a:pt x="1538102" y="680187"/>
                  </a:lnTo>
                  <a:lnTo>
                    <a:pt x="1491493" y="658353"/>
                  </a:lnTo>
                  <a:lnTo>
                    <a:pt x="1444884" y="637440"/>
                  </a:lnTo>
                  <a:lnTo>
                    <a:pt x="1398274" y="617386"/>
                  </a:lnTo>
                  <a:lnTo>
                    <a:pt x="1351665" y="598137"/>
                  </a:lnTo>
                  <a:lnTo>
                    <a:pt x="1305056" y="579642"/>
                  </a:lnTo>
                  <a:lnTo>
                    <a:pt x="1258447" y="561854"/>
                  </a:lnTo>
                  <a:lnTo>
                    <a:pt x="1211838" y="544729"/>
                  </a:lnTo>
                  <a:lnTo>
                    <a:pt x="1165229" y="528228"/>
                  </a:lnTo>
                  <a:lnTo>
                    <a:pt x="1118619" y="512313"/>
                  </a:lnTo>
                  <a:lnTo>
                    <a:pt x="1072010" y="496953"/>
                  </a:lnTo>
                  <a:lnTo>
                    <a:pt x="1025401" y="482117"/>
                  </a:lnTo>
                  <a:lnTo>
                    <a:pt x="978792" y="467776"/>
                  </a:lnTo>
                  <a:lnTo>
                    <a:pt x="932183" y="453906"/>
                  </a:lnTo>
                  <a:lnTo>
                    <a:pt x="885574" y="440483"/>
                  </a:lnTo>
                  <a:lnTo>
                    <a:pt x="838964" y="427486"/>
                  </a:lnTo>
                  <a:lnTo>
                    <a:pt x="792355" y="414895"/>
                  </a:lnTo>
                  <a:lnTo>
                    <a:pt x="745746" y="402692"/>
                  </a:lnTo>
                  <a:lnTo>
                    <a:pt x="699137" y="390861"/>
                  </a:lnTo>
                  <a:lnTo>
                    <a:pt x="652528" y="379387"/>
                  </a:lnTo>
                  <a:lnTo>
                    <a:pt x="605919" y="368254"/>
                  </a:lnTo>
                  <a:lnTo>
                    <a:pt x="559309" y="357449"/>
                  </a:lnTo>
                  <a:lnTo>
                    <a:pt x="512700" y="346961"/>
                  </a:lnTo>
                  <a:lnTo>
                    <a:pt x="466091" y="336777"/>
                  </a:lnTo>
                  <a:lnTo>
                    <a:pt x="419482" y="326887"/>
                  </a:lnTo>
                  <a:lnTo>
                    <a:pt x="372873" y="317281"/>
                  </a:lnTo>
                  <a:lnTo>
                    <a:pt x="326264" y="307948"/>
                  </a:lnTo>
                  <a:lnTo>
                    <a:pt x="279654" y="298880"/>
                  </a:lnTo>
                  <a:lnTo>
                    <a:pt x="233045" y="290068"/>
                  </a:lnTo>
                  <a:lnTo>
                    <a:pt x="186436" y="281504"/>
                  </a:lnTo>
                  <a:lnTo>
                    <a:pt x="139827" y="273180"/>
                  </a:lnTo>
                  <a:lnTo>
                    <a:pt x="93218" y="265090"/>
                  </a:lnTo>
                  <a:lnTo>
                    <a:pt x="46609" y="257225"/>
                  </a:lnTo>
                  <a:lnTo>
                    <a:pt x="0" y="24957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l220"/>
            <p:cNvSpPr/>
            <p:nvPr/>
          </p:nvSpPr>
          <p:spPr>
            <a:xfrm>
              <a:off x="1840636" y="1529848"/>
              <a:ext cx="3682123" cy="1214678"/>
            </a:xfrm>
            <a:custGeom>
              <a:avLst/>
              <a:gdLst/>
              <a:ahLst/>
              <a:cxnLst/>
              <a:rect l="0" t="0" r="0" b="0"/>
              <a:pathLst>
                <a:path w="3682123" h="121467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l221"/>
            <p:cNvSpPr/>
            <p:nvPr/>
          </p:nvSpPr>
          <p:spPr>
            <a:xfrm>
              <a:off x="1840636" y="1779427"/>
              <a:ext cx="3682123" cy="2060859"/>
            </a:xfrm>
            <a:custGeom>
              <a:avLst/>
              <a:gdLst/>
              <a:ahLst/>
              <a:cxnLst/>
              <a:rect l="0" t="0" r="0" b="0"/>
              <a:pathLst>
                <a:path w="3682123" h="2060859">
                  <a:moveTo>
                    <a:pt x="3682123" y="2060859"/>
                  </a:moveTo>
                  <a:lnTo>
                    <a:pt x="3635514" y="2043234"/>
                  </a:lnTo>
                  <a:lnTo>
                    <a:pt x="3588905" y="2024293"/>
                  </a:lnTo>
                  <a:lnTo>
                    <a:pt x="3542296" y="2003972"/>
                  </a:lnTo>
                  <a:lnTo>
                    <a:pt x="3495687" y="1982210"/>
                  </a:lnTo>
                  <a:lnTo>
                    <a:pt x="3449077" y="1958949"/>
                  </a:lnTo>
                  <a:lnTo>
                    <a:pt x="3402468" y="1934135"/>
                  </a:lnTo>
                  <a:lnTo>
                    <a:pt x="3355859" y="1907723"/>
                  </a:lnTo>
                  <a:lnTo>
                    <a:pt x="3309250" y="1879674"/>
                  </a:lnTo>
                  <a:lnTo>
                    <a:pt x="3262641" y="1849959"/>
                  </a:lnTo>
                  <a:lnTo>
                    <a:pt x="3216032" y="1818561"/>
                  </a:lnTo>
                  <a:lnTo>
                    <a:pt x="3169422" y="1785476"/>
                  </a:lnTo>
                  <a:lnTo>
                    <a:pt x="3122813" y="1750713"/>
                  </a:lnTo>
                  <a:lnTo>
                    <a:pt x="3076204" y="1714300"/>
                  </a:lnTo>
                  <a:lnTo>
                    <a:pt x="3029595" y="1676279"/>
                  </a:lnTo>
                  <a:lnTo>
                    <a:pt x="2982986" y="1636713"/>
                  </a:lnTo>
                  <a:lnTo>
                    <a:pt x="2936377" y="1595684"/>
                  </a:lnTo>
                  <a:lnTo>
                    <a:pt x="2889768" y="1553291"/>
                  </a:lnTo>
                  <a:lnTo>
                    <a:pt x="2843158" y="1509655"/>
                  </a:lnTo>
                  <a:lnTo>
                    <a:pt x="2796549" y="1464916"/>
                  </a:lnTo>
                  <a:lnTo>
                    <a:pt x="2749940" y="1419231"/>
                  </a:lnTo>
                  <a:lnTo>
                    <a:pt x="2703331" y="1372773"/>
                  </a:lnTo>
                  <a:lnTo>
                    <a:pt x="2656722" y="1325730"/>
                  </a:lnTo>
                  <a:lnTo>
                    <a:pt x="2610113" y="1278301"/>
                  </a:lnTo>
                  <a:lnTo>
                    <a:pt x="2563503" y="1230691"/>
                  </a:lnTo>
                  <a:lnTo>
                    <a:pt x="2516894" y="1183112"/>
                  </a:lnTo>
                  <a:lnTo>
                    <a:pt x="2470285" y="1135774"/>
                  </a:lnTo>
                  <a:lnTo>
                    <a:pt x="2423676" y="1088883"/>
                  </a:lnTo>
                  <a:lnTo>
                    <a:pt x="2377067" y="1042638"/>
                  </a:lnTo>
                  <a:lnTo>
                    <a:pt x="2330458" y="997223"/>
                  </a:lnTo>
                  <a:lnTo>
                    <a:pt x="2283848" y="952807"/>
                  </a:lnTo>
                  <a:lnTo>
                    <a:pt x="2237239" y="909540"/>
                  </a:lnTo>
                  <a:lnTo>
                    <a:pt x="2190630" y="867548"/>
                  </a:lnTo>
                  <a:lnTo>
                    <a:pt x="2144021" y="826932"/>
                  </a:lnTo>
                  <a:lnTo>
                    <a:pt x="2097412" y="787769"/>
                  </a:lnTo>
                  <a:lnTo>
                    <a:pt x="2050803" y="750111"/>
                  </a:lnTo>
                  <a:lnTo>
                    <a:pt x="2004193" y="713984"/>
                  </a:lnTo>
                  <a:lnTo>
                    <a:pt x="1957584" y="679394"/>
                  </a:lnTo>
                  <a:lnTo>
                    <a:pt x="1910975" y="646325"/>
                  </a:lnTo>
                  <a:lnTo>
                    <a:pt x="1864366" y="614745"/>
                  </a:lnTo>
                  <a:lnTo>
                    <a:pt x="1817757" y="584608"/>
                  </a:lnTo>
                  <a:lnTo>
                    <a:pt x="1771148" y="555859"/>
                  </a:lnTo>
                  <a:lnTo>
                    <a:pt x="1724538" y="528435"/>
                  </a:lnTo>
                  <a:lnTo>
                    <a:pt x="1677929" y="502267"/>
                  </a:lnTo>
                  <a:lnTo>
                    <a:pt x="1631320" y="477286"/>
                  </a:lnTo>
                  <a:lnTo>
                    <a:pt x="1584711" y="453423"/>
                  </a:lnTo>
                  <a:lnTo>
                    <a:pt x="1538102" y="430607"/>
                  </a:lnTo>
                  <a:lnTo>
                    <a:pt x="1491493" y="408774"/>
                  </a:lnTo>
                  <a:lnTo>
                    <a:pt x="1444884" y="387860"/>
                  </a:lnTo>
                  <a:lnTo>
                    <a:pt x="1398274" y="367807"/>
                  </a:lnTo>
                  <a:lnTo>
                    <a:pt x="1351665" y="348558"/>
                  </a:lnTo>
                  <a:lnTo>
                    <a:pt x="1305056" y="330063"/>
                  </a:lnTo>
                  <a:lnTo>
                    <a:pt x="1258447" y="312275"/>
                  </a:lnTo>
                  <a:lnTo>
                    <a:pt x="1211838" y="295150"/>
                  </a:lnTo>
                  <a:lnTo>
                    <a:pt x="1165229" y="278648"/>
                  </a:lnTo>
                  <a:lnTo>
                    <a:pt x="1118619" y="262734"/>
                  </a:lnTo>
                  <a:lnTo>
                    <a:pt x="1072010" y="247374"/>
                  </a:lnTo>
                  <a:lnTo>
                    <a:pt x="1025401" y="232537"/>
                  </a:lnTo>
                  <a:lnTo>
                    <a:pt x="978792" y="218196"/>
                  </a:lnTo>
                  <a:lnTo>
                    <a:pt x="932183" y="204326"/>
                  </a:lnTo>
                  <a:lnTo>
                    <a:pt x="885574" y="190903"/>
                  </a:lnTo>
                  <a:lnTo>
                    <a:pt x="838964" y="177906"/>
                  </a:lnTo>
                  <a:lnTo>
                    <a:pt x="792355" y="165315"/>
                  </a:lnTo>
                  <a:lnTo>
                    <a:pt x="745746" y="153113"/>
                  </a:lnTo>
                  <a:lnTo>
                    <a:pt x="699137" y="141282"/>
                  </a:lnTo>
                  <a:lnTo>
                    <a:pt x="652528" y="129807"/>
                  </a:lnTo>
                  <a:lnTo>
                    <a:pt x="605919" y="118674"/>
                  </a:lnTo>
                  <a:lnTo>
                    <a:pt x="559309" y="107870"/>
                  </a:lnTo>
                  <a:lnTo>
                    <a:pt x="512700" y="97382"/>
                  </a:lnTo>
                  <a:lnTo>
                    <a:pt x="466091" y="87198"/>
                  </a:lnTo>
                  <a:lnTo>
                    <a:pt x="419482" y="77308"/>
                  </a:lnTo>
                  <a:lnTo>
                    <a:pt x="372873" y="67701"/>
                  </a:lnTo>
                  <a:lnTo>
                    <a:pt x="326264" y="58368"/>
                  </a:lnTo>
                  <a:lnTo>
                    <a:pt x="279654" y="49300"/>
                  </a:lnTo>
                  <a:lnTo>
                    <a:pt x="233045" y="40488"/>
                  </a:lnTo>
                  <a:lnTo>
                    <a:pt x="186436" y="31925"/>
                  </a:lnTo>
                  <a:lnTo>
                    <a:pt x="139827" y="23601"/>
                  </a:lnTo>
                  <a:lnTo>
                    <a:pt x="93218" y="15510"/>
                  </a:lnTo>
                  <a:lnTo>
                    <a:pt x="46609" y="76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l222"/>
            <p:cNvSpPr/>
            <p:nvPr/>
          </p:nvSpPr>
          <p:spPr>
            <a:xfrm>
              <a:off x="1840636" y="1578050"/>
              <a:ext cx="3682123" cy="1875085"/>
            </a:xfrm>
            <a:custGeom>
              <a:avLst/>
              <a:gdLst/>
              <a:ahLst/>
              <a:cxnLst/>
              <a:rect l="0" t="0" r="0" b="0"/>
              <a:pathLst>
                <a:path w="3682123" h="1875085">
                  <a:moveTo>
                    <a:pt x="0" y="0"/>
                  </a:moveTo>
                  <a:lnTo>
                    <a:pt x="46609" y="3828"/>
                  </a:lnTo>
                  <a:lnTo>
                    <a:pt x="93218" y="7886"/>
                  </a:lnTo>
                  <a:lnTo>
                    <a:pt x="139827" y="12189"/>
                  </a:lnTo>
                  <a:lnTo>
                    <a:pt x="186436" y="16748"/>
                  </a:lnTo>
                  <a:lnTo>
                    <a:pt x="233045" y="21579"/>
                  </a:lnTo>
                  <a:lnTo>
                    <a:pt x="279654" y="26697"/>
                  </a:lnTo>
                  <a:lnTo>
                    <a:pt x="326264" y="32116"/>
                  </a:lnTo>
                  <a:lnTo>
                    <a:pt x="372873" y="37854"/>
                  </a:lnTo>
                  <a:lnTo>
                    <a:pt x="419482" y="43927"/>
                  </a:lnTo>
                  <a:lnTo>
                    <a:pt x="466091" y="50354"/>
                  </a:lnTo>
                  <a:lnTo>
                    <a:pt x="512700" y="57152"/>
                  </a:lnTo>
                  <a:lnTo>
                    <a:pt x="559309" y="64340"/>
                  </a:lnTo>
                  <a:lnTo>
                    <a:pt x="605919" y="71939"/>
                  </a:lnTo>
                  <a:lnTo>
                    <a:pt x="652528" y="79968"/>
                  </a:lnTo>
                  <a:lnTo>
                    <a:pt x="699137" y="88450"/>
                  </a:lnTo>
                  <a:lnTo>
                    <a:pt x="745746" y="97405"/>
                  </a:lnTo>
                  <a:lnTo>
                    <a:pt x="792355" y="106856"/>
                  </a:lnTo>
                  <a:lnTo>
                    <a:pt x="838964" y="116826"/>
                  </a:lnTo>
                  <a:lnTo>
                    <a:pt x="885574" y="127339"/>
                  </a:lnTo>
                  <a:lnTo>
                    <a:pt x="932183" y="138417"/>
                  </a:lnTo>
                  <a:lnTo>
                    <a:pt x="978792" y="150085"/>
                  </a:lnTo>
                  <a:lnTo>
                    <a:pt x="1025401" y="162368"/>
                  </a:lnTo>
                  <a:lnTo>
                    <a:pt x="1072010" y="175290"/>
                  </a:lnTo>
                  <a:lnTo>
                    <a:pt x="1118619" y="188876"/>
                  </a:lnTo>
                  <a:lnTo>
                    <a:pt x="1165229" y="203151"/>
                  </a:lnTo>
                  <a:lnTo>
                    <a:pt x="1211838" y="218139"/>
                  </a:lnTo>
                  <a:lnTo>
                    <a:pt x="1258447" y="233864"/>
                  </a:lnTo>
                  <a:lnTo>
                    <a:pt x="1305056" y="250350"/>
                  </a:lnTo>
                  <a:lnTo>
                    <a:pt x="1351665" y="267619"/>
                  </a:lnTo>
                  <a:lnTo>
                    <a:pt x="1398274" y="285695"/>
                  </a:lnTo>
                  <a:lnTo>
                    <a:pt x="1444884" y="304596"/>
                  </a:lnTo>
                  <a:lnTo>
                    <a:pt x="1491493" y="324344"/>
                  </a:lnTo>
                  <a:lnTo>
                    <a:pt x="1538102" y="344957"/>
                  </a:lnTo>
                  <a:lnTo>
                    <a:pt x="1584711" y="366450"/>
                  </a:lnTo>
                  <a:lnTo>
                    <a:pt x="1631320" y="388837"/>
                  </a:lnTo>
                  <a:lnTo>
                    <a:pt x="1677929" y="412131"/>
                  </a:lnTo>
                  <a:lnTo>
                    <a:pt x="1724538" y="436340"/>
                  </a:lnTo>
                  <a:lnTo>
                    <a:pt x="1771148" y="461471"/>
                  </a:lnTo>
                  <a:lnTo>
                    <a:pt x="1817757" y="487528"/>
                  </a:lnTo>
                  <a:lnTo>
                    <a:pt x="1864366" y="514509"/>
                  </a:lnTo>
                  <a:lnTo>
                    <a:pt x="1910975" y="542410"/>
                  </a:lnTo>
                  <a:lnTo>
                    <a:pt x="1957584" y="571225"/>
                  </a:lnTo>
                  <a:lnTo>
                    <a:pt x="2004193" y="600941"/>
                  </a:lnTo>
                  <a:lnTo>
                    <a:pt x="2050803" y="631542"/>
                  </a:lnTo>
                  <a:lnTo>
                    <a:pt x="2097412" y="663007"/>
                  </a:lnTo>
                  <a:lnTo>
                    <a:pt x="2144021" y="695312"/>
                  </a:lnTo>
                  <a:lnTo>
                    <a:pt x="2190630" y="728425"/>
                  </a:lnTo>
                  <a:lnTo>
                    <a:pt x="2237239" y="762314"/>
                  </a:lnTo>
                  <a:lnTo>
                    <a:pt x="2283848" y="796938"/>
                  </a:lnTo>
                  <a:lnTo>
                    <a:pt x="2330458" y="832254"/>
                  </a:lnTo>
                  <a:lnTo>
                    <a:pt x="2377067" y="868214"/>
                  </a:lnTo>
                  <a:lnTo>
                    <a:pt x="2423676" y="904766"/>
                  </a:lnTo>
                  <a:lnTo>
                    <a:pt x="2470285" y="941852"/>
                  </a:lnTo>
                  <a:lnTo>
                    <a:pt x="2516894" y="979413"/>
                  </a:lnTo>
                  <a:lnTo>
                    <a:pt x="2563503" y="1017386"/>
                  </a:lnTo>
                  <a:lnTo>
                    <a:pt x="2610113" y="1055704"/>
                  </a:lnTo>
                  <a:lnTo>
                    <a:pt x="2656722" y="1094297"/>
                  </a:lnTo>
                  <a:lnTo>
                    <a:pt x="2703331" y="1133096"/>
                  </a:lnTo>
                  <a:lnTo>
                    <a:pt x="2749940" y="1172026"/>
                  </a:lnTo>
                  <a:lnTo>
                    <a:pt x="2796549" y="1211015"/>
                  </a:lnTo>
                  <a:lnTo>
                    <a:pt x="2843158" y="1249988"/>
                  </a:lnTo>
                  <a:lnTo>
                    <a:pt x="2889768" y="1288872"/>
                  </a:lnTo>
                  <a:lnTo>
                    <a:pt x="2936377" y="1327594"/>
                  </a:lnTo>
                  <a:lnTo>
                    <a:pt x="2982986" y="1366080"/>
                  </a:lnTo>
                  <a:lnTo>
                    <a:pt x="3029595" y="1404262"/>
                  </a:lnTo>
                  <a:lnTo>
                    <a:pt x="3076204" y="1442070"/>
                  </a:lnTo>
                  <a:lnTo>
                    <a:pt x="3122813" y="1479440"/>
                  </a:lnTo>
                  <a:lnTo>
                    <a:pt x="3169422" y="1516310"/>
                  </a:lnTo>
                  <a:lnTo>
                    <a:pt x="3216032" y="1552620"/>
                  </a:lnTo>
                  <a:lnTo>
                    <a:pt x="3262641" y="1588316"/>
                  </a:lnTo>
                  <a:lnTo>
                    <a:pt x="3309250" y="1623348"/>
                  </a:lnTo>
                  <a:lnTo>
                    <a:pt x="3355859" y="1657669"/>
                  </a:lnTo>
                  <a:lnTo>
                    <a:pt x="3402468" y="1691238"/>
                  </a:lnTo>
                  <a:lnTo>
                    <a:pt x="3449077" y="1724017"/>
                  </a:lnTo>
                  <a:lnTo>
                    <a:pt x="3495687" y="1755973"/>
                  </a:lnTo>
                  <a:lnTo>
                    <a:pt x="3542296" y="1787079"/>
                  </a:lnTo>
                  <a:lnTo>
                    <a:pt x="3588905" y="1817311"/>
                  </a:lnTo>
                  <a:lnTo>
                    <a:pt x="3635514" y="1846652"/>
                  </a:lnTo>
                  <a:lnTo>
                    <a:pt x="3682123" y="1875085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46782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228029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0927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90522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71769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5301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26491" y="2018463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267386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rc238"/>
            <p:cNvSpPr/>
            <p:nvPr/>
          </p:nvSpPr>
          <p:spPr>
            <a:xfrm>
              <a:off x="5926491" y="2202809"/>
              <a:ext cx="219455" cy="219455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l239"/>
            <p:cNvSpPr/>
            <p:nvPr/>
          </p:nvSpPr>
          <p:spPr>
            <a:xfrm>
              <a:off x="5948436" y="2312537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t240"/>
            <p:cNvSpPr/>
            <p:nvPr/>
          </p:nvSpPr>
          <p:spPr>
            <a:xfrm>
              <a:off x="5991067" y="2486842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rc241"/>
            <p:cNvSpPr/>
            <p:nvPr/>
          </p:nvSpPr>
          <p:spPr>
            <a:xfrm>
              <a:off x="5926491" y="2422265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42" name="pl242"/>
            <p:cNvSpPr/>
            <p:nvPr/>
          </p:nvSpPr>
          <p:spPr>
            <a:xfrm>
              <a:off x="5948436" y="2531993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3" name="tx243"/>
            <p:cNvSpPr/>
            <p:nvPr/>
          </p:nvSpPr>
          <p:spPr>
            <a:xfrm>
              <a:off x="6215536" y="2272532"/>
              <a:ext cx="21131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215536" y="2491988"/>
              <a:ext cx="22978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926491" y="2934799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46" name="pt246"/>
            <p:cNvSpPr/>
            <p:nvPr/>
          </p:nvSpPr>
          <p:spPr>
            <a:xfrm>
              <a:off x="5991067" y="318372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7" name="pg247"/>
            <p:cNvSpPr/>
            <p:nvPr/>
          </p:nvSpPr>
          <p:spPr>
            <a:xfrm>
              <a:off x="5975409" y="337811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8" name="tx248"/>
            <p:cNvSpPr/>
            <p:nvPr/>
          </p:nvSpPr>
          <p:spPr>
            <a:xfrm>
              <a:off x="6215536" y="318886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215536" y="340832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428519" y="1165040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3244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08345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134459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18546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50694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55794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60895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65996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571097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2776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292703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29172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293417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299725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73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54619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00239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2979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29774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52142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5236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54129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29522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526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294700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53572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54441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51986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5403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505546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29025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43465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18294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229587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25373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23612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25504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18189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22958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182360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181389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54292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18389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18360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3919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18527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18376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2301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24751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5041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97317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510451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266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269803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488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26537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26929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47883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27256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4908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265383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269680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51160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5150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52089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491559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512937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25437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49548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5144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26690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26750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24765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263143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1985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210467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192906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15483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187925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199053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20876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18599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2585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19383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187227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7828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0296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18422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18093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20412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22012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18878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17269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185217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17550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15870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6310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177086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22427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69866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225831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23967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22350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58901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6597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2573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2872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245361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22933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7573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17145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2643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22641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227719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5920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17308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276231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16534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27251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718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9365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168360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624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18936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26948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176546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460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163823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7347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187480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6928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27321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272300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192272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5"/>
            <p:cNvSpPr/>
            <p:nvPr/>
          </p:nvSpPr>
          <p:spPr>
            <a:xfrm>
              <a:off x="27499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275124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28552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25114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278204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2796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267135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299618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277541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2774900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2318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23630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2510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25573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283747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26939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278656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28044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7329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85252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27509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36224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33463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32532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30555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60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35580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0014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19794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3207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337282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356479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201785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19770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1957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35760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198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351841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2012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3378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00668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223385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20116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20231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1623483" y="2680065"/>
              <a:ext cx="1358187" cy="1238780"/>
            </a:xfrm>
            <a:custGeom>
              <a:avLst/>
              <a:gdLst/>
              <a:ahLst/>
              <a:cxnLst/>
              <a:rect l="0" t="0" r="0" b="0"/>
              <a:pathLst>
                <a:path w="1358187" h="1238780">
                  <a:moveTo>
                    <a:pt x="0" y="0"/>
                  </a:moveTo>
                  <a:lnTo>
                    <a:pt x="17192" y="19966"/>
                  </a:lnTo>
                  <a:lnTo>
                    <a:pt x="34384" y="39811"/>
                  </a:lnTo>
                  <a:lnTo>
                    <a:pt x="51576" y="59512"/>
                  </a:lnTo>
                  <a:lnTo>
                    <a:pt x="68768" y="79046"/>
                  </a:lnTo>
                  <a:lnTo>
                    <a:pt x="85961" y="98388"/>
                  </a:lnTo>
                  <a:lnTo>
                    <a:pt x="103153" y="117513"/>
                  </a:lnTo>
                  <a:lnTo>
                    <a:pt x="120345" y="136396"/>
                  </a:lnTo>
                  <a:lnTo>
                    <a:pt x="137537" y="155011"/>
                  </a:lnTo>
                  <a:lnTo>
                    <a:pt x="154730" y="173330"/>
                  </a:lnTo>
                  <a:lnTo>
                    <a:pt x="171922" y="191327"/>
                  </a:lnTo>
                  <a:lnTo>
                    <a:pt x="189114" y="208972"/>
                  </a:lnTo>
                  <a:lnTo>
                    <a:pt x="206306" y="226239"/>
                  </a:lnTo>
                  <a:lnTo>
                    <a:pt x="223499" y="243096"/>
                  </a:lnTo>
                  <a:lnTo>
                    <a:pt x="240691" y="259515"/>
                  </a:lnTo>
                  <a:lnTo>
                    <a:pt x="257883" y="275467"/>
                  </a:lnTo>
                  <a:lnTo>
                    <a:pt x="275075" y="290921"/>
                  </a:lnTo>
                  <a:lnTo>
                    <a:pt x="292268" y="305849"/>
                  </a:lnTo>
                  <a:lnTo>
                    <a:pt x="309460" y="320222"/>
                  </a:lnTo>
                  <a:lnTo>
                    <a:pt x="326652" y="334012"/>
                  </a:lnTo>
                  <a:lnTo>
                    <a:pt x="343844" y="347195"/>
                  </a:lnTo>
                  <a:lnTo>
                    <a:pt x="361037" y="359746"/>
                  </a:lnTo>
                  <a:lnTo>
                    <a:pt x="378229" y="371644"/>
                  </a:lnTo>
                  <a:lnTo>
                    <a:pt x="395421" y="382871"/>
                  </a:lnTo>
                  <a:lnTo>
                    <a:pt x="412613" y="393413"/>
                  </a:lnTo>
                  <a:lnTo>
                    <a:pt x="429806" y="403260"/>
                  </a:lnTo>
                  <a:lnTo>
                    <a:pt x="446998" y="412406"/>
                  </a:lnTo>
                  <a:lnTo>
                    <a:pt x="464190" y="420849"/>
                  </a:lnTo>
                  <a:lnTo>
                    <a:pt x="481382" y="428594"/>
                  </a:lnTo>
                  <a:lnTo>
                    <a:pt x="498575" y="435650"/>
                  </a:lnTo>
                  <a:lnTo>
                    <a:pt x="515767" y="442028"/>
                  </a:lnTo>
                  <a:lnTo>
                    <a:pt x="532959" y="447747"/>
                  </a:lnTo>
                  <a:lnTo>
                    <a:pt x="550151" y="452828"/>
                  </a:lnTo>
                  <a:lnTo>
                    <a:pt x="567344" y="457293"/>
                  </a:lnTo>
                  <a:lnTo>
                    <a:pt x="584536" y="461169"/>
                  </a:lnTo>
                  <a:lnTo>
                    <a:pt x="601728" y="464485"/>
                  </a:lnTo>
                  <a:lnTo>
                    <a:pt x="618920" y="467269"/>
                  </a:lnTo>
                  <a:lnTo>
                    <a:pt x="636113" y="469551"/>
                  </a:lnTo>
                  <a:lnTo>
                    <a:pt x="653305" y="471361"/>
                  </a:lnTo>
                  <a:lnTo>
                    <a:pt x="670497" y="472729"/>
                  </a:lnTo>
                  <a:lnTo>
                    <a:pt x="687689" y="473681"/>
                  </a:lnTo>
                  <a:lnTo>
                    <a:pt x="704882" y="474247"/>
                  </a:lnTo>
                  <a:lnTo>
                    <a:pt x="722074" y="474452"/>
                  </a:lnTo>
                  <a:lnTo>
                    <a:pt x="739266" y="474321"/>
                  </a:lnTo>
                  <a:lnTo>
                    <a:pt x="756458" y="473878"/>
                  </a:lnTo>
                  <a:lnTo>
                    <a:pt x="773651" y="473144"/>
                  </a:lnTo>
                  <a:lnTo>
                    <a:pt x="790843" y="472140"/>
                  </a:lnTo>
                  <a:lnTo>
                    <a:pt x="808035" y="470886"/>
                  </a:lnTo>
                  <a:lnTo>
                    <a:pt x="825227" y="469398"/>
                  </a:lnTo>
                  <a:lnTo>
                    <a:pt x="842420" y="467693"/>
                  </a:lnTo>
                  <a:lnTo>
                    <a:pt x="859612" y="465786"/>
                  </a:lnTo>
                  <a:lnTo>
                    <a:pt x="876804" y="463690"/>
                  </a:lnTo>
                  <a:lnTo>
                    <a:pt x="893996" y="461420"/>
                  </a:lnTo>
                  <a:lnTo>
                    <a:pt x="911189" y="458985"/>
                  </a:lnTo>
                  <a:lnTo>
                    <a:pt x="928381" y="456398"/>
                  </a:lnTo>
                  <a:lnTo>
                    <a:pt x="945573" y="453668"/>
                  </a:lnTo>
                  <a:lnTo>
                    <a:pt x="962765" y="450803"/>
                  </a:lnTo>
                  <a:lnTo>
                    <a:pt x="979957" y="447814"/>
                  </a:lnTo>
                  <a:lnTo>
                    <a:pt x="997150" y="444706"/>
                  </a:lnTo>
                  <a:lnTo>
                    <a:pt x="1014342" y="441488"/>
                  </a:lnTo>
                  <a:lnTo>
                    <a:pt x="1031534" y="438165"/>
                  </a:lnTo>
                  <a:lnTo>
                    <a:pt x="1048726" y="434745"/>
                  </a:lnTo>
                  <a:lnTo>
                    <a:pt x="1065919" y="431232"/>
                  </a:lnTo>
                  <a:lnTo>
                    <a:pt x="1083111" y="427631"/>
                  </a:lnTo>
                  <a:lnTo>
                    <a:pt x="1100303" y="423948"/>
                  </a:lnTo>
                  <a:lnTo>
                    <a:pt x="1117495" y="420187"/>
                  </a:lnTo>
                  <a:lnTo>
                    <a:pt x="1134688" y="416351"/>
                  </a:lnTo>
                  <a:lnTo>
                    <a:pt x="1151880" y="412445"/>
                  </a:lnTo>
                  <a:lnTo>
                    <a:pt x="1169072" y="408473"/>
                  </a:lnTo>
                  <a:lnTo>
                    <a:pt x="1186264" y="404437"/>
                  </a:lnTo>
                  <a:lnTo>
                    <a:pt x="1203457" y="400340"/>
                  </a:lnTo>
                  <a:lnTo>
                    <a:pt x="1220649" y="396186"/>
                  </a:lnTo>
                  <a:lnTo>
                    <a:pt x="1237841" y="391977"/>
                  </a:lnTo>
                  <a:lnTo>
                    <a:pt x="1255033" y="387715"/>
                  </a:lnTo>
                  <a:lnTo>
                    <a:pt x="1272226" y="383403"/>
                  </a:lnTo>
                  <a:lnTo>
                    <a:pt x="1289418" y="379044"/>
                  </a:lnTo>
                  <a:lnTo>
                    <a:pt x="1306610" y="374638"/>
                  </a:lnTo>
                  <a:lnTo>
                    <a:pt x="1323802" y="370188"/>
                  </a:lnTo>
                  <a:lnTo>
                    <a:pt x="1340995" y="365697"/>
                  </a:lnTo>
                  <a:lnTo>
                    <a:pt x="1358187" y="361164"/>
                  </a:lnTo>
                  <a:lnTo>
                    <a:pt x="1358187" y="1238780"/>
                  </a:lnTo>
                  <a:lnTo>
                    <a:pt x="1340995" y="1234529"/>
                  </a:lnTo>
                  <a:lnTo>
                    <a:pt x="1323802" y="1230151"/>
                  </a:lnTo>
                  <a:lnTo>
                    <a:pt x="1306610" y="1225643"/>
                  </a:lnTo>
                  <a:lnTo>
                    <a:pt x="1289418" y="1221002"/>
                  </a:lnTo>
                  <a:lnTo>
                    <a:pt x="1272226" y="1216226"/>
                  </a:lnTo>
                  <a:lnTo>
                    <a:pt x="1255033" y="1211312"/>
                  </a:lnTo>
                  <a:lnTo>
                    <a:pt x="1237841" y="1206257"/>
                  </a:lnTo>
                  <a:lnTo>
                    <a:pt x="1220649" y="1201060"/>
                  </a:lnTo>
                  <a:lnTo>
                    <a:pt x="1203457" y="1195719"/>
                  </a:lnTo>
                  <a:lnTo>
                    <a:pt x="1186264" y="1190231"/>
                  </a:lnTo>
                  <a:lnTo>
                    <a:pt x="1169072" y="1184593"/>
                  </a:lnTo>
                  <a:lnTo>
                    <a:pt x="1151880" y="1178806"/>
                  </a:lnTo>
                  <a:lnTo>
                    <a:pt x="1134688" y="1172867"/>
                  </a:lnTo>
                  <a:lnTo>
                    <a:pt x="1117495" y="1166774"/>
                  </a:lnTo>
                  <a:lnTo>
                    <a:pt x="1100303" y="1160527"/>
                  </a:lnTo>
                  <a:lnTo>
                    <a:pt x="1083111" y="1154126"/>
                  </a:lnTo>
                  <a:lnTo>
                    <a:pt x="1065919" y="1147569"/>
                  </a:lnTo>
                  <a:lnTo>
                    <a:pt x="1048726" y="1140857"/>
                  </a:lnTo>
                  <a:lnTo>
                    <a:pt x="1031534" y="1133989"/>
                  </a:lnTo>
                  <a:lnTo>
                    <a:pt x="1014342" y="1126968"/>
                  </a:lnTo>
                  <a:lnTo>
                    <a:pt x="997150" y="1119794"/>
                  </a:lnTo>
                  <a:lnTo>
                    <a:pt x="979957" y="1112470"/>
                  </a:lnTo>
                  <a:lnTo>
                    <a:pt x="962765" y="1104997"/>
                  </a:lnTo>
                  <a:lnTo>
                    <a:pt x="945573" y="1097380"/>
                  </a:lnTo>
                  <a:lnTo>
                    <a:pt x="928381" y="1089621"/>
                  </a:lnTo>
                  <a:lnTo>
                    <a:pt x="911189" y="1081727"/>
                  </a:lnTo>
                  <a:lnTo>
                    <a:pt x="893996" y="1073703"/>
                  </a:lnTo>
                  <a:lnTo>
                    <a:pt x="876804" y="1065555"/>
                  </a:lnTo>
                  <a:lnTo>
                    <a:pt x="859612" y="1057292"/>
                  </a:lnTo>
                  <a:lnTo>
                    <a:pt x="842420" y="1048922"/>
                  </a:lnTo>
                  <a:lnTo>
                    <a:pt x="825227" y="1040456"/>
                  </a:lnTo>
                  <a:lnTo>
                    <a:pt x="808035" y="1031907"/>
                  </a:lnTo>
                  <a:lnTo>
                    <a:pt x="790843" y="1023286"/>
                  </a:lnTo>
                  <a:lnTo>
                    <a:pt x="773651" y="1014608"/>
                  </a:lnTo>
                  <a:lnTo>
                    <a:pt x="756458" y="1005891"/>
                  </a:lnTo>
                  <a:lnTo>
                    <a:pt x="739266" y="997153"/>
                  </a:lnTo>
                  <a:lnTo>
                    <a:pt x="722074" y="988412"/>
                  </a:lnTo>
                  <a:lnTo>
                    <a:pt x="704882" y="979692"/>
                  </a:lnTo>
                  <a:lnTo>
                    <a:pt x="687689" y="971014"/>
                  </a:lnTo>
                  <a:lnTo>
                    <a:pt x="670497" y="962406"/>
                  </a:lnTo>
                  <a:lnTo>
                    <a:pt x="653305" y="953892"/>
                  </a:lnTo>
                  <a:lnTo>
                    <a:pt x="636113" y="945502"/>
                  </a:lnTo>
                  <a:lnTo>
                    <a:pt x="618920" y="937264"/>
                  </a:lnTo>
                  <a:lnTo>
                    <a:pt x="601728" y="929210"/>
                  </a:lnTo>
                  <a:lnTo>
                    <a:pt x="584536" y="921368"/>
                  </a:lnTo>
                  <a:lnTo>
                    <a:pt x="567344" y="913771"/>
                  </a:lnTo>
                  <a:lnTo>
                    <a:pt x="550151" y="906446"/>
                  </a:lnTo>
                  <a:lnTo>
                    <a:pt x="532959" y="899423"/>
                  </a:lnTo>
                  <a:lnTo>
                    <a:pt x="515767" y="892729"/>
                  </a:lnTo>
                  <a:lnTo>
                    <a:pt x="498575" y="886386"/>
                  </a:lnTo>
                  <a:lnTo>
                    <a:pt x="481382" y="880416"/>
                  </a:lnTo>
                  <a:lnTo>
                    <a:pt x="464190" y="874836"/>
                  </a:lnTo>
                  <a:lnTo>
                    <a:pt x="446998" y="869660"/>
                  </a:lnTo>
                  <a:lnTo>
                    <a:pt x="429806" y="864895"/>
                  </a:lnTo>
                  <a:lnTo>
                    <a:pt x="412613" y="860546"/>
                  </a:lnTo>
                  <a:lnTo>
                    <a:pt x="395421" y="856615"/>
                  </a:lnTo>
                  <a:lnTo>
                    <a:pt x="378229" y="853096"/>
                  </a:lnTo>
                  <a:lnTo>
                    <a:pt x="361037" y="849984"/>
                  </a:lnTo>
                  <a:lnTo>
                    <a:pt x="343844" y="847268"/>
                  </a:lnTo>
                  <a:lnTo>
                    <a:pt x="326652" y="844934"/>
                  </a:lnTo>
                  <a:lnTo>
                    <a:pt x="309460" y="842968"/>
                  </a:lnTo>
                  <a:lnTo>
                    <a:pt x="292268" y="841354"/>
                  </a:lnTo>
                  <a:lnTo>
                    <a:pt x="275075" y="840072"/>
                  </a:lnTo>
                  <a:lnTo>
                    <a:pt x="257883" y="839106"/>
                  </a:lnTo>
                  <a:lnTo>
                    <a:pt x="240691" y="838436"/>
                  </a:lnTo>
                  <a:lnTo>
                    <a:pt x="223499" y="838043"/>
                  </a:lnTo>
                  <a:lnTo>
                    <a:pt x="206306" y="837911"/>
                  </a:lnTo>
                  <a:lnTo>
                    <a:pt x="189114" y="838020"/>
                  </a:lnTo>
                  <a:lnTo>
                    <a:pt x="171922" y="838354"/>
                  </a:lnTo>
                  <a:lnTo>
                    <a:pt x="154730" y="838896"/>
                  </a:lnTo>
                  <a:lnTo>
                    <a:pt x="137537" y="839632"/>
                  </a:lnTo>
                  <a:lnTo>
                    <a:pt x="120345" y="840546"/>
                  </a:lnTo>
                  <a:lnTo>
                    <a:pt x="103153" y="841625"/>
                  </a:lnTo>
                  <a:lnTo>
                    <a:pt x="85961" y="842857"/>
                  </a:lnTo>
                  <a:lnTo>
                    <a:pt x="68768" y="844229"/>
                  </a:lnTo>
                  <a:lnTo>
                    <a:pt x="51576" y="845730"/>
                  </a:lnTo>
                  <a:lnTo>
                    <a:pt x="34384" y="847351"/>
                  </a:lnTo>
                  <a:lnTo>
                    <a:pt x="17192" y="849081"/>
                  </a:lnTo>
                  <a:lnTo>
                    <a:pt x="0" y="850912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1623483" y="2680065"/>
              <a:ext cx="1358187" cy="474452"/>
            </a:xfrm>
            <a:custGeom>
              <a:avLst/>
              <a:gdLst/>
              <a:ahLst/>
              <a:cxnLst/>
              <a:rect l="0" t="0" r="0" b="0"/>
              <a:pathLst>
                <a:path w="1358187" h="474452">
                  <a:moveTo>
                    <a:pt x="0" y="0"/>
                  </a:moveTo>
                  <a:lnTo>
                    <a:pt x="17192" y="19966"/>
                  </a:lnTo>
                  <a:lnTo>
                    <a:pt x="34384" y="39811"/>
                  </a:lnTo>
                  <a:lnTo>
                    <a:pt x="51576" y="59512"/>
                  </a:lnTo>
                  <a:lnTo>
                    <a:pt x="68768" y="79046"/>
                  </a:lnTo>
                  <a:lnTo>
                    <a:pt x="85961" y="98388"/>
                  </a:lnTo>
                  <a:lnTo>
                    <a:pt x="103153" y="117513"/>
                  </a:lnTo>
                  <a:lnTo>
                    <a:pt x="120345" y="136396"/>
                  </a:lnTo>
                  <a:lnTo>
                    <a:pt x="137537" y="155011"/>
                  </a:lnTo>
                  <a:lnTo>
                    <a:pt x="154730" y="173330"/>
                  </a:lnTo>
                  <a:lnTo>
                    <a:pt x="171922" y="191327"/>
                  </a:lnTo>
                  <a:lnTo>
                    <a:pt x="189114" y="208972"/>
                  </a:lnTo>
                  <a:lnTo>
                    <a:pt x="206306" y="226239"/>
                  </a:lnTo>
                  <a:lnTo>
                    <a:pt x="223499" y="243096"/>
                  </a:lnTo>
                  <a:lnTo>
                    <a:pt x="240691" y="259515"/>
                  </a:lnTo>
                  <a:lnTo>
                    <a:pt x="257883" y="275467"/>
                  </a:lnTo>
                  <a:lnTo>
                    <a:pt x="275075" y="290921"/>
                  </a:lnTo>
                  <a:lnTo>
                    <a:pt x="292268" y="305849"/>
                  </a:lnTo>
                  <a:lnTo>
                    <a:pt x="309460" y="320222"/>
                  </a:lnTo>
                  <a:lnTo>
                    <a:pt x="326652" y="334012"/>
                  </a:lnTo>
                  <a:lnTo>
                    <a:pt x="343844" y="347195"/>
                  </a:lnTo>
                  <a:lnTo>
                    <a:pt x="361037" y="359746"/>
                  </a:lnTo>
                  <a:lnTo>
                    <a:pt x="378229" y="371644"/>
                  </a:lnTo>
                  <a:lnTo>
                    <a:pt x="395421" y="382871"/>
                  </a:lnTo>
                  <a:lnTo>
                    <a:pt x="412613" y="393413"/>
                  </a:lnTo>
                  <a:lnTo>
                    <a:pt x="429806" y="403260"/>
                  </a:lnTo>
                  <a:lnTo>
                    <a:pt x="446998" y="412406"/>
                  </a:lnTo>
                  <a:lnTo>
                    <a:pt x="464190" y="420849"/>
                  </a:lnTo>
                  <a:lnTo>
                    <a:pt x="481382" y="428594"/>
                  </a:lnTo>
                  <a:lnTo>
                    <a:pt x="498575" y="435650"/>
                  </a:lnTo>
                  <a:lnTo>
                    <a:pt x="515767" y="442028"/>
                  </a:lnTo>
                  <a:lnTo>
                    <a:pt x="532959" y="447747"/>
                  </a:lnTo>
                  <a:lnTo>
                    <a:pt x="550151" y="452828"/>
                  </a:lnTo>
                  <a:lnTo>
                    <a:pt x="567344" y="457293"/>
                  </a:lnTo>
                  <a:lnTo>
                    <a:pt x="584536" y="461169"/>
                  </a:lnTo>
                  <a:lnTo>
                    <a:pt x="601728" y="464485"/>
                  </a:lnTo>
                  <a:lnTo>
                    <a:pt x="618920" y="467269"/>
                  </a:lnTo>
                  <a:lnTo>
                    <a:pt x="636113" y="469551"/>
                  </a:lnTo>
                  <a:lnTo>
                    <a:pt x="653305" y="471361"/>
                  </a:lnTo>
                  <a:lnTo>
                    <a:pt x="670497" y="472729"/>
                  </a:lnTo>
                  <a:lnTo>
                    <a:pt x="687689" y="473681"/>
                  </a:lnTo>
                  <a:lnTo>
                    <a:pt x="704882" y="474247"/>
                  </a:lnTo>
                  <a:lnTo>
                    <a:pt x="722074" y="474452"/>
                  </a:lnTo>
                  <a:lnTo>
                    <a:pt x="739266" y="474321"/>
                  </a:lnTo>
                  <a:lnTo>
                    <a:pt x="756458" y="473878"/>
                  </a:lnTo>
                  <a:lnTo>
                    <a:pt x="773651" y="473144"/>
                  </a:lnTo>
                  <a:lnTo>
                    <a:pt x="790843" y="472140"/>
                  </a:lnTo>
                  <a:lnTo>
                    <a:pt x="808035" y="470886"/>
                  </a:lnTo>
                  <a:lnTo>
                    <a:pt x="825227" y="469398"/>
                  </a:lnTo>
                  <a:lnTo>
                    <a:pt x="842420" y="467693"/>
                  </a:lnTo>
                  <a:lnTo>
                    <a:pt x="859612" y="465786"/>
                  </a:lnTo>
                  <a:lnTo>
                    <a:pt x="876804" y="463690"/>
                  </a:lnTo>
                  <a:lnTo>
                    <a:pt x="893996" y="461420"/>
                  </a:lnTo>
                  <a:lnTo>
                    <a:pt x="911189" y="458985"/>
                  </a:lnTo>
                  <a:lnTo>
                    <a:pt x="928381" y="456398"/>
                  </a:lnTo>
                  <a:lnTo>
                    <a:pt x="945573" y="453668"/>
                  </a:lnTo>
                  <a:lnTo>
                    <a:pt x="962765" y="450803"/>
                  </a:lnTo>
                  <a:lnTo>
                    <a:pt x="979957" y="447814"/>
                  </a:lnTo>
                  <a:lnTo>
                    <a:pt x="997150" y="444706"/>
                  </a:lnTo>
                  <a:lnTo>
                    <a:pt x="1014342" y="441488"/>
                  </a:lnTo>
                  <a:lnTo>
                    <a:pt x="1031534" y="438165"/>
                  </a:lnTo>
                  <a:lnTo>
                    <a:pt x="1048726" y="434745"/>
                  </a:lnTo>
                  <a:lnTo>
                    <a:pt x="1065919" y="431232"/>
                  </a:lnTo>
                  <a:lnTo>
                    <a:pt x="1083111" y="427631"/>
                  </a:lnTo>
                  <a:lnTo>
                    <a:pt x="1100303" y="423948"/>
                  </a:lnTo>
                  <a:lnTo>
                    <a:pt x="1117495" y="420187"/>
                  </a:lnTo>
                  <a:lnTo>
                    <a:pt x="1134688" y="416351"/>
                  </a:lnTo>
                  <a:lnTo>
                    <a:pt x="1151880" y="412445"/>
                  </a:lnTo>
                  <a:lnTo>
                    <a:pt x="1169072" y="408473"/>
                  </a:lnTo>
                  <a:lnTo>
                    <a:pt x="1186264" y="404437"/>
                  </a:lnTo>
                  <a:lnTo>
                    <a:pt x="1203457" y="400340"/>
                  </a:lnTo>
                  <a:lnTo>
                    <a:pt x="1220649" y="396186"/>
                  </a:lnTo>
                  <a:lnTo>
                    <a:pt x="1237841" y="391977"/>
                  </a:lnTo>
                  <a:lnTo>
                    <a:pt x="1255033" y="387715"/>
                  </a:lnTo>
                  <a:lnTo>
                    <a:pt x="1272226" y="383403"/>
                  </a:lnTo>
                  <a:lnTo>
                    <a:pt x="1289418" y="379044"/>
                  </a:lnTo>
                  <a:lnTo>
                    <a:pt x="1306610" y="374638"/>
                  </a:lnTo>
                  <a:lnTo>
                    <a:pt x="1323802" y="370188"/>
                  </a:lnTo>
                  <a:lnTo>
                    <a:pt x="1340995" y="365697"/>
                  </a:lnTo>
                  <a:lnTo>
                    <a:pt x="1358187" y="36116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3517976"/>
              <a:ext cx="1358187" cy="400868"/>
            </a:xfrm>
            <a:custGeom>
              <a:avLst/>
              <a:gdLst/>
              <a:ahLst/>
              <a:cxnLst/>
              <a:rect l="0" t="0" r="0" b="0"/>
              <a:pathLst>
                <a:path w="1358187" h="400868">
                  <a:moveTo>
                    <a:pt x="1358187" y="400868"/>
                  </a:moveTo>
                  <a:lnTo>
                    <a:pt x="1340995" y="396618"/>
                  </a:lnTo>
                  <a:lnTo>
                    <a:pt x="1323802" y="392240"/>
                  </a:lnTo>
                  <a:lnTo>
                    <a:pt x="1306610" y="387732"/>
                  </a:lnTo>
                  <a:lnTo>
                    <a:pt x="1289418" y="383091"/>
                  </a:lnTo>
                  <a:lnTo>
                    <a:pt x="1272226" y="378315"/>
                  </a:lnTo>
                  <a:lnTo>
                    <a:pt x="1255033" y="373400"/>
                  </a:lnTo>
                  <a:lnTo>
                    <a:pt x="1237841" y="368346"/>
                  </a:lnTo>
                  <a:lnTo>
                    <a:pt x="1220649" y="363149"/>
                  </a:lnTo>
                  <a:lnTo>
                    <a:pt x="1203457" y="357808"/>
                  </a:lnTo>
                  <a:lnTo>
                    <a:pt x="1186264" y="352319"/>
                  </a:lnTo>
                  <a:lnTo>
                    <a:pt x="1169072" y="346682"/>
                  </a:lnTo>
                  <a:lnTo>
                    <a:pt x="1151880" y="340895"/>
                  </a:lnTo>
                  <a:lnTo>
                    <a:pt x="1134688" y="334955"/>
                  </a:lnTo>
                  <a:lnTo>
                    <a:pt x="1117495" y="328863"/>
                  </a:lnTo>
                  <a:lnTo>
                    <a:pt x="1100303" y="322616"/>
                  </a:lnTo>
                  <a:lnTo>
                    <a:pt x="1083111" y="316215"/>
                  </a:lnTo>
                  <a:lnTo>
                    <a:pt x="1065919" y="309658"/>
                  </a:lnTo>
                  <a:lnTo>
                    <a:pt x="1048726" y="302945"/>
                  </a:lnTo>
                  <a:lnTo>
                    <a:pt x="1031534" y="296078"/>
                  </a:lnTo>
                  <a:lnTo>
                    <a:pt x="1014342" y="289057"/>
                  </a:lnTo>
                  <a:lnTo>
                    <a:pt x="997150" y="281883"/>
                  </a:lnTo>
                  <a:lnTo>
                    <a:pt x="979957" y="274559"/>
                  </a:lnTo>
                  <a:lnTo>
                    <a:pt x="962765" y="267086"/>
                  </a:lnTo>
                  <a:lnTo>
                    <a:pt x="945573" y="259468"/>
                  </a:lnTo>
                  <a:lnTo>
                    <a:pt x="928381" y="251710"/>
                  </a:lnTo>
                  <a:lnTo>
                    <a:pt x="911189" y="243816"/>
                  </a:lnTo>
                  <a:lnTo>
                    <a:pt x="893996" y="235791"/>
                  </a:lnTo>
                  <a:lnTo>
                    <a:pt x="876804" y="227644"/>
                  </a:lnTo>
                  <a:lnTo>
                    <a:pt x="859612" y="219380"/>
                  </a:lnTo>
                  <a:lnTo>
                    <a:pt x="842420" y="211011"/>
                  </a:lnTo>
                  <a:lnTo>
                    <a:pt x="825227" y="202545"/>
                  </a:lnTo>
                  <a:lnTo>
                    <a:pt x="808035" y="193995"/>
                  </a:lnTo>
                  <a:lnTo>
                    <a:pt x="790843" y="185374"/>
                  </a:lnTo>
                  <a:lnTo>
                    <a:pt x="773651" y="176697"/>
                  </a:lnTo>
                  <a:lnTo>
                    <a:pt x="756458" y="167980"/>
                  </a:lnTo>
                  <a:lnTo>
                    <a:pt x="739266" y="159241"/>
                  </a:lnTo>
                  <a:lnTo>
                    <a:pt x="722074" y="150501"/>
                  </a:lnTo>
                  <a:lnTo>
                    <a:pt x="704882" y="141780"/>
                  </a:lnTo>
                  <a:lnTo>
                    <a:pt x="687689" y="133103"/>
                  </a:lnTo>
                  <a:lnTo>
                    <a:pt x="670497" y="124494"/>
                  </a:lnTo>
                  <a:lnTo>
                    <a:pt x="653305" y="115981"/>
                  </a:lnTo>
                  <a:lnTo>
                    <a:pt x="636113" y="107591"/>
                  </a:lnTo>
                  <a:lnTo>
                    <a:pt x="618920" y="99353"/>
                  </a:lnTo>
                  <a:lnTo>
                    <a:pt x="601728" y="91299"/>
                  </a:lnTo>
                  <a:lnTo>
                    <a:pt x="584536" y="83457"/>
                  </a:lnTo>
                  <a:lnTo>
                    <a:pt x="567344" y="75859"/>
                  </a:lnTo>
                  <a:lnTo>
                    <a:pt x="550151" y="68535"/>
                  </a:lnTo>
                  <a:lnTo>
                    <a:pt x="532959" y="61512"/>
                  </a:lnTo>
                  <a:lnTo>
                    <a:pt x="515767" y="54817"/>
                  </a:lnTo>
                  <a:lnTo>
                    <a:pt x="498575" y="48475"/>
                  </a:lnTo>
                  <a:lnTo>
                    <a:pt x="481382" y="42505"/>
                  </a:lnTo>
                  <a:lnTo>
                    <a:pt x="464190" y="36925"/>
                  </a:lnTo>
                  <a:lnTo>
                    <a:pt x="446998" y="31748"/>
                  </a:lnTo>
                  <a:lnTo>
                    <a:pt x="429806" y="26983"/>
                  </a:lnTo>
                  <a:lnTo>
                    <a:pt x="412613" y="22635"/>
                  </a:lnTo>
                  <a:lnTo>
                    <a:pt x="395421" y="18703"/>
                  </a:lnTo>
                  <a:lnTo>
                    <a:pt x="378229" y="15185"/>
                  </a:lnTo>
                  <a:lnTo>
                    <a:pt x="361037" y="12073"/>
                  </a:lnTo>
                  <a:lnTo>
                    <a:pt x="343844" y="9357"/>
                  </a:lnTo>
                  <a:lnTo>
                    <a:pt x="326652" y="7023"/>
                  </a:lnTo>
                  <a:lnTo>
                    <a:pt x="309460" y="5057"/>
                  </a:lnTo>
                  <a:lnTo>
                    <a:pt x="292268" y="3442"/>
                  </a:lnTo>
                  <a:lnTo>
                    <a:pt x="275075" y="2161"/>
                  </a:lnTo>
                  <a:lnTo>
                    <a:pt x="257883" y="1195"/>
                  </a:lnTo>
                  <a:lnTo>
                    <a:pt x="240691" y="524"/>
                  </a:lnTo>
                  <a:lnTo>
                    <a:pt x="223499" y="132"/>
                  </a:lnTo>
                  <a:lnTo>
                    <a:pt x="206306" y="0"/>
                  </a:lnTo>
                  <a:lnTo>
                    <a:pt x="189114" y="109"/>
                  </a:lnTo>
                  <a:lnTo>
                    <a:pt x="171922" y="443"/>
                  </a:lnTo>
                  <a:lnTo>
                    <a:pt x="154730" y="985"/>
                  </a:lnTo>
                  <a:lnTo>
                    <a:pt x="137537" y="1721"/>
                  </a:lnTo>
                  <a:lnTo>
                    <a:pt x="120345" y="2635"/>
                  </a:lnTo>
                  <a:lnTo>
                    <a:pt x="103153" y="3714"/>
                  </a:lnTo>
                  <a:lnTo>
                    <a:pt x="85961" y="4946"/>
                  </a:lnTo>
                  <a:lnTo>
                    <a:pt x="68768" y="6318"/>
                  </a:lnTo>
                  <a:lnTo>
                    <a:pt x="51576" y="7819"/>
                  </a:lnTo>
                  <a:lnTo>
                    <a:pt x="34384" y="9440"/>
                  </a:lnTo>
                  <a:lnTo>
                    <a:pt x="17192" y="11170"/>
                  </a:lnTo>
                  <a:lnTo>
                    <a:pt x="0" y="1300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1623483" y="3150783"/>
              <a:ext cx="1358187" cy="497453"/>
            </a:xfrm>
            <a:custGeom>
              <a:avLst/>
              <a:gdLst/>
              <a:ahLst/>
              <a:cxnLst/>
              <a:rect l="0" t="0" r="0" b="0"/>
              <a:pathLst>
                <a:path w="1358187" h="497453">
                  <a:moveTo>
                    <a:pt x="0" y="0"/>
                  </a:moveTo>
                  <a:lnTo>
                    <a:pt x="17192" y="7871"/>
                  </a:lnTo>
                  <a:lnTo>
                    <a:pt x="34384" y="15710"/>
                  </a:lnTo>
                  <a:lnTo>
                    <a:pt x="51576" y="23516"/>
                  </a:lnTo>
                  <a:lnTo>
                    <a:pt x="68768" y="31290"/>
                  </a:lnTo>
                  <a:lnTo>
                    <a:pt x="85961" y="39030"/>
                  </a:lnTo>
                  <a:lnTo>
                    <a:pt x="103153" y="46736"/>
                  </a:lnTo>
                  <a:lnTo>
                    <a:pt x="120345" y="54407"/>
                  </a:lnTo>
                  <a:lnTo>
                    <a:pt x="137537" y="62044"/>
                  </a:lnTo>
                  <a:lnTo>
                    <a:pt x="154730" y="69645"/>
                  </a:lnTo>
                  <a:lnTo>
                    <a:pt x="171922" y="77210"/>
                  </a:lnTo>
                  <a:lnTo>
                    <a:pt x="189114" y="84738"/>
                  </a:lnTo>
                  <a:lnTo>
                    <a:pt x="206306" y="92230"/>
                  </a:lnTo>
                  <a:lnTo>
                    <a:pt x="223499" y="99684"/>
                  </a:lnTo>
                  <a:lnTo>
                    <a:pt x="240691" y="107101"/>
                  </a:lnTo>
                  <a:lnTo>
                    <a:pt x="257883" y="114480"/>
                  </a:lnTo>
                  <a:lnTo>
                    <a:pt x="275075" y="121820"/>
                  </a:lnTo>
                  <a:lnTo>
                    <a:pt x="292268" y="129122"/>
                  </a:lnTo>
                  <a:lnTo>
                    <a:pt x="309460" y="136384"/>
                  </a:lnTo>
                  <a:lnTo>
                    <a:pt x="326652" y="143607"/>
                  </a:lnTo>
                  <a:lnTo>
                    <a:pt x="343844" y="150790"/>
                  </a:lnTo>
                  <a:lnTo>
                    <a:pt x="361037" y="157932"/>
                  </a:lnTo>
                  <a:lnTo>
                    <a:pt x="378229" y="165034"/>
                  </a:lnTo>
                  <a:lnTo>
                    <a:pt x="395421" y="172096"/>
                  </a:lnTo>
                  <a:lnTo>
                    <a:pt x="412613" y="179116"/>
                  </a:lnTo>
                  <a:lnTo>
                    <a:pt x="429806" y="186094"/>
                  </a:lnTo>
                  <a:lnTo>
                    <a:pt x="446998" y="193031"/>
                  </a:lnTo>
                  <a:lnTo>
                    <a:pt x="464190" y="199926"/>
                  </a:lnTo>
                  <a:lnTo>
                    <a:pt x="481382" y="206779"/>
                  </a:lnTo>
                  <a:lnTo>
                    <a:pt x="498575" y="213589"/>
                  </a:lnTo>
                  <a:lnTo>
                    <a:pt x="515767" y="220356"/>
                  </a:lnTo>
                  <a:lnTo>
                    <a:pt x="532959" y="227081"/>
                  </a:lnTo>
                  <a:lnTo>
                    <a:pt x="550151" y="233762"/>
                  </a:lnTo>
                  <a:lnTo>
                    <a:pt x="567344" y="240400"/>
                  </a:lnTo>
                  <a:lnTo>
                    <a:pt x="584536" y="246995"/>
                  </a:lnTo>
                  <a:lnTo>
                    <a:pt x="601728" y="253545"/>
                  </a:lnTo>
                  <a:lnTo>
                    <a:pt x="618920" y="260052"/>
                  </a:lnTo>
                  <a:lnTo>
                    <a:pt x="636113" y="266515"/>
                  </a:lnTo>
                  <a:lnTo>
                    <a:pt x="653305" y="272934"/>
                  </a:lnTo>
                  <a:lnTo>
                    <a:pt x="670497" y="279308"/>
                  </a:lnTo>
                  <a:lnTo>
                    <a:pt x="687689" y="285637"/>
                  </a:lnTo>
                  <a:lnTo>
                    <a:pt x="704882" y="291923"/>
                  </a:lnTo>
                  <a:lnTo>
                    <a:pt x="722074" y="298163"/>
                  </a:lnTo>
                  <a:lnTo>
                    <a:pt x="739266" y="304359"/>
                  </a:lnTo>
                  <a:lnTo>
                    <a:pt x="756458" y="310509"/>
                  </a:lnTo>
                  <a:lnTo>
                    <a:pt x="773651" y="316615"/>
                  </a:lnTo>
                  <a:lnTo>
                    <a:pt x="790843" y="322676"/>
                  </a:lnTo>
                  <a:lnTo>
                    <a:pt x="808035" y="328691"/>
                  </a:lnTo>
                  <a:lnTo>
                    <a:pt x="825227" y="334662"/>
                  </a:lnTo>
                  <a:lnTo>
                    <a:pt x="842420" y="340587"/>
                  </a:lnTo>
                  <a:lnTo>
                    <a:pt x="859612" y="346467"/>
                  </a:lnTo>
                  <a:lnTo>
                    <a:pt x="876804" y="352302"/>
                  </a:lnTo>
                  <a:lnTo>
                    <a:pt x="893996" y="358092"/>
                  </a:lnTo>
                  <a:lnTo>
                    <a:pt x="911189" y="363836"/>
                  </a:lnTo>
                  <a:lnTo>
                    <a:pt x="928381" y="369535"/>
                  </a:lnTo>
                  <a:lnTo>
                    <a:pt x="945573" y="375188"/>
                  </a:lnTo>
                  <a:lnTo>
                    <a:pt x="962765" y="380797"/>
                  </a:lnTo>
                  <a:lnTo>
                    <a:pt x="979957" y="386360"/>
                  </a:lnTo>
                  <a:lnTo>
                    <a:pt x="997150" y="391878"/>
                  </a:lnTo>
                  <a:lnTo>
                    <a:pt x="1014342" y="397351"/>
                  </a:lnTo>
                  <a:lnTo>
                    <a:pt x="1031534" y="402779"/>
                  </a:lnTo>
                  <a:lnTo>
                    <a:pt x="1048726" y="408161"/>
                  </a:lnTo>
                  <a:lnTo>
                    <a:pt x="1065919" y="413499"/>
                  </a:lnTo>
                  <a:lnTo>
                    <a:pt x="1083111" y="418792"/>
                  </a:lnTo>
                  <a:lnTo>
                    <a:pt x="1100303" y="424040"/>
                  </a:lnTo>
                  <a:lnTo>
                    <a:pt x="1117495" y="429243"/>
                  </a:lnTo>
                  <a:lnTo>
                    <a:pt x="1134688" y="434402"/>
                  </a:lnTo>
                  <a:lnTo>
                    <a:pt x="1151880" y="439516"/>
                  </a:lnTo>
                  <a:lnTo>
                    <a:pt x="1169072" y="444585"/>
                  </a:lnTo>
                  <a:lnTo>
                    <a:pt x="1186264" y="449611"/>
                  </a:lnTo>
                  <a:lnTo>
                    <a:pt x="1203457" y="454592"/>
                  </a:lnTo>
                  <a:lnTo>
                    <a:pt x="1220649" y="459529"/>
                  </a:lnTo>
                  <a:lnTo>
                    <a:pt x="1237841" y="464421"/>
                  </a:lnTo>
                  <a:lnTo>
                    <a:pt x="1255033" y="469271"/>
                  </a:lnTo>
                  <a:lnTo>
                    <a:pt x="1272226" y="474076"/>
                  </a:lnTo>
                  <a:lnTo>
                    <a:pt x="1289418" y="478838"/>
                  </a:lnTo>
                  <a:lnTo>
                    <a:pt x="1306610" y="483556"/>
                  </a:lnTo>
                  <a:lnTo>
                    <a:pt x="1323802" y="488232"/>
                  </a:lnTo>
                  <a:lnTo>
                    <a:pt x="1340995" y="492864"/>
                  </a:lnTo>
                  <a:lnTo>
                    <a:pt x="1358187" y="497453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g217"/>
            <p:cNvSpPr/>
            <p:nvPr/>
          </p:nvSpPr>
          <p:spPr>
            <a:xfrm>
              <a:off x="2017917" y="1559447"/>
              <a:ext cx="3504842" cy="1231988"/>
            </a:xfrm>
            <a:custGeom>
              <a:avLst/>
              <a:gdLst/>
              <a:ahLst/>
              <a:cxnLst/>
              <a:rect l="0" t="0" r="0" b="0"/>
              <a:pathLst>
                <a:path w="3504842" h="1231988">
                  <a:moveTo>
                    <a:pt x="0" y="402794"/>
                  </a:moveTo>
                  <a:lnTo>
                    <a:pt x="44365" y="401404"/>
                  </a:lnTo>
                  <a:lnTo>
                    <a:pt x="88730" y="399879"/>
                  </a:lnTo>
                  <a:lnTo>
                    <a:pt x="133095" y="398206"/>
                  </a:lnTo>
                  <a:lnTo>
                    <a:pt x="177460" y="396378"/>
                  </a:lnTo>
                  <a:lnTo>
                    <a:pt x="221825" y="394383"/>
                  </a:lnTo>
                  <a:lnTo>
                    <a:pt x="266190" y="392209"/>
                  </a:lnTo>
                  <a:lnTo>
                    <a:pt x="310555" y="389846"/>
                  </a:lnTo>
                  <a:lnTo>
                    <a:pt x="354920" y="387280"/>
                  </a:lnTo>
                  <a:lnTo>
                    <a:pt x="399285" y="384498"/>
                  </a:lnTo>
                  <a:lnTo>
                    <a:pt x="443650" y="381489"/>
                  </a:lnTo>
                  <a:lnTo>
                    <a:pt x="488016" y="378238"/>
                  </a:lnTo>
                  <a:lnTo>
                    <a:pt x="532381" y="374733"/>
                  </a:lnTo>
                  <a:lnTo>
                    <a:pt x="576746" y="370962"/>
                  </a:lnTo>
                  <a:lnTo>
                    <a:pt x="621111" y="366913"/>
                  </a:lnTo>
                  <a:lnTo>
                    <a:pt x="665476" y="362574"/>
                  </a:lnTo>
                  <a:lnTo>
                    <a:pt x="709841" y="357937"/>
                  </a:lnTo>
                  <a:lnTo>
                    <a:pt x="754206" y="352994"/>
                  </a:lnTo>
                  <a:lnTo>
                    <a:pt x="798571" y="347740"/>
                  </a:lnTo>
                  <a:lnTo>
                    <a:pt x="842936" y="342173"/>
                  </a:lnTo>
                  <a:lnTo>
                    <a:pt x="887301" y="336293"/>
                  </a:lnTo>
                  <a:lnTo>
                    <a:pt x="931666" y="330105"/>
                  </a:lnTo>
                  <a:lnTo>
                    <a:pt x="976032" y="323615"/>
                  </a:lnTo>
                  <a:lnTo>
                    <a:pt x="1020397" y="316837"/>
                  </a:lnTo>
                  <a:lnTo>
                    <a:pt x="1064762" y="309785"/>
                  </a:lnTo>
                  <a:lnTo>
                    <a:pt x="1109127" y="302477"/>
                  </a:lnTo>
                  <a:lnTo>
                    <a:pt x="1153492" y="294937"/>
                  </a:lnTo>
                  <a:lnTo>
                    <a:pt x="1197857" y="287187"/>
                  </a:lnTo>
                  <a:lnTo>
                    <a:pt x="1242222" y="279256"/>
                  </a:lnTo>
                  <a:lnTo>
                    <a:pt x="1286587" y="271172"/>
                  </a:lnTo>
                  <a:lnTo>
                    <a:pt x="1330952" y="262964"/>
                  </a:lnTo>
                  <a:lnTo>
                    <a:pt x="1375317" y="254662"/>
                  </a:lnTo>
                  <a:lnTo>
                    <a:pt x="1419683" y="246296"/>
                  </a:lnTo>
                  <a:lnTo>
                    <a:pt x="1464048" y="237894"/>
                  </a:lnTo>
                  <a:lnTo>
                    <a:pt x="1508413" y="229486"/>
                  </a:lnTo>
                  <a:lnTo>
                    <a:pt x="1552778" y="221096"/>
                  </a:lnTo>
                  <a:lnTo>
                    <a:pt x="1597143" y="212750"/>
                  </a:lnTo>
                  <a:lnTo>
                    <a:pt x="1641508" y="204470"/>
                  </a:lnTo>
                  <a:lnTo>
                    <a:pt x="1685873" y="196277"/>
                  </a:lnTo>
                  <a:lnTo>
                    <a:pt x="1730238" y="188190"/>
                  </a:lnTo>
                  <a:lnTo>
                    <a:pt x="1774603" y="180224"/>
                  </a:lnTo>
                  <a:lnTo>
                    <a:pt x="1818968" y="172394"/>
                  </a:lnTo>
                  <a:lnTo>
                    <a:pt x="1863333" y="164713"/>
                  </a:lnTo>
                  <a:lnTo>
                    <a:pt x="1907699" y="157192"/>
                  </a:lnTo>
                  <a:lnTo>
                    <a:pt x="1952064" y="149838"/>
                  </a:lnTo>
                  <a:lnTo>
                    <a:pt x="1996429" y="142659"/>
                  </a:lnTo>
                  <a:lnTo>
                    <a:pt x="2040794" y="135662"/>
                  </a:lnTo>
                  <a:lnTo>
                    <a:pt x="2085159" y="128850"/>
                  </a:lnTo>
                  <a:lnTo>
                    <a:pt x="2129524" y="122227"/>
                  </a:lnTo>
                  <a:lnTo>
                    <a:pt x="2173889" y="115794"/>
                  </a:lnTo>
                  <a:lnTo>
                    <a:pt x="2218254" y="109553"/>
                  </a:lnTo>
                  <a:lnTo>
                    <a:pt x="2262619" y="103504"/>
                  </a:lnTo>
                  <a:lnTo>
                    <a:pt x="2306984" y="97647"/>
                  </a:lnTo>
                  <a:lnTo>
                    <a:pt x="2351350" y="91980"/>
                  </a:lnTo>
                  <a:lnTo>
                    <a:pt x="2395715" y="86501"/>
                  </a:lnTo>
                  <a:lnTo>
                    <a:pt x="2440080" y="81208"/>
                  </a:lnTo>
                  <a:lnTo>
                    <a:pt x="2484445" y="76098"/>
                  </a:lnTo>
                  <a:lnTo>
                    <a:pt x="2528810" y="71169"/>
                  </a:lnTo>
                  <a:lnTo>
                    <a:pt x="2573175" y="66416"/>
                  </a:lnTo>
                  <a:lnTo>
                    <a:pt x="2617540" y="61836"/>
                  </a:lnTo>
                  <a:lnTo>
                    <a:pt x="2661905" y="57425"/>
                  </a:lnTo>
                  <a:lnTo>
                    <a:pt x="2706270" y="53179"/>
                  </a:lnTo>
                  <a:lnTo>
                    <a:pt x="2750635" y="49093"/>
                  </a:lnTo>
                  <a:lnTo>
                    <a:pt x="2795000" y="45164"/>
                  </a:lnTo>
                  <a:lnTo>
                    <a:pt x="2839366" y="41387"/>
                  </a:lnTo>
                  <a:lnTo>
                    <a:pt x="2883731" y="37758"/>
                  </a:lnTo>
                  <a:lnTo>
                    <a:pt x="2928096" y="34271"/>
                  </a:lnTo>
                  <a:lnTo>
                    <a:pt x="2972461" y="30924"/>
                  </a:lnTo>
                  <a:lnTo>
                    <a:pt x="3016826" y="27710"/>
                  </a:lnTo>
                  <a:lnTo>
                    <a:pt x="3061191" y="24626"/>
                  </a:lnTo>
                  <a:lnTo>
                    <a:pt x="3105556" y="21667"/>
                  </a:lnTo>
                  <a:lnTo>
                    <a:pt x="3149921" y="18830"/>
                  </a:lnTo>
                  <a:lnTo>
                    <a:pt x="3194286" y="16109"/>
                  </a:lnTo>
                  <a:lnTo>
                    <a:pt x="3238651" y="13501"/>
                  </a:lnTo>
                  <a:lnTo>
                    <a:pt x="3283017" y="11002"/>
                  </a:lnTo>
                  <a:lnTo>
                    <a:pt x="3327382" y="8607"/>
                  </a:lnTo>
                  <a:lnTo>
                    <a:pt x="3371747" y="6314"/>
                  </a:lnTo>
                  <a:lnTo>
                    <a:pt x="3416112" y="4117"/>
                  </a:lnTo>
                  <a:lnTo>
                    <a:pt x="3460477" y="2013"/>
                  </a:lnTo>
                  <a:lnTo>
                    <a:pt x="3504842" y="0"/>
                  </a:lnTo>
                  <a:lnTo>
                    <a:pt x="3504842" y="612541"/>
                  </a:lnTo>
                  <a:lnTo>
                    <a:pt x="3460477" y="612007"/>
                  </a:lnTo>
                  <a:lnTo>
                    <a:pt x="3416112" y="611499"/>
                  </a:lnTo>
                  <a:lnTo>
                    <a:pt x="3371747" y="611018"/>
                  </a:lnTo>
                  <a:lnTo>
                    <a:pt x="3327382" y="610565"/>
                  </a:lnTo>
                  <a:lnTo>
                    <a:pt x="3283017" y="610141"/>
                  </a:lnTo>
                  <a:lnTo>
                    <a:pt x="3238651" y="609749"/>
                  </a:lnTo>
                  <a:lnTo>
                    <a:pt x="3194286" y="609388"/>
                  </a:lnTo>
                  <a:lnTo>
                    <a:pt x="3149921" y="609062"/>
                  </a:lnTo>
                  <a:lnTo>
                    <a:pt x="3105556" y="608772"/>
                  </a:lnTo>
                  <a:lnTo>
                    <a:pt x="3061191" y="608520"/>
                  </a:lnTo>
                  <a:lnTo>
                    <a:pt x="3016826" y="608308"/>
                  </a:lnTo>
                  <a:lnTo>
                    <a:pt x="2972461" y="608139"/>
                  </a:lnTo>
                  <a:lnTo>
                    <a:pt x="2928096" y="608014"/>
                  </a:lnTo>
                  <a:lnTo>
                    <a:pt x="2883731" y="607936"/>
                  </a:lnTo>
                  <a:lnTo>
                    <a:pt x="2839366" y="607909"/>
                  </a:lnTo>
                  <a:lnTo>
                    <a:pt x="2795000" y="607935"/>
                  </a:lnTo>
                  <a:lnTo>
                    <a:pt x="2750635" y="608017"/>
                  </a:lnTo>
                  <a:lnTo>
                    <a:pt x="2706270" y="608159"/>
                  </a:lnTo>
                  <a:lnTo>
                    <a:pt x="2661905" y="608365"/>
                  </a:lnTo>
                  <a:lnTo>
                    <a:pt x="2617540" y="608638"/>
                  </a:lnTo>
                  <a:lnTo>
                    <a:pt x="2573175" y="608984"/>
                  </a:lnTo>
                  <a:lnTo>
                    <a:pt x="2528810" y="609407"/>
                  </a:lnTo>
                  <a:lnTo>
                    <a:pt x="2484445" y="609913"/>
                  </a:lnTo>
                  <a:lnTo>
                    <a:pt x="2440080" y="610506"/>
                  </a:lnTo>
                  <a:lnTo>
                    <a:pt x="2395715" y="611194"/>
                  </a:lnTo>
                  <a:lnTo>
                    <a:pt x="2351350" y="611983"/>
                  </a:lnTo>
                  <a:lnTo>
                    <a:pt x="2306984" y="612881"/>
                  </a:lnTo>
                  <a:lnTo>
                    <a:pt x="2262619" y="613895"/>
                  </a:lnTo>
                  <a:lnTo>
                    <a:pt x="2218254" y="615034"/>
                  </a:lnTo>
                  <a:lnTo>
                    <a:pt x="2173889" y="616308"/>
                  </a:lnTo>
                  <a:lnTo>
                    <a:pt x="2129524" y="617728"/>
                  </a:lnTo>
                  <a:lnTo>
                    <a:pt x="2085159" y="619304"/>
                  </a:lnTo>
                  <a:lnTo>
                    <a:pt x="2040794" y="621049"/>
                  </a:lnTo>
                  <a:lnTo>
                    <a:pt x="1996429" y="622976"/>
                  </a:lnTo>
                  <a:lnTo>
                    <a:pt x="1952064" y="625101"/>
                  </a:lnTo>
                  <a:lnTo>
                    <a:pt x="1907699" y="627439"/>
                  </a:lnTo>
                  <a:lnTo>
                    <a:pt x="1863333" y="630008"/>
                  </a:lnTo>
                  <a:lnTo>
                    <a:pt x="1818968" y="632827"/>
                  </a:lnTo>
                  <a:lnTo>
                    <a:pt x="1774603" y="635916"/>
                  </a:lnTo>
                  <a:lnTo>
                    <a:pt x="1730238" y="639298"/>
                  </a:lnTo>
                  <a:lnTo>
                    <a:pt x="1685873" y="642997"/>
                  </a:lnTo>
                  <a:lnTo>
                    <a:pt x="1641508" y="647037"/>
                  </a:lnTo>
                  <a:lnTo>
                    <a:pt x="1597143" y="651448"/>
                  </a:lnTo>
                  <a:lnTo>
                    <a:pt x="1552778" y="656257"/>
                  </a:lnTo>
                  <a:lnTo>
                    <a:pt x="1508413" y="661496"/>
                  </a:lnTo>
                  <a:lnTo>
                    <a:pt x="1464048" y="667197"/>
                  </a:lnTo>
                  <a:lnTo>
                    <a:pt x="1419683" y="673394"/>
                  </a:lnTo>
                  <a:lnTo>
                    <a:pt x="1375317" y="680120"/>
                  </a:lnTo>
                  <a:lnTo>
                    <a:pt x="1330952" y="687410"/>
                  </a:lnTo>
                  <a:lnTo>
                    <a:pt x="1286587" y="695299"/>
                  </a:lnTo>
                  <a:lnTo>
                    <a:pt x="1242222" y="703820"/>
                  </a:lnTo>
                  <a:lnTo>
                    <a:pt x="1197857" y="713008"/>
                  </a:lnTo>
                  <a:lnTo>
                    <a:pt x="1153492" y="722892"/>
                  </a:lnTo>
                  <a:lnTo>
                    <a:pt x="1109127" y="733501"/>
                  </a:lnTo>
                  <a:lnTo>
                    <a:pt x="1064762" y="744859"/>
                  </a:lnTo>
                  <a:lnTo>
                    <a:pt x="1020397" y="756988"/>
                  </a:lnTo>
                  <a:lnTo>
                    <a:pt x="976032" y="769904"/>
                  </a:lnTo>
                  <a:lnTo>
                    <a:pt x="931666" y="783619"/>
                  </a:lnTo>
                  <a:lnTo>
                    <a:pt x="887301" y="798140"/>
                  </a:lnTo>
                  <a:lnTo>
                    <a:pt x="842936" y="813468"/>
                  </a:lnTo>
                  <a:lnTo>
                    <a:pt x="798571" y="829601"/>
                  </a:lnTo>
                  <a:lnTo>
                    <a:pt x="754206" y="846529"/>
                  </a:lnTo>
                  <a:lnTo>
                    <a:pt x="709841" y="864241"/>
                  </a:lnTo>
                  <a:lnTo>
                    <a:pt x="665476" y="882719"/>
                  </a:lnTo>
                  <a:lnTo>
                    <a:pt x="621111" y="901943"/>
                  </a:lnTo>
                  <a:lnTo>
                    <a:pt x="576746" y="921888"/>
                  </a:lnTo>
                  <a:lnTo>
                    <a:pt x="532381" y="942527"/>
                  </a:lnTo>
                  <a:lnTo>
                    <a:pt x="488016" y="963831"/>
                  </a:lnTo>
                  <a:lnTo>
                    <a:pt x="443650" y="985768"/>
                  </a:lnTo>
                  <a:lnTo>
                    <a:pt x="399285" y="1008303"/>
                  </a:lnTo>
                  <a:lnTo>
                    <a:pt x="354920" y="1031403"/>
                  </a:lnTo>
                  <a:lnTo>
                    <a:pt x="310555" y="1055031"/>
                  </a:lnTo>
                  <a:lnTo>
                    <a:pt x="266190" y="1079150"/>
                  </a:lnTo>
                  <a:lnTo>
                    <a:pt x="221825" y="1103720"/>
                  </a:lnTo>
                  <a:lnTo>
                    <a:pt x="177460" y="1128704"/>
                  </a:lnTo>
                  <a:lnTo>
                    <a:pt x="133095" y="1154063"/>
                  </a:lnTo>
                  <a:lnTo>
                    <a:pt x="88730" y="1179756"/>
                  </a:lnTo>
                  <a:lnTo>
                    <a:pt x="44365" y="1205744"/>
                  </a:lnTo>
                  <a:lnTo>
                    <a:pt x="0" y="1231988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2017917" y="1559447"/>
              <a:ext cx="3504842" cy="402794"/>
            </a:xfrm>
            <a:custGeom>
              <a:avLst/>
              <a:gdLst/>
              <a:ahLst/>
              <a:cxnLst/>
              <a:rect l="0" t="0" r="0" b="0"/>
              <a:pathLst>
                <a:path w="3504842" h="402794">
                  <a:moveTo>
                    <a:pt x="0" y="402794"/>
                  </a:moveTo>
                  <a:lnTo>
                    <a:pt x="44365" y="401404"/>
                  </a:lnTo>
                  <a:lnTo>
                    <a:pt x="88730" y="399879"/>
                  </a:lnTo>
                  <a:lnTo>
                    <a:pt x="133095" y="398206"/>
                  </a:lnTo>
                  <a:lnTo>
                    <a:pt x="177460" y="396378"/>
                  </a:lnTo>
                  <a:lnTo>
                    <a:pt x="221825" y="394383"/>
                  </a:lnTo>
                  <a:lnTo>
                    <a:pt x="266190" y="392209"/>
                  </a:lnTo>
                  <a:lnTo>
                    <a:pt x="310555" y="389846"/>
                  </a:lnTo>
                  <a:lnTo>
                    <a:pt x="354920" y="387280"/>
                  </a:lnTo>
                  <a:lnTo>
                    <a:pt x="399285" y="384498"/>
                  </a:lnTo>
                  <a:lnTo>
                    <a:pt x="443650" y="381489"/>
                  </a:lnTo>
                  <a:lnTo>
                    <a:pt x="488016" y="378238"/>
                  </a:lnTo>
                  <a:lnTo>
                    <a:pt x="532381" y="374733"/>
                  </a:lnTo>
                  <a:lnTo>
                    <a:pt x="576746" y="370962"/>
                  </a:lnTo>
                  <a:lnTo>
                    <a:pt x="621111" y="366913"/>
                  </a:lnTo>
                  <a:lnTo>
                    <a:pt x="665476" y="362574"/>
                  </a:lnTo>
                  <a:lnTo>
                    <a:pt x="709841" y="357937"/>
                  </a:lnTo>
                  <a:lnTo>
                    <a:pt x="754206" y="352994"/>
                  </a:lnTo>
                  <a:lnTo>
                    <a:pt x="798571" y="347740"/>
                  </a:lnTo>
                  <a:lnTo>
                    <a:pt x="842936" y="342173"/>
                  </a:lnTo>
                  <a:lnTo>
                    <a:pt x="887301" y="336293"/>
                  </a:lnTo>
                  <a:lnTo>
                    <a:pt x="931666" y="330105"/>
                  </a:lnTo>
                  <a:lnTo>
                    <a:pt x="976032" y="323615"/>
                  </a:lnTo>
                  <a:lnTo>
                    <a:pt x="1020397" y="316837"/>
                  </a:lnTo>
                  <a:lnTo>
                    <a:pt x="1064762" y="309785"/>
                  </a:lnTo>
                  <a:lnTo>
                    <a:pt x="1109127" y="302477"/>
                  </a:lnTo>
                  <a:lnTo>
                    <a:pt x="1153492" y="294937"/>
                  </a:lnTo>
                  <a:lnTo>
                    <a:pt x="1197857" y="287187"/>
                  </a:lnTo>
                  <a:lnTo>
                    <a:pt x="1242222" y="279256"/>
                  </a:lnTo>
                  <a:lnTo>
                    <a:pt x="1286587" y="271172"/>
                  </a:lnTo>
                  <a:lnTo>
                    <a:pt x="1330952" y="262964"/>
                  </a:lnTo>
                  <a:lnTo>
                    <a:pt x="1375317" y="254662"/>
                  </a:lnTo>
                  <a:lnTo>
                    <a:pt x="1419683" y="246296"/>
                  </a:lnTo>
                  <a:lnTo>
                    <a:pt x="1464048" y="237894"/>
                  </a:lnTo>
                  <a:lnTo>
                    <a:pt x="1508413" y="229486"/>
                  </a:lnTo>
                  <a:lnTo>
                    <a:pt x="1552778" y="221096"/>
                  </a:lnTo>
                  <a:lnTo>
                    <a:pt x="1597143" y="212750"/>
                  </a:lnTo>
                  <a:lnTo>
                    <a:pt x="1641508" y="204470"/>
                  </a:lnTo>
                  <a:lnTo>
                    <a:pt x="1685873" y="196277"/>
                  </a:lnTo>
                  <a:lnTo>
                    <a:pt x="1730238" y="188190"/>
                  </a:lnTo>
                  <a:lnTo>
                    <a:pt x="1774603" y="180224"/>
                  </a:lnTo>
                  <a:lnTo>
                    <a:pt x="1818968" y="172394"/>
                  </a:lnTo>
                  <a:lnTo>
                    <a:pt x="1863333" y="164713"/>
                  </a:lnTo>
                  <a:lnTo>
                    <a:pt x="1907699" y="157192"/>
                  </a:lnTo>
                  <a:lnTo>
                    <a:pt x="1952064" y="149838"/>
                  </a:lnTo>
                  <a:lnTo>
                    <a:pt x="1996429" y="142659"/>
                  </a:lnTo>
                  <a:lnTo>
                    <a:pt x="2040794" y="135662"/>
                  </a:lnTo>
                  <a:lnTo>
                    <a:pt x="2085159" y="128850"/>
                  </a:lnTo>
                  <a:lnTo>
                    <a:pt x="2129524" y="122227"/>
                  </a:lnTo>
                  <a:lnTo>
                    <a:pt x="2173889" y="115794"/>
                  </a:lnTo>
                  <a:lnTo>
                    <a:pt x="2218254" y="109553"/>
                  </a:lnTo>
                  <a:lnTo>
                    <a:pt x="2262619" y="103504"/>
                  </a:lnTo>
                  <a:lnTo>
                    <a:pt x="2306984" y="97647"/>
                  </a:lnTo>
                  <a:lnTo>
                    <a:pt x="2351350" y="91980"/>
                  </a:lnTo>
                  <a:lnTo>
                    <a:pt x="2395715" y="86501"/>
                  </a:lnTo>
                  <a:lnTo>
                    <a:pt x="2440080" y="81208"/>
                  </a:lnTo>
                  <a:lnTo>
                    <a:pt x="2484445" y="76098"/>
                  </a:lnTo>
                  <a:lnTo>
                    <a:pt x="2528810" y="71169"/>
                  </a:lnTo>
                  <a:lnTo>
                    <a:pt x="2573175" y="66416"/>
                  </a:lnTo>
                  <a:lnTo>
                    <a:pt x="2617540" y="61836"/>
                  </a:lnTo>
                  <a:lnTo>
                    <a:pt x="2661905" y="57425"/>
                  </a:lnTo>
                  <a:lnTo>
                    <a:pt x="2706270" y="53179"/>
                  </a:lnTo>
                  <a:lnTo>
                    <a:pt x="2750635" y="49093"/>
                  </a:lnTo>
                  <a:lnTo>
                    <a:pt x="2795000" y="45164"/>
                  </a:lnTo>
                  <a:lnTo>
                    <a:pt x="2839366" y="41387"/>
                  </a:lnTo>
                  <a:lnTo>
                    <a:pt x="2883731" y="37758"/>
                  </a:lnTo>
                  <a:lnTo>
                    <a:pt x="2928096" y="34271"/>
                  </a:lnTo>
                  <a:lnTo>
                    <a:pt x="2972461" y="30924"/>
                  </a:lnTo>
                  <a:lnTo>
                    <a:pt x="3016826" y="27710"/>
                  </a:lnTo>
                  <a:lnTo>
                    <a:pt x="3061191" y="24626"/>
                  </a:lnTo>
                  <a:lnTo>
                    <a:pt x="3105556" y="21667"/>
                  </a:lnTo>
                  <a:lnTo>
                    <a:pt x="3149921" y="18830"/>
                  </a:lnTo>
                  <a:lnTo>
                    <a:pt x="3194286" y="16109"/>
                  </a:lnTo>
                  <a:lnTo>
                    <a:pt x="3238651" y="13501"/>
                  </a:lnTo>
                  <a:lnTo>
                    <a:pt x="3283017" y="11002"/>
                  </a:lnTo>
                  <a:lnTo>
                    <a:pt x="3327382" y="8607"/>
                  </a:lnTo>
                  <a:lnTo>
                    <a:pt x="3371747" y="6314"/>
                  </a:lnTo>
                  <a:lnTo>
                    <a:pt x="3416112" y="4117"/>
                  </a:lnTo>
                  <a:lnTo>
                    <a:pt x="3460477" y="2013"/>
                  </a:lnTo>
                  <a:lnTo>
                    <a:pt x="3504842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9"/>
            <p:cNvSpPr/>
            <p:nvPr/>
          </p:nvSpPr>
          <p:spPr>
            <a:xfrm>
              <a:off x="2017917" y="2167357"/>
              <a:ext cx="3504842" cy="624079"/>
            </a:xfrm>
            <a:custGeom>
              <a:avLst/>
              <a:gdLst/>
              <a:ahLst/>
              <a:cxnLst/>
              <a:rect l="0" t="0" r="0" b="0"/>
              <a:pathLst>
                <a:path w="3504842" h="624079">
                  <a:moveTo>
                    <a:pt x="3504842" y="4632"/>
                  </a:moveTo>
                  <a:lnTo>
                    <a:pt x="3460477" y="4098"/>
                  </a:lnTo>
                  <a:lnTo>
                    <a:pt x="3416112" y="3590"/>
                  </a:lnTo>
                  <a:lnTo>
                    <a:pt x="3371747" y="3109"/>
                  </a:lnTo>
                  <a:lnTo>
                    <a:pt x="3327382" y="2656"/>
                  </a:lnTo>
                  <a:lnTo>
                    <a:pt x="3283017" y="2232"/>
                  </a:lnTo>
                  <a:lnTo>
                    <a:pt x="3238651" y="1839"/>
                  </a:lnTo>
                  <a:lnTo>
                    <a:pt x="3194286" y="1479"/>
                  </a:lnTo>
                  <a:lnTo>
                    <a:pt x="3149921" y="1153"/>
                  </a:lnTo>
                  <a:lnTo>
                    <a:pt x="3105556" y="863"/>
                  </a:lnTo>
                  <a:lnTo>
                    <a:pt x="3061191" y="611"/>
                  </a:lnTo>
                  <a:lnTo>
                    <a:pt x="3016826" y="399"/>
                  </a:lnTo>
                  <a:lnTo>
                    <a:pt x="2972461" y="229"/>
                  </a:lnTo>
                  <a:lnTo>
                    <a:pt x="2928096" y="104"/>
                  </a:lnTo>
                  <a:lnTo>
                    <a:pt x="2883731" y="27"/>
                  </a:lnTo>
                  <a:lnTo>
                    <a:pt x="2839366" y="0"/>
                  </a:lnTo>
                  <a:lnTo>
                    <a:pt x="2795000" y="25"/>
                  </a:lnTo>
                  <a:lnTo>
                    <a:pt x="2750635" y="107"/>
                  </a:lnTo>
                  <a:lnTo>
                    <a:pt x="2706270" y="249"/>
                  </a:lnTo>
                  <a:lnTo>
                    <a:pt x="2661905" y="455"/>
                  </a:lnTo>
                  <a:lnTo>
                    <a:pt x="2617540" y="729"/>
                  </a:lnTo>
                  <a:lnTo>
                    <a:pt x="2573175" y="1075"/>
                  </a:lnTo>
                  <a:lnTo>
                    <a:pt x="2528810" y="1498"/>
                  </a:lnTo>
                  <a:lnTo>
                    <a:pt x="2484445" y="2003"/>
                  </a:lnTo>
                  <a:lnTo>
                    <a:pt x="2440080" y="2597"/>
                  </a:lnTo>
                  <a:lnTo>
                    <a:pt x="2395715" y="3285"/>
                  </a:lnTo>
                  <a:lnTo>
                    <a:pt x="2351350" y="4074"/>
                  </a:lnTo>
                  <a:lnTo>
                    <a:pt x="2306984" y="4971"/>
                  </a:lnTo>
                  <a:lnTo>
                    <a:pt x="2262619" y="5986"/>
                  </a:lnTo>
                  <a:lnTo>
                    <a:pt x="2218254" y="7125"/>
                  </a:lnTo>
                  <a:lnTo>
                    <a:pt x="2173889" y="8399"/>
                  </a:lnTo>
                  <a:lnTo>
                    <a:pt x="2129524" y="9818"/>
                  </a:lnTo>
                  <a:lnTo>
                    <a:pt x="2085159" y="11394"/>
                  </a:lnTo>
                  <a:lnTo>
                    <a:pt x="2040794" y="13139"/>
                  </a:lnTo>
                  <a:lnTo>
                    <a:pt x="1996429" y="15067"/>
                  </a:lnTo>
                  <a:lnTo>
                    <a:pt x="1952064" y="17192"/>
                  </a:lnTo>
                  <a:lnTo>
                    <a:pt x="1907699" y="19530"/>
                  </a:lnTo>
                  <a:lnTo>
                    <a:pt x="1863333" y="22099"/>
                  </a:lnTo>
                  <a:lnTo>
                    <a:pt x="1818968" y="24918"/>
                  </a:lnTo>
                  <a:lnTo>
                    <a:pt x="1774603" y="28007"/>
                  </a:lnTo>
                  <a:lnTo>
                    <a:pt x="1730238" y="31389"/>
                  </a:lnTo>
                  <a:lnTo>
                    <a:pt x="1685873" y="35087"/>
                  </a:lnTo>
                  <a:lnTo>
                    <a:pt x="1641508" y="39128"/>
                  </a:lnTo>
                  <a:lnTo>
                    <a:pt x="1597143" y="43538"/>
                  </a:lnTo>
                  <a:lnTo>
                    <a:pt x="1552778" y="48348"/>
                  </a:lnTo>
                  <a:lnTo>
                    <a:pt x="1508413" y="53587"/>
                  </a:lnTo>
                  <a:lnTo>
                    <a:pt x="1464048" y="59288"/>
                  </a:lnTo>
                  <a:lnTo>
                    <a:pt x="1419683" y="65484"/>
                  </a:lnTo>
                  <a:lnTo>
                    <a:pt x="1375317" y="72210"/>
                  </a:lnTo>
                  <a:lnTo>
                    <a:pt x="1330952" y="79500"/>
                  </a:lnTo>
                  <a:lnTo>
                    <a:pt x="1286587" y="87389"/>
                  </a:lnTo>
                  <a:lnTo>
                    <a:pt x="1242222" y="95911"/>
                  </a:lnTo>
                  <a:lnTo>
                    <a:pt x="1197857" y="105099"/>
                  </a:lnTo>
                  <a:lnTo>
                    <a:pt x="1153492" y="114983"/>
                  </a:lnTo>
                  <a:lnTo>
                    <a:pt x="1109127" y="125591"/>
                  </a:lnTo>
                  <a:lnTo>
                    <a:pt x="1064762" y="136950"/>
                  </a:lnTo>
                  <a:lnTo>
                    <a:pt x="1020397" y="149079"/>
                  </a:lnTo>
                  <a:lnTo>
                    <a:pt x="976032" y="161995"/>
                  </a:lnTo>
                  <a:lnTo>
                    <a:pt x="931666" y="175710"/>
                  </a:lnTo>
                  <a:lnTo>
                    <a:pt x="887301" y="190230"/>
                  </a:lnTo>
                  <a:lnTo>
                    <a:pt x="842936" y="205559"/>
                  </a:lnTo>
                  <a:lnTo>
                    <a:pt x="798571" y="221691"/>
                  </a:lnTo>
                  <a:lnTo>
                    <a:pt x="754206" y="238620"/>
                  </a:lnTo>
                  <a:lnTo>
                    <a:pt x="709841" y="256332"/>
                  </a:lnTo>
                  <a:lnTo>
                    <a:pt x="665476" y="274810"/>
                  </a:lnTo>
                  <a:lnTo>
                    <a:pt x="621111" y="294033"/>
                  </a:lnTo>
                  <a:lnTo>
                    <a:pt x="576746" y="313978"/>
                  </a:lnTo>
                  <a:lnTo>
                    <a:pt x="532381" y="334618"/>
                  </a:lnTo>
                  <a:lnTo>
                    <a:pt x="488016" y="355921"/>
                  </a:lnTo>
                  <a:lnTo>
                    <a:pt x="443650" y="377858"/>
                  </a:lnTo>
                  <a:lnTo>
                    <a:pt x="399285" y="400394"/>
                  </a:lnTo>
                  <a:lnTo>
                    <a:pt x="354920" y="423494"/>
                  </a:lnTo>
                  <a:lnTo>
                    <a:pt x="310555" y="447122"/>
                  </a:lnTo>
                  <a:lnTo>
                    <a:pt x="266190" y="471240"/>
                  </a:lnTo>
                  <a:lnTo>
                    <a:pt x="221825" y="495811"/>
                  </a:lnTo>
                  <a:lnTo>
                    <a:pt x="177460" y="520795"/>
                  </a:lnTo>
                  <a:lnTo>
                    <a:pt x="133095" y="546153"/>
                  </a:lnTo>
                  <a:lnTo>
                    <a:pt x="88730" y="571847"/>
                  </a:lnTo>
                  <a:lnTo>
                    <a:pt x="44365" y="597835"/>
                  </a:lnTo>
                  <a:lnTo>
                    <a:pt x="0" y="624079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l220"/>
            <p:cNvSpPr/>
            <p:nvPr/>
          </p:nvSpPr>
          <p:spPr>
            <a:xfrm>
              <a:off x="2017917" y="1699205"/>
              <a:ext cx="3504842" cy="621691"/>
            </a:xfrm>
            <a:custGeom>
              <a:avLst/>
              <a:gdLst/>
              <a:ahLst/>
              <a:cxnLst/>
              <a:rect l="0" t="0" r="0" b="0"/>
              <a:pathLst>
                <a:path w="3504842" h="621691">
                  <a:moveTo>
                    <a:pt x="0" y="621691"/>
                  </a:moveTo>
                  <a:lnTo>
                    <a:pt x="44365" y="609317"/>
                  </a:lnTo>
                  <a:lnTo>
                    <a:pt x="88730" y="597048"/>
                  </a:lnTo>
                  <a:lnTo>
                    <a:pt x="133095" y="584885"/>
                  </a:lnTo>
                  <a:lnTo>
                    <a:pt x="177460" y="572829"/>
                  </a:lnTo>
                  <a:lnTo>
                    <a:pt x="221825" y="560883"/>
                  </a:lnTo>
                  <a:lnTo>
                    <a:pt x="266190" y="549047"/>
                  </a:lnTo>
                  <a:lnTo>
                    <a:pt x="310555" y="537324"/>
                  </a:lnTo>
                  <a:lnTo>
                    <a:pt x="354920" y="525715"/>
                  </a:lnTo>
                  <a:lnTo>
                    <a:pt x="399285" y="514221"/>
                  </a:lnTo>
                  <a:lnTo>
                    <a:pt x="443650" y="502843"/>
                  </a:lnTo>
                  <a:lnTo>
                    <a:pt x="488016" y="491582"/>
                  </a:lnTo>
                  <a:lnTo>
                    <a:pt x="532381" y="480440"/>
                  </a:lnTo>
                  <a:lnTo>
                    <a:pt x="576746" y="469417"/>
                  </a:lnTo>
                  <a:lnTo>
                    <a:pt x="621111" y="458514"/>
                  </a:lnTo>
                  <a:lnTo>
                    <a:pt x="665476" y="447732"/>
                  </a:lnTo>
                  <a:lnTo>
                    <a:pt x="709841" y="437072"/>
                  </a:lnTo>
                  <a:lnTo>
                    <a:pt x="754206" y="426534"/>
                  </a:lnTo>
                  <a:lnTo>
                    <a:pt x="798571" y="416119"/>
                  </a:lnTo>
                  <a:lnTo>
                    <a:pt x="842936" y="405828"/>
                  </a:lnTo>
                  <a:lnTo>
                    <a:pt x="887301" y="395660"/>
                  </a:lnTo>
                  <a:lnTo>
                    <a:pt x="931666" y="385616"/>
                  </a:lnTo>
                  <a:lnTo>
                    <a:pt x="976032" y="375697"/>
                  </a:lnTo>
                  <a:lnTo>
                    <a:pt x="1020397" y="365903"/>
                  </a:lnTo>
                  <a:lnTo>
                    <a:pt x="1064762" y="356233"/>
                  </a:lnTo>
                  <a:lnTo>
                    <a:pt x="1109127" y="346688"/>
                  </a:lnTo>
                  <a:lnTo>
                    <a:pt x="1153492" y="337268"/>
                  </a:lnTo>
                  <a:lnTo>
                    <a:pt x="1197857" y="327972"/>
                  </a:lnTo>
                  <a:lnTo>
                    <a:pt x="1242222" y="318802"/>
                  </a:lnTo>
                  <a:lnTo>
                    <a:pt x="1286587" y="309755"/>
                  </a:lnTo>
                  <a:lnTo>
                    <a:pt x="1330952" y="300833"/>
                  </a:lnTo>
                  <a:lnTo>
                    <a:pt x="1375317" y="292035"/>
                  </a:lnTo>
                  <a:lnTo>
                    <a:pt x="1419683" y="283360"/>
                  </a:lnTo>
                  <a:lnTo>
                    <a:pt x="1464048" y="274808"/>
                  </a:lnTo>
                  <a:lnTo>
                    <a:pt x="1508413" y="266379"/>
                  </a:lnTo>
                  <a:lnTo>
                    <a:pt x="1552778" y="258072"/>
                  </a:lnTo>
                  <a:lnTo>
                    <a:pt x="1597143" y="249887"/>
                  </a:lnTo>
                  <a:lnTo>
                    <a:pt x="1641508" y="241823"/>
                  </a:lnTo>
                  <a:lnTo>
                    <a:pt x="1685873" y="233879"/>
                  </a:lnTo>
                  <a:lnTo>
                    <a:pt x="1730238" y="226055"/>
                  </a:lnTo>
                  <a:lnTo>
                    <a:pt x="1774603" y="218350"/>
                  </a:lnTo>
                  <a:lnTo>
                    <a:pt x="1818968" y="210763"/>
                  </a:lnTo>
                  <a:lnTo>
                    <a:pt x="1863333" y="203293"/>
                  </a:lnTo>
                  <a:lnTo>
                    <a:pt x="1907699" y="195941"/>
                  </a:lnTo>
                  <a:lnTo>
                    <a:pt x="1952064" y="188703"/>
                  </a:lnTo>
                  <a:lnTo>
                    <a:pt x="1996429" y="181581"/>
                  </a:lnTo>
                  <a:lnTo>
                    <a:pt x="2040794" y="174572"/>
                  </a:lnTo>
                  <a:lnTo>
                    <a:pt x="2085159" y="167677"/>
                  </a:lnTo>
                  <a:lnTo>
                    <a:pt x="2129524" y="160893"/>
                  </a:lnTo>
                  <a:lnTo>
                    <a:pt x="2173889" y="154220"/>
                  </a:lnTo>
                  <a:lnTo>
                    <a:pt x="2218254" y="147657"/>
                  </a:lnTo>
                  <a:lnTo>
                    <a:pt x="2262619" y="141203"/>
                  </a:lnTo>
                  <a:lnTo>
                    <a:pt x="2306984" y="134857"/>
                  </a:lnTo>
                  <a:lnTo>
                    <a:pt x="2351350" y="128618"/>
                  </a:lnTo>
                  <a:lnTo>
                    <a:pt x="2395715" y="122484"/>
                  </a:lnTo>
                  <a:lnTo>
                    <a:pt x="2440080" y="116454"/>
                  </a:lnTo>
                  <a:lnTo>
                    <a:pt x="2484445" y="110528"/>
                  </a:lnTo>
                  <a:lnTo>
                    <a:pt x="2528810" y="104704"/>
                  </a:lnTo>
                  <a:lnTo>
                    <a:pt x="2573175" y="98981"/>
                  </a:lnTo>
                  <a:lnTo>
                    <a:pt x="2617540" y="93358"/>
                  </a:lnTo>
                  <a:lnTo>
                    <a:pt x="2661905" y="87834"/>
                  </a:lnTo>
                  <a:lnTo>
                    <a:pt x="2706270" y="82407"/>
                  </a:lnTo>
                  <a:lnTo>
                    <a:pt x="2750635" y="77076"/>
                  </a:lnTo>
                  <a:lnTo>
                    <a:pt x="2795000" y="71840"/>
                  </a:lnTo>
                  <a:lnTo>
                    <a:pt x="2839366" y="66698"/>
                  </a:lnTo>
                  <a:lnTo>
                    <a:pt x="2883731" y="61649"/>
                  </a:lnTo>
                  <a:lnTo>
                    <a:pt x="2928096" y="56691"/>
                  </a:lnTo>
                  <a:lnTo>
                    <a:pt x="2972461" y="51823"/>
                  </a:lnTo>
                  <a:lnTo>
                    <a:pt x="3016826" y="47044"/>
                  </a:lnTo>
                  <a:lnTo>
                    <a:pt x="3061191" y="42353"/>
                  </a:lnTo>
                  <a:lnTo>
                    <a:pt x="3105556" y="37749"/>
                  </a:lnTo>
                  <a:lnTo>
                    <a:pt x="3149921" y="33229"/>
                  </a:lnTo>
                  <a:lnTo>
                    <a:pt x="3194286" y="28794"/>
                  </a:lnTo>
                  <a:lnTo>
                    <a:pt x="3238651" y="24442"/>
                  </a:lnTo>
                  <a:lnTo>
                    <a:pt x="3283017" y="20171"/>
                  </a:lnTo>
                  <a:lnTo>
                    <a:pt x="3327382" y="15981"/>
                  </a:lnTo>
                  <a:lnTo>
                    <a:pt x="3371747" y="11870"/>
                  </a:lnTo>
                  <a:lnTo>
                    <a:pt x="3416112" y="7836"/>
                  </a:lnTo>
                  <a:lnTo>
                    <a:pt x="3460477" y="3880"/>
                  </a:lnTo>
                  <a:lnTo>
                    <a:pt x="3504842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429217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2480224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3531231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4582238" y="4234627"/>
              <a:ext cx="15544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602156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32" name="tx232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4" name="pt234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rc235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pl236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t237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rc238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pl239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tx240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428519" y="1165040"/>
              <a:ext cx="834847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0629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20416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34536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48655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9237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63357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7747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91595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5299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7973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7943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7010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4736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71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32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32721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473016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642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4625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3108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3508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5297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5351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4628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4532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3284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3"/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4"/>
            <p:cNvSpPr/>
            <p:nvPr/>
          </p:nvSpPr>
          <p:spPr>
            <a:xfrm>
              <a:off x="352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7017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24426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912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47596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22963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4842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2308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3227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6604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32277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484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3071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2948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47597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660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24454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9127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32938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3278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47020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45038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47651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46701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4501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33077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46989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36614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3250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689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4595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3473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2481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3626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45966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52761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52750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467394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90"/>
            <p:cNvSpPr/>
            <p:nvPr/>
          </p:nvSpPr>
          <p:spPr>
            <a:xfrm>
              <a:off x="47625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91"/>
            <p:cNvSpPr/>
            <p:nvPr/>
          </p:nvSpPr>
          <p:spPr>
            <a:xfrm>
              <a:off x="36731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2"/>
            <p:cNvSpPr/>
            <p:nvPr/>
          </p:nvSpPr>
          <p:spPr>
            <a:xfrm>
              <a:off x="3250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2467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269722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21231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44024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27467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20700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26973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4650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1234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42916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7472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44653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0700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24668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2928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4025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47201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47204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38945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9932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3894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41075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16620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40769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41073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21465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21462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40772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39934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16620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9059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44023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2012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44321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20160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44326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19007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18966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1905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77769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27776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43199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27271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27286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4499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2"/>
            <p:cNvSpPr/>
            <p:nvPr/>
          </p:nvSpPr>
          <p:spPr>
            <a:xfrm>
              <a:off x="4320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3"/>
            <p:cNvSpPr/>
            <p:nvPr/>
          </p:nvSpPr>
          <p:spPr>
            <a:xfrm>
              <a:off x="44020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4"/>
            <p:cNvSpPr/>
            <p:nvPr/>
          </p:nvSpPr>
          <p:spPr>
            <a:xfrm>
              <a:off x="449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48012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47833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46025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53631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8156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6168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4706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3276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4711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3426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2822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48725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30487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477558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42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064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48700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42934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4293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26751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31806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645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44698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30674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720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4391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29677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43892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319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44715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9832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3176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2658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4500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45641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7073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2661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10"/>
            <p:cNvSpPr/>
            <p:nvPr/>
          </p:nvSpPr>
          <p:spPr>
            <a:xfrm>
              <a:off x="45692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11"/>
            <p:cNvSpPr/>
            <p:nvPr/>
          </p:nvSpPr>
          <p:spPr>
            <a:xfrm>
              <a:off x="4498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2"/>
            <p:cNvSpPr/>
            <p:nvPr/>
          </p:nvSpPr>
          <p:spPr>
            <a:xfrm>
              <a:off x="1623483" y="1979602"/>
              <a:ext cx="3899276" cy="2050123"/>
            </a:xfrm>
            <a:custGeom>
              <a:avLst/>
              <a:gdLst/>
              <a:ahLst/>
              <a:cxnLst/>
              <a:rect l="0" t="0" r="0" b="0"/>
              <a:pathLst>
                <a:path w="3899276" h="205012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  <a:lnTo>
                    <a:pt x="3899276" y="2050123"/>
                  </a:lnTo>
                  <a:lnTo>
                    <a:pt x="3849918" y="2048847"/>
                  </a:lnTo>
                  <a:lnTo>
                    <a:pt x="3800560" y="2047470"/>
                  </a:lnTo>
                  <a:lnTo>
                    <a:pt x="3751202" y="2045984"/>
                  </a:lnTo>
                  <a:lnTo>
                    <a:pt x="3701844" y="2044380"/>
                  </a:lnTo>
                  <a:lnTo>
                    <a:pt x="3652486" y="2042651"/>
                  </a:lnTo>
                  <a:lnTo>
                    <a:pt x="3603128" y="2040785"/>
                  </a:lnTo>
                  <a:lnTo>
                    <a:pt x="3553770" y="2038774"/>
                  </a:lnTo>
                  <a:lnTo>
                    <a:pt x="3504412" y="2036606"/>
                  </a:lnTo>
                  <a:lnTo>
                    <a:pt x="3455055" y="2034269"/>
                  </a:lnTo>
                  <a:lnTo>
                    <a:pt x="3405697" y="2031752"/>
                  </a:lnTo>
                  <a:lnTo>
                    <a:pt x="3356339" y="2029041"/>
                  </a:lnTo>
                  <a:lnTo>
                    <a:pt x="3306981" y="2026121"/>
                  </a:lnTo>
                  <a:lnTo>
                    <a:pt x="3257623" y="2022979"/>
                  </a:lnTo>
                  <a:lnTo>
                    <a:pt x="3208265" y="2019599"/>
                  </a:lnTo>
                  <a:lnTo>
                    <a:pt x="3158907" y="2015963"/>
                  </a:lnTo>
                  <a:lnTo>
                    <a:pt x="3109549" y="2012054"/>
                  </a:lnTo>
                  <a:lnTo>
                    <a:pt x="3060191" y="2007854"/>
                  </a:lnTo>
                  <a:lnTo>
                    <a:pt x="3010833" y="2003343"/>
                  </a:lnTo>
                  <a:lnTo>
                    <a:pt x="2961475" y="1998501"/>
                  </a:lnTo>
                  <a:lnTo>
                    <a:pt x="2912117" y="1993307"/>
                  </a:lnTo>
                  <a:lnTo>
                    <a:pt x="2862759" y="1987737"/>
                  </a:lnTo>
                  <a:lnTo>
                    <a:pt x="2813401" y="1981769"/>
                  </a:lnTo>
                  <a:lnTo>
                    <a:pt x="2764044" y="1975379"/>
                  </a:lnTo>
                  <a:lnTo>
                    <a:pt x="2714686" y="1968542"/>
                  </a:lnTo>
                  <a:lnTo>
                    <a:pt x="2665328" y="1961233"/>
                  </a:lnTo>
                  <a:lnTo>
                    <a:pt x="2615970" y="1953425"/>
                  </a:lnTo>
                  <a:lnTo>
                    <a:pt x="2566612" y="1945093"/>
                  </a:lnTo>
                  <a:lnTo>
                    <a:pt x="2517254" y="1936210"/>
                  </a:lnTo>
                  <a:lnTo>
                    <a:pt x="2467896" y="1926750"/>
                  </a:lnTo>
                  <a:lnTo>
                    <a:pt x="2418538" y="1916687"/>
                  </a:lnTo>
                  <a:lnTo>
                    <a:pt x="2369180" y="1905995"/>
                  </a:lnTo>
                  <a:lnTo>
                    <a:pt x="2319822" y="1894649"/>
                  </a:lnTo>
                  <a:lnTo>
                    <a:pt x="2270464" y="1882628"/>
                  </a:lnTo>
                  <a:lnTo>
                    <a:pt x="2221106" y="1869909"/>
                  </a:lnTo>
                  <a:lnTo>
                    <a:pt x="2171748" y="1856473"/>
                  </a:lnTo>
                  <a:lnTo>
                    <a:pt x="2122390" y="1842305"/>
                  </a:lnTo>
                  <a:lnTo>
                    <a:pt x="2073033" y="1827391"/>
                  </a:lnTo>
                  <a:lnTo>
                    <a:pt x="2023675" y="1811722"/>
                  </a:lnTo>
                  <a:lnTo>
                    <a:pt x="1974317" y="1795295"/>
                  </a:lnTo>
                  <a:lnTo>
                    <a:pt x="1924959" y="1778110"/>
                  </a:lnTo>
                  <a:lnTo>
                    <a:pt x="1875601" y="1760173"/>
                  </a:lnTo>
                  <a:lnTo>
                    <a:pt x="1826243" y="1741496"/>
                  </a:lnTo>
                  <a:lnTo>
                    <a:pt x="1776885" y="1722100"/>
                  </a:lnTo>
                  <a:lnTo>
                    <a:pt x="1727527" y="1702009"/>
                  </a:lnTo>
                  <a:lnTo>
                    <a:pt x="1678169" y="1681255"/>
                  </a:lnTo>
                  <a:lnTo>
                    <a:pt x="1628811" y="1659880"/>
                  </a:lnTo>
                  <a:lnTo>
                    <a:pt x="1579453" y="1637927"/>
                  </a:lnTo>
                  <a:lnTo>
                    <a:pt x="1530095" y="1615449"/>
                  </a:lnTo>
                  <a:lnTo>
                    <a:pt x="1480737" y="1592502"/>
                  </a:lnTo>
                  <a:lnTo>
                    <a:pt x="1431379" y="1569148"/>
                  </a:lnTo>
                  <a:lnTo>
                    <a:pt x="1382022" y="1545448"/>
                  </a:lnTo>
                  <a:lnTo>
                    <a:pt x="1332664" y="1521469"/>
                  </a:lnTo>
                  <a:lnTo>
                    <a:pt x="1283306" y="1497273"/>
                  </a:lnTo>
                  <a:lnTo>
                    <a:pt x="1233948" y="1472923"/>
                  </a:lnTo>
                  <a:lnTo>
                    <a:pt x="1184590" y="1448479"/>
                  </a:lnTo>
                  <a:lnTo>
                    <a:pt x="1135232" y="1423995"/>
                  </a:lnTo>
                  <a:lnTo>
                    <a:pt x="1085874" y="1399520"/>
                  </a:lnTo>
                  <a:lnTo>
                    <a:pt x="1036516" y="1375099"/>
                  </a:lnTo>
                  <a:lnTo>
                    <a:pt x="987158" y="1350768"/>
                  </a:lnTo>
                  <a:lnTo>
                    <a:pt x="937800" y="1326558"/>
                  </a:lnTo>
                  <a:lnTo>
                    <a:pt x="888442" y="1302493"/>
                  </a:lnTo>
                  <a:lnTo>
                    <a:pt x="839084" y="1278593"/>
                  </a:lnTo>
                  <a:lnTo>
                    <a:pt x="789726" y="1254870"/>
                  </a:lnTo>
                  <a:lnTo>
                    <a:pt x="740368" y="1231334"/>
                  </a:lnTo>
                  <a:lnTo>
                    <a:pt x="691011" y="1207991"/>
                  </a:lnTo>
                  <a:lnTo>
                    <a:pt x="641653" y="1184841"/>
                  </a:lnTo>
                  <a:lnTo>
                    <a:pt x="592295" y="1161885"/>
                  </a:lnTo>
                  <a:lnTo>
                    <a:pt x="542937" y="1139120"/>
                  </a:lnTo>
                  <a:lnTo>
                    <a:pt x="493579" y="1116543"/>
                  </a:lnTo>
                  <a:lnTo>
                    <a:pt x="444221" y="1094149"/>
                  </a:lnTo>
                  <a:lnTo>
                    <a:pt x="394863" y="1071933"/>
                  </a:lnTo>
                  <a:lnTo>
                    <a:pt x="345505" y="1049891"/>
                  </a:lnTo>
                  <a:lnTo>
                    <a:pt x="296147" y="1028016"/>
                  </a:lnTo>
                  <a:lnTo>
                    <a:pt x="246789" y="1006304"/>
                  </a:lnTo>
                  <a:lnTo>
                    <a:pt x="197431" y="984751"/>
                  </a:lnTo>
                  <a:lnTo>
                    <a:pt x="148073" y="963351"/>
                  </a:lnTo>
                  <a:lnTo>
                    <a:pt x="98715" y="942102"/>
                  </a:lnTo>
                  <a:lnTo>
                    <a:pt x="49357" y="921000"/>
                  </a:lnTo>
                  <a:lnTo>
                    <a:pt x="0" y="90004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l213"/>
            <p:cNvSpPr/>
            <p:nvPr/>
          </p:nvSpPr>
          <p:spPr>
            <a:xfrm>
              <a:off x="1623483" y="1979602"/>
              <a:ext cx="3899276" cy="1784173"/>
            </a:xfrm>
            <a:custGeom>
              <a:avLst/>
              <a:gdLst/>
              <a:ahLst/>
              <a:cxnLst/>
              <a:rect l="0" t="0" r="0" b="0"/>
              <a:pathLst>
                <a:path w="3899276" h="178417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1623483" y="2879645"/>
              <a:ext cx="3899276" cy="1150080"/>
            </a:xfrm>
            <a:custGeom>
              <a:avLst/>
              <a:gdLst/>
              <a:ahLst/>
              <a:cxnLst/>
              <a:rect l="0" t="0" r="0" b="0"/>
              <a:pathLst>
                <a:path w="3899276" h="1150080">
                  <a:moveTo>
                    <a:pt x="3899276" y="1150080"/>
                  </a:moveTo>
                  <a:lnTo>
                    <a:pt x="3849918" y="1148804"/>
                  </a:lnTo>
                  <a:lnTo>
                    <a:pt x="3800560" y="1147427"/>
                  </a:lnTo>
                  <a:lnTo>
                    <a:pt x="3751202" y="1145941"/>
                  </a:lnTo>
                  <a:lnTo>
                    <a:pt x="3701844" y="1144337"/>
                  </a:lnTo>
                  <a:lnTo>
                    <a:pt x="3652486" y="1142608"/>
                  </a:lnTo>
                  <a:lnTo>
                    <a:pt x="3603128" y="1140742"/>
                  </a:lnTo>
                  <a:lnTo>
                    <a:pt x="3553770" y="1138731"/>
                  </a:lnTo>
                  <a:lnTo>
                    <a:pt x="3504412" y="1136563"/>
                  </a:lnTo>
                  <a:lnTo>
                    <a:pt x="3455055" y="1134226"/>
                  </a:lnTo>
                  <a:lnTo>
                    <a:pt x="3405697" y="1131709"/>
                  </a:lnTo>
                  <a:lnTo>
                    <a:pt x="3356339" y="1128997"/>
                  </a:lnTo>
                  <a:lnTo>
                    <a:pt x="3306981" y="1126078"/>
                  </a:lnTo>
                  <a:lnTo>
                    <a:pt x="3257623" y="1122936"/>
                  </a:lnTo>
                  <a:lnTo>
                    <a:pt x="3208265" y="1119555"/>
                  </a:lnTo>
                  <a:lnTo>
                    <a:pt x="3158907" y="1115920"/>
                  </a:lnTo>
                  <a:lnTo>
                    <a:pt x="3109549" y="1112011"/>
                  </a:lnTo>
                  <a:lnTo>
                    <a:pt x="3060191" y="1107811"/>
                  </a:lnTo>
                  <a:lnTo>
                    <a:pt x="3010833" y="1103300"/>
                  </a:lnTo>
                  <a:lnTo>
                    <a:pt x="2961475" y="1098458"/>
                  </a:lnTo>
                  <a:lnTo>
                    <a:pt x="2912117" y="1093264"/>
                  </a:lnTo>
                  <a:lnTo>
                    <a:pt x="2862759" y="1087694"/>
                  </a:lnTo>
                  <a:lnTo>
                    <a:pt x="2813401" y="1081726"/>
                  </a:lnTo>
                  <a:lnTo>
                    <a:pt x="2764044" y="1075336"/>
                  </a:lnTo>
                  <a:lnTo>
                    <a:pt x="2714686" y="1068499"/>
                  </a:lnTo>
                  <a:lnTo>
                    <a:pt x="2665328" y="1061190"/>
                  </a:lnTo>
                  <a:lnTo>
                    <a:pt x="2615970" y="1053382"/>
                  </a:lnTo>
                  <a:lnTo>
                    <a:pt x="2566612" y="1045050"/>
                  </a:lnTo>
                  <a:lnTo>
                    <a:pt x="2517254" y="1036167"/>
                  </a:lnTo>
                  <a:lnTo>
                    <a:pt x="2467896" y="1026707"/>
                  </a:lnTo>
                  <a:lnTo>
                    <a:pt x="2418538" y="1016644"/>
                  </a:lnTo>
                  <a:lnTo>
                    <a:pt x="2369180" y="1005952"/>
                  </a:lnTo>
                  <a:lnTo>
                    <a:pt x="2319822" y="994606"/>
                  </a:lnTo>
                  <a:lnTo>
                    <a:pt x="2270464" y="982585"/>
                  </a:lnTo>
                  <a:lnTo>
                    <a:pt x="2221106" y="969866"/>
                  </a:lnTo>
                  <a:lnTo>
                    <a:pt x="2171748" y="956430"/>
                  </a:lnTo>
                  <a:lnTo>
                    <a:pt x="2122390" y="942262"/>
                  </a:lnTo>
                  <a:lnTo>
                    <a:pt x="2073033" y="927348"/>
                  </a:lnTo>
                  <a:lnTo>
                    <a:pt x="2023675" y="911679"/>
                  </a:lnTo>
                  <a:lnTo>
                    <a:pt x="1974317" y="895252"/>
                  </a:lnTo>
                  <a:lnTo>
                    <a:pt x="1924959" y="878067"/>
                  </a:lnTo>
                  <a:lnTo>
                    <a:pt x="1875601" y="860130"/>
                  </a:lnTo>
                  <a:lnTo>
                    <a:pt x="1826243" y="841453"/>
                  </a:lnTo>
                  <a:lnTo>
                    <a:pt x="1776885" y="822057"/>
                  </a:lnTo>
                  <a:lnTo>
                    <a:pt x="1727527" y="801966"/>
                  </a:lnTo>
                  <a:lnTo>
                    <a:pt x="1678169" y="781212"/>
                  </a:lnTo>
                  <a:lnTo>
                    <a:pt x="1628811" y="759836"/>
                  </a:lnTo>
                  <a:lnTo>
                    <a:pt x="1579453" y="737884"/>
                  </a:lnTo>
                  <a:lnTo>
                    <a:pt x="1530095" y="715406"/>
                  </a:lnTo>
                  <a:lnTo>
                    <a:pt x="1480737" y="692459"/>
                  </a:lnTo>
                  <a:lnTo>
                    <a:pt x="1431379" y="669105"/>
                  </a:lnTo>
                  <a:lnTo>
                    <a:pt x="1382022" y="645405"/>
                  </a:lnTo>
                  <a:lnTo>
                    <a:pt x="1332664" y="621426"/>
                  </a:lnTo>
                  <a:lnTo>
                    <a:pt x="1283306" y="597230"/>
                  </a:lnTo>
                  <a:lnTo>
                    <a:pt x="1233948" y="572880"/>
                  </a:lnTo>
                  <a:lnTo>
                    <a:pt x="1184590" y="548436"/>
                  </a:lnTo>
                  <a:lnTo>
                    <a:pt x="1135232" y="523951"/>
                  </a:lnTo>
                  <a:lnTo>
                    <a:pt x="1085874" y="499477"/>
                  </a:lnTo>
                  <a:lnTo>
                    <a:pt x="1036516" y="475056"/>
                  </a:lnTo>
                  <a:lnTo>
                    <a:pt x="987158" y="450725"/>
                  </a:lnTo>
                  <a:lnTo>
                    <a:pt x="937800" y="426515"/>
                  </a:lnTo>
                  <a:lnTo>
                    <a:pt x="888442" y="402450"/>
                  </a:lnTo>
                  <a:lnTo>
                    <a:pt x="839084" y="378550"/>
                  </a:lnTo>
                  <a:lnTo>
                    <a:pt x="789726" y="354827"/>
                  </a:lnTo>
                  <a:lnTo>
                    <a:pt x="740368" y="331291"/>
                  </a:lnTo>
                  <a:lnTo>
                    <a:pt x="691011" y="307948"/>
                  </a:lnTo>
                  <a:lnTo>
                    <a:pt x="641653" y="284798"/>
                  </a:lnTo>
                  <a:lnTo>
                    <a:pt x="592295" y="261842"/>
                  </a:lnTo>
                  <a:lnTo>
                    <a:pt x="542937" y="239077"/>
                  </a:lnTo>
                  <a:lnTo>
                    <a:pt x="493579" y="216500"/>
                  </a:lnTo>
                  <a:lnTo>
                    <a:pt x="444221" y="194106"/>
                  </a:lnTo>
                  <a:lnTo>
                    <a:pt x="394863" y="171890"/>
                  </a:lnTo>
                  <a:lnTo>
                    <a:pt x="345505" y="149848"/>
                  </a:lnTo>
                  <a:lnTo>
                    <a:pt x="296147" y="127973"/>
                  </a:lnTo>
                  <a:lnTo>
                    <a:pt x="246789" y="106261"/>
                  </a:lnTo>
                  <a:lnTo>
                    <a:pt x="197431" y="84708"/>
                  </a:lnTo>
                  <a:lnTo>
                    <a:pt x="148073" y="63308"/>
                  </a:lnTo>
                  <a:lnTo>
                    <a:pt x="98715" y="42059"/>
                  </a:lnTo>
                  <a:lnTo>
                    <a:pt x="49357" y="2095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1623483" y="2372867"/>
              <a:ext cx="3899276" cy="1603585"/>
            </a:xfrm>
            <a:custGeom>
              <a:avLst/>
              <a:gdLst/>
              <a:ahLst/>
              <a:cxnLst/>
              <a:rect l="0" t="0" r="0" b="0"/>
              <a:pathLst>
                <a:path w="3899276" h="1603585">
                  <a:moveTo>
                    <a:pt x="0" y="0"/>
                  </a:moveTo>
                  <a:lnTo>
                    <a:pt x="49357" y="30676"/>
                  </a:lnTo>
                  <a:lnTo>
                    <a:pt x="98715" y="61847"/>
                  </a:lnTo>
                  <a:lnTo>
                    <a:pt x="148073" y="93480"/>
                  </a:lnTo>
                  <a:lnTo>
                    <a:pt x="197431" y="125538"/>
                  </a:lnTo>
                  <a:lnTo>
                    <a:pt x="246789" y="157983"/>
                  </a:lnTo>
                  <a:lnTo>
                    <a:pt x="296147" y="190775"/>
                  </a:lnTo>
                  <a:lnTo>
                    <a:pt x="345505" y="223870"/>
                  </a:lnTo>
                  <a:lnTo>
                    <a:pt x="394863" y="257224"/>
                  </a:lnTo>
                  <a:lnTo>
                    <a:pt x="444221" y="290793"/>
                  </a:lnTo>
                  <a:lnTo>
                    <a:pt x="493579" y="324530"/>
                  </a:lnTo>
                  <a:lnTo>
                    <a:pt x="542937" y="358386"/>
                  </a:lnTo>
                  <a:lnTo>
                    <a:pt x="592295" y="392314"/>
                  </a:lnTo>
                  <a:lnTo>
                    <a:pt x="641653" y="426264"/>
                  </a:lnTo>
                  <a:lnTo>
                    <a:pt x="691011" y="460188"/>
                  </a:lnTo>
                  <a:lnTo>
                    <a:pt x="740368" y="494037"/>
                  </a:lnTo>
                  <a:lnTo>
                    <a:pt x="789726" y="527762"/>
                  </a:lnTo>
                  <a:lnTo>
                    <a:pt x="839084" y="561317"/>
                  </a:lnTo>
                  <a:lnTo>
                    <a:pt x="888442" y="594654"/>
                  </a:lnTo>
                  <a:lnTo>
                    <a:pt x="937800" y="627728"/>
                  </a:lnTo>
                  <a:lnTo>
                    <a:pt x="987158" y="660495"/>
                  </a:lnTo>
                  <a:lnTo>
                    <a:pt x="1036516" y="692913"/>
                  </a:lnTo>
                  <a:lnTo>
                    <a:pt x="1085874" y="724941"/>
                  </a:lnTo>
                  <a:lnTo>
                    <a:pt x="1135232" y="756541"/>
                  </a:lnTo>
                  <a:lnTo>
                    <a:pt x="1184590" y="787677"/>
                  </a:lnTo>
                  <a:lnTo>
                    <a:pt x="1233948" y="818315"/>
                  </a:lnTo>
                  <a:lnTo>
                    <a:pt x="1283306" y="848424"/>
                  </a:lnTo>
                  <a:lnTo>
                    <a:pt x="1332664" y="877976"/>
                  </a:lnTo>
                  <a:lnTo>
                    <a:pt x="1382022" y="906944"/>
                  </a:lnTo>
                  <a:lnTo>
                    <a:pt x="1431379" y="935305"/>
                  </a:lnTo>
                  <a:lnTo>
                    <a:pt x="1480737" y="963038"/>
                  </a:lnTo>
                  <a:lnTo>
                    <a:pt x="1530095" y="990125"/>
                  </a:lnTo>
                  <a:lnTo>
                    <a:pt x="1579453" y="1016551"/>
                  </a:lnTo>
                  <a:lnTo>
                    <a:pt x="1628811" y="1042303"/>
                  </a:lnTo>
                  <a:lnTo>
                    <a:pt x="1678169" y="1067372"/>
                  </a:lnTo>
                  <a:lnTo>
                    <a:pt x="1727527" y="1091748"/>
                  </a:lnTo>
                  <a:lnTo>
                    <a:pt x="1776885" y="1115427"/>
                  </a:lnTo>
                  <a:lnTo>
                    <a:pt x="1826243" y="1138405"/>
                  </a:lnTo>
                  <a:lnTo>
                    <a:pt x="1875601" y="1160682"/>
                  </a:lnTo>
                  <a:lnTo>
                    <a:pt x="1924959" y="1182258"/>
                  </a:lnTo>
                  <a:lnTo>
                    <a:pt x="1974317" y="1203137"/>
                  </a:lnTo>
                  <a:lnTo>
                    <a:pt x="2023675" y="1223322"/>
                  </a:lnTo>
                  <a:lnTo>
                    <a:pt x="2073033" y="1242821"/>
                  </a:lnTo>
                  <a:lnTo>
                    <a:pt x="2122390" y="1261641"/>
                  </a:lnTo>
                  <a:lnTo>
                    <a:pt x="2171748" y="1279791"/>
                  </a:lnTo>
                  <a:lnTo>
                    <a:pt x="2221106" y="1297282"/>
                  </a:lnTo>
                  <a:lnTo>
                    <a:pt x="2270464" y="1314125"/>
                  </a:lnTo>
                  <a:lnTo>
                    <a:pt x="2319822" y="1330332"/>
                  </a:lnTo>
                  <a:lnTo>
                    <a:pt x="2369180" y="1345917"/>
                  </a:lnTo>
                  <a:lnTo>
                    <a:pt x="2418538" y="1360893"/>
                  </a:lnTo>
                  <a:lnTo>
                    <a:pt x="2467896" y="1375276"/>
                  </a:lnTo>
                  <a:lnTo>
                    <a:pt x="2517254" y="1389080"/>
                  </a:lnTo>
                  <a:lnTo>
                    <a:pt x="2566612" y="1402321"/>
                  </a:lnTo>
                  <a:lnTo>
                    <a:pt x="2615970" y="1415015"/>
                  </a:lnTo>
                  <a:lnTo>
                    <a:pt x="2665328" y="1427177"/>
                  </a:lnTo>
                  <a:lnTo>
                    <a:pt x="2714686" y="1438824"/>
                  </a:lnTo>
                  <a:lnTo>
                    <a:pt x="2764044" y="1449973"/>
                  </a:lnTo>
                  <a:lnTo>
                    <a:pt x="2813401" y="1460639"/>
                  </a:lnTo>
                  <a:lnTo>
                    <a:pt x="2862759" y="1470839"/>
                  </a:lnTo>
                  <a:lnTo>
                    <a:pt x="2912117" y="1480589"/>
                  </a:lnTo>
                  <a:lnTo>
                    <a:pt x="2961475" y="1489905"/>
                  </a:lnTo>
                  <a:lnTo>
                    <a:pt x="3010833" y="1498803"/>
                  </a:lnTo>
                  <a:lnTo>
                    <a:pt x="3060191" y="1507298"/>
                  </a:lnTo>
                  <a:lnTo>
                    <a:pt x="3109549" y="1515406"/>
                  </a:lnTo>
                  <a:lnTo>
                    <a:pt x="3158907" y="1523141"/>
                  </a:lnTo>
                  <a:lnTo>
                    <a:pt x="3208265" y="1530519"/>
                  </a:lnTo>
                  <a:lnTo>
                    <a:pt x="3257623" y="1537553"/>
                  </a:lnTo>
                  <a:lnTo>
                    <a:pt x="3306981" y="1544258"/>
                  </a:lnTo>
                  <a:lnTo>
                    <a:pt x="3356339" y="1550647"/>
                  </a:lnTo>
                  <a:lnTo>
                    <a:pt x="3405697" y="1556734"/>
                  </a:lnTo>
                  <a:lnTo>
                    <a:pt x="3455055" y="1562531"/>
                  </a:lnTo>
                  <a:lnTo>
                    <a:pt x="3504412" y="1568050"/>
                  </a:lnTo>
                  <a:lnTo>
                    <a:pt x="3553770" y="1573304"/>
                  </a:lnTo>
                  <a:lnTo>
                    <a:pt x="3603128" y="1578305"/>
                  </a:lnTo>
                  <a:lnTo>
                    <a:pt x="3652486" y="1583063"/>
                  </a:lnTo>
                  <a:lnTo>
                    <a:pt x="3701844" y="1587590"/>
                  </a:lnTo>
                  <a:lnTo>
                    <a:pt x="3751202" y="1591896"/>
                  </a:lnTo>
                  <a:lnTo>
                    <a:pt x="3800560" y="1595990"/>
                  </a:lnTo>
                  <a:lnTo>
                    <a:pt x="3849918" y="1599884"/>
                  </a:lnTo>
                  <a:lnTo>
                    <a:pt x="3899276" y="1603585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g216"/>
            <p:cNvSpPr/>
            <p:nvPr/>
          </p:nvSpPr>
          <p:spPr>
            <a:xfrm>
              <a:off x="2706411" y="1525266"/>
              <a:ext cx="2717591" cy="1991199"/>
            </a:xfrm>
            <a:custGeom>
              <a:avLst/>
              <a:gdLst/>
              <a:ahLst/>
              <a:cxnLst/>
              <a:rect l="0" t="0" r="0" b="0"/>
              <a:pathLst>
                <a:path w="2717591" h="1991199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  <a:lnTo>
                    <a:pt x="2717591" y="1991199"/>
                  </a:lnTo>
                  <a:lnTo>
                    <a:pt x="2683191" y="1957288"/>
                  </a:lnTo>
                  <a:lnTo>
                    <a:pt x="2648791" y="1922013"/>
                  </a:lnTo>
                  <a:lnTo>
                    <a:pt x="2614391" y="1885422"/>
                  </a:lnTo>
                  <a:lnTo>
                    <a:pt x="2579991" y="1847577"/>
                  </a:lnTo>
                  <a:lnTo>
                    <a:pt x="2545591" y="1808552"/>
                  </a:lnTo>
                  <a:lnTo>
                    <a:pt x="2511192" y="1768438"/>
                  </a:lnTo>
                  <a:lnTo>
                    <a:pt x="2476792" y="1727339"/>
                  </a:lnTo>
                  <a:lnTo>
                    <a:pt x="2442392" y="1685371"/>
                  </a:lnTo>
                  <a:lnTo>
                    <a:pt x="2407992" y="1642665"/>
                  </a:lnTo>
                  <a:lnTo>
                    <a:pt x="2373592" y="1599363"/>
                  </a:lnTo>
                  <a:lnTo>
                    <a:pt x="2339192" y="1555618"/>
                  </a:lnTo>
                  <a:lnTo>
                    <a:pt x="2304792" y="1511590"/>
                  </a:lnTo>
                  <a:lnTo>
                    <a:pt x="2270392" y="1467448"/>
                  </a:lnTo>
                  <a:lnTo>
                    <a:pt x="2235992" y="1423362"/>
                  </a:lnTo>
                  <a:lnTo>
                    <a:pt x="2201593" y="1379505"/>
                  </a:lnTo>
                  <a:lnTo>
                    <a:pt x="2167193" y="1336050"/>
                  </a:lnTo>
                  <a:lnTo>
                    <a:pt x="2132793" y="1293164"/>
                  </a:lnTo>
                  <a:lnTo>
                    <a:pt x="2098393" y="1251008"/>
                  </a:lnTo>
                  <a:lnTo>
                    <a:pt x="2063993" y="1209731"/>
                  </a:lnTo>
                  <a:lnTo>
                    <a:pt x="2029593" y="1169472"/>
                  </a:lnTo>
                  <a:lnTo>
                    <a:pt x="1995193" y="1130352"/>
                  </a:lnTo>
                  <a:lnTo>
                    <a:pt x="1960793" y="1092476"/>
                  </a:lnTo>
                  <a:lnTo>
                    <a:pt x="1926393" y="1055927"/>
                  </a:lnTo>
                  <a:lnTo>
                    <a:pt x="1891994" y="1020769"/>
                  </a:lnTo>
                  <a:lnTo>
                    <a:pt x="1857594" y="987046"/>
                  </a:lnTo>
                  <a:lnTo>
                    <a:pt x="1823194" y="954779"/>
                  </a:lnTo>
                  <a:lnTo>
                    <a:pt x="1788794" y="923969"/>
                  </a:lnTo>
                  <a:lnTo>
                    <a:pt x="1754394" y="894602"/>
                  </a:lnTo>
                  <a:lnTo>
                    <a:pt x="1719994" y="866645"/>
                  </a:lnTo>
                  <a:lnTo>
                    <a:pt x="1685594" y="840052"/>
                  </a:lnTo>
                  <a:lnTo>
                    <a:pt x="1651194" y="814769"/>
                  </a:lnTo>
                  <a:lnTo>
                    <a:pt x="1616794" y="790733"/>
                  </a:lnTo>
                  <a:lnTo>
                    <a:pt x="1582395" y="767875"/>
                  </a:lnTo>
                  <a:lnTo>
                    <a:pt x="1547995" y="746125"/>
                  </a:lnTo>
                  <a:lnTo>
                    <a:pt x="1513595" y="725412"/>
                  </a:lnTo>
                  <a:lnTo>
                    <a:pt x="1479195" y="705665"/>
                  </a:lnTo>
                  <a:lnTo>
                    <a:pt x="1444795" y="686817"/>
                  </a:lnTo>
                  <a:lnTo>
                    <a:pt x="1410395" y="668804"/>
                  </a:lnTo>
                  <a:lnTo>
                    <a:pt x="1375995" y="651564"/>
                  </a:lnTo>
                  <a:lnTo>
                    <a:pt x="1341595" y="635041"/>
                  </a:lnTo>
                  <a:lnTo>
                    <a:pt x="1307195" y="619183"/>
                  </a:lnTo>
                  <a:lnTo>
                    <a:pt x="1272795" y="603940"/>
                  </a:lnTo>
                  <a:lnTo>
                    <a:pt x="1238396" y="589270"/>
                  </a:lnTo>
                  <a:lnTo>
                    <a:pt x="1203996" y="575132"/>
                  </a:lnTo>
                  <a:lnTo>
                    <a:pt x="1169596" y="561490"/>
                  </a:lnTo>
                  <a:lnTo>
                    <a:pt x="1135196" y="548309"/>
                  </a:lnTo>
                  <a:lnTo>
                    <a:pt x="1100796" y="535560"/>
                  </a:lnTo>
                  <a:lnTo>
                    <a:pt x="1066396" y="523216"/>
                  </a:lnTo>
                  <a:lnTo>
                    <a:pt x="1031996" y="511252"/>
                  </a:lnTo>
                  <a:lnTo>
                    <a:pt x="997596" y="499646"/>
                  </a:lnTo>
                  <a:lnTo>
                    <a:pt x="963196" y="488376"/>
                  </a:lnTo>
                  <a:lnTo>
                    <a:pt x="928797" y="477426"/>
                  </a:lnTo>
                  <a:lnTo>
                    <a:pt x="894397" y="466777"/>
                  </a:lnTo>
                  <a:lnTo>
                    <a:pt x="859997" y="456415"/>
                  </a:lnTo>
                  <a:lnTo>
                    <a:pt x="825597" y="446326"/>
                  </a:lnTo>
                  <a:lnTo>
                    <a:pt x="791197" y="436497"/>
                  </a:lnTo>
                  <a:lnTo>
                    <a:pt x="756797" y="426916"/>
                  </a:lnTo>
                  <a:lnTo>
                    <a:pt x="722397" y="417573"/>
                  </a:lnTo>
                  <a:lnTo>
                    <a:pt x="687997" y="408458"/>
                  </a:lnTo>
                  <a:lnTo>
                    <a:pt x="653597" y="399561"/>
                  </a:lnTo>
                  <a:lnTo>
                    <a:pt x="619198" y="390874"/>
                  </a:lnTo>
                  <a:lnTo>
                    <a:pt x="584798" y="382390"/>
                  </a:lnTo>
                  <a:lnTo>
                    <a:pt x="550398" y="374101"/>
                  </a:lnTo>
                  <a:lnTo>
                    <a:pt x="515998" y="366001"/>
                  </a:lnTo>
                  <a:lnTo>
                    <a:pt x="481598" y="358083"/>
                  </a:lnTo>
                  <a:lnTo>
                    <a:pt x="447198" y="350342"/>
                  </a:lnTo>
                  <a:lnTo>
                    <a:pt x="412798" y="342772"/>
                  </a:lnTo>
                  <a:lnTo>
                    <a:pt x="378398" y="335367"/>
                  </a:lnTo>
                  <a:lnTo>
                    <a:pt x="343998" y="328124"/>
                  </a:lnTo>
                  <a:lnTo>
                    <a:pt x="309599" y="321036"/>
                  </a:lnTo>
                  <a:lnTo>
                    <a:pt x="275199" y="314101"/>
                  </a:lnTo>
                  <a:lnTo>
                    <a:pt x="240799" y="307314"/>
                  </a:lnTo>
                  <a:lnTo>
                    <a:pt x="206399" y="300671"/>
                  </a:lnTo>
                  <a:lnTo>
                    <a:pt x="171999" y="294169"/>
                  </a:lnTo>
                  <a:lnTo>
                    <a:pt x="137599" y="287803"/>
                  </a:lnTo>
                  <a:lnTo>
                    <a:pt x="103199" y="281571"/>
                  </a:lnTo>
                  <a:lnTo>
                    <a:pt x="68799" y="275469"/>
                  </a:lnTo>
                  <a:lnTo>
                    <a:pt x="34399" y="269494"/>
                  </a:lnTo>
                  <a:lnTo>
                    <a:pt x="0" y="263644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l217"/>
            <p:cNvSpPr/>
            <p:nvPr/>
          </p:nvSpPr>
          <p:spPr>
            <a:xfrm>
              <a:off x="2706411" y="1525266"/>
              <a:ext cx="2717591" cy="877894"/>
            </a:xfrm>
            <a:custGeom>
              <a:avLst/>
              <a:gdLst/>
              <a:ahLst/>
              <a:cxnLst/>
              <a:rect l="0" t="0" r="0" b="0"/>
              <a:pathLst>
                <a:path w="2717591" h="877894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8"/>
            <p:cNvSpPr/>
            <p:nvPr/>
          </p:nvSpPr>
          <p:spPr>
            <a:xfrm>
              <a:off x="2706411" y="1788910"/>
              <a:ext cx="2717591" cy="1727555"/>
            </a:xfrm>
            <a:custGeom>
              <a:avLst/>
              <a:gdLst/>
              <a:ahLst/>
              <a:cxnLst/>
              <a:rect l="0" t="0" r="0" b="0"/>
              <a:pathLst>
                <a:path w="2717591" h="1727555">
                  <a:moveTo>
                    <a:pt x="2717591" y="1727555"/>
                  </a:moveTo>
                  <a:lnTo>
                    <a:pt x="2683191" y="1693644"/>
                  </a:lnTo>
                  <a:lnTo>
                    <a:pt x="2648791" y="1658369"/>
                  </a:lnTo>
                  <a:lnTo>
                    <a:pt x="2614391" y="1621778"/>
                  </a:lnTo>
                  <a:lnTo>
                    <a:pt x="2579991" y="1583933"/>
                  </a:lnTo>
                  <a:lnTo>
                    <a:pt x="2545591" y="1544908"/>
                  </a:lnTo>
                  <a:lnTo>
                    <a:pt x="2511192" y="1504794"/>
                  </a:lnTo>
                  <a:lnTo>
                    <a:pt x="2476792" y="1463695"/>
                  </a:lnTo>
                  <a:lnTo>
                    <a:pt x="2442392" y="1421727"/>
                  </a:lnTo>
                  <a:lnTo>
                    <a:pt x="2407992" y="1379021"/>
                  </a:lnTo>
                  <a:lnTo>
                    <a:pt x="2373592" y="1335719"/>
                  </a:lnTo>
                  <a:lnTo>
                    <a:pt x="2339192" y="1291974"/>
                  </a:lnTo>
                  <a:lnTo>
                    <a:pt x="2304792" y="1247946"/>
                  </a:lnTo>
                  <a:lnTo>
                    <a:pt x="2270392" y="1203804"/>
                  </a:lnTo>
                  <a:lnTo>
                    <a:pt x="2235992" y="1159718"/>
                  </a:lnTo>
                  <a:lnTo>
                    <a:pt x="2201593" y="1115861"/>
                  </a:lnTo>
                  <a:lnTo>
                    <a:pt x="2167193" y="1072406"/>
                  </a:lnTo>
                  <a:lnTo>
                    <a:pt x="2132793" y="1029520"/>
                  </a:lnTo>
                  <a:lnTo>
                    <a:pt x="2098393" y="987364"/>
                  </a:lnTo>
                  <a:lnTo>
                    <a:pt x="2063993" y="946087"/>
                  </a:lnTo>
                  <a:lnTo>
                    <a:pt x="2029593" y="905828"/>
                  </a:lnTo>
                  <a:lnTo>
                    <a:pt x="1995193" y="866708"/>
                  </a:lnTo>
                  <a:lnTo>
                    <a:pt x="1960793" y="828832"/>
                  </a:lnTo>
                  <a:lnTo>
                    <a:pt x="1926393" y="792283"/>
                  </a:lnTo>
                  <a:lnTo>
                    <a:pt x="1891994" y="757125"/>
                  </a:lnTo>
                  <a:lnTo>
                    <a:pt x="1857594" y="723402"/>
                  </a:lnTo>
                  <a:lnTo>
                    <a:pt x="1823194" y="691135"/>
                  </a:lnTo>
                  <a:lnTo>
                    <a:pt x="1788794" y="660325"/>
                  </a:lnTo>
                  <a:lnTo>
                    <a:pt x="1754394" y="630958"/>
                  </a:lnTo>
                  <a:lnTo>
                    <a:pt x="1719994" y="603000"/>
                  </a:lnTo>
                  <a:lnTo>
                    <a:pt x="1685594" y="576408"/>
                  </a:lnTo>
                  <a:lnTo>
                    <a:pt x="1651194" y="551125"/>
                  </a:lnTo>
                  <a:lnTo>
                    <a:pt x="1616794" y="527089"/>
                  </a:lnTo>
                  <a:lnTo>
                    <a:pt x="1582395" y="504231"/>
                  </a:lnTo>
                  <a:lnTo>
                    <a:pt x="1547995" y="482481"/>
                  </a:lnTo>
                  <a:lnTo>
                    <a:pt x="1513595" y="461768"/>
                  </a:lnTo>
                  <a:lnTo>
                    <a:pt x="1479195" y="442021"/>
                  </a:lnTo>
                  <a:lnTo>
                    <a:pt x="1444795" y="423173"/>
                  </a:lnTo>
                  <a:lnTo>
                    <a:pt x="1410395" y="405160"/>
                  </a:lnTo>
                  <a:lnTo>
                    <a:pt x="1375995" y="387920"/>
                  </a:lnTo>
                  <a:lnTo>
                    <a:pt x="1341595" y="371397"/>
                  </a:lnTo>
                  <a:lnTo>
                    <a:pt x="1307195" y="355539"/>
                  </a:lnTo>
                  <a:lnTo>
                    <a:pt x="1272795" y="340296"/>
                  </a:lnTo>
                  <a:lnTo>
                    <a:pt x="1238396" y="325626"/>
                  </a:lnTo>
                  <a:lnTo>
                    <a:pt x="1203996" y="311488"/>
                  </a:lnTo>
                  <a:lnTo>
                    <a:pt x="1169596" y="297845"/>
                  </a:lnTo>
                  <a:lnTo>
                    <a:pt x="1135196" y="284665"/>
                  </a:lnTo>
                  <a:lnTo>
                    <a:pt x="1100796" y="271916"/>
                  </a:lnTo>
                  <a:lnTo>
                    <a:pt x="1066396" y="259572"/>
                  </a:lnTo>
                  <a:lnTo>
                    <a:pt x="1031996" y="247608"/>
                  </a:lnTo>
                  <a:lnTo>
                    <a:pt x="997596" y="236002"/>
                  </a:lnTo>
                  <a:lnTo>
                    <a:pt x="963196" y="224732"/>
                  </a:lnTo>
                  <a:lnTo>
                    <a:pt x="928797" y="213782"/>
                  </a:lnTo>
                  <a:lnTo>
                    <a:pt x="894397" y="203133"/>
                  </a:lnTo>
                  <a:lnTo>
                    <a:pt x="859997" y="192771"/>
                  </a:lnTo>
                  <a:lnTo>
                    <a:pt x="825597" y="182682"/>
                  </a:lnTo>
                  <a:lnTo>
                    <a:pt x="791197" y="172853"/>
                  </a:lnTo>
                  <a:lnTo>
                    <a:pt x="756797" y="163272"/>
                  </a:lnTo>
                  <a:lnTo>
                    <a:pt x="722397" y="153929"/>
                  </a:lnTo>
                  <a:lnTo>
                    <a:pt x="687997" y="144814"/>
                  </a:lnTo>
                  <a:lnTo>
                    <a:pt x="653597" y="135917"/>
                  </a:lnTo>
                  <a:lnTo>
                    <a:pt x="619198" y="127230"/>
                  </a:lnTo>
                  <a:lnTo>
                    <a:pt x="584798" y="118746"/>
                  </a:lnTo>
                  <a:lnTo>
                    <a:pt x="550398" y="110457"/>
                  </a:lnTo>
                  <a:lnTo>
                    <a:pt x="515998" y="102357"/>
                  </a:lnTo>
                  <a:lnTo>
                    <a:pt x="481598" y="94439"/>
                  </a:lnTo>
                  <a:lnTo>
                    <a:pt x="447198" y="86698"/>
                  </a:lnTo>
                  <a:lnTo>
                    <a:pt x="412798" y="79128"/>
                  </a:lnTo>
                  <a:lnTo>
                    <a:pt x="378398" y="71723"/>
                  </a:lnTo>
                  <a:lnTo>
                    <a:pt x="343998" y="64479"/>
                  </a:lnTo>
                  <a:lnTo>
                    <a:pt x="309599" y="57392"/>
                  </a:lnTo>
                  <a:lnTo>
                    <a:pt x="275199" y="50457"/>
                  </a:lnTo>
                  <a:lnTo>
                    <a:pt x="240799" y="43670"/>
                  </a:lnTo>
                  <a:lnTo>
                    <a:pt x="206399" y="37027"/>
                  </a:lnTo>
                  <a:lnTo>
                    <a:pt x="171999" y="30525"/>
                  </a:lnTo>
                  <a:lnTo>
                    <a:pt x="137599" y="24159"/>
                  </a:lnTo>
                  <a:lnTo>
                    <a:pt x="103199" y="17927"/>
                  </a:lnTo>
                  <a:lnTo>
                    <a:pt x="68799" y="11825"/>
                  </a:lnTo>
                  <a:lnTo>
                    <a:pt x="34399" y="58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9"/>
            <p:cNvSpPr/>
            <p:nvPr/>
          </p:nvSpPr>
          <p:spPr>
            <a:xfrm>
              <a:off x="2706411" y="1567733"/>
              <a:ext cx="2717591" cy="1436448"/>
            </a:xfrm>
            <a:custGeom>
              <a:avLst/>
              <a:gdLst/>
              <a:ahLst/>
              <a:cxnLst/>
              <a:rect l="0" t="0" r="0" b="0"/>
              <a:pathLst>
                <a:path w="2717591" h="1436448">
                  <a:moveTo>
                    <a:pt x="0" y="0"/>
                  </a:moveTo>
                  <a:lnTo>
                    <a:pt x="34399" y="2770"/>
                  </a:lnTo>
                  <a:lnTo>
                    <a:pt x="68799" y="5687"/>
                  </a:lnTo>
                  <a:lnTo>
                    <a:pt x="103199" y="8757"/>
                  </a:lnTo>
                  <a:lnTo>
                    <a:pt x="137599" y="11987"/>
                  </a:lnTo>
                  <a:lnTo>
                    <a:pt x="171999" y="15386"/>
                  </a:lnTo>
                  <a:lnTo>
                    <a:pt x="206399" y="18961"/>
                  </a:lnTo>
                  <a:lnTo>
                    <a:pt x="240799" y="22723"/>
                  </a:lnTo>
                  <a:lnTo>
                    <a:pt x="275199" y="26678"/>
                  </a:lnTo>
                  <a:lnTo>
                    <a:pt x="309599" y="30838"/>
                  </a:lnTo>
                  <a:lnTo>
                    <a:pt x="343998" y="35211"/>
                  </a:lnTo>
                  <a:lnTo>
                    <a:pt x="378398" y="39808"/>
                  </a:lnTo>
                  <a:lnTo>
                    <a:pt x="412798" y="44639"/>
                  </a:lnTo>
                  <a:lnTo>
                    <a:pt x="447198" y="49715"/>
                  </a:lnTo>
                  <a:lnTo>
                    <a:pt x="481598" y="55047"/>
                  </a:lnTo>
                  <a:lnTo>
                    <a:pt x="515998" y="60647"/>
                  </a:lnTo>
                  <a:lnTo>
                    <a:pt x="550398" y="66528"/>
                  </a:lnTo>
                  <a:lnTo>
                    <a:pt x="584798" y="72701"/>
                  </a:lnTo>
                  <a:lnTo>
                    <a:pt x="619198" y="79180"/>
                  </a:lnTo>
                  <a:lnTo>
                    <a:pt x="653597" y="85977"/>
                  </a:lnTo>
                  <a:lnTo>
                    <a:pt x="687997" y="93107"/>
                  </a:lnTo>
                  <a:lnTo>
                    <a:pt x="722397" y="100583"/>
                  </a:lnTo>
                  <a:lnTo>
                    <a:pt x="756797" y="108419"/>
                  </a:lnTo>
                  <a:lnTo>
                    <a:pt x="791197" y="116631"/>
                  </a:lnTo>
                  <a:lnTo>
                    <a:pt x="825597" y="125234"/>
                  </a:lnTo>
                  <a:lnTo>
                    <a:pt x="859997" y="134241"/>
                  </a:lnTo>
                  <a:lnTo>
                    <a:pt x="894397" y="143670"/>
                  </a:lnTo>
                  <a:lnTo>
                    <a:pt x="928797" y="153536"/>
                  </a:lnTo>
                  <a:lnTo>
                    <a:pt x="963196" y="163855"/>
                  </a:lnTo>
                  <a:lnTo>
                    <a:pt x="997596" y="174642"/>
                  </a:lnTo>
                  <a:lnTo>
                    <a:pt x="1031996" y="185915"/>
                  </a:lnTo>
                  <a:lnTo>
                    <a:pt x="1066396" y="197689"/>
                  </a:lnTo>
                  <a:lnTo>
                    <a:pt x="1100796" y="209980"/>
                  </a:lnTo>
                  <a:lnTo>
                    <a:pt x="1135196" y="222804"/>
                  </a:lnTo>
                  <a:lnTo>
                    <a:pt x="1169596" y="236178"/>
                  </a:lnTo>
                  <a:lnTo>
                    <a:pt x="1203996" y="250116"/>
                  </a:lnTo>
                  <a:lnTo>
                    <a:pt x="1238396" y="264635"/>
                  </a:lnTo>
                  <a:lnTo>
                    <a:pt x="1272795" y="279749"/>
                  </a:lnTo>
                  <a:lnTo>
                    <a:pt x="1307195" y="295472"/>
                  </a:lnTo>
                  <a:lnTo>
                    <a:pt x="1341595" y="311818"/>
                  </a:lnTo>
                  <a:lnTo>
                    <a:pt x="1375995" y="328800"/>
                  </a:lnTo>
                  <a:lnTo>
                    <a:pt x="1410395" y="346430"/>
                  </a:lnTo>
                  <a:lnTo>
                    <a:pt x="1444795" y="364719"/>
                  </a:lnTo>
                  <a:lnTo>
                    <a:pt x="1479195" y="383678"/>
                  </a:lnTo>
                  <a:lnTo>
                    <a:pt x="1513595" y="403313"/>
                  </a:lnTo>
                  <a:lnTo>
                    <a:pt x="1547995" y="423634"/>
                  </a:lnTo>
                  <a:lnTo>
                    <a:pt x="1582395" y="444646"/>
                  </a:lnTo>
                  <a:lnTo>
                    <a:pt x="1616794" y="466353"/>
                  </a:lnTo>
                  <a:lnTo>
                    <a:pt x="1651194" y="488757"/>
                  </a:lnTo>
                  <a:lnTo>
                    <a:pt x="1685594" y="511859"/>
                  </a:lnTo>
                  <a:lnTo>
                    <a:pt x="1719994" y="535658"/>
                  </a:lnTo>
                  <a:lnTo>
                    <a:pt x="1754394" y="560149"/>
                  </a:lnTo>
                  <a:lnTo>
                    <a:pt x="1788794" y="585327"/>
                  </a:lnTo>
                  <a:lnTo>
                    <a:pt x="1823194" y="611183"/>
                  </a:lnTo>
                  <a:lnTo>
                    <a:pt x="1857594" y="637706"/>
                  </a:lnTo>
                  <a:lnTo>
                    <a:pt x="1891994" y="664884"/>
                  </a:lnTo>
                  <a:lnTo>
                    <a:pt x="1926393" y="692700"/>
                  </a:lnTo>
                  <a:lnTo>
                    <a:pt x="1960793" y="721136"/>
                  </a:lnTo>
                  <a:lnTo>
                    <a:pt x="1995193" y="750170"/>
                  </a:lnTo>
                  <a:lnTo>
                    <a:pt x="2029593" y="779779"/>
                  </a:lnTo>
                  <a:lnTo>
                    <a:pt x="2063993" y="809937"/>
                  </a:lnTo>
                  <a:lnTo>
                    <a:pt x="2098393" y="840614"/>
                  </a:lnTo>
                  <a:lnTo>
                    <a:pt x="2132793" y="871779"/>
                  </a:lnTo>
                  <a:lnTo>
                    <a:pt x="2167193" y="903397"/>
                  </a:lnTo>
                  <a:lnTo>
                    <a:pt x="2201593" y="935433"/>
                  </a:lnTo>
                  <a:lnTo>
                    <a:pt x="2235992" y="967848"/>
                  </a:lnTo>
                  <a:lnTo>
                    <a:pt x="2270392" y="1000601"/>
                  </a:lnTo>
                  <a:lnTo>
                    <a:pt x="2304792" y="1033650"/>
                  </a:lnTo>
                  <a:lnTo>
                    <a:pt x="2339192" y="1066952"/>
                  </a:lnTo>
                  <a:lnTo>
                    <a:pt x="2373592" y="1100460"/>
                  </a:lnTo>
                  <a:lnTo>
                    <a:pt x="2407992" y="1134129"/>
                  </a:lnTo>
                  <a:lnTo>
                    <a:pt x="2442392" y="1167910"/>
                  </a:lnTo>
                  <a:lnTo>
                    <a:pt x="2476792" y="1201756"/>
                  </a:lnTo>
                  <a:lnTo>
                    <a:pt x="2511192" y="1235619"/>
                  </a:lnTo>
                  <a:lnTo>
                    <a:pt x="2545591" y="1269449"/>
                  </a:lnTo>
                  <a:lnTo>
                    <a:pt x="2579991" y="1303199"/>
                  </a:lnTo>
                  <a:lnTo>
                    <a:pt x="2614391" y="1336821"/>
                  </a:lnTo>
                  <a:lnTo>
                    <a:pt x="2648791" y="1370267"/>
                  </a:lnTo>
                  <a:lnTo>
                    <a:pt x="2683191" y="1403491"/>
                  </a:lnTo>
                  <a:lnTo>
                    <a:pt x="2717591" y="1436448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35247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249366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6348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477605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32" name="pt232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rc233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4" name="pl234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5" name="pt235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6" name="rc236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7" name="pl237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tx238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428519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14947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59541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5041356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2872442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4318385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g19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g20"/>
            <p:cNvSpPr/>
            <p:nvPr/>
          </p:nvSpPr>
          <p:spPr>
            <a:xfrm>
              <a:off x="4586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g21"/>
            <p:cNvSpPr/>
            <p:nvPr/>
          </p:nvSpPr>
          <p:spPr>
            <a:xfrm>
              <a:off x="45931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465182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464839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09124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514821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45822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483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45543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31150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26966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43854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448036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51452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5"/>
            <p:cNvSpPr/>
            <p:nvPr/>
          </p:nvSpPr>
          <p:spPr>
            <a:xfrm>
              <a:off x="31045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6"/>
            <p:cNvSpPr/>
            <p:nvPr/>
          </p:nvSpPr>
          <p:spPr>
            <a:xfrm>
              <a:off x="307071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7"/>
            <p:cNvSpPr/>
            <p:nvPr/>
          </p:nvSpPr>
          <p:spPr>
            <a:xfrm>
              <a:off x="342604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8"/>
            <p:cNvSpPr/>
            <p:nvPr/>
          </p:nvSpPr>
          <p:spPr>
            <a:xfrm>
              <a:off x="438175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9"/>
            <p:cNvSpPr/>
            <p:nvPr/>
          </p:nvSpPr>
          <p:spPr>
            <a:xfrm>
              <a:off x="33841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40"/>
            <p:cNvSpPr/>
            <p:nvPr/>
          </p:nvSpPr>
          <p:spPr>
            <a:xfrm>
              <a:off x="32599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41"/>
            <p:cNvSpPr/>
            <p:nvPr/>
          </p:nvSpPr>
          <p:spPr>
            <a:xfrm>
              <a:off x="308113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2"/>
            <p:cNvSpPr/>
            <p:nvPr/>
          </p:nvSpPr>
          <p:spPr>
            <a:xfrm>
              <a:off x="455437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319521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47722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t45"/>
            <p:cNvSpPr/>
            <p:nvPr/>
          </p:nvSpPr>
          <p:spPr>
            <a:xfrm>
              <a:off x="243377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242954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t47"/>
            <p:cNvSpPr/>
            <p:nvPr/>
          </p:nvSpPr>
          <p:spPr>
            <a:xfrm>
              <a:off x="25343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t48"/>
            <p:cNvSpPr/>
            <p:nvPr/>
          </p:nvSpPr>
          <p:spPr>
            <a:xfrm>
              <a:off x="47719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t49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t50"/>
            <p:cNvSpPr/>
            <p:nvPr/>
          </p:nvSpPr>
          <p:spPr>
            <a:xfrm>
              <a:off x="28846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51"/>
            <p:cNvSpPr/>
            <p:nvPr/>
          </p:nvSpPr>
          <p:spPr>
            <a:xfrm>
              <a:off x="31952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2"/>
            <p:cNvSpPr/>
            <p:nvPr/>
          </p:nvSpPr>
          <p:spPr>
            <a:xfrm>
              <a:off x="48521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3"/>
            <p:cNvSpPr/>
            <p:nvPr/>
          </p:nvSpPr>
          <p:spPr>
            <a:xfrm>
              <a:off x="46681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4"/>
            <p:cNvSpPr/>
            <p:nvPr/>
          </p:nvSpPr>
          <p:spPr>
            <a:xfrm>
              <a:off x="46678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5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6"/>
            <p:cNvSpPr/>
            <p:nvPr/>
          </p:nvSpPr>
          <p:spPr>
            <a:xfrm>
              <a:off x="494899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48518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242718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8869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48849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25436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24259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314350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g67"/>
            <p:cNvSpPr/>
            <p:nvPr/>
          </p:nvSpPr>
          <p:spPr>
            <a:xfrm>
              <a:off x="307383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g68"/>
            <p:cNvSpPr/>
            <p:nvPr/>
          </p:nvSpPr>
          <p:spPr>
            <a:xfrm>
              <a:off x="4430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g69"/>
            <p:cNvSpPr/>
            <p:nvPr/>
          </p:nvSpPr>
          <p:spPr>
            <a:xfrm>
              <a:off x="46341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g70"/>
            <p:cNvSpPr/>
            <p:nvPr/>
          </p:nvSpPr>
          <p:spPr>
            <a:xfrm>
              <a:off x="442700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g71"/>
            <p:cNvSpPr/>
            <p:nvPr/>
          </p:nvSpPr>
          <p:spPr>
            <a:xfrm>
              <a:off x="4637304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g72"/>
            <p:cNvSpPr/>
            <p:nvPr/>
          </p:nvSpPr>
          <p:spPr>
            <a:xfrm>
              <a:off x="343205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g73"/>
            <p:cNvSpPr/>
            <p:nvPr/>
          </p:nvSpPr>
          <p:spPr>
            <a:xfrm>
              <a:off x="30842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g74"/>
            <p:cNvSpPr/>
            <p:nvPr/>
          </p:nvSpPr>
          <p:spPr>
            <a:xfrm>
              <a:off x="339705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5"/>
            <p:cNvSpPr/>
            <p:nvPr/>
          </p:nvSpPr>
          <p:spPr>
            <a:xfrm>
              <a:off x="32388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6"/>
            <p:cNvSpPr/>
            <p:nvPr/>
          </p:nvSpPr>
          <p:spPr>
            <a:xfrm>
              <a:off x="45291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7"/>
            <p:cNvSpPr/>
            <p:nvPr/>
          </p:nvSpPr>
          <p:spPr>
            <a:xfrm>
              <a:off x="4602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8"/>
            <p:cNvSpPr/>
            <p:nvPr/>
          </p:nvSpPr>
          <p:spPr>
            <a:xfrm>
              <a:off x="345973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9"/>
            <p:cNvSpPr/>
            <p:nvPr/>
          </p:nvSpPr>
          <p:spPr>
            <a:xfrm>
              <a:off x="460585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80"/>
            <p:cNvSpPr/>
            <p:nvPr/>
          </p:nvSpPr>
          <p:spPr>
            <a:xfrm>
              <a:off x="46988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81"/>
            <p:cNvSpPr/>
            <p:nvPr/>
          </p:nvSpPr>
          <p:spPr>
            <a:xfrm>
              <a:off x="302847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2"/>
            <p:cNvSpPr/>
            <p:nvPr/>
          </p:nvSpPr>
          <p:spPr>
            <a:xfrm>
              <a:off x="521090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3"/>
            <p:cNvSpPr/>
            <p:nvPr/>
          </p:nvSpPr>
          <p:spPr>
            <a:xfrm>
              <a:off x="520824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4"/>
            <p:cNvSpPr/>
            <p:nvPr/>
          </p:nvSpPr>
          <p:spPr>
            <a:xfrm>
              <a:off x="30272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5"/>
            <p:cNvSpPr/>
            <p:nvPr/>
          </p:nvSpPr>
          <p:spPr>
            <a:xfrm>
              <a:off x="344069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6"/>
            <p:cNvSpPr/>
            <p:nvPr/>
          </p:nvSpPr>
          <p:spPr>
            <a:xfrm>
              <a:off x="30497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7"/>
            <p:cNvSpPr/>
            <p:nvPr/>
          </p:nvSpPr>
          <p:spPr>
            <a:xfrm>
              <a:off x="469573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8"/>
            <p:cNvSpPr/>
            <p:nvPr/>
          </p:nvSpPr>
          <p:spPr>
            <a:xfrm>
              <a:off x="30269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9"/>
            <p:cNvSpPr/>
            <p:nvPr/>
          </p:nvSpPr>
          <p:spPr>
            <a:xfrm>
              <a:off x="452917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6134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2610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266352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435334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t95"/>
            <p:cNvSpPr/>
            <p:nvPr/>
          </p:nvSpPr>
          <p:spPr>
            <a:xfrm>
              <a:off x="444401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t96"/>
            <p:cNvSpPr/>
            <p:nvPr/>
          </p:nvSpPr>
          <p:spPr>
            <a:xfrm>
              <a:off x="240651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t97"/>
            <p:cNvSpPr/>
            <p:nvPr/>
          </p:nvSpPr>
          <p:spPr>
            <a:xfrm>
              <a:off x="43877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8"/>
            <p:cNvSpPr/>
            <p:nvPr/>
          </p:nvSpPr>
          <p:spPr>
            <a:xfrm>
              <a:off x="26608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9"/>
            <p:cNvSpPr/>
            <p:nvPr/>
          </p:nvSpPr>
          <p:spPr>
            <a:xfrm>
              <a:off x="212269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100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101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2"/>
            <p:cNvSpPr/>
            <p:nvPr/>
          </p:nvSpPr>
          <p:spPr>
            <a:xfrm>
              <a:off x="42790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3"/>
            <p:cNvSpPr/>
            <p:nvPr/>
          </p:nvSpPr>
          <p:spPr>
            <a:xfrm>
              <a:off x="240492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4"/>
            <p:cNvSpPr/>
            <p:nvPr/>
          </p:nvSpPr>
          <p:spPr>
            <a:xfrm>
              <a:off x="216767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5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6"/>
            <p:cNvSpPr/>
            <p:nvPr/>
          </p:nvSpPr>
          <p:spPr>
            <a:xfrm>
              <a:off x="21157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7"/>
            <p:cNvSpPr/>
            <p:nvPr/>
          </p:nvSpPr>
          <p:spPr>
            <a:xfrm>
              <a:off x="444440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8"/>
            <p:cNvSpPr/>
            <p:nvPr/>
          </p:nvSpPr>
          <p:spPr>
            <a:xfrm>
              <a:off x="213293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9"/>
            <p:cNvSpPr/>
            <p:nvPr/>
          </p:nvSpPr>
          <p:spPr>
            <a:xfrm>
              <a:off x="21697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10"/>
            <p:cNvSpPr/>
            <p:nvPr/>
          </p:nvSpPr>
          <p:spPr>
            <a:xfrm>
              <a:off x="428024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11"/>
            <p:cNvSpPr/>
            <p:nvPr/>
          </p:nvSpPr>
          <p:spPr>
            <a:xfrm>
              <a:off x="49450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2"/>
            <p:cNvSpPr/>
            <p:nvPr/>
          </p:nvSpPr>
          <p:spPr>
            <a:xfrm>
              <a:off x="438783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3"/>
            <p:cNvSpPr/>
            <p:nvPr/>
          </p:nvSpPr>
          <p:spPr>
            <a:xfrm>
              <a:off x="41748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4"/>
            <p:cNvSpPr/>
            <p:nvPr/>
          </p:nvSpPr>
          <p:spPr>
            <a:xfrm>
              <a:off x="194041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5"/>
            <p:cNvSpPr/>
            <p:nvPr/>
          </p:nvSpPr>
          <p:spPr>
            <a:xfrm>
              <a:off x="455539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6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7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8"/>
            <p:cNvSpPr/>
            <p:nvPr/>
          </p:nvSpPr>
          <p:spPr>
            <a:xfrm>
              <a:off x="22060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9"/>
            <p:cNvSpPr/>
            <p:nvPr/>
          </p:nvSpPr>
          <p:spPr>
            <a:xfrm>
              <a:off x="3848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20"/>
            <p:cNvSpPr/>
            <p:nvPr/>
          </p:nvSpPr>
          <p:spPr>
            <a:xfrm>
              <a:off x="396206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21"/>
            <p:cNvSpPr/>
            <p:nvPr/>
          </p:nvSpPr>
          <p:spPr>
            <a:xfrm>
              <a:off x="161347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2"/>
            <p:cNvSpPr/>
            <p:nvPr/>
          </p:nvSpPr>
          <p:spPr>
            <a:xfrm>
              <a:off x="374467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3"/>
            <p:cNvSpPr/>
            <p:nvPr/>
          </p:nvSpPr>
          <p:spPr>
            <a:xfrm>
              <a:off x="392835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4"/>
            <p:cNvSpPr/>
            <p:nvPr/>
          </p:nvSpPr>
          <p:spPr>
            <a:xfrm>
              <a:off x="225685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5"/>
            <p:cNvSpPr/>
            <p:nvPr/>
          </p:nvSpPr>
          <p:spPr>
            <a:xfrm>
              <a:off x="38492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6"/>
            <p:cNvSpPr/>
            <p:nvPr/>
          </p:nvSpPr>
          <p:spPr>
            <a:xfrm>
              <a:off x="3961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7"/>
            <p:cNvSpPr/>
            <p:nvPr/>
          </p:nvSpPr>
          <p:spPr>
            <a:xfrm>
              <a:off x="45547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8"/>
            <p:cNvSpPr/>
            <p:nvPr/>
          </p:nvSpPr>
          <p:spPr>
            <a:xfrm>
              <a:off x="39285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9"/>
            <p:cNvSpPr/>
            <p:nvPr/>
          </p:nvSpPr>
          <p:spPr>
            <a:xfrm>
              <a:off x="19428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30"/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31"/>
            <p:cNvSpPr/>
            <p:nvPr/>
          </p:nvSpPr>
          <p:spPr>
            <a:xfrm>
              <a:off x="158824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2"/>
            <p:cNvSpPr/>
            <p:nvPr/>
          </p:nvSpPr>
          <p:spPr>
            <a:xfrm>
              <a:off x="158218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3"/>
            <p:cNvSpPr/>
            <p:nvPr/>
          </p:nvSpPr>
          <p:spPr>
            <a:xfrm>
              <a:off x="16187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4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5"/>
            <p:cNvSpPr/>
            <p:nvPr/>
          </p:nvSpPr>
          <p:spPr>
            <a:xfrm>
              <a:off x="40248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6"/>
            <p:cNvSpPr/>
            <p:nvPr/>
          </p:nvSpPr>
          <p:spPr>
            <a:xfrm>
              <a:off x="37447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22582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185271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428975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19422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410632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185272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49085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7"/>
            <p:cNvSpPr/>
            <p:nvPr/>
          </p:nvSpPr>
          <p:spPr>
            <a:xfrm>
              <a:off x="259109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8"/>
            <p:cNvSpPr/>
            <p:nvPr/>
          </p:nvSpPr>
          <p:spPr>
            <a:xfrm>
              <a:off x="18525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9"/>
            <p:cNvSpPr/>
            <p:nvPr/>
          </p:nvSpPr>
          <p:spPr>
            <a:xfrm>
              <a:off x="43838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50"/>
            <p:cNvSpPr/>
            <p:nvPr/>
          </p:nvSpPr>
          <p:spPr>
            <a:xfrm>
              <a:off x="194270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51"/>
            <p:cNvSpPr/>
            <p:nvPr/>
          </p:nvSpPr>
          <p:spPr>
            <a:xfrm>
              <a:off x="421019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2"/>
            <p:cNvSpPr/>
            <p:nvPr/>
          </p:nvSpPr>
          <p:spPr>
            <a:xfrm>
              <a:off x="43212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3"/>
            <p:cNvSpPr/>
            <p:nvPr/>
          </p:nvSpPr>
          <p:spPr>
            <a:xfrm>
              <a:off x="42111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4"/>
            <p:cNvSpPr/>
            <p:nvPr/>
          </p:nvSpPr>
          <p:spPr>
            <a:xfrm>
              <a:off x="25383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5"/>
            <p:cNvSpPr/>
            <p:nvPr/>
          </p:nvSpPr>
          <p:spPr>
            <a:xfrm>
              <a:off x="43221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6"/>
            <p:cNvSpPr/>
            <p:nvPr/>
          </p:nvSpPr>
          <p:spPr>
            <a:xfrm>
              <a:off x="228020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7"/>
            <p:cNvSpPr/>
            <p:nvPr/>
          </p:nvSpPr>
          <p:spPr>
            <a:xfrm>
              <a:off x="185150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8"/>
            <p:cNvSpPr/>
            <p:nvPr/>
          </p:nvSpPr>
          <p:spPr>
            <a:xfrm>
              <a:off x="259066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9"/>
            <p:cNvSpPr/>
            <p:nvPr/>
          </p:nvSpPr>
          <p:spPr>
            <a:xfrm>
              <a:off x="428883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60"/>
            <p:cNvSpPr/>
            <p:nvPr/>
          </p:nvSpPr>
          <p:spPr>
            <a:xfrm>
              <a:off x="438454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61"/>
            <p:cNvSpPr/>
            <p:nvPr/>
          </p:nvSpPr>
          <p:spPr>
            <a:xfrm>
              <a:off x="2538617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g162"/>
            <p:cNvSpPr/>
            <p:nvPr/>
          </p:nvSpPr>
          <p:spPr>
            <a:xfrm>
              <a:off x="47972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g163"/>
            <p:cNvSpPr/>
            <p:nvPr/>
          </p:nvSpPr>
          <p:spPr>
            <a:xfrm>
              <a:off x="459537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g164"/>
            <p:cNvSpPr/>
            <p:nvPr/>
          </p:nvSpPr>
          <p:spPr>
            <a:xfrm>
              <a:off x="47943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g165"/>
            <p:cNvSpPr/>
            <p:nvPr/>
          </p:nvSpPr>
          <p:spPr>
            <a:xfrm>
              <a:off x="45920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g166"/>
            <p:cNvSpPr/>
            <p:nvPr/>
          </p:nvSpPr>
          <p:spPr>
            <a:xfrm>
              <a:off x="33674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g167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g168"/>
            <p:cNvSpPr/>
            <p:nvPr/>
          </p:nvSpPr>
          <p:spPr>
            <a:xfrm>
              <a:off x="46916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g169"/>
            <p:cNvSpPr/>
            <p:nvPr/>
          </p:nvSpPr>
          <p:spPr>
            <a:xfrm>
              <a:off x="469130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70"/>
            <p:cNvSpPr/>
            <p:nvPr/>
          </p:nvSpPr>
          <p:spPr>
            <a:xfrm>
              <a:off x="476412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71"/>
            <p:cNvSpPr/>
            <p:nvPr/>
          </p:nvSpPr>
          <p:spPr>
            <a:xfrm>
              <a:off x="321484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2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3"/>
            <p:cNvSpPr/>
            <p:nvPr/>
          </p:nvSpPr>
          <p:spPr>
            <a:xfrm>
              <a:off x="534283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4"/>
            <p:cNvSpPr/>
            <p:nvPr/>
          </p:nvSpPr>
          <p:spPr>
            <a:xfrm>
              <a:off x="322188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5"/>
            <p:cNvSpPr/>
            <p:nvPr/>
          </p:nvSpPr>
          <p:spPr>
            <a:xfrm>
              <a:off x="33894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6"/>
            <p:cNvSpPr/>
            <p:nvPr/>
          </p:nvSpPr>
          <p:spPr>
            <a:xfrm>
              <a:off x="48533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7"/>
            <p:cNvSpPr/>
            <p:nvPr/>
          </p:nvSpPr>
          <p:spPr>
            <a:xfrm>
              <a:off x="303595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8"/>
            <p:cNvSpPr/>
            <p:nvPr/>
          </p:nvSpPr>
          <p:spPr>
            <a:xfrm>
              <a:off x="33613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9"/>
            <p:cNvSpPr/>
            <p:nvPr/>
          </p:nvSpPr>
          <p:spPr>
            <a:xfrm>
              <a:off x="305179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80"/>
            <p:cNvSpPr/>
            <p:nvPr/>
          </p:nvSpPr>
          <p:spPr>
            <a:xfrm>
              <a:off x="476473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81"/>
            <p:cNvSpPr/>
            <p:nvPr/>
          </p:nvSpPr>
          <p:spPr>
            <a:xfrm>
              <a:off x="2995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2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3"/>
            <p:cNvSpPr/>
            <p:nvPr/>
          </p:nvSpPr>
          <p:spPr>
            <a:xfrm>
              <a:off x="485117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4"/>
            <p:cNvSpPr/>
            <p:nvPr/>
          </p:nvSpPr>
          <p:spPr>
            <a:xfrm>
              <a:off x="3001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5"/>
            <p:cNvSpPr/>
            <p:nvPr/>
          </p:nvSpPr>
          <p:spPr>
            <a:xfrm>
              <a:off x="25150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6"/>
            <p:cNvSpPr/>
            <p:nvPr/>
          </p:nvSpPr>
          <p:spPr>
            <a:xfrm>
              <a:off x="417715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7"/>
            <p:cNvSpPr/>
            <p:nvPr/>
          </p:nvSpPr>
          <p:spPr>
            <a:xfrm>
              <a:off x="27557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8"/>
            <p:cNvSpPr/>
            <p:nvPr/>
          </p:nvSpPr>
          <p:spPr>
            <a:xfrm>
              <a:off x="41754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9"/>
            <p:cNvSpPr/>
            <p:nvPr/>
          </p:nvSpPr>
          <p:spPr>
            <a:xfrm>
              <a:off x="24924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90"/>
            <p:cNvSpPr/>
            <p:nvPr/>
          </p:nvSpPr>
          <p:spPr>
            <a:xfrm>
              <a:off x="28545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91"/>
            <p:cNvSpPr/>
            <p:nvPr/>
          </p:nvSpPr>
          <p:spPr>
            <a:xfrm>
              <a:off x="427763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2"/>
            <p:cNvSpPr/>
            <p:nvPr/>
          </p:nvSpPr>
          <p:spPr>
            <a:xfrm>
              <a:off x="435762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3"/>
            <p:cNvSpPr/>
            <p:nvPr/>
          </p:nvSpPr>
          <p:spPr>
            <a:xfrm>
              <a:off x="296601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4"/>
            <p:cNvSpPr/>
            <p:nvPr/>
          </p:nvSpPr>
          <p:spPr>
            <a:xfrm>
              <a:off x="29664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5"/>
            <p:cNvSpPr/>
            <p:nvPr/>
          </p:nvSpPr>
          <p:spPr>
            <a:xfrm>
              <a:off x="298539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6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7"/>
            <p:cNvSpPr/>
            <p:nvPr/>
          </p:nvSpPr>
          <p:spPr>
            <a:xfrm>
              <a:off x="25026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8"/>
            <p:cNvSpPr/>
            <p:nvPr/>
          </p:nvSpPr>
          <p:spPr>
            <a:xfrm>
              <a:off x="27714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9"/>
            <p:cNvSpPr/>
            <p:nvPr/>
          </p:nvSpPr>
          <p:spPr>
            <a:xfrm>
              <a:off x="43577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200"/>
            <p:cNvSpPr/>
            <p:nvPr/>
          </p:nvSpPr>
          <p:spPr>
            <a:xfrm>
              <a:off x="4277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201"/>
            <p:cNvSpPr/>
            <p:nvPr/>
          </p:nvSpPr>
          <p:spPr>
            <a:xfrm>
              <a:off x="255835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2"/>
            <p:cNvSpPr/>
            <p:nvPr/>
          </p:nvSpPr>
          <p:spPr>
            <a:xfrm>
              <a:off x="44542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3"/>
            <p:cNvSpPr/>
            <p:nvPr/>
          </p:nvSpPr>
          <p:spPr>
            <a:xfrm>
              <a:off x="25485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4"/>
            <p:cNvSpPr/>
            <p:nvPr/>
          </p:nvSpPr>
          <p:spPr>
            <a:xfrm>
              <a:off x="49847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5"/>
            <p:cNvSpPr/>
            <p:nvPr/>
          </p:nvSpPr>
          <p:spPr>
            <a:xfrm>
              <a:off x="438833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6"/>
            <p:cNvSpPr/>
            <p:nvPr/>
          </p:nvSpPr>
          <p:spPr>
            <a:xfrm>
              <a:off x="43899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7"/>
            <p:cNvSpPr/>
            <p:nvPr/>
          </p:nvSpPr>
          <p:spPr>
            <a:xfrm>
              <a:off x="445610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8"/>
            <p:cNvSpPr/>
            <p:nvPr/>
          </p:nvSpPr>
          <p:spPr>
            <a:xfrm>
              <a:off x="25047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9"/>
            <p:cNvSpPr/>
            <p:nvPr/>
          </p:nvSpPr>
          <p:spPr>
            <a:xfrm>
              <a:off x="1623483" y="1988923"/>
              <a:ext cx="3899276" cy="2044641"/>
            </a:xfrm>
            <a:custGeom>
              <a:avLst/>
              <a:gdLst/>
              <a:ahLst/>
              <a:cxnLst/>
              <a:rect l="0" t="0" r="0" b="0"/>
              <a:pathLst>
                <a:path w="3899276" h="204464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  <a:lnTo>
                    <a:pt x="3899276" y="2044641"/>
                  </a:lnTo>
                  <a:lnTo>
                    <a:pt x="3849918" y="2043630"/>
                  </a:lnTo>
                  <a:lnTo>
                    <a:pt x="3800560" y="2042535"/>
                  </a:lnTo>
                  <a:lnTo>
                    <a:pt x="3751202" y="2041350"/>
                  </a:lnTo>
                  <a:lnTo>
                    <a:pt x="3701844" y="2040065"/>
                  </a:lnTo>
                  <a:lnTo>
                    <a:pt x="3652486" y="2038675"/>
                  </a:lnTo>
                  <a:lnTo>
                    <a:pt x="3603128" y="2037170"/>
                  </a:lnTo>
                  <a:lnTo>
                    <a:pt x="3553770" y="2035541"/>
                  </a:lnTo>
                  <a:lnTo>
                    <a:pt x="3504412" y="2033778"/>
                  </a:lnTo>
                  <a:lnTo>
                    <a:pt x="3455055" y="2031871"/>
                  </a:lnTo>
                  <a:lnTo>
                    <a:pt x="3405697" y="2029809"/>
                  </a:lnTo>
                  <a:lnTo>
                    <a:pt x="3356339" y="2027579"/>
                  </a:lnTo>
                  <a:lnTo>
                    <a:pt x="3306981" y="2025168"/>
                  </a:lnTo>
                  <a:lnTo>
                    <a:pt x="3257623" y="2022563"/>
                  </a:lnTo>
                  <a:lnTo>
                    <a:pt x="3208265" y="2019748"/>
                  </a:lnTo>
                  <a:lnTo>
                    <a:pt x="3158907" y="2016709"/>
                  </a:lnTo>
                  <a:lnTo>
                    <a:pt x="3109549" y="2013428"/>
                  </a:lnTo>
                  <a:lnTo>
                    <a:pt x="3060191" y="2009888"/>
                  </a:lnTo>
                  <a:lnTo>
                    <a:pt x="3010833" y="2006069"/>
                  </a:lnTo>
                  <a:lnTo>
                    <a:pt x="2961475" y="2001952"/>
                  </a:lnTo>
                  <a:lnTo>
                    <a:pt x="2912117" y="1997516"/>
                  </a:lnTo>
                  <a:lnTo>
                    <a:pt x="2862759" y="1992738"/>
                  </a:lnTo>
                  <a:lnTo>
                    <a:pt x="2813401" y="1987595"/>
                  </a:lnTo>
                  <a:lnTo>
                    <a:pt x="2764044" y="1982063"/>
                  </a:lnTo>
                  <a:lnTo>
                    <a:pt x="2714686" y="1976116"/>
                  </a:lnTo>
                  <a:lnTo>
                    <a:pt x="2665328" y="1969727"/>
                  </a:lnTo>
                  <a:lnTo>
                    <a:pt x="2615970" y="1962870"/>
                  </a:lnTo>
                  <a:lnTo>
                    <a:pt x="2566612" y="1955515"/>
                  </a:lnTo>
                  <a:lnTo>
                    <a:pt x="2517254" y="1947635"/>
                  </a:lnTo>
                  <a:lnTo>
                    <a:pt x="2467896" y="1939199"/>
                  </a:lnTo>
                  <a:lnTo>
                    <a:pt x="2418538" y="1930177"/>
                  </a:lnTo>
                  <a:lnTo>
                    <a:pt x="2369180" y="1920540"/>
                  </a:lnTo>
                  <a:lnTo>
                    <a:pt x="2319822" y="1910257"/>
                  </a:lnTo>
                  <a:lnTo>
                    <a:pt x="2270464" y="1899300"/>
                  </a:lnTo>
                  <a:lnTo>
                    <a:pt x="2221106" y="1887641"/>
                  </a:lnTo>
                  <a:lnTo>
                    <a:pt x="2171748" y="1875252"/>
                  </a:lnTo>
                  <a:lnTo>
                    <a:pt x="2122390" y="1862109"/>
                  </a:lnTo>
                  <a:lnTo>
                    <a:pt x="2073033" y="1848190"/>
                  </a:lnTo>
                  <a:lnTo>
                    <a:pt x="2023675" y="1833474"/>
                  </a:lnTo>
                  <a:lnTo>
                    <a:pt x="1974317" y="1817948"/>
                  </a:lnTo>
                  <a:lnTo>
                    <a:pt x="1924959" y="1801599"/>
                  </a:lnTo>
                  <a:lnTo>
                    <a:pt x="1875601" y="1784422"/>
                  </a:lnTo>
                  <a:lnTo>
                    <a:pt x="1826243" y="1766417"/>
                  </a:lnTo>
                  <a:lnTo>
                    <a:pt x="1776885" y="1747592"/>
                  </a:lnTo>
                  <a:lnTo>
                    <a:pt x="1727527" y="1727958"/>
                  </a:lnTo>
                  <a:lnTo>
                    <a:pt x="1678169" y="1707539"/>
                  </a:lnTo>
                  <a:lnTo>
                    <a:pt x="1628811" y="1686362"/>
                  </a:lnTo>
                  <a:lnTo>
                    <a:pt x="1579453" y="1664466"/>
                  </a:lnTo>
                  <a:lnTo>
                    <a:pt x="1530095" y="1641895"/>
                  </a:lnTo>
                  <a:lnTo>
                    <a:pt x="1480737" y="1618702"/>
                  </a:lnTo>
                  <a:lnTo>
                    <a:pt x="1431379" y="1594947"/>
                  </a:lnTo>
                  <a:lnTo>
                    <a:pt x="1382022" y="1570693"/>
                  </a:lnTo>
                  <a:lnTo>
                    <a:pt x="1332664" y="1546009"/>
                  </a:lnTo>
                  <a:lnTo>
                    <a:pt x="1283306" y="1520969"/>
                  </a:lnTo>
                  <a:lnTo>
                    <a:pt x="1233948" y="1495645"/>
                  </a:lnTo>
                  <a:lnTo>
                    <a:pt x="1184590" y="1470107"/>
                  </a:lnTo>
                  <a:lnTo>
                    <a:pt x="1135232" y="1444426"/>
                  </a:lnTo>
                  <a:lnTo>
                    <a:pt x="1085874" y="1418667"/>
                  </a:lnTo>
                  <a:lnTo>
                    <a:pt x="1036516" y="1392889"/>
                  </a:lnTo>
                  <a:lnTo>
                    <a:pt x="987158" y="1367145"/>
                  </a:lnTo>
                  <a:lnTo>
                    <a:pt x="937800" y="1341480"/>
                  </a:lnTo>
                  <a:lnTo>
                    <a:pt x="888442" y="1315933"/>
                  </a:lnTo>
                  <a:lnTo>
                    <a:pt x="839084" y="1290534"/>
                  </a:lnTo>
                  <a:lnTo>
                    <a:pt x="789726" y="1265308"/>
                  </a:lnTo>
                  <a:lnTo>
                    <a:pt x="740368" y="1240273"/>
                  </a:lnTo>
                  <a:lnTo>
                    <a:pt x="691011" y="1215440"/>
                  </a:lnTo>
                  <a:lnTo>
                    <a:pt x="641653" y="1190817"/>
                  </a:lnTo>
                  <a:lnTo>
                    <a:pt x="592295" y="1166408"/>
                  </a:lnTo>
                  <a:lnTo>
                    <a:pt x="542937" y="1142214"/>
                  </a:lnTo>
                  <a:lnTo>
                    <a:pt x="493579" y="1118232"/>
                  </a:lnTo>
                  <a:lnTo>
                    <a:pt x="444221" y="1094460"/>
                  </a:lnTo>
                  <a:lnTo>
                    <a:pt x="394863" y="1070892"/>
                  </a:lnTo>
                  <a:lnTo>
                    <a:pt x="345505" y="1047524"/>
                  </a:lnTo>
                  <a:lnTo>
                    <a:pt x="296147" y="1024350"/>
                  </a:lnTo>
                  <a:lnTo>
                    <a:pt x="246789" y="1001365"/>
                  </a:lnTo>
                  <a:lnTo>
                    <a:pt x="197431" y="978564"/>
                  </a:lnTo>
                  <a:lnTo>
                    <a:pt x="148073" y="955941"/>
                  </a:lnTo>
                  <a:lnTo>
                    <a:pt x="98715" y="933492"/>
                  </a:lnTo>
                  <a:lnTo>
                    <a:pt x="49357" y="911215"/>
                  </a:lnTo>
                  <a:lnTo>
                    <a:pt x="0" y="889105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l210"/>
            <p:cNvSpPr/>
            <p:nvPr/>
          </p:nvSpPr>
          <p:spPr>
            <a:xfrm>
              <a:off x="1623483" y="1988923"/>
              <a:ext cx="3899276" cy="1799091"/>
            </a:xfrm>
            <a:custGeom>
              <a:avLst/>
              <a:gdLst/>
              <a:ahLst/>
              <a:cxnLst/>
              <a:rect l="0" t="0" r="0" b="0"/>
              <a:pathLst>
                <a:path w="3899276" h="179909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l211"/>
            <p:cNvSpPr/>
            <p:nvPr/>
          </p:nvSpPr>
          <p:spPr>
            <a:xfrm>
              <a:off x="1623483" y="2878028"/>
              <a:ext cx="3899276" cy="1155536"/>
            </a:xfrm>
            <a:custGeom>
              <a:avLst/>
              <a:gdLst/>
              <a:ahLst/>
              <a:cxnLst/>
              <a:rect l="0" t="0" r="0" b="0"/>
              <a:pathLst>
                <a:path w="3899276" h="1155536">
                  <a:moveTo>
                    <a:pt x="3899276" y="1155536"/>
                  </a:moveTo>
                  <a:lnTo>
                    <a:pt x="3849918" y="1154525"/>
                  </a:lnTo>
                  <a:lnTo>
                    <a:pt x="3800560" y="1153430"/>
                  </a:lnTo>
                  <a:lnTo>
                    <a:pt x="3751202" y="1152245"/>
                  </a:lnTo>
                  <a:lnTo>
                    <a:pt x="3701844" y="1150960"/>
                  </a:lnTo>
                  <a:lnTo>
                    <a:pt x="3652486" y="1149570"/>
                  </a:lnTo>
                  <a:lnTo>
                    <a:pt x="3603128" y="1148065"/>
                  </a:lnTo>
                  <a:lnTo>
                    <a:pt x="3553770" y="1146436"/>
                  </a:lnTo>
                  <a:lnTo>
                    <a:pt x="3504412" y="1144673"/>
                  </a:lnTo>
                  <a:lnTo>
                    <a:pt x="3455055" y="1142766"/>
                  </a:lnTo>
                  <a:lnTo>
                    <a:pt x="3405697" y="1140704"/>
                  </a:lnTo>
                  <a:lnTo>
                    <a:pt x="3356339" y="1138474"/>
                  </a:lnTo>
                  <a:lnTo>
                    <a:pt x="3306981" y="1136063"/>
                  </a:lnTo>
                  <a:lnTo>
                    <a:pt x="3257623" y="1133458"/>
                  </a:lnTo>
                  <a:lnTo>
                    <a:pt x="3208265" y="1130643"/>
                  </a:lnTo>
                  <a:lnTo>
                    <a:pt x="3158907" y="1127604"/>
                  </a:lnTo>
                  <a:lnTo>
                    <a:pt x="3109549" y="1124323"/>
                  </a:lnTo>
                  <a:lnTo>
                    <a:pt x="3060191" y="1120783"/>
                  </a:lnTo>
                  <a:lnTo>
                    <a:pt x="3010833" y="1116964"/>
                  </a:lnTo>
                  <a:lnTo>
                    <a:pt x="2961475" y="1112847"/>
                  </a:lnTo>
                  <a:lnTo>
                    <a:pt x="2912117" y="1108411"/>
                  </a:lnTo>
                  <a:lnTo>
                    <a:pt x="2862759" y="1103633"/>
                  </a:lnTo>
                  <a:lnTo>
                    <a:pt x="2813401" y="1098490"/>
                  </a:lnTo>
                  <a:lnTo>
                    <a:pt x="2764044" y="1092958"/>
                  </a:lnTo>
                  <a:lnTo>
                    <a:pt x="2714686" y="1087011"/>
                  </a:lnTo>
                  <a:lnTo>
                    <a:pt x="2665328" y="1080622"/>
                  </a:lnTo>
                  <a:lnTo>
                    <a:pt x="2615970" y="1073765"/>
                  </a:lnTo>
                  <a:lnTo>
                    <a:pt x="2566612" y="1066410"/>
                  </a:lnTo>
                  <a:lnTo>
                    <a:pt x="2517254" y="1058530"/>
                  </a:lnTo>
                  <a:lnTo>
                    <a:pt x="2467896" y="1050094"/>
                  </a:lnTo>
                  <a:lnTo>
                    <a:pt x="2418538" y="1041072"/>
                  </a:lnTo>
                  <a:lnTo>
                    <a:pt x="2369180" y="1031435"/>
                  </a:lnTo>
                  <a:lnTo>
                    <a:pt x="2319822" y="1021152"/>
                  </a:lnTo>
                  <a:lnTo>
                    <a:pt x="2270464" y="1010195"/>
                  </a:lnTo>
                  <a:lnTo>
                    <a:pt x="2221106" y="998536"/>
                  </a:lnTo>
                  <a:lnTo>
                    <a:pt x="2171748" y="986147"/>
                  </a:lnTo>
                  <a:lnTo>
                    <a:pt x="2122390" y="973004"/>
                  </a:lnTo>
                  <a:lnTo>
                    <a:pt x="2073033" y="959084"/>
                  </a:lnTo>
                  <a:lnTo>
                    <a:pt x="2023675" y="944369"/>
                  </a:lnTo>
                  <a:lnTo>
                    <a:pt x="1974317" y="928843"/>
                  </a:lnTo>
                  <a:lnTo>
                    <a:pt x="1924959" y="912494"/>
                  </a:lnTo>
                  <a:lnTo>
                    <a:pt x="1875601" y="895317"/>
                  </a:lnTo>
                  <a:lnTo>
                    <a:pt x="1826243" y="877312"/>
                  </a:lnTo>
                  <a:lnTo>
                    <a:pt x="1776885" y="858487"/>
                  </a:lnTo>
                  <a:lnTo>
                    <a:pt x="1727527" y="838853"/>
                  </a:lnTo>
                  <a:lnTo>
                    <a:pt x="1678169" y="818434"/>
                  </a:lnTo>
                  <a:lnTo>
                    <a:pt x="1628811" y="797257"/>
                  </a:lnTo>
                  <a:lnTo>
                    <a:pt x="1579453" y="775361"/>
                  </a:lnTo>
                  <a:lnTo>
                    <a:pt x="1530095" y="752790"/>
                  </a:lnTo>
                  <a:lnTo>
                    <a:pt x="1480737" y="729597"/>
                  </a:lnTo>
                  <a:lnTo>
                    <a:pt x="1431379" y="705841"/>
                  </a:lnTo>
                  <a:lnTo>
                    <a:pt x="1382022" y="681587"/>
                  </a:lnTo>
                  <a:lnTo>
                    <a:pt x="1332664" y="656904"/>
                  </a:lnTo>
                  <a:lnTo>
                    <a:pt x="1283306" y="631864"/>
                  </a:lnTo>
                  <a:lnTo>
                    <a:pt x="1233948" y="606540"/>
                  </a:lnTo>
                  <a:lnTo>
                    <a:pt x="1184590" y="581002"/>
                  </a:lnTo>
                  <a:lnTo>
                    <a:pt x="1135232" y="555321"/>
                  </a:lnTo>
                  <a:lnTo>
                    <a:pt x="1085874" y="529562"/>
                  </a:lnTo>
                  <a:lnTo>
                    <a:pt x="1036516" y="503784"/>
                  </a:lnTo>
                  <a:lnTo>
                    <a:pt x="987158" y="478040"/>
                  </a:lnTo>
                  <a:lnTo>
                    <a:pt x="937800" y="452375"/>
                  </a:lnTo>
                  <a:lnTo>
                    <a:pt x="888442" y="426828"/>
                  </a:lnTo>
                  <a:lnTo>
                    <a:pt x="839084" y="401429"/>
                  </a:lnTo>
                  <a:lnTo>
                    <a:pt x="789726" y="376203"/>
                  </a:lnTo>
                  <a:lnTo>
                    <a:pt x="740368" y="351168"/>
                  </a:lnTo>
                  <a:lnTo>
                    <a:pt x="691011" y="326335"/>
                  </a:lnTo>
                  <a:lnTo>
                    <a:pt x="641653" y="301712"/>
                  </a:lnTo>
                  <a:lnTo>
                    <a:pt x="592295" y="277303"/>
                  </a:lnTo>
                  <a:lnTo>
                    <a:pt x="542937" y="253109"/>
                  </a:lnTo>
                  <a:lnTo>
                    <a:pt x="493579" y="229127"/>
                  </a:lnTo>
                  <a:lnTo>
                    <a:pt x="444221" y="205355"/>
                  </a:lnTo>
                  <a:lnTo>
                    <a:pt x="394863" y="181787"/>
                  </a:lnTo>
                  <a:lnTo>
                    <a:pt x="345505" y="158419"/>
                  </a:lnTo>
                  <a:lnTo>
                    <a:pt x="296147" y="135245"/>
                  </a:lnTo>
                  <a:lnTo>
                    <a:pt x="246789" y="112260"/>
                  </a:lnTo>
                  <a:lnTo>
                    <a:pt x="197431" y="89458"/>
                  </a:lnTo>
                  <a:lnTo>
                    <a:pt x="148073" y="66836"/>
                  </a:lnTo>
                  <a:lnTo>
                    <a:pt x="98715" y="44387"/>
                  </a:lnTo>
                  <a:lnTo>
                    <a:pt x="49357" y="221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l212"/>
            <p:cNvSpPr/>
            <p:nvPr/>
          </p:nvSpPr>
          <p:spPr>
            <a:xfrm>
              <a:off x="1623483" y="2379072"/>
              <a:ext cx="3899276" cy="1609073"/>
            </a:xfrm>
            <a:custGeom>
              <a:avLst/>
              <a:gdLst/>
              <a:ahLst/>
              <a:cxnLst/>
              <a:rect l="0" t="0" r="0" b="0"/>
              <a:pathLst>
                <a:path w="3899276" h="1609073">
                  <a:moveTo>
                    <a:pt x="0" y="0"/>
                  </a:moveTo>
                  <a:lnTo>
                    <a:pt x="49357" y="32091"/>
                  </a:lnTo>
                  <a:lnTo>
                    <a:pt x="98715" y="64711"/>
                  </a:lnTo>
                  <a:lnTo>
                    <a:pt x="148073" y="97822"/>
                  </a:lnTo>
                  <a:lnTo>
                    <a:pt x="197431" y="131381"/>
                  </a:lnTo>
                  <a:lnTo>
                    <a:pt x="246789" y="165344"/>
                  </a:lnTo>
                  <a:lnTo>
                    <a:pt x="296147" y="199665"/>
                  </a:lnTo>
                  <a:lnTo>
                    <a:pt x="345505" y="234293"/>
                  </a:lnTo>
                  <a:lnTo>
                    <a:pt x="394863" y="269180"/>
                  </a:lnTo>
                  <a:lnTo>
                    <a:pt x="444221" y="304271"/>
                  </a:lnTo>
                  <a:lnTo>
                    <a:pt x="493579" y="339514"/>
                  </a:lnTo>
                  <a:lnTo>
                    <a:pt x="542937" y="374855"/>
                  </a:lnTo>
                  <a:lnTo>
                    <a:pt x="592295" y="410238"/>
                  </a:lnTo>
                  <a:lnTo>
                    <a:pt x="641653" y="445608"/>
                  </a:lnTo>
                  <a:lnTo>
                    <a:pt x="691011" y="480909"/>
                  </a:lnTo>
                  <a:lnTo>
                    <a:pt x="740368" y="516087"/>
                  </a:lnTo>
                  <a:lnTo>
                    <a:pt x="789726" y="551087"/>
                  </a:lnTo>
                  <a:lnTo>
                    <a:pt x="839084" y="585858"/>
                  </a:lnTo>
                  <a:lnTo>
                    <a:pt x="888442" y="620346"/>
                  </a:lnTo>
                  <a:lnTo>
                    <a:pt x="937800" y="654502"/>
                  </a:lnTo>
                  <a:lnTo>
                    <a:pt x="987158" y="688279"/>
                  </a:lnTo>
                  <a:lnTo>
                    <a:pt x="1036516" y="721630"/>
                  </a:lnTo>
                  <a:lnTo>
                    <a:pt x="1085874" y="754513"/>
                  </a:lnTo>
                  <a:lnTo>
                    <a:pt x="1135232" y="786887"/>
                  </a:lnTo>
                  <a:lnTo>
                    <a:pt x="1184590" y="818714"/>
                  </a:lnTo>
                  <a:lnTo>
                    <a:pt x="1233948" y="849959"/>
                  </a:lnTo>
                  <a:lnTo>
                    <a:pt x="1283306" y="880591"/>
                  </a:lnTo>
                  <a:lnTo>
                    <a:pt x="1332664" y="910581"/>
                  </a:lnTo>
                  <a:lnTo>
                    <a:pt x="1382022" y="939903"/>
                  </a:lnTo>
                  <a:lnTo>
                    <a:pt x="1431379" y="968535"/>
                  </a:lnTo>
                  <a:lnTo>
                    <a:pt x="1480737" y="996459"/>
                  </a:lnTo>
                  <a:lnTo>
                    <a:pt x="1530095" y="1023657"/>
                  </a:lnTo>
                  <a:lnTo>
                    <a:pt x="1579453" y="1050118"/>
                  </a:lnTo>
                  <a:lnTo>
                    <a:pt x="1628811" y="1075830"/>
                  </a:lnTo>
                  <a:lnTo>
                    <a:pt x="1678169" y="1100786"/>
                  </a:lnTo>
                  <a:lnTo>
                    <a:pt x="1727527" y="1124983"/>
                  </a:lnTo>
                  <a:lnTo>
                    <a:pt x="1776885" y="1148418"/>
                  </a:lnTo>
                  <a:lnTo>
                    <a:pt x="1826243" y="1171091"/>
                  </a:lnTo>
                  <a:lnTo>
                    <a:pt x="1875601" y="1193006"/>
                  </a:lnTo>
                  <a:lnTo>
                    <a:pt x="1924959" y="1214166"/>
                  </a:lnTo>
                  <a:lnTo>
                    <a:pt x="1974317" y="1234580"/>
                  </a:lnTo>
                  <a:lnTo>
                    <a:pt x="2023675" y="1254255"/>
                  </a:lnTo>
                  <a:lnTo>
                    <a:pt x="2073033" y="1273202"/>
                  </a:lnTo>
                  <a:lnTo>
                    <a:pt x="2122390" y="1291432"/>
                  </a:lnTo>
                  <a:lnTo>
                    <a:pt x="2171748" y="1308959"/>
                  </a:lnTo>
                  <a:lnTo>
                    <a:pt x="2221106" y="1325796"/>
                  </a:lnTo>
                  <a:lnTo>
                    <a:pt x="2270464" y="1341958"/>
                  </a:lnTo>
                  <a:lnTo>
                    <a:pt x="2319822" y="1357462"/>
                  </a:lnTo>
                  <a:lnTo>
                    <a:pt x="2369180" y="1372324"/>
                  </a:lnTo>
                  <a:lnTo>
                    <a:pt x="2418538" y="1386561"/>
                  </a:lnTo>
                  <a:lnTo>
                    <a:pt x="2467896" y="1400192"/>
                  </a:lnTo>
                  <a:lnTo>
                    <a:pt x="2517254" y="1413233"/>
                  </a:lnTo>
                  <a:lnTo>
                    <a:pt x="2566612" y="1425704"/>
                  </a:lnTo>
                  <a:lnTo>
                    <a:pt x="2615970" y="1437622"/>
                  </a:lnTo>
                  <a:lnTo>
                    <a:pt x="2665328" y="1449006"/>
                  </a:lnTo>
                  <a:lnTo>
                    <a:pt x="2714686" y="1459875"/>
                  </a:lnTo>
                  <a:lnTo>
                    <a:pt x="2764044" y="1470246"/>
                  </a:lnTo>
                  <a:lnTo>
                    <a:pt x="2813401" y="1480139"/>
                  </a:lnTo>
                  <a:lnTo>
                    <a:pt x="2862759" y="1489571"/>
                  </a:lnTo>
                  <a:lnTo>
                    <a:pt x="2912117" y="1498559"/>
                  </a:lnTo>
                  <a:lnTo>
                    <a:pt x="2961475" y="1507122"/>
                  </a:lnTo>
                  <a:lnTo>
                    <a:pt x="3010833" y="1515276"/>
                  </a:lnTo>
                  <a:lnTo>
                    <a:pt x="3060191" y="1523038"/>
                  </a:lnTo>
                  <a:lnTo>
                    <a:pt x="3109549" y="1530424"/>
                  </a:lnTo>
                  <a:lnTo>
                    <a:pt x="3158907" y="1537450"/>
                  </a:lnTo>
                  <a:lnTo>
                    <a:pt x="3208265" y="1544132"/>
                  </a:lnTo>
                  <a:lnTo>
                    <a:pt x="3257623" y="1550485"/>
                  </a:lnTo>
                  <a:lnTo>
                    <a:pt x="3306981" y="1556523"/>
                  </a:lnTo>
                  <a:lnTo>
                    <a:pt x="3356339" y="1562260"/>
                  </a:lnTo>
                  <a:lnTo>
                    <a:pt x="3405697" y="1567710"/>
                  </a:lnTo>
                  <a:lnTo>
                    <a:pt x="3455055" y="1572886"/>
                  </a:lnTo>
                  <a:lnTo>
                    <a:pt x="3504412" y="1577800"/>
                  </a:lnTo>
                  <a:lnTo>
                    <a:pt x="3553770" y="1582465"/>
                  </a:lnTo>
                  <a:lnTo>
                    <a:pt x="3603128" y="1586893"/>
                  </a:lnTo>
                  <a:lnTo>
                    <a:pt x="3652486" y="1591095"/>
                  </a:lnTo>
                  <a:lnTo>
                    <a:pt x="3701844" y="1595081"/>
                  </a:lnTo>
                  <a:lnTo>
                    <a:pt x="3751202" y="1598862"/>
                  </a:lnTo>
                  <a:lnTo>
                    <a:pt x="3800560" y="1602448"/>
                  </a:lnTo>
                  <a:lnTo>
                    <a:pt x="3849918" y="1605849"/>
                  </a:lnTo>
                  <a:lnTo>
                    <a:pt x="3899276" y="1609073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3"/>
            <p:cNvSpPr/>
            <p:nvPr/>
          </p:nvSpPr>
          <p:spPr>
            <a:xfrm>
              <a:off x="2553218" y="1524272"/>
              <a:ext cx="2850424" cy="2058179"/>
            </a:xfrm>
            <a:custGeom>
              <a:avLst/>
              <a:gdLst/>
              <a:ahLst/>
              <a:cxnLst/>
              <a:rect l="0" t="0" r="0" b="0"/>
              <a:pathLst>
                <a:path w="2850424" h="2058179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  <a:lnTo>
                    <a:pt x="2850424" y="2058179"/>
                  </a:lnTo>
                  <a:lnTo>
                    <a:pt x="2814342" y="2025942"/>
                  </a:lnTo>
                  <a:lnTo>
                    <a:pt x="2778261" y="1992178"/>
                  </a:lnTo>
                  <a:lnTo>
                    <a:pt x="2742180" y="1956913"/>
                  </a:lnTo>
                  <a:lnTo>
                    <a:pt x="2706098" y="1920187"/>
                  </a:lnTo>
                  <a:lnTo>
                    <a:pt x="2670017" y="1882057"/>
                  </a:lnTo>
                  <a:lnTo>
                    <a:pt x="2633936" y="1842595"/>
                  </a:lnTo>
                  <a:lnTo>
                    <a:pt x="2597854" y="1801891"/>
                  </a:lnTo>
                  <a:lnTo>
                    <a:pt x="2561773" y="1760049"/>
                  </a:lnTo>
                  <a:lnTo>
                    <a:pt x="2525692" y="1717191"/>
                  </a:lnTo>
                  <a:lnTo>
                    <a:pt x="2489611" y="1673456"/>
                  </a:lnTo>
                  <a:lnTo>
                    <a:pt x="2453529" y="1628994"/>
                  </a:lnTo>
                  <a:lnTo>
                    <a:pt x="2417448" y="1583971"/>
                  </a:lnTo>
                  <a:lnTo>
                    <a:pt x="2381367" y="1538562"/>
                  </a:lnTo>
                  <a:lnTo>
                    <a:pt x="2345285" y="1492951"/>
                  </a:lnTo>
                  <a:lnTo>
                    <a:pt x="2309204" y="1447327"/>
                  </a:lnTo>
                  <a:lnTo>
                    <a:pt x="2273123" y="1401883"/>
                  </a:lnTo>
                  <a:lnTo>
                    <a:pt x="2237041" y="1356810"/>
                  </a:lnTo>
                  <a:lnTo>
                    <a:pt x="2200960" y="1312295"/>
                  </a:lnTo>
                  <a:lnTo>
                    <a:pt x="2164879" y="1268516"/>
                  </a:lnTo>
                  <a:lnTo>
                    <a:pt x="2128797" y="1225643"/>
                  </a:lnTo>
                  <a:lnTo>
                    <a:pt x="2092716" y="1183826"/>
                  </a:lnTo>
                  <a:lnTo>
                    <a:pt x="2056635" y="1143200"/>
                  </a:lnTo>
                  <a:lnTo>
                    <a:pt x="2020553" y="1103879"/>
                  </a:lnTo>
                  <a:lnTo>
                    <a:pt x="1984472" y="1065954"/>
                  </a:lnTo>
                  <a:lnTo>
                    <a:pt x="1948391" y="1029493"/>
                  </a:lnTo>
                  <a:lnTo>
                    <a:pt x="1912309" y="994538"/>
                  </a:lnTo>
                  <a:lnTo>
                    <a:pt x="1876228" y="961111"/>
                  </a:lnTo>
                  <a:lnTo>
                    <a:pt x="1840147" y="929209"/>
                  </a:lnTo>
                  <a:lnTo>
                    <a:pt x="1804065" y="898811"/>
                  </a:lnTo>
                  <a:lnTo>
                    <a:pt x="1767984" y="869880"/>
                  </a:lnTo>
                  <a:lnTo>
                    <a:pt x="1731903" y="842364"/>
                  </a:lnTo>
                  <a:lnTo>
                    <a:pt x="1695821" y="816201"/>
                  </a:lnTo>
                  <a:lnTo>
                    <a:pt x="1659740" y="791322"/>
                  </a:lnTo>
                  <a:lnTo>
                    <a:pt x="1623659" y="767654"/>
                  </a:lnTo>
                  <a:lnTo>
                    <a:pt x="1587578" y="745121"/>
                  </a:lnTo>
                  <a:lnTo>
                    <a:pt x="1551496" y="723650"/>
                  </a:lnTo>
                  <a:lnTo>
                    <a:pt x="1515415" y="703167"/>
                  </a:lnTo>
                  <a:lnTo>
                    <a:pt x="1479334" y="683602"/>
                  </a:lnTo>
                  <a:lnTo>
                    <a:pt x="1443252" y="664889"/>
                  </a:lnTo>
                  <a:lnTo>
                    <a:pt x="1407171" y="646966"/>
                  </a:lnTo>
                  <a:lnTo>
                    <a:pt x="1371090" y="629776"/>
                  </a:lnTo>
                  <a:lnTo>
                    <a:pt x="1335008" y="613265"/>
                  </a:lnTo>
                  <a:lnTo>
                    <a:pt x="1298927" y="597386"/>
                  </a:lnTo>
                  <a:lnTo>
                    <a:pt x="1262846" y="582094"/>
                  </a:lnTo>
                  <a:lnTo>
                    <a:pt x="1226764" y="567350"/>
                  </a:lnTo>
                  <a:lnTo>
                    <a:pt x="1190683" y="553116"/>
                  </a:lnTo>
                  <a:lnTo>
                    <a:pt x="1154602" y="539360"/>
                  </a:lnTo>
                  <a:lnTo>
                    <a:pt x="1118520" y="526053"/>
                  </a:lnTo>
                  <a:lnTo>
                    <a:pt x="1082439" y="513166"/>
                  </a:lnTo>
                  <a:lnTo>
                    <a:pt x="1046358" y="500676"/>
                  </a:lnTo>
                  <a:lnTo>
                    <a:pt x="1010276" y="488560"/>
                  </a:lnTo>
                  <a:lnTo>
                    <a:pt x="974195" y="476798"/>
                  </a:lnTo>
                  <a:lnTo>
                    <a:pt x="938114" y="465372"/>
                  </a:lnTo>
                  <a:lnTo>
                    <a:pt x="902032" y="454265"/>
                  </a:lnTo>
                  <a:lnTo>
                    <a:pt x="865951" y="443462"/>
                  </a:lnTo>
                  <a:lnTo>
                    <a:pt x="829870" y="432948"/>
                  </a:lnTo>
                  <a:lnTo>
                    <a:pt x="793789" y="422712"/>
                  </a:lnTo>
                  <a:lnTo>
                    <a:pt x="757707" y="412741"/>
                  </a:lnTo>
                  <a:lnTo>
                    <a:pt x="721626" y="403025"/>
                  </a:lnTo>
                  <a:lnTo>
                    <a:pt x="685545" y="393553"/>
                  </a:lnTo>
                  <a:lnTo>
                    <a:pt x="649463" y="384317"/>
                  </a:lnTo>
                  <a:lnTo>
                    <a:pt x="613382" y="375308"/>
                  </a:lnTo>
                  <a:lnTo>
                    <a:pt x="577301" y="366517"/>
                  </a:lnTo>
                  <a:lnTo>
                    <a:pt x="541219" y="357938"/>
                  </a:lnTo>
                  <a:lnTo>
                    <a:pt x="505138" y="349564"/>
                  </a:lnTo>
                  <a:lnTo>
                    <a:pt x="469057" y="341387"/>
                  </a:lnTo>
                  <a:lnTo>
                    <a:pt x="432975" y="333403"/>
                  </a:lnTo>
                  <a:lnTo>
                    <a:pt x="396894" y="325605"/>
                  </a:lnTo>
                  <a:lnTo>
                    <a:pt x="360813" y="317987"/>
                  </a:lnTo>
                  <a:lnTo>
                    <a:pt x="324731" y="310545"/>
                  </a:lnTo>
                  <a:lnTo>
                    <a:pt x="288650" y="303274"/>
                  </a:lnTo>
                  <a:lnTo>
                    <a:pt x="252569" y="296169"/>
                  </a:lnTo>
                  <a:lnTo>
                    <a:pt x="216487" y="289226"/>
                  </a:lnTo>
                  <a:lnTo>
                    <a:pt x="180406" y="282440"/>
                  </a:lnTo>
                  <a:lnTo>
                    <a:pt x="144325" y="275808"/>
                  </a:lnTo>
                  <a:lnTo>
                    <a:pt x="108243" y="269325"/>
                  </a:lnTo>
                  <a:lnTo>
                    <a:pt x="72162" y="262988"/>
                  </a:lnTo>
                  <a:lnTo>
                    <a:pt x="36081" y="256794"/>
                  </a:lnTo>
                  <a:lnTo>
                    <a:pt x="0" y="250738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l214"/>
            <p:cNvSpPr/>
            <p:nvPr/>
          </p:nvSpPr>
          <p:spPr>
            <a:xfrm>
              <a:off x="2553218" y="1524272"/>
              <a:ext cx="2850424" cy="937660"/>
            </a:xfrm>
            <a:custGeom>
              <a:avLst/>
              <a:gdLst/>
              <a:ahLst/>
              <a:cxnLst/>
              <a:rect l="0" t="0" r="0" b="0"/>
              <a:pathLst>
                <a:path w="2850424" h="937660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l215"/>
            <p:cNvSpPr/>
            <p:nvPr/>
          </p:nvSpPr>
          <p:spPr>
            <a:xfrm>
              <a:off x="2553218" y="1775010"/>
              <a:ext cx="2850424" cy="1807440"/>
            </a:xfrm>
            <a:custGeom>
              <a:avLst/>
              <a:gdLst/>
              <a:ahLst/>
              <a:cxnLst/>
              <a:rect l="0" t="0" r="0" b="0"/>
              <a:pathLst>
                <a:path w="2850424" h="1807440">
                  <a:moveTo>
                    <a:pt x="2850424" y="1807440"/>
                  </a:moveTo>
                  <a:lnTo>
                    <a:pt x="2814342" y="1775203"/>
                  </a:lnTo>
                  <a:lnTo>
                    <a:pt x="2778261" y="1741439"/>
                  </a:lnTo>
                  <a:lnTo>
                    <a:pt x="2742180" y="1706174"/>
                  </a:lnTo>
                  <a:lnTo>
                    <a:pt x="2706098" y="1669448"/>
                  </a:lnTo>
                  <a:lnTo>
                    <a:pt x="2670017" y="1631318"/>
                  </a:lnTo>
                  <a:lnTo>
                    <a:pt x="2633936" y="1591857"/>
                  </a:lnTo>
                  <a:lnTo>
                    <a:pt x="2597854" y="1551152"/>
                  </a:lnTo>
                  <a:lnTo>
                    <a:pt x="2561773" y="1509310"/>
                  </a:lnTo>
                  <a:lnTo>
                    <a:pt x="2525692" y="1466453"/>
                  </a:lnTo>
                  <a:lnTo>
                    <a:pt x="2489611" y="1422717"/>
                  </a:lnTo>
                  <a:lnTo>
                    <a:pt x="2453529" y="1378256"/>
                  </a:lnTo>
                  <a:lnTo>
                    <a:pt x="2417448" y="1333232"/>
                  </a:lnTo>
                  <a:lnTo>
                    <a:pt x="2381367" y="1287823"/>
                  </a:lnTo>
                  <a:lnTo>
                    <a:pt x="2345285" y="1242212"/>
                  </a:lnTo>
                  <a:lnTo>
                    <a:pt x="2309204" y="1196588"/>
                  </a:lnTo>
                  <a:lnTo>
                    <a:pt x="2273123" y="1151144"/>
                  </a:lnTo>
                  <a:lnTo>
                    <a:pt x="2237041" y="1106071"/>
                  </a:lnTo>
                  <a:lnTo>
                    <a:pt x="2200960" y="1061556"/>
                  </a:lnTo>
                  <a:lnTo>
                    <a:pt x="2164879" y="1017778"/>
                  </a:lnTo>
                  <a:lnTo>
                    <a:pt x="2128797" y="974904"/>
                  </a:lnTo>
                  <a:lnTo>
                    <a:pt x="2092716" y="933087"/>
                  </a:lnTo>
                  <a:lnTo>
                    <a:pt x="2056635" y="892461"/>
                  </a:lnTo>
                  <a:lnTo>
                    <a:pt x="2020553" y="853140"/>
                  </a:lnTo>
                  <a:lnTo>
                    <a:pt x="1984472" y="815215"/>
                  </a:lnTo>
                  <a:lnTo>
                    <a:pt x="1948391" y="778754"/>
                  </a:lnTo>
                  <a:lnTo>
                    <a:pt x="1912309" y="743799"/>
                  </a:lnTo>
                  <a:lnTo>
                    <a:pt x="1876228" y="710372"/>
                  </a:lnTo>
                  <a:lnTo>
                    <a:pt x="1840147" y="678470"/>
                  </a:lnTo>
                  <a:lnTo>
                    <a:pt x="1804065" y="648072"/>
                  </a:lnTo>
                  <a:lnTo>
                    <a:pt x="1767984" y="619141"/>
                  </a:lnTo>
                  <a:lnTo>
                    <a:pt x="1731903" y="591625"/>
                  </a:lnTo>
                  <a:lnTo>
                    <a:pt x="1695821" y="565462"/>
                  </a:lnTo>
                  <a:lnTo>
                    <a:pt x="1659740" y="540583"/>
                  </a:lnTo>
                  <a:lnTo>
                    <a:pt x="1623659" y="516915"/>
                  </a:lnTo>
                  <a:lnTo>
                    <a:pt x="1587578" y="494383"/>
                  </a:lnTo>
                  <a:lnTo>
                    <a:pt x="1551496" y="472912"/>
                  </a:lnTo>
                  <a:lnTo>
                    <a:pt x="1515415" y="452429"/>
                  </a:lnTo>
                  <a:lnTo>
                    <a:pt x="1479334" y="432864"/>
                  </a:lnTo>
                  <a:lnTo>
                    <a:pt x="1443252" y="414150"/>
                  </a:lnTo>
                  <a:lnTo>
                    <a:pt x="1407171" y="396227"/>
                  </a:lnTo>
                  <a:lnTo>
                    <a:pt x="1371090" y="379037"/>
                  </a:lnTo>
                  <a:lnTo>
                    <a:pt x="1335008" y="362526"/>
                  </a:lnTo>
                  <a:lnTo>
                    <a:pt x="1298927" y="346647"/>
                  </a:lnTo>
                  <a:lnTo>
                    <a:pt x="1262846" y="331355"/>
                  </a:lnTo>
                  <a:lnTo>
                    <a:pt x="1226764" y="316611"/>
                  </a:lnTo>
                  <a:lnTo>
                    <a:pt x="1190683" y="302377"/>
                  </a:lnTo>
                  <a:lnTo>
                    <a:pt x="1154602" y="288622"/>
                  </a:lnTo>
                  <a:lnTo>
                    <a:pt x="1118520" y="275314"/>
                  </a:lnTo>
                  <a:lnTo>
                    <a:pt x="1082439" y="262427"/>
                  </a:lnTo>
                  <a:lnTo>
                    <a:pt x="1046358" y="249937"/>
                  </a:lnTo>
                  <a:lnTo>
                    <a:pt x="1010276" y="237821"/>
                  </a:lnTo>
                  <a:lnTo>
                    <a:pt x="974195" y="226059"/>
                  </a:lnTo>
                  <a:lnTo>
                    <a:pt x="938114" y="214633"/>
                  </a:lnTo>
                  <a:lnTo>
                    <a:pt x="902032" y="203526"/>
                  </a:lnTo>
                  <a:lnTo>
                    <a:pt x="865951" y="192723"/>
                  </a:lnTo>
                  <a:lnTo>
                    <a:pt x="829870" y="182210"/>
                  </a:lnTo>
                  <a:lnTo>
                    <a:pt x="793789" y="171973"/>
                  </a:lnTo>
                  <a:lnTo>
                    <a:pt x="757707" y="162002"/>
                  </a:lnTo>
                  <a:lnTo>
                    <a:pt x="721626" y="152286"/>
                  </a:lnTo>
                  <a:lnTo>
                    <a:pt x="685545" y="142815"/>
                  </a:lnTo>
                  <a:lnTo>
                    <a:pt x="649463" y="133578"/>
                  </a:lnTo>
                  <a:lnTo>
                    <a:pt x="613382" y="124569"/>
                  </a:lnTo>
                  <a:lnTo>
                    <a:pt x="577301" y="115779"/>
                  </a:lnTo>
                  <a:lnTo>
                    <a:pt x="541219" y="107200"/>
                  </a:lnTo>
                  <a:lnTo>
                    <a:pt x="505138" y="98825"/>
                  </a:lnTo>
                  <a:lnTo>
                    <a:pt x="469057" y="90649"/>
                  </a:lnTo>
                  <a:lnTo>
                    <a:pt x="432975" y="82664"/>
                  </a:lnTo>
                  <a:lnTo>
                    <a:pt x="396894" y="74866"/>
                  </a:lnTo>
                  <a:lnTo>
                    <a:pt x="360813" y="67249"/>
                  </a:lnTo>
                  <a:lnTo>
                    <a:pt x="324731" y="59807"/>
                  </a:lnTo>
                  <a:lnTo>
                    <a:pt x="288650" y="52535"/>
                  </a:lnTo>
                  <a:lnTo>
                    <a:pt x="252569" y="45430"/>
                  </a:lnTo>
                  <a:lnTo>
                    <a:pt x="216487" y="38487"/>
                  </a:lnTo>
                  <a:lnTo>
                    <a:pt x="180406" y="31701"/>
                  </a:lnTo>
                  <a:lnTo>
                    <a:pt x="144325" y="25069"/>
                  </a:lnTo>
                  <a:lnTo>
                    <a:pt x="108243" y="18586"/>
                  </a:lnTo>
                  <a:lnTo>
                    <a:pt x="72162" y="12249"/>
                  </a:lnTo>
                  <a:lnTo>
                    <a:pt x="36081" y="60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l216"/>
            <p:cNvSpPr/>
            <p:nvPr/>
          </p:nvSpPr>
          <p:spPr>
            <a:xfrm>
              <a:off x="2553218" y="1563481"/>
              <a:ext cx="2850424" cy="1521196"/>
            </a:xfrm>
            <a:custGeom>
              <a:avLst/>
              <a:gdLst/>
              <a:ahLst/>
              <a:cxnLst/>
              <a:rect l="0" t="0" r="0" b="0"/>
              <a:pathLst>
                <a:path w="2850424" h="1521196">
                  <a:moveTo>
                    <a:pt x="0" y="0"/>
                  </a:moveTo>
                  <a:lnTo>
                    <a:pt x="36081" y="2683"/>
                  </a:lnTo>
                  <a:lnTo>
                    <a:pt x="72162" y="5515"/>
                  </a:lnTo>
                  <a:lnTo>
                    <a:pt x="108243" y="8505"/>
                  </a:lnTo>
                  <a:lnTo>
                    <a:pt x="144325" y="11660"/>
                  </a:lnTo>
                  <a:lnTo>
                    <a:pt x="180406" y="14989"/>
                  </a:lnTo>
                  <a:lnTo>
                    <a:pt x="216487" y="18502"/>
                  </a:lnTo>
                  <a:lnTo>
                    <a:pt x="252569" y="22207"/>
                  </a:lnTo>
                  <a:lnTo>
                    <a:pt x="288650" y="26115"/>
                  </a:lnTo>
                  <a:lnTo>
                    <a:pt x="324731" y="30236"/>
                  </a:lnTo>
                  <a:lnTo>
                    <a:pt x="360813" y="34581"/>
                  </a:lnTo>
                  <a:lnTo>
                    <a:pt x="396894" y="39162"/>
                  </a:lnTo>
                  <a:lnTo>
                    <a:pt x="432975" y="43989"/>
                  </a:lnTo>
                  <a:lnTo>
                    <a:pt x="469057" y="49075"/>
                  </a:lnTo>
                  <a:lnTo>
                    <a:pt x="505138" y="54433"/>
                  </a:lnTo>
                  <a:lnTo>
                    <a:pt x="541219" y="60076"/>
                  </a:lnTo>
                  <a:lnTo>
                    <a:pt x="577301" y="66017"/>
                  </a:lnTo>
                  <a:lnTo>
                    <a:pt x="613382" y="72272"/>
                  </a:lnTo>
                  <a:lnTo>
                    <a:pt x="649463" y="78854"/>
                  </a:lnTo>
                  <a:lnTo>
                    <a:pt x="685545" y="85778"/>
                  </a:lnTo>
                  <a:lnTo>
                    <a:pt x="721626" y="93061"/>
                  </a:lnTo>
                  <a:lnTo>
                    <a:pt x="757707" y="100718"/>
                  </a:lnTo>
                  <a:lnTo>
                    <a:pt x="793789" y="108765"/>
                  </a:lnTo>
                  <a:lnTo>
                    <a:pt x="829870" y="117220"/>
                  </a:lnTo>
                  <a:lnTo>
                    <a:pt x="865951" y="126100"/>
                  </a:lnTo>
                  <a:lnTo>
                    <a:pt x="902032" y="135422"/>
                  </a:lnTo>
                  <a:lnTo>
                    <a:pt x="938114" y="145205"/>
                  </a:lnTo>
                  <a:lnTo>
                    <a:pt x="974195" y="155466"/>
                  </a:lnTo>
                  <a:lnTo>
                    <a:pt x="1010276" y="166225"/>
                  </a:lnTo>
                  <a:lnTo>
                    <a:pt x="1046358" y="177500"/>
                  </a:lnTo>
                  <a:lnTo>
                    <a:pt x="1082439" y="189309"/>
                  </a:lnTo>
                  <a:lnTo>
                    <a:pt x="1118520" y="201672"/>
                  </a:lnTo>
                  <a:lnTo>
                    <a:pt x="1154602" y="214607"/>
                  </a:lnTo>
                  <a:lnTo>
                    <a:pt x="1190683" y="228134"/>
                  </a:lnTo>
                  <a:lnTo>
                    <a:pt x="1226764" y="242270"/>
                  </a:lnTo>
                  <a:lnTo>
                    <a:pt x="1262846" y="257034"/>
                  </a:lnTo>
                  <a:lnTo>
                    <a:pt x="1298927" y="272443"/>
                  </a:lnTo>
                  <a:lnTo>
                    <a:pt x="1335008" y="288516"/>
                  </a:lnTo>
                  <a:lnTo>
                    <a:pt x="1371090" y="305267"/>
                  </a:lnTo>
                  <a:lnTo>
                    <a:pt x="1407171" y="322713"/>
                  </a:lnTo>
                  <a:lnTo>
                    <a:pt x="1443252" y="340869"/>
                  </a:lnTo>
                  <a:lnTo>
                    <a:pt x="1479334" y="359747"/>
                  </a:lnTo>
                  <a:lnTo>
                    <a:pt x="1515415" y="379362"/>
                  </a:lnTo>
                  <a:lnTo>
                    <a:pt x="1551496" y="399722"/>
                  </a:lnTo>
                  <a:lnTo>
                    <a:pt x="1587578" y="420838"/>
                  </a:lnTo>
                  <a:lnTo>
                    <a:pt x="1623659" y="442717"/>
                  </a:lnTo>
                  <a:lnTo>
                    <a:pt x="1659740" y="465364"/>
                  </a:lnTo>
                  <a:lnTo>
                    <a:pt x="1695821" y="488783"/>
                  </a:lnTo>
                  <a:lnTo>
                    <a:pt x="1731903" y="512975"/>
                  </a:lnTo>
                  <a:lnTo>
                    <a:pt x="1767984" y="537938"/>
                  </a:lnTo>
                  <a:lnTo>
                    <a:pt x="1804065" y="563668"/>
                  </a:lnTo>
                  <a:lnTo>
                    <a:pt x="1840147" y="590159"/>
                  </a:lnTo>
                  <a:lnTo>
                    <a:pt x="1876228" y="617401"/>
                  </a:lnTo>
                  <a:lnTo>
                    <a:pt x="1912309" y="645380"/>
                  </a:lnTo>
                  <a:lnTo>
                    <a:pt x="1948391" y="674082"/>
                  </a:lnTo>
                  <a:lnTo>
                    <a:pt x="1984472" y="703488"/>
                  </a:lnTo>
                  <a:lnTo>
                    <a:pt x="2020553" y="733574"/>
                  </a:lnTo>
                  <a:lnTo>
                    <a:pt x="2056635" y="764316"/>
                  </a:lnTo>
                  <a:lnTo>
                    <a:pt x="2092716" y="795685"/>
                  </a:lnTo>
                  <a:lnTo>
                    <a:pt x="2128797" y="827649"/>
                  </a:lnTo>
                  <a:lnTo>
                    <a:pt x="2164879" y="860172"/>
                  </a:lnTo>
                  <a:lnTo>
                    <a:pt x="2200960" y="893218"/>
                  </a:lnTo>
                  <a:lnTo>
                    <a:pt x="2237041" y="926744"/>
                  </a:lnTo>
                  <a:lnTo>
                    <a:pt x="2273123" y="960707"/>
                  </a:lnTo>
                  <a:lnTo>
                    <a:pt x="2309204" y="995061"/>
                  </a:lnTo>
                  <a:lnTo>
                    <a:pt x="2345285" y="1029757"/>
                  </a:lnTo>
                  <a:lnTo>
                    <a:pt x="2381367" y="1064744"/>
                  </a:lnTo>
                  <a:lnTo>
                    <a:pt x="2417448" y="1099970"/>
                  </a:lnTo>
                  <a:lnTo>
                    <a:pt x="2453529" y="1135381"/>
                  </a:lnTo>
                  <a:lnTo>
                    <a:pt x="2489611" y="1170922"/>
                  </a:lnTo>
                  <a:lnTo>
                    <a:pt x="2525692" y="1206536"/>
                  </a:lnTo>
                  <a:lnTo>
                    <a:pt x="2561773" y="1242167"/>
                  </a:lnTo>
                  <a:lnTo>
                    <a:pt x="2597854" y="1277760"/>
                  </a:lnTo>
                  <a:lnTo>
                    <a:pt x="2633936" y="1313256"/>
                  </a:lnTo>
                  <a:lnTo>
                    <a:pt x="2670017" y="1348602"/>
                  </a:lnTo>
                  <a:lnTo>
                    <a:pt x="2706098" y="1383741"/>
                  </a:lnTo>
                  <a:lnTo>
                    <a:pt x="2742180" y="1418621"/>
                  </a:lnTo>
                  <a:lnTo>
                    <a:pt x="2778261" y="1453190"/>
                  </a:lnTo>
                  <a:lnTo>
                    <a:pt x="2814342" y="1487397"/>
                  </a:lnTo>
                  <a:lnTo>
                    <a:pt x="2850424" y="152119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tx217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1352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256205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225" name="tx225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926491" y="2476631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227" name="pt227"/>
            <p:cNvSpPr/>
            <p:nvPr/>
          </p:nvSpPr>
          <p:spPr>
            <a:xfrm>
              <a:off x="5991067" y="272555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8" name="rc228"/>
            <p:cNvSpPr/>
            <p:nvPr/>
          </p:nvSpPr>
          <p:spPr>
            <a:xfrm>
              <a:off x="5926491" y="2660978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29" name="pl229"/>
            <p:cNvSpPr/>
            <p:nvPr/>
          </p:nvSpPr>
          <p:spPr>
            <a:xfrm>
              <a:off x="5948436" y="2770706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0" name="pt230"/>
            <p:cNvSpPr/>
            <p:nvPr/>
          </p:nvSpPr>
          <p:spPr>
            <a:xfrm>
              <a:off x="5991067" y="2945010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1" name="rc231"/>
            <p:cNvSpPr/>
            <p:nvPr/>
          </p:nvSpPr>
          <p:spPr>
            <a:xfrm>
              <a:off x="5926491" y="2880434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2" name="pl232"/>
            <p:cNvSpPr/>
            <p:nvPr/>
          </p:nvSpPr>
          <p:spPr>
            <a:xfrm>
              <a:off x="5948436" y="299016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3" name="tx233"/>
            <p:cNvSpPr/>
            <p:nvPr/>
          </p:nvSpPr>
          <p:spPr>
            <a:xfrm>
              <a:off x="6215536" y="2730701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6215536" y="2950157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428519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428519" y="1165040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roup 495">
            <a:extLst>
              <a:ext uri="{FF2B5EF4-FFF2-40B4-BE49-F238E27FC236}">
                <a16:creationId xmlns:a16="http://schemas.microsoft.com/office/drawing/2014/main" id="{22E3EA94-206C-3EA9-62B9-88D9D7AD8B48}"/>
              </a:ext>
            </a:extLst>
          </p:cNvPr>
          <p:cNvGrpSpPr/>
          <p:nvPr/>
        </p:nvGrpSpPr>
        <p:grpSpPr>
          <a:xfrm>
            <a:off x="1086362" y="5489848"/>
            <a:ext cx="4825979" cy="3488977"/>
            <a:chOff x="1166868" y="1093717"/>
            <a:chExt cx="4825979" cy="3488977"/>
          </a:xfrm>
        </p:grpSpPr>
        <p:sp>
          <p:nvSpPr>
            <p:cNvPr id="7" name="pl5">
              <a:extLst>
                <a:ext uri="{FF2B5EF4-FFF2-40B4-BE49-F238E27FC236}">
                  <a16:creationId xmlns:a16="http://schemas.microsoft.com/office/drawing/2014/main" id="{49F0ACED-2FBB-B683-BA14-ED9BAFF584FA}"/>
                </a:ext>
              </a:extLst>
            </p:cNvPr>
            <p:cNvSpPr/>
            <p:nvPr/>
          </p:nvSpPr>
          <p:spPr>
            <a:xfrm>
              <a:off x="1611399" y="383910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6">
              <a:extLst>
                <a:ext uri="{FF2B5EF4-FFF2-40B4-BE49-F238E27FC236}">
                  <a16:creationId xmlns:a16="http://schemas.microsoft.com/office/drawing/2014/main" id="{7CF61A7F-2414-9A69-1106-723FEB25B90C}"/>
                </a:ext>
              </a:extLst>
            </p:cNvPr>
            <p:cNvSpPr/>
            <p:nvPr/>
          </p:nvSpPr>
          <p:spPr>
            <a:xfrm>
              <a:off x="1611399" y="320678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7">
              <a:extLst>
                <a:ext uri="{FF2B5EF4-FFF2-40B4-BE49-F238E27FC236}">
                  <a16:creationId xmlns:a16="http://schemas.microsoft.com/office/drawing/2014/main" id="{901E7887-7DB4-0175-F3CB-99EA8B173A0C}"/>
                </a:ext>
              </a:extLst>
            </p:cNvPr>
            <p:cNvSpPr/>
            <p:nvPr/>
          </p:nvSpPr>
          <p:spPr>
            <a:xfrm>
              <a:off x="1611399" y="257446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8">
              <a:extLst>
                <a:ext uri="{FF2B5EF4-FFF2-40B4-BE49-F238E27FC236}">
                  <a16:creationId xmlns:a16="http://schemas.microsoft.com/office/drawing/2014/main" id="{FD89E0A8-EC3D-C946-AA55-761784FDD658}"/>
                </a:ext>
              </a:extLst>
            </p:cNvPr>
            <p:cNvSpPr/>
            <p:nvPr/>
          </p:nvSpPr>
          <p:spPr>
            <a:xfrm>
              <a:off x="1611399" y="194215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9">
              <a:extLst>
                <a:ext uri="{FF2B5EF4-FFF2-40B4-BE49-F238E27FC236}">
                  <a16:creationId xmlns:a16="http://schemas.microsoft.com/office/drawing/2014/main" id="{F26572D0-24A8-E018-D256-47A46415D9CA}"/>
                </a:ext>
              </a:extLst>
            </p:cNvPr>
            <p:cNvSpPr/>
            <p:nvPr/>
          </p:nvSpPr>
          <p:spPr>
            <a:xfrm>
              <a:off x="2196845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0">
              <a:extLst>
                <a:ext uri="{FF2B5EF4-FFF2-40B4-BE49-F238E27FC236}">
                  <a16:creationId xmlns:a16="http://schemas.microsoft.com/office/drawing/2014/main" id="{891F5B73-ABD7-FCA7-A39A-09342DC79AEC}"/>
                </a:ext>
              </a:extLst>
            </p:cNvPr>
            <p:cNvSpPr/>
            <p:nvPr/>
          </p:nvSpPr>
          <p:spPr>
            <a:xfrm>
              <a:off x="3009311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1">
              <a:extLst>
                <a:ext uri="{FF2B5EF4-FFF2-40B4-BE49-F238E27FC236}">
                  <a16:creationId xmlns:a16="http://schemas.microsoft.com/office/drawing/2014/main" id="{5C5BA7AE-402F-1B55-F4F5-7739975137F3}"/>
                </a:ext>
              </a:extLst>
            </p:cNvPr>
            <p:cNvSpPr/>
            <p:nvPr/>
          </p:nvSpPr>
          <p:spPr>
            <a:xfrm>
              <a:off x="3821778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2">
              <a:extLst>
                <a:ext uri="{FF2B5EF4-FFF2-40B4-BE49-F238E27FC236}">
                  <a16:creationId xmlns:a16="http://schemas.microsoft.com/office/drawing/2014/main" id="{ECF63726-7448-B6D7-A5FD-BC01A5112859}"/>
                </a:ext>
              </a:extLst>
            </p:cNvPr>
            <p:cNvSpPr/>
            <p:nvPr/>
          </p:nvSpPr>
          <p:spPr>
            <a:xfrm>
              <a:off x="4634244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3">
              <a:extLst>
                <a:ext uri="{FF2B5EF4-FFF2-40B4-BE49-F238E27FC236}">
                  <a16:creationId xmlns:a16="http://schemas.microsoft.com/office/drawing/2014/main" id="{DEB8CC1D-B74B-008C-2777-AB17D4E21E50}"/>
                </a:ext>
              </a:extLst>
            </p:cNvPr>
            <p:cNvSpPr/>
            <p:nvPr/>
          </p:nvSpPr>
          <p:spPr>
            <a:xfrm>
              <a:off x="5446711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4">
              <a:extLst>
                <a:ext uri="{FF2B5EF4-FFF2-40B4-BE49-F238E27FC236}">
                  <a16:creationId xmlns:a16="http://schemas.microsoft.com/office/drawing/2014/main" id="{6D18C636-64B4-E98F-E35D-A6B5D3301F5C}"/>
                </a:ext>
              </a:extLst>
            </p:cNvPr>
            <p:cNvSpPr/>
            <p:nvPr/>
          </p:nvSpPr>
          <p:spPr>
            <a:xfrm>
              <a:off x="1611399" y="415526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5">
              <a:extLst>
                <a:ext uri="{FF2B5EF4-FFF2-40B4-BE49-F238E27FC236}">
                  <a16:creationId xmlns:a16="http://schemas.microsoft.com/office/drawing/2014/main" id="{F1B99F4D-FBA2-27F6-C02B-85254E98C81E}"/>
                </a:ext>
              </a:extLst>
            </p:cNvPr>
            <p:cNvSpPr/>
            <p:nvPr/>
          </p:nvSpPr>
          <p:spPr>
            <a:xfrm>
              <a:off x="1611399" y="35229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6">
              <a:extLst>
                <a:ext uri="{FF2B5EF4-FFF2-40B4-BE49-F238E27FC236}">
                  <a16:creationId xmlns:a16="http://schemas.microsoft.com/office/drawing/2014/main" id="{B355E58B-62D4-81DA-DA1D-F53C2C8CFA8E}"/>
                </a:ext>
              </a:extLst>
            </p:cNvPr>
            <p:cNvSpPr/>
            <p:nvPr/>
          </p:nvSpPr>
          <p:spPr>
            <a:xfrm>
              <a:off x="1611399" y="289062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7">
              <a:extLst>
                <a:ext uri="{FF2B5EF4-FFF2-40B4-BE49-F238E27FC236}">
                  <a16:creationId xmlns:a16="http://schemas.microsoft.com/office/drawing/2014/main" id="{C245B734-DE63-96C3-B277-AC955F7AA6BE}"/>
                </a:ext>
              </a:extLst>
            </p:cNvPr>
            <p:cNvSpPr/>
            <p:nvPr/>
          </p:nvSpPr>
          <p:spPr>
            <a:xfrm>
              <a:off x="1611399" y="225831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18">
              <a:extLst>
                <a:ext uri="{FF2B5EF4-FFF2-40B4-BE49-F238E27FC236}">
                  <a16:creationId xmlns:a16="http://schemas.microsoft.com/office/drawing/2014/main" id="{96DA37AE-D933-E909-7E9D-A153A9147763}"/>
                </a:ext>
              </a:extLst>
            </p:cNvPr>
            <p:cNvSpPr/>
            <p:nvPr/>
          </p:nvSpPr>
          <p:spPr>
            <a:xfrm>
              <a:off x="1611399" y="162599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19">
              <a:extLst>
                <a:ext uri="{FF2B5EF4-FFF2-40B4-BE49-F238E27FC236}">
                  <a16:creationId xmlns:a16="http://schemas.microsoft.com/office/drawing/2014/main" id="{DAE6B54E-B594-8594-9627-FD1BF862F1F7}"/>
                </a:ext>
              </a:extLst>
            </p:cNvPr>
            <p:cNvSpPr/>
            <p:nvPr/>
          </p:nvSpPr>
          <p:spPr>
            <a:xfrm>
              <a:off x="1790612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0">
              <a:extLst>
                <a:ext uri="{FF2B5EF4-FFF2-40B4-BE49-F238E27FC236}">
                  <a16:creationId xmlns:a16="http://schemas.microsoft.com/office/drawing/2014/main" id="{2C369B7A-54B9-DA85-7011-7729C0EFBC00}"/>
                </a:ext>
              </a:extLst>
            </p:cNvPr>
            <p:cNvSpPr/>
            <p:nvPr/>
          </p:nvSpPr>
          <p:spPr>
            <a:xfrm>
              <a:off x="2603078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l21">
              <a:extLst>
                <a:ext uri="{FF2B5EF4-FFF2-40B4-BE49-F238E27FC236}">
                  <a16:creationId xmlns:a16="http://schemas.microsoft.com/office/drawing/2014/main" id="{22EB0B72-C9FB-5D5C-4F73-37934F2713E4}"/>
                </a:ext>
              </a:extLst>
            </p:cNvPr>
            <p:cNvSpPr/>
            <p:nvPr/>
          </p:nvSpPr>
          <p:spPr>
            <a:xfrm>
              <a:off x="3415545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l22">
              <a:extLst>
                <a:ext uri="{FF2B5EF4-FFF2-40B4-BE49-F238E27FC236}">
                  <a16:creationId xmlns:a16="http://schemas.microsoft.com/office/drawing/2014/main" id="{A2272544-F7DE-15D1-B879-1336B6B0A376}"/>
                </a:ext>
              </a:extLst>
            </p:cNvPr>
            <p:cNvSpPr/>
            <p:nvPr/>
          </p:nvSpPr>
          <p:spPr>
            <a:xfrm>
              <a:off x="4228011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l23">
              <a:extLst>
                <a:ext uri="{FF2B5EF4-FFF2-40B4-BE49-F238E27FC236}">
                  <a16:creationId xmlns:a16="http://schemas.microsoft.com/office/drawing/2014/main" id="{82CB7B68-55E7-E79A-931B-A30DEF5DDB71}"/>
                </a:ext>
              </a:extLst>
            </p:cNvPr>
            <p:cNvSpPr/>
            <p:nvPr/>
          </p:nvSpPr>
          <p:spPr>
            <a:xfrm>
              <a:off x="5040478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l24">
              <a:extLst>
                <a:ext uri="{FF2B5EF4-FFF2-40B4-BE49-F238E27FC236}">
                  <a16:creationId xmlns:a16="http://schemas.microsoft.com/office/drawing/2014/main" id="{5C95B87C-ACD1-76E8-1AE9-AF0717683E18}"/>
                </a:ext>
              </a:extLst>
            </p:cNvPr>
            <p:cNvSpPr/>
            <p:nvPr/>
          </p:nvSpPr>
          <p:spPr>
            <a:xfrm>
              <a:off x="5852944" y="1499530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5">
              <a:extLst>
                <a:ext uri="{FF2B5EF4-FFF2-40B4-BE49-F238E27FC236}">
                  <a16:creationId xmlns:a16="http://schemas.microsoft.com/office/drawing/2014/main" id="{60D66289-F34E-6905-7962-AD6BA99E2015}"/>
                </a:ext>
              </a:extLst>
            </p:cNvPr>
            <p:cNvSpPr/>
            <p:nvPr/>
          </p:nvSpPr>
          <p:spPr>
            <a:xfrm>
              <a:off x="411677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6">
              <a:extLst>
                <a:ext uri="{FF2B5EF4-FFF2-40B4-BE49-F238E27FC236}">
                  <a16:creationId xmlns:a16="http://schemas.microsoft.com/office/drawing/2014/main" id="{EC578AF1-48A0-A951-9F95-DB5BD65BDF75}"/>
                </a:ext>
              </a:extLst>
            </p:cNvPr>
            <p:cNvSpPr/>
            <p:nvPr/>
          </p:nvSpPr>
          <p:spPr>
            <a:xfrm>
              <a:off x="489808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7">
              <a:extLst>
                <a:ext uri="{FF2B5EF4-FFF2-40B4-BE49-F238E27FC236}">
                  <a16:creationId xmlns:a16="http://schemas.microsoft.com/office/drawing/2014/main" id="{BC552D1F-DE0F-951F-971F-2939BE9E4BC0}"/>
                </a:ext>
              </a:extLst>
            </p:cNvPr>
            <p:cNvSpPr/>
            <p:nvPr/>
          </p:nvSpPr>
          <p:spPr>
            <a:xfrm>
              <a:off x="2289316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28">
              <a:extLst>
                <a:ext uri="{FF2B5EF4-FFF2-40B4-BE49-F238E27FC236}">
                  <a16:creationId xmlns:a16="http://schemas.microsoft.com/office/drawing/2014/main" id="{AD4F52D3-A8FD-CDF6-0C4C-27F73EC84A24}"/>
                </a:ext>
              </a:extLst>
            </p:cNvPr>
            <p:cNvSpPr/>
            <p:nvPr/>
          </p:nvSpPr>
          <p:spPr>
            <a:xfrm>
              <a:off x="4234923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29">
              <a:extLst>
                <a:ext uri="{FF2B5EF4-FFF2-40B4-BE49-F238E27FC236}">
                  <a16:creationId xmlns:a16="http://schemas.microsoft.com/office/drawing/2014/main" id="{745DC242-D15D-9CC6-C3ED-997B45415DC7}"/>
                </a:ext>
              </a:extLst>
            </p:cNvPr>
            <p:cNvSpPr/>
            <p:nvPr/>
          </p:nvSpPr>
          <p:spPr>
            <a:xfrm>
              <a:off x="2289316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0">
              <a:extLst>
                <a:ext uri="{FF2B5EF4-FFF2-40B4-BE49-F238E27FC236}">
                  <a16:creationId xmlns:a16="http://schemas.microsoft.com/office/drawing/2014/main" id="{633452AB-DEE3-D454-9B86-5D57122EACCF}"/>
                </a:ext>
              </a:extLst>
            </p:cNvPr>
            <p:cNvSpPr/>
            <p:nvPr/>
          </p:nvSpPr>
          <p:spPr>
            <a:xfrm>
              <a:off x="229350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1">
              <a:extLst>
                <a:ext uri="{FF2B5EF4-FFF2-40B4-BE49-F238E27FC236}">
                  <a16:creationId xmlns:a16="http://schemas.microsoft.com/office/drawing/2014/main" id="{6C789F76-D6FE-2532-AF3D-78250ADA90AB}"/>
                </a:ext>
              </a:extLst>
            </p:cNvPr>
            <p:cNvSpPr/>
            <p:nvPr/>
          </p:nvSpPr>
          <p:spPr>
            <a:xfrm>
              <a:off x="246213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2">
              <a:extLst>
                <a:ext uri="{FF2B5EF4-FFF2-40B4-BE49-F238E27FC236}">
                  <a16:creationId xmlns:a16="http://schemas.microsoft.com/office/drawing/2014/main" id="{C8DF9E23-3FDD-0B02-315A-381E2DDFE8FB}"/>
                </a:ext>
              </a:extLst>
            </p:cNvPr>
            <p:cNvSpPr/>
            <p:nvPr/>
          </p:nvSpPr>
          <p:spPr>
            <a:xfrm>
              <a:off x="228475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g33">
              <a:extLst>
                <a:ext uri="{FF2B5EF4-FFF2-40B4-BE49-F238E27FC236}">
                  <a16:creationId xmlns:a16="http://schemas.microsoft.com/office/drawing/2014/main" id="{682C9CE8-6854-5549-1BBE-B4E310C07014}"/>
                </a:ext>
              </a:extLst>
            </p:cNvPr>
            <p:cNvSpPr/>
            <p:nvPr/>
          </p:nvSpPr>
          <p:spPr>
            <a:xfrm>
              <a:off x="411745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g34">
              <a:extLst>
                <a:ext uri="{FF2B5EF4-FFF2-40B4-BE49-F238E27FC236}">
                  <a16:creationId xmlns:a16="http://schemas.microsoft.com/office/drawing/2014/main" id="{AA27E41D-EB86-2AF2-A818-A45D0B38FA51}"/>
                </a:ext>
              </a:extLst>
            </p:cNvPr>
            <p:cNvSpPr/>
            <p:nvPr/>
          </p:nvSpPr>
          <p:spPr>
            <a:xfrm>
              <a:off x="4179754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g35">
              <a:extLst>
                <a:ext uri="{FF2B5EF4-FFF2-40B4-BE49-F238E27FC236}">
                  <a16:creationId xmlns:a16="http://schemas.microsoft.com/office/drawing/2014/main" id="{5B73FEE2-6B18-DAC5-A21C-8D2680D3464A}"/>
                </a:ext>
              </a:extLst>
            </p:cNvPr>
            <p:cNvSpPr/>
            <p:nvPr/>
          </p:nvSpPr>
          <p:spPr>
            <a:xfrm>
              <a:off x="4035325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g36">
              <a:extLst>
                <a:ext uri="{FF2B5EF4-FFF2-40B4-BE49-F238E27FC236}">
                  <a16:creationId xmlns:a16="http://schemas.microsoft.com/office/drawing/2014/main" id="{872F8420-C727-7FF3-5CFF-788FB8D741CD}"/>
                </a:ext>
              </a:extLst>
            </p:cNvPr>
            <p:cNvSpPr/>
            <p:nvPr/>
          </p:nvSpPr>
          <p:spPr>
            <a:xfrm>
              <a:off x="237679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g37">
              <a:extLst>
                <a:ext uri="{FF2B5EF4-FFF2-40B4-BE49-F238E27FC236}">
                  <a16:creationId xmlns:a16="http://schemas.microsoft.com/office/drawing/2014/main" id="{DBFFF797-A9E7-2282-16C6-42F10EE68E75}"/>
                </a:ext>
              </a:extLst>
            </p:cNvPr>
            <p:cNvSpPr/>
            <p:nvPr/>
          </p:nvSpPr>
          <p:spPr>
            <a:xfrm>
              <a:off x="4173724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g38">
              <a:extLst>
                <a:ext uri="{FF2B5EF4-FFF2-40B4-BE49-F238E27FC236}">
                  <a16:creationId xmlns:a16="http://schemas.microsoft.com/office/drawing/2014/main" id="{E77A294E-3EEC-61B5-03A2-58DAAEAB1634}"/>
                </a:ext>
              </a:extLst>
            </p:cNvPr>
            <p:cNvSpPr/>
            <p:nvPr/>
          </p:nvSpPr>
          <p:spPr>
            <a:xfrm>
              <a:off x="489555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g39">
              <a:extLst>
                <a:ext uri="{FF2B5EF4-FFF2-40B4-BE49-F238E27FC236}">
                  <a16:creationId xmlns:a16="http://schemas.microsoft.com/office/drawing/2014/main" id="{B1612E0A-DA2F-1A30-4C51-5E83CC4A61F9}"/>
                </a:ext>
              </a:extLst>
            </p:cNvPr>
            <p:cNvSpPr/>
            <p:nvPr/>
          </p:nvSpPr>
          <p:spPr>
            <a:xfrm>
              <a:off x="244174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g40">
              <a:extLst>
                <a:ext uri="{FF2B5EF4-FFF2-40B4-BE49-F238E27FC236}">
                  <a16:creationId xmlns:a16="http://schemas.microsoft.com/office/drawing/2014/main" id="{6673BC7A-D8C3-A346-6601-4AFDBAEFD39B}"/>
                </a:ext>
              </a:extLst>
            </p:cNvPr>
            <p:cNvSpPr/>
            <p:nvPr/>
          </p:nvSpPr>
          <p:spPr>
            <a:xfrm>
              <a:off x="403871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g41">
              <a:extLst>
                <a:ext uri="{FF2B5EF4-FFF2-40B4-BE49-F238E27FC236}">
                  <a16:creationId xmlns:a16="http://schemas.microsoft.com/office/drawing/2014/main" id="{A130610F-17D6-71A6-61BD-86F376778B9B}"/>
                </a:ext>
              </a:extLst>
            </p:cNvPr>
            <p:cNvSpPr/>
            <p:nvPr/>
          </p:nvSpPr>
          <p:spPr>
            <a:xfrm>
              <a:off x="228922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g42">
              <a:extLst>
                <a:ext uri="{FF2B5EF4-FFF2-40B4-BE49-F238E27FC236}">
                  <a16:creationId xmlns:a16="http://schemas.microsoft.com/office/drawing/2014/main" id="{B8E308F7-B6B8-09B0-7E00-633D5C939903}"/>
                </a:ext>
              </a:extLst>
            </p:cNvPr>
            <p:cNvSpPr/>
            <p:nvPr/>
          </p:nvSpPr>
          <p:spPr>
            <a:xfrm>
              <a:off x="249032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3">
              <a:extLst>
                <a:ext uri="{FF2B5EF4-FFF2-40B4-BE49-F238E27FC236}">
                  <a16:creationId xmlns:a16="http://schemas.microsoft.com/office/drawing/2014/main" id="{AAB3C71B-6829-0DAB-C7D7-9D58BB3864F7}"/>
                </a:ext>
              </a:extLst>
            </p:cNvPr>
            <p:cNvSpPr/>
            <p:nvPr/>
          </p:nvSpPr>
          <p:spPr>
            <a:xfrm>
              <a:off x="237258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4">
              <a:extLst>
                <a:ext uri="{FF2B5EF4-FFF2-40B4-BE49-F238E27FC236}">
                  <a16:creationId xmlns:a16="http://schemas.microsoft.com/office/drawing/2014/main" id="{12A85C1A-1DB3-6E5A-4C40-05B9E82C3BC2}"/>
                </a:ext>
              </a:extLst>
            </p:cNvPr>
            <p:cNvSpPr/>
            <p:nvPr/>
          </p:nvSpPr>
          <p:spPr>
            <a:xfrm>
              <a:off x="3881548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5">
              <a:extLst>
                <a:ext uri="{FF2B5EF4-FFF2-40B4-BE49-F238E27FC236}">
                  <a16:creationId xmlns:a16="http://schemas.microsoft.com/office/drawing/2014/main" id="{940996A5-7871-ECCD-46B0-E5C693FD8E98}"/>
                </a:ext>
              </a:extLst>
            </p:cNvPr>
            <p:cNvSpPr/>
            <p:nvPr/>
          </p:nvSpPr>
          <p:spPr>
            <a:xfrm>
              <a:off x="3884223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6">
              <a:extLst>
                <a:ext uri="{FF2B5EF4-FFF2-40B4-BE49-F238E27FC236}">
                  <a16:creationId xmlns:a16="http://schemas.microsoft.com/office/drawing/2014/main" id="{9D7C6300-7B18-FA7C-BC30-C1DE24B2AE7F}"/>
                </a:ext>
              </a:extLst>
            </p:cNvPr>
            <p:cNvSpPr/>
            <p:nvPr/>
          </p:nvSpPr>
          <p:spPr>
            <a:xfrm>
              <a:off x="229010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7">
              <a:extLst>
                <a:ext uri="{FF2B5EF4-FFF2-40B4-BE49-F238E27FC236}">
                  <a16:creationId xmlns:a16="http://schemas.microsoft.com/office/drawing/2014/main" id="{DE614AC0-CEA1-1A0D-C65D-08E114613C19}"/>
                </a:ext>
              </a:extLst>
            </p:cNvPr>
            <p:cNvSpPr/>
            <p:nvPr/>
          </p:nvSpPr>
          <p:spPr>
            <a:xfrm>
              <a:off x="246213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48">
              <a:extLst>
                <a:ext uri="{FF2B5EF4-FFF2-40B4-BE49-F238E27FC236}">
                  <a16:creationId xmlns:a16="http://schemas.microsoft.com/office/drawing/2014/main" id="{B0D4913A-33E3-4E76-4D56-787BA9FF7B67}"/>
                </a:ext>
              </a:extLst>
            </p:cNvPr>
            <p:cNvSpPr/>
            <p:nvPr/>
          </p:nvSpPr>
          <p:spPr>
            <a:xfrm>
              <a:off x="423225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t49">
              <a:extLst>
                <a:ext uri="{FF2B5EF4-FFF2-40B4-BE49-F238E27FC236}">
                  <a16:creationId xmlns:a16="http://schemas.microsoft.com/office/drawing/2014/main" id="{0553BD69-038E-D412-D112-E73CE87DD683}"/>
                </a:ext>
              </a:extLst>
            </p:cNvPr>
            <p:cNvSpPr/>
            <p:nvPr/>
          </p:nvSpPr>
          <p:spPr>
            <a:xfrm>
              <a:off x="2067801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t50">
              <a:extLst>
                <a:ext uri="{FF2B5EF4-FFF2-40B4-BE49-F238E27FC236}">
                  <a16:creationId xmlns:a16="http://schemas.microsoft.com/office/drawing/2014/main" id="{FAAA902E-E14B-5CDD-EBAA-71B5EFFC97ED}"/>
                </a:ext>
              </a:extLst>
            </p:cNvPr>
            <p:cNvSpPr/>
            <p:nvPr/>
          </p:nvSpPr>
          <p:spPr>
            <a:xfrm>
              <a:off x="448591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t51">
              <a:extLst>
                <a:ext uri="{FF2B5EF4-FFF2-40B4-BE49-F238E27FC236}">
                  <a16:creationId xmlns:a16="http://schemas.microsoft.com/office/drawing/2014/main" id="{274312BA-7BE2-F086-7FC0-A66151917E08}"/>
                </a:ext>
              </a:extLst>
            </p:cNvPr>
            <p:cNvSpPr/>
            <p:nvPr/>
          </p:nvSpPr>
          <p:spPr>
            <a:xfrm>
              <a:off x="2023504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t52">
              <a:extLst>
                <a:ext uri="{FF2B5EF4-FFF2-40B4-BE49-F238E27FC236}">
                  <a16:creationId xmlns:a16="http://schemas.microsoft.com/office/drawing/2014/main" id="{3C12F72F-ABDD-EE16-B56D-8F43CD682188}"/>
                </a:ext>
              </a:extLst>
            </p:cNvPr>
            <p:cNvSpPr/>
            <p:nvPr/>
          </p:nvSpPr>
          <p:spPr>
            <a:xfrm>
              <a:off x="473283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t53">
              <a:extLst>
                <a:ext uri="{FF2B5EF4-FFF2-40B4-BE49-F238E27FC236}">
                  <a16:creationId xmlns:a16="http://schemas.microsoft.com/office/drawing/2014/main" id="{A059C3D5-AF21-2759-1C55-EC18E2B266AC}"/>
                </a:ext>
              </a:extLst>
            </p:cNvPr>
            <p:cNvSpPr/>
            <p:nvPr/>
          </p:nvSpPr>
          <p:spPr>
            <a:xfrm>
              <a:off x="2457448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t54">
              <a:extLst>
                <a:ext uri="{FF2B5EF4-FFF2-40B4-BE49-F238E27FC236}">
                  <a16:creationId xmlns:a16="http://schemas.microsoft.com/office/drawing/2014/main" id="{ADA0BB5F-8BA7-8CD0-77A8-9C47FB79FFF3}"/>
                </a:ext>
              </a:extLst>
            </p:cNvPr>
            <p:cNvSpPr/>
            <p:nvPr/>
          </p:nvSpPr>
          <p:spPr>
            <a:xfrm>
              <a:off x="448598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5">
              <a:extLst>
                <a:ext uri="{FF2B5EF4-FFF2-40B4-BE49-F238E27FC236}">
                  <a16:creationId xmlns:a16="http://schemas.microsoft.com/office/drawing/2014/main" id="{83827E70-82F4-9097-4D9B-6BCC9DC460F0}"/>
                </a:ext>
              </a:extLst>
            </p:cNvPr>
            <p:cNvSpPr/>
            <p:nvPr/>
          </p:nvSpPr>
          <p:spPr>
            <a:xfrm>
              <a:off x="202497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6">
              <a:extLst>
                <a:ext uri="{FF2B5EF4-FFF2-40B4-BE49-F238E27FC236}">
                  <a16:creationId xmlns:a16="http://schemas.microsoft.com/office/drawing/2014/main" id="{A0F8B9D2-E738-DAC0-C8C2-17865665CD17}"/>
                </a:ext>
              </a:extLst>
            </p:cNvPr>
            <p:cNvSpPr/>
            <p:nvPr/>
          </p:nvSpPr>
          <p:spPr>
            <a:xfrm>
              <a:off x="245744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7">
              <a:extLst>
                <a:ext uri="{FF2B5EF4-FFF2-40B4-BE49-F238E27FC236}">
                  <a16:creationId xmlns:a16="http://schemas.microsoft.com/office/drawing/2014/main" id="{387AD541-85FD-294F-B8D7-F25861E348E2}"/>
                </a:ext>
              </a:extLst>
            </p:cNvPr>
            <p:cNvSpPr/>
            <p:nvPr/>
          </p:nvSpPr>
          <p:spPr>
            <a:xfrm>
              <a:off x="225505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58">
              <a:extLst>
                <a:ext uri="{FF2B5EF4-FFF2-40B4-BE49-F238E27FC236}">
                  <a16:creationId xmlns:a16="http://schemas.microsoft.com/office/drawing/2014/main" id="{5DB5F411-FC41-F0D5-82D5-3D3EA9444EF8}"/>
                </a:ext>
              </a:extLst>
            </p:cNvPr>
            <p:cNvSpPr/>
            <p:nvPr/>
          </p:nvSpPr>
          <p:spPr>
            <a:xfrm>
              <a:off x="5549684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59">
              <a:extLst>
                <a:ext uri="{FF2B5EF4-FFF2-40B4-BE49-F238E27FC236}">
                  <a16:creationId xmlns:a16="http://schemas.microsoft.com/office/drawing/2014/main" id="{87CA9D5B-4964-3441-A65E-B240B28E5F24}"/>
                </a:ext>
              </a:extLst>
            </p:cNvPr>
            <p:cNvSpPr/>
            <p:nvPr/>
          </p:nvSpPr>
          <p:spPr>
            <a:xfrm>
              <a:off x="459213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0">
              <a:extLst>
                <a:ext uri="{FF2B5EF4-FFF2-40B4-BE49-F238E27FC236}">
                  <a16:creationId xmlns:a16="http://schemas.microsoft.com/office/drawing/2014/main" id="{95BCA899-6530-D7F0-3F15-B75B17CE4FDA}"/>
                </a:ext>
              </a:extLst>
            </p:cNvPr>
            <p:cNvSpPr/>
            <p:nvPr/>
          </p:nvSpPr>
          <p:spPr>
            <a:xfrm>
              <a:off x="431244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1">
              <a:extLst>
                <a:ext uri="{FF2B5EF4-FFF2-40B4-BE49-F238E27FC236}">
                  <a16:creationId xmlns:a16="http://schemas.microsoft.com/office/drawing/2014/main" id="{32E1CD0E-1819-1785-466D-B569FFF75F77}"/>
                </a:ext>
              </a:extLst>
            </p:cNvPr>
            <p:cNvSpPr/>
            <p:nvPr/>
          </p:nvSpPr>
          <p:spPr>
            <a:xfrm>
              <a:off x="465391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2">
              <a:extLst>
                <a:ext uri="{FF2B5EF4-FFF2-40B4-BE49-F238E27FC236}">
                  <a16:creationId xmlns:a16="http://schemas.microsoft.com/office/drawing/2014/main" id="{4B9D7A2A-513B-6279-97F2-7E603D1C9244}"/>
                </a:ext>
              </a:extLst>
            </p:cNvPr>
            <p:cNvSpPr/>
            <p:nvPr/>
          </p:nvSpPr>
          <p:spPr>
            <a:xfrm>
              <a:off x="2021639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3">
              <a:extLst>
                <a:ext uri="{FF2B5EF4-FFF2-40B4-BE49-F238E27FC236}">
                  <a16:creationId xmlns:a16="http://schemas.microsoft.com/office/drawing/2014/main" id="{845F3757-296A-5000-4DC5-F45BEE11F630}"/>
                </a:ext>
              </a:extLst>
            </p:cNvPr>
            <p:cNvSpPr/>
            <p:nvPr/>
          </p:nvSpPr>
          <p:spPr>
            <a:xfrm>
              <a:off x="465391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4">
              <a:extLst>
                <a:ext uri="{FF2B5EF4-FFF2-40B4-BE49-F238E27FC236}">
                  <a16:creationId xmlns:a16="http://schemas.microsoft.com/office/drawing/2014/main" id="{479F431C-8588-7202-6A6B-A34BFFFE39D0}"/>
                </a:ext>
              </a:extLst>
            </p:cNvPr>
            <p:cNvSpPr/>
            <p:nvPr/>
          </p:nvSpPr>
          <p:spPr>
            <a:xfrm>
              <a:off x="473283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5">
              <a:extLst>
                <a:ext uri="{FF2B5EF4-FFF2-40B4-BE49-F238E27FC236}">
                  <a16:creationId xmlns:a16="http://schemas.microsoft.com/office/drawing/2014/main" id="{4B99D042-B4CB-61CF-6C2B-3B0A5662B737}"/>
                </a:ext>
              </a:extLst>
            </p:cNvPr>
            <p:cNvSpPr/>
            <p:nvPr/>
          </p:nvSpPr>
          <p:spPr>
            <a:xfrm>
              <a:off x="459226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6">
              <a:extLst>
                <a:ext uri="{FF2B5EF4-FFF2-40B4-BE49-F238E27FC236}">
                  <a16:creationId xmlns:a16="http://schemas.microsoft.com/office/drawing/2014/main" id="{BEB01ED6-F1DB-EC09-1BF4-DD9C66013DF1}"/>
                </a:ext>
              </a:extLst>
            </p:cNvPr>
            <p:cNvSpPr/>
            <p:nvPr/>
          </p:nvSpPr>
          <p:spPr>
            <a:xfrm>
              <a:off x="5549684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7">
              <a:extLst>
                <a:ext uri="{FF2B5EF4-FFF2-40B4-BE49-F238E27FC236}">
                  <a16:creationId xmlns:a16="http://schemas.microsoft.com/office/drawing/2014/main" id="{17839C0C-3197-5D19-8342-23937F1FA926}"/>
                </a:ext>
              </a:extLst>
            </p:cNvPr>
            <p:cNvSpPr/>
            <p:nvPr/>
          </p:nvSpPr>
          <p:spPr>
            <a:xfrm>
              <a:off x="431251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68">
              <a:extLst>
                <a:ext uri="{FF2B5EF4-FFF2-40B4-BE49-F238E27FC236}">
                  <a16:creationId xmlns:a16="http://schemas.microsoft.com/office/drawing/2014/main" id="{96D0744C-9813-DF86-9182-0C8AEF5CD14F}"/>
                </a:ext>
              </a:extLst>
            </p:cNvPr>
            <p:cNvSpPr/>
            <p:nvPr/>
          </p:nvSpPr>
          <p:spPr>
            <a:xfrm>
              <a:off x="2417618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69">
              <a:extLst>
                <a:ext uri="{FF2B5EF4-FFF2-40B4-BE49-F238E27FC236}">
                  <a16:creationId xmlns:a16="http://schemas.microsoft.com/office/drawing/2014/main" id="{53654103-40A1-83DE-A6F3-0256530499E1}"/>
                </a:ext>
              </a:extLst>
            </p:cNvPr>
            <p:cNvSpPr/>
            <p:nvPr/>
          </p:nvSpPr>
          <p:spPr>
            <a:xfrm>
              <a:off x="2417618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0">
              <a:extLst>
                <a:ext uri="{FF2B5EF4-FFF2-40B4-BE49-F238E27FC236}">
                  <a16:creationId xmlns:a16="http://schemas.microsoft.com/office/drawing/2014/main" id="{EFFFF920-2C35-7AC5-51C5-07B58FE1D159}"/>
                </a:ext>
              </a:extLst>
            </p:cNvPr>
            <p:cNvSpPr/>
            <p:nvPr/>
          </p:nvSpPr>
          <p:spPr>
            <a:xfrm>
              <a:off x="225571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1">
              <a:extLst>
                <a:ext uri="{FF2B5EF4-FFF2-40B4-BE49-F238E27FC236}">
                  <a16:creationId xmlns:a16="http://schemas.microsoft.com/office/drawing/2014/main" id="{E89BEEC4-6430-3972-C059-CED06D896E95}"/>
                </a:ext>
              </a:extLst>
            </p:cNvPr>
            <p:cNvSpPr/>
            <p:nvPr/>
          </p:nvSpPr>
          <p:spPr>
            <a:xfrm>
              <a:off x="2024162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2">
              <a:extLst>
                <a:ext uri="{FF2B5EF4-FFF2-40B4-BE49-F238E27FC236}">
                  <a16:creationId xmlns:a16="http://schemas.microsoft.com/office/drawing/2014/main" id="{2608BE37-722A-C782-6A5A-0C34C06526CF}"/>
                </a:ext>
              </a:extLst>
            </p:cNvPr>
            <p:cNvSpPr/>
            <p:nvPr/>
          </p:nvSpPr>
          <p:spPr>
            <a:xfrm>
              <a:off x="2070324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g73">
              <a:extLst>
                <a:ext uri="{FF2B5EF4-FFF2-40B4-BE49-F238E27FC236}">
                  <a16:creationId xmlns:a16="http://schemas.microsoft.com/office/drawing/2014/main" id="{869E1507-6F4A-AEE9-F050-9380E9356DEC}"/>
                </a:ext>
              </a:extLst>
            </p:cNvPr>
            <p:cNvSpPr/>
            <p:nvPr/>
          </p:nvSpPr>
          <p:spPr>
            <a:xfrm>
              <a:off x="222127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g74">
              <a:extLst>
                <a:ext uri="{FF2B5EF4-FFF2-40B4-BE49-F238E27FC236}">
                  <a16:creationId xmlns:a16="http://schemas.microsoft.com/office/drawing/2014/main" id="{82E0EB04-87C3-7ED1-6B7F-BE613E805749}"/>
                </a:ext>
              </a:extLst>
            </p:cNvPr>
            <p:cNvSpPr/>
            <p:nvPr/>
          </p:nvSpPr>
          <p:spPr>
            <a:xfrm>
              <a:off x="231452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g75">
              <a:extLst>
                <a:ext uri="{FF2B5EF4-FFF2-40B4-BE49-F238E27FC236}">
                  <a16:creationId xmlns:a16="http://schemas.microsoft.com/office/drawing/2014/main" id="{ADB91C75-6B8E-73B4-D88D-D6CF65361DF0}"/>
                </a:ext>
              </a:extLst>
            </p:cNvPr>
            <p:cNvSpPr/>
            <p:nvPr/>
          </p:nvSpPr>
          <p:spPr>
            <a:xfrm>
              <a:off x="414636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g76">
              <a:extLst>
                <a:ext uri="{FF2B5EF4-FFF2-40B4-BE49-F238E27FC236}">
                  <a16:creationId xmlns:a16="http://schemas.microsoft.com/office/drawing/2014/main" id="{D2CB365E-527B-3898-59BC-E3B7404BDFCD}"/>
                </a:ext>
              </a:extLst>
            </p:cNvPr>
            <p:cNvSpPr/>
            <p:nvPr/>
          </p:nvSpPr>
          <p:spPr>
            <a:xfrm>
              <a:off x="242607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g77">
              <a:extLst>
                <a:ext uri="{FF2B5EF4-FFF2-40B4-BE49-F238E27FC236}">
                  <a16:creationId xmlns:a16="http://schemas.microsoft.com/office/drawing/2014/main" id="{66E6DDCF-5C6A-10A7-1C64-D7C92D3E525A}"/>
                </a:ext>
              </a:extLst>
            </p:cNvPr>
            <p:cNvSpPr/>
            <p:nvPr/>
          </p:nvSpPr>
          <p:spPr>
            <a:xfrm>
              <a:off x="222535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g78">
              <a:extLst>
                <a:ext uri="{FF2B5EF4-FFF2-40B4-BE49-F238E27FC236}">
                  <a16:creationId xmlns:a16="http://schemas.microsoft.com/office/drawing/2014/main" id="{C404FB95-2A95-1A1E-E5E1-8A1840BA695A}"/>
                </a:ext>
              </a:extLst>
            </p:cNvPr>
            <p:cNvSpPr/>
            <p:nvPr/>
          </p:nvSpPr>
          <p:spPr>
            <a:xfrm>
              <a:off x="4149307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g79">
              <a:extLst>
                <a:ext uri="{FF2B5EF4-FFF2-40B4-BE49-F238E27FC236}">
                  <a16:creationId xmlns:a16="http://schemas.microsoft.com/office/drawing/2014/main" id="{CA080377-1239-CB4D-2A57-B83D2CE9E5E0}"/>
                </a:ext>
              </a:extLst>
            </p:cNvPr>
            <p:cNvSpPr/>
            <p:nvPr/>
          </p:nvSpPr>
          <p:spPr>
            <a:xfrm>
              <a:off x="221375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g80">
              <a:extLst>
                <a:ext uri="{FF2B5EF4-FFF2-40B4-BE49-F238E27FC236}">
                  <a16:creationId xmlns:a16="http://schemas.microsoft.com/office/drawing/2014/main" id="{4A115EE2-5EF7-5A00-9ED0-E216B658DFBA}"/>
                </a:ext>
              </a:extLst>
            </p:cNvPr>
            <p:cNvSpPr/>
            <p:nvPr/>
          </p:nvSpPr>
          <p:spPr>
            <a:xfrm>
              <a:off x="3853364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g81">
              <a:extLst>
                <a:ext uri="{FF2B5EF4-FFF2-40B4-BE49-F238E27FC236}">
                  <a16:creationId xmlns:a16="http://schemas.microsoft.com/office/drawing/2014/main" id="{27FB568A-08F5-F7A6-2884-B558AB6227C6}"/>
                </a:ext>
              </a:extLst>
            </p:cNvPr>
            <p:cNvSpPr/>
            <p:nvPr/>
          </p:nvSpPr>
          <p:spPr>
            <a:xfrm>
              <a:off x="409046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g82">
              <a:extLst>
                <a:ext uri="{FF2B5EF4-FFF2-40B4-BE49-F238E27FC236}">
                  <a16:creationId xmlns:a16="http://schemas.microsoft.com/office/drawing/2014/main" id="{8E670C29-ABD1-8440-6B8B-40B8C3CFFE80}"/>
                </a:ext>
              </a:extLst>
            </p:cNvPr>
            <p:cNvSpPr/>
            <p:nvPr/>
          </p:nvSpPr>
          <p:spPr>
            <a:xfrm>
              <a:off x="3850919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g83">
              <a:extLst>
                <a:ext uri="{FF2B5EF4-FFF2-40B4-BE49-F238E27FC236}">
                  <a16:creationId xmlns:a16="http://schemas.microsoft.com/office/drawing/2014/main" id="{8EC64A4C-00D0-476C-0029-9CC5F61DAFFE}"/>
                </a:ext>
              </a:extLst>
            </p:cNvPr>
            <p:cNvSpPr/>
            <p:nvPr/>
          </p:nvSpPr>
          <p:spPr>
            <a:xfrm>
              <a:off x="240991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g84">
              <a:extLst>
                <a:ext uri="{FF2B5EF4-FFF2-40B4-BE49-F238E27FC236}">
                  <a16:creationId xmlns:a16="http://schemas.microsoft.com/office/drawing/2014/main" id="{A91EA85D-0267-1D06-8660-0CA2DD314131}"/>
                </a:ext>
              </a:extLst>
            </p:cNvPr>
            <p:cNvSpPr/>
            <p:nvPr/>
          </p:nvSpPr>
          <p:spPr>
            <a:xfrm>
              <a:off x="400708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g85">
              <a:extLst>
                <a:ext uri="{FF2B5EF4-FFF2-40B4-BE49-F238E27FC236}">
                  <a16:creationId xmlns:a16="http://schemas.microsoft.com/office/drawing/2014/main" id="{1C56BFED-21C0-B4B2-F251-4DD7F6ED0DD4}"/>
                </a:ext>
              </a:extLst>
            </p:cNvPr>
            <p:cNvSpPr/>
            <p:nvPr/>
          </p:nvSpPr>
          <p:spPr>
            <a:xfrm>
              <a:off x="220551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g86">
              <a:extLst>
                <a:ext uri="{FF2B5EF4-FFF2-40B4-BE49-F238E27FC236}">
                  <a16:creationId xmlns:a16="http://schemas.microsoft.com/office/drawing/2014/main" id="{093908D4-5831-E682-7A77-70B56628C563}"/>
                </a:ext>
              </a:extLst>
            </p:cNvPr>
            <p:cNvSpPr/>
            <p:nvPr/>
          </p:nvSpPr>
          <p:spPr>
            <a:xfrm>
              <a:off x="400597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g87">
              <a:extLst>
                <a:ext uri="{FF2B5EF4-FFF2-40B4-BE49-F238E27FC236}">
                  <a16:creationId xmlns:a16="http://schemas.microsoft.com/office/drawing/2014/main" id="{5A086766-B3A0-5759-8429-49B4AA5A20FC}"/>
                </a:ext>
              </a:extLst>
            </p:cNvPr>
            <p:cNvSpPr/>
            <p:nvPr/>
          </p:nvSpPr>
          <p:spPr>
            <a:xfrm>
              <a:off x="421130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g88">
              <a:extLst>
                <a:ext uri="{FF2B5EF4-FFF2-40B4-BE49-F238E27FC236}">
                  <a16:creationId xmlns:a16="http://schemas.microsoft.com/office/drawing/2014/main" id="{D74D7721-AC16-D3ED-05BC-6ED4F33B077E}"/>
                </a:ext>
              </a:extLst>
            </p:cNvPr>
            <p:cNvSpPr/>
            <p:nvPr/>
          </p:nvSpPr>
          <p:spPr>
            <a:xfrm>
              <a:off x="4093914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g89">
              <a:extLst>
                <a:ext uri="{FF2B5EF4-FFF2-40B4-BE49-F238E27FC236}">
                  <a16:creationId xmlns:a16="http://schemas.microsoft.com/office/drawing/2014/main" id="{D766EB88-07BB-497E-3ADD-F7B0A9010447}"/>
                </a:ext>
              </a:extLst>
            </p:cNvPr>
            <p:cNvSpPr/>
            <p:nvPr/>
          </p:nvSpPr>
          <p:spPr>
            <a:xfrm>
              <a:off x="2448300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g90">
              <a:extLst>
                <a:ext uri="{FF2B5EF4-FFF2-40B4-BE49-F238E27FC236}">
                  <a16:creationId xmlns:a16="http://schemas.microsoft.com/office/drawing/2014/main" id="{F9ED4A54-F0FA-5703-80A0-A9D8C22D0A6C}"/>
                </a:ext>
              </a:extLst>
            </p:cNvPr>
            <p:cNvSpPr/>
            <p:nvPr/>
          </p:nvSpPr>
          <p:spPr>
            <a:xfrm>
              <a:off x="490429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1">
              <a:extLst>
                <a:ext uri="{FF2B5EF4-FFF2-40B4-BE49-F238E27FC236}">
                  <a16:creationId xmlns:a16="http://schemas.microsoft.com/office/drawing/2014/main" id="{3B488693-3366-A5CD-7D79-F2B052EEDE20}"/>
                </a:ext>
              </a:extLst>
            </p:cNvPr>
            <p:cNvSpPr/>
            <p:nvPr/>
          </p:nvSpPr>
          <p:spPr>
            <a:xfrm>
              <a:off x="490608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2">
              <a:extLst>
                <a:ext uri="{FF2B5EF4-FFF2-40B4-BE49-F238E27FC236}">
                  <a16:creationId xmlns:a16="http://schemas.microsoft.com/office/drawing/2014/main" id="{78537336-CBE7-BDD9-2610-2FE8D465C4D4}"/>
                </a:ext>
              </a:extLst>
            </p:cNvPr>
            <p:cNvSpPr/>
            <p:nvPr/>
          </p:nvSpPr>
          <p:spPr>
            <a:xfrm>
              <a:off x="420890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3">
              <a:extLst>
                <a:ext uri="{FF2B5EF4-FFF2-40B4-BE49-F238E27FC236}">
                  <a16:creationId xmlns:a16="http://schemas.microsoft.com/office/drawing/2014/main" id="{FA279699-0282-B545-4901-4044E389EED3}"/>
                </a:ext>
              </a:extLst>
            </p:cNvPr>
            <p:cNvSpPr/>
            <p:nvPr/>
          </p:nvSpPr>
          <p:spPr>
            <a:xfrm>
              <a:off x="220978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g94">
              <a:extLst>
                <a:ext uri="{FF2B5EF4-FFF2-40B4-BE49-F238E27FC236}">
                  <a16:creationId xmlns:a16="http://schemas.microsoft.com/office/drawing/2014/main" id="{BCC8A98D-A732-3BEA-B4F3-C8AB1D2D2060}"/>
                </a:ext>
              </a:extLst>
            </p:cNvPr>
            <p:cNvSpPr/>
            <p:nvPr/>
          </p:nvSpPr>
          <p:spPr>
            <a:xfrm>
              <a:off x="243005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g95">
              <a:extLst>
                <a:ext uri="{FF2B5EF4-FFF2-40B4-BE49-F238E27FC236}">
                  <a16:creationId xmlns:a16="http://schemas.microsoft.com/office/drawing/2014/main" id="{D1439D8A-B56A-F94E-9848-195747BF3701}"/>
                </a:ext>
              </a:extLst>
            </p:cNvPr>
            <p:cNvSpPr/>
            <p:nvPr/>
          </p:nvSpPr>
          <p:spPr>
            <a:xfrm>
              <a:off x="220890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t96">
              <a:extLst>
                <a:ext uri="{FF2B5EF4-FFF2-40B4-BE49-F238E27FC236}">
                  <a16:creationId xmlns:a16="http://schemas.microsoft.com/office/drawing/2014/main" id="{57141B98-0D75-4CBA-5FCF-2B30EAF11724}"/>
                </a:ext>
              </a:extLst>
            </p:cNvPr>
            <p:cNvSpPr/>
            <p:nvPr/>
          </p:nvSpPr>
          <p:spPr>
            <a:xfrm>
              <a:off x="2163985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t97">
              <a:extLst>
                <a:ext uri="{FF2B5EF4-FFF2-40B4-BE49-F238E27FC236}">
                  <a16:creationId xmlns:a16="http://schemas.microsoft.com/office/drawing/2014/main" id="{3F3BD94B-EFAC-F1E1-5353-01FAC59668FE}"/>
                </a:ext>
              </a:extLst>
            </p:cNvPr>
            <p:cNvSpPr/>
            <p:nvPr/>
          </p:nvSpPr>
          <p:spPr>
            <a:xfrm>
              <a:off x="1983391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t98">
              <a:extLst>
                <a:ext uri="{FF2B5EF4-FFF2-40B4-BE49-F238E27FC236}">
                  <a16:creationId xmlns:a16="http://schemas.microsoft.com/office/drawing/2014/main" id="{FC09E46F-D4D7-4CEC-CC4D-FC9C61F8781E}"/>
                </a:ext>
              </a:extLst>
            </p:cNvPr>
            <p:cNvSpPr/>
            <p:nvPr/>
          </p:nvSpPr>
          <p:spPr>
            <a:xfrm>
              <a:off x="406032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t99">
              <a:extLst>
                <a:ext uri="{FF2B5EF4-FFF2-40B4-BE49-F238E27FC236}">
                  <a16:creationId xmlns:a16="http://schemas.microsoft.com/office/drawing/2014/main" id="{51396F94-B250-47F7-0066-D42523821E5A}"/>
                </a:ext>
              </a:extLst>
            </p:cNvPr>
            <p:cNvSpPr/>
            <p:nvPr/>
          </p:nvSpPr>
          <p:spPr>
            <a:xfrm>
              <a:off x="381970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t100">
              <a:extLst>
                <a:ext uri="{FF2B5EF4-FFF2-40B4-BE49-F238E27FC236}">
                  <a16:creationId xmlns:a16="http://schemas.microsoft.com/office/drawing/2014/main" id="{10F28D48-8811-09C4-53E2-614A2A90DF48}"/>
                </a:ext>
              </a:extLst>
            </p:cNvPr>
            <p:cNvSpPr/>
            <p:nvPr/>
          </p:nvSpPr>
          <p:spPr>
            <a:xfrm>
              <a:off x="216281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t101">
              <a:extLst>
                <a:ext uri="{FF2B5EF4-FFF2-40B4-BE49-F238E27FC236}">
                  <a16:creationId xmlns:a16="http://schemas.microsoft.com/office/drawing/2014/main" id="{43598EC6-2A0D-5EE7-E31A-4124EF75C957}"/>
                </a:ext>
              </a:extLst>
            </p:cNvPr>
            <p:cNvSpPr/>
            <p:nvPr/>
          </p:nvSpPr>
          <p:spPr>
            <a:xfrm>
              <a:off x="406032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t102">
              <a:extLst>
                <a:ext uri="{FF2B5EF4-FFF2-40B4-BE49-F238E27FC236}">
                  <a16:creationId xmlns:a16="http://schemas.microsoft.com/office/drawing/2014/main" id="{82AE6EED-0BE0-4A11-CA8E-603CA4DEA698}"/>
                </a:ext>
              </a:extLst>
            </p:cNvPr>
            <p:cNvSpPr/>
            <p:nvPr/>
          </p:nvSpPr>
          <p:spPr>
            <a:xfrm>
              <a:off x="207504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t103">
              <a:extLst>
                <a:ext uri="{FF2B5EF4-FFF2-40B4-BE49-F238E27FC236}">
                  <a16:creationId xmlns:a16="http://schemas.microsoft.com/office/drawing/2014/main" id="{A37117A7-6F53-FAB1-8ECE-83B96DABCAB0}"/>
                </a:ext>
              </a:extLst>
            </p:cNvPr>
            <p:cNvSpPr/>
            <p:nvPr/>
          </p:nvSpPr>
          <p:spPr>
            <a:xfrm>
              <a:off x="411875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t104">
              <a:extLst>
                <a:ext uri="{FF2B5EF4-FFF2-40B4-BE49-F238E27FC236}">
                  <a16:creationId xmlns:a16="http://schemas.microsoft.com/office/drawing/2014/main" id="{C6C4DD71-4526-58E1-CA0F-4BB4741B7B4E}"/>
                </a:ext>
              </a:extLst>
            </p:cNvPr>
            <p:cNvSpPr/>
            <p:nvPr/>
          </p:nvSpPr>
          <p:spPr>
            <a:xfrm>
              <a:off x="4118582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t105">
              <a:extLst>
                <a:ext uri="{FF2B5EF4-FFF2-40B4-BE49-F238E27FC236}">
                  <a16:creationId xmlns:a16="http://schemas.microsoft.com/office/drawing/2014/main" id="{C97B7B6F-F8F4-1067-1DBA-01BFBFEA9DB4}"/>
                </a:ext>
              </a:extLst>
            </p:cNvPr>
            <p:cNvSpPr/>
            <p:nvPr/>
          </p:nvSpPr>
          <p:spPr>
            <a:xfrm>
              <a:off x="397667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t106">
              <a:extLst>
                <a:ext uri="{FF2B5EF4-FFF2-40B4-BE49-F238E27FC236}">
                  <a16:creationId xmlns:a16="http://schemas.microsoft.com/office/drawing/2014/main" id="{4DCA3C32-FDAF-FDC4-AD12-6CB06B3D4DBA}"/>
                </a:ext>
              </a:extLst>
            </p:cNvPr>
            <p:cNvSpPr/>
            <p:nvPr/>
          </p:nvSpPr>
          <p:spPr>
            <a:xfrm>
              <a:off x="196982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t107">
              <a:extLst>
                <a:ext uri="{FF2B5EF4-FFF2-40B4-BE49-F238E27FC236}">
                  <a16:creationId xmlns:a16="http://schemas.microsoft.com/office/drawing/2014/main" id="{CF13CB8F-1DFB-01EE-03F8-4B5A866CC796}"/>
                </a:ext>
              </a:extLst>
            </p:cNvPr>
            <p:cNvSpPr/>
            <p:nvPr/>
          </p:nvSpPr>
          <p:spPr>
            <a:xfrm>
              <a:off x="1964897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t108">
              <a:extLst>
                <a:ext uri="{FF2B5EF4-FFF2-40B4-BE49-F238E27FC236}">
                  <a16:creationId xmlns:a16="http://schemas.microsoft.com/office/drawing/2014/main" id="{C32B4367-2E4C-CDA0-855A-6BA563B30A11}"/>
                </a:ext>
              </a:extLst>
            </p:cNvPr>
            <p:cNvSpPr/>
            <p:nvPr/>
          </p:nvSpPr>
          <p:spPr>
            <a:xfrm>
              <a:off x="381970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t109">
              <a:extLst>
                <a:ext uri="{FF2B5EF4-FFF2-40B4-BE49-F238E27FC236}">
                  <a16:creationId xmlns:a16="http://schemas.microsoft.com/office/drawing/2014/main" id="{AFCD2966-0BF8-FA8B-F15B-6163B9E8E00C}"/>
                </a:ext>
              </a:extLst>
            </p:cNvPr>
            <p:cNvSpPr/>
            <p:nvPr/>
          </p:nvSpPr>
          <p:spPr>
            <a:xfrm>
              <a:off x="2191969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t110">
              <a:extLst>
                <a:ext uri="{FF2B5EF4-FFF2-40B4-BE49-F238E27FC236}">
                  <a16:creationId xmlns:a16="http://schemas.microsoft.com/office/drawing/2014/main" id="{B3EFB89F-7B4E-749A-1A66-1F483D83DB93}"/>
                </a:ext>
              </a:extLst>
            </p:cNvPr>
            <p:cNvSpPr/>
            <p:nvPr/>
          </p:nvSpPr>
          <p:spPr>
            <a:xfrm>
              <a:off x="197664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t111">
              <a:extLst>
                <a:ext uri="{FF2B5EF4-FFF2-40B4-BE49-F238E27FC236}">
                  <a16:creationId xmlns:a16="http://schemas.microsoft.com/office/drawing/2014/main" id="{C2DBB646-3FE0-2329-C740-E22F7F83EC06}"/>
                </a:ext>
              </a:extLst>
            </p:cNvPr>
            <p:cNvSpPr/>
            <p:nvPr/>
          </p:nvSpPr>
          <p:spPr>
            <a:xfrm>
              <a:off x="485052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t112">
              <a:extLst>
                <a:ext uri="{FF2B5EF4-FFF2-40B4-BE49-F238E27FC236}">
                  <a16:creationId xmlns:a16="http://schemas.microsoft.com/office/drawing/2014/main" id="{801CC475-90B4-CD57-8CC1-08AFC3FE2BC7}"/>
                </a:ext>
              </a:extLst>
            </p:cNvPr>
            <p:cNvSpPr/>
            <p:nvPr/>
          </p:nvSpPr>
          <p:spPr>
            <a:xfrm>
              <a:off x="417559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t113">
              <a:extLst>
                <a:ext uri="{FF2B5EF4-FFF2-40B4-BE49-F238E27FC236}">
                  <a16:creationId xmlns:a16="http://schemas.microsoft.com/office/drawing/2014/main" id="{AE5F5934-E86A-D40F-5BD7-94C542EC4B1E}"/>
                </a:ext>
              </a:extLst>
            </p:cNvPr>
            <p:cNvSpPr/>
            <p:nvPr/>
          </p:nvSpPr>
          <p:spPr>
            <a:xfrm>
              <a:off x="397756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t114">
              <a:extLst>
                <a:ext uri="{FF2B5EF4-FFF2-40B4-BE49-F238E27FC236}">
                  <a16:creationId xmlns:a16="http://schemas.microsoft.com/office/drawing/2014/main" id="{083F4703-D969-E918-B0BD-AD51235C4DCA}"/>
                </a:ext>
              </a:extLst>
            </p:cNvPr>
            <p:cNvSpPr/>
            <p:nvPr/>
          </p:nvSpPr>
          <p:spPr>
            <a:xfrm>
              <a:off x="198392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t115">
              <a:extLst>
                <a:ext uri="{FF2B5EF4-FFF2-40B4-BE49-F238E27FC236}">
                  <a16:creationId xmlns:a16="http://schemas.microsoft.com/office/drawing/2014/main" id="{6F8145BD-FFF9-CACB-0A5B-44C1403FA642}"/>
                </a:ext>
              </a:extLst>
            </p:cNvPr>
            <p:cNvSpPr/>
            <p:nvPr/>
          </p:nvSpPr>
          <p:spPr>
            <a:xfrm>
              <a:off x="219280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t116">
              <a:extLst>
                <a:ext uri="{FF2B5EF4-FFF2-40B4-BE49-F238E27FC236}">
                  <a16:creationId xmlns:a16="http://schemas.microsoft.com/office/drawing/2014/main" id="{27804723-3B2A-95CA-1A25-4F51E445F185}"/>
                </a:ext>
              </a:extLst>
            </p:cNvPr>
            <p:cNvSpPr/>
            <p:nvPr/>
          </p:nvSpPr>
          <p:spPr>
            <a:xfrm>
              <a:off x="197664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t117">
              <a:extLst>
                <a:ext uri="{FF2B5EF4-FFF2-40B4-BE49-F238E27FC236}">
                  <a16:creationId xmlns:a16="http://schemas.microsoft.com/office/drawing/2014/main" id="{F5FFB1A5-DF8A-D3E0-CF52-EA30C578E097}"/>
                </a:ext>
              </a:extLst>
            </p:cNvPr>
            <p:cNvSpPr/>
            <p:nvPr/>
          </p:nvSpPr>
          <p:spPr>
            <a:xfrm>
              <a:off x="485052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t118">
              <a:extLst>
                <a:ext uri="{FF2B5EF4-FFF2-40B4-BE49-F238E27FC236}">
                  <a16:creationId xmlns:a16="http://schemas.microsoft.com/office/drawing/2014/main" id="{CD3DD0E7-3097-44BA-88CC-02A9FE6D964C}"/>
                </a:ext>
              </a:extLst>
            </p:cNvPr>
            <p:cNvSpPr/>
            <p:nvPr/>
          </p:nvSpPr>
          <p:spPr>
            <a:xfrm>
              <a:off x="2074581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t119">
              <a:extLst>
                <a:ext uri="{FF2B5EF4-FFF2-40B4-BE49-F238E27FC236}">
                  <a16:creationId xmlns:a16="http://schemas.microsoft.com/office/drawing/2014/main" id="{800024B3-DE75-7D93-5459-CAABB5C02ECC}"/>
                </a:ext>
              </a:extLst>
            </p:cNvPr>
            <p:cNvSpPr/>
            <p:nvPr/>
          </p:nvSpPr>
          <p:spPr>
            <a:xfrm>
              <a:off x="417537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pt120">
              <a:extLst>
                <a:ext uri="{FF2B5EF4-FFF2-40B4-BE49-F238E27FC236}">
                  <a16:creationId xmlns:a16="http://schemas.microsoft.com/office/drawing/2014/main" id="{7C2F234C-F063-8C21-4095-869DC512CD2B}"/>
                </a:ext>
              </a:extLst>
            </p:cNvPr>
            <p:cNvSpPr/>
            <p:nvPr/>
          </p:nvSpPr>
          <p:spPr>
            <a:xfrm>
              <a:off x="307327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3" name="pt121">
              <a:extLst>
                <a:ext uri="{FF2B5EF4-FFF2-40B4-BE49-F238E27FC236}">
                  <a16:creationId xmlns:a16="http://schemas.microsoft.com/office/drawing/2014/main" id="{63164F4E-318B-1F20-6630-50A10ABD708F}"/>
                </a:ext>
              </a:extLst>
            </p:cNvPr>
            <p:cNvSpPr/>
            <p:nvPr/>
          </p:nvSpPr>
          <p:spPr>
            <a:xfrm>
              <a:off x="3276635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4" name="pt122">
              <a:extLst>
                <a:ext uri="{FF2B5EF4-FFF2-40B4-BE49-F238E27FC236}">
                  <a16:creationId xmlns:a16="http://schemas.microsoft.com/office/drawing/2014/main" id="{8489F391-A4A9-026F-5A31-244145DF9B24}"/>
                </a:ext>
              </a:extLst>
            </p:cNvPr>
            <p:cNvSpPr/>
            <p:nvPr/>
          </p:nvSpPr>
          <p:spPr>
            <a:xfrm>
              <a:off x="319880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5" name="pt123">
              <a:extLst>
                <a:ext uri="{FF2B5EF4-FFF2-40B4-BE49-F238E27FC236}">
                  <a16:creationId xmlns:a16="http://schemas.microsoft.com/office/drawing/2014/main" id="{B63F1AE6-664F-E81B-9C51-B2DEC08A171E}"/>
                </a:ext>
              </a:extLst>
            </p:cNvPr>
            <p:cNvSpPr/>
            <p:nvPr/>
          </p:nvSpPr>
          <p:spPr>
            <a:xfrm>
              <a:off x="1883023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6" name="pt124">
              <a:extLst>
                <a:ext uri="{FF2B5EF4-FFF2-40B4-BE49-F238E27FC236}">
                  <a16:creationId xmlns:a16="http://schemas.microsoft.com/office/drawing/2014/main" id="{D27CBC8F-7379-BFE9-68A3-8B14DE1BE2F8}"/>
                </a:ext>
              </a:extLst>
            </p:cNvPr>
            <p:cNvSpPr/>
            <p:nvPr/>
          </p:nvSpPr>
          <p:spPr>
            <a:xfrm>
              <a:off x="327635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7" name="pt125">
              <a:extLst>
                <a:ext uri="{FF2B5EF4-FFF2-40B4-BE49-F238E27FC236}">
                  <a16:creationId xmlns:a16="http://schemas.microsoft.com/office/drawing/2014/main" id="{C602B1ED-4D2C-69B3-D8F0-C31DF3C21C86}"/>
                </a:ext>
              </a:extLst>
            </p:cNvPr>
            <p:cNvSpPr/>
            <p:nvPr/>
          </p:nvSpPr>
          <p:spPr>
            <a:xfrm>
              <a:off x="1883023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8" name="pt126">
              <a:extLst>
                <a:ext uri="{FF2B5EF4-FFF2-40B4-BE49-F238E27FC236}">
                  <a16:creationId xmlns:a16="http://schemas.microsoft.com/office/drawing/2014/main" id="{19A5FBED-BA00-5652-7F80-ADD33194BC66}"/>
                </a:ext>
              </a:extLst>
            </p:cNvPr>
            <p:cNvSpPr/>
            <p:nvPr/>
          </p:nvSpPr>
          <p:spPr>
            <a:xfrm>
              <a:off x="4003687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9" name="pt127">
              <a:extLst>
                <a:ext uri="{FF2B5EF4-FFF2-40B4-BE49-F238E27FC236}">
                  <a16:creationId xmlns:a16="http://schemas.microsoft.com/office/drawing/2014/main" id="{0BFD4EDB-5436-9666-4F86-090447599CEA}"/>
                </a:ext>
              </a:extLst>
            </p:cNvPr>
            <p:cNvSpPr/>
            <p:nvPr/>
          </p:nvSpPr>
          <p:spPr>
            <a:xfrm>
              <a:off x="176121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0" name="pt128">
              <a:extLst>
                <a:ext uri="{FF2B5EF4-FFF2-40B4-BE49-F238E27FC236}">
                  <a16:creationId xmlns:a16="http://schemas.microsoft.com/office/drawing/2014/main" id="{5F2E03C4-FBD3-C0C6-2A7C-336A915602AF}"/>
                </a:ext>
              </a:extLst>
            </p:cNvPr>
            <p:cNvSpPr/>
            <p:nvPr/>
          </p:nvSpPr>
          <p:spPr>
            <a:xfrm>
              <a:off x="337985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1" name="pt129">
              <a:extLst>
                <a:ext uri="{FF2B5EF4-FFF2-40B4-BE49-F238E27FC236}">
                  <a16:creationId xmlns:a16="http://schemas.microsoft.com/office/drawing/2014/main" id="{7A14A87D-8C7A-2F1E-6BDA-DFC06C16FF5F}"/>
                </a:ext>
              </a:extLst>
            </p:cNvPr>
            <p:cNvSpPr/>
            <p:nvPr/>
          </p:nvSpPr>
          <p:spPr>
            <a:xfrm>
              <a:off x="332241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t130">
              <a:extLst>
                <a:ext uri="{FF2B5EF4-FFF2-40B4-BE49-F238E27FC236}">
                  <a16:creationId xmlns:a16="http://schemas.microsoft.com/office/drawing/2014/main" id="{7CB6C0AC-0039-6C51-E066-F28E9CB7F2BA}"/>
                </a:ext>
              </a:extLst>
            </p:cNvPr>
            <p:cNvSpPr/>
            <p:nvPr/>
          </p:nvSpPr>
          <p:spPr>
            <a:xfrm>
              <a:off x="176239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t131">
              <a:extLst>
                <a:ext uri="{FF2B5EF4-FFF2-40B4-BE49-F238E27FC236}">
                  <a16:creationId xmlns:a16="http://schemas.microsoft.com/office/drawing/2014/main" id="{BE4402D6-2ED9-A039-B98F-CEB80BD2BD49}"/>
                </a:ext>
              </a:extLst>
            </p:cNvPr>
            <p:cNvSpPr/>
            <p:nvPr/>
          </p:nvSpPr>
          <p:spPr>
            <a:xfrm>
              <a:off x="400196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pt132">
              <a:extLst>
                <a:ext uri="{FF2B5EF4-FFF2-40B4-BE49-F238E27FC236}">
                  <a16:creationId xmlns:a16="http://schemas.microsoft.com/office/drawing/2014/main" id="{542A53EB-12B6-6B8C-D226-FA3534C9AE9E}"/>
                </a:ext>
              </a:extLst>
            </p:cNvPr>
            <p:cNvSpPr/>
            <p:nvPr/>
          </p:nvSpPr>
          <p:spPr>
            <a:xfrm>
              <a:off x="1762989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t133">
              <a:extLst>
                <a:ext uri="{FF2B5EF4-FFF2-40B4-BE49-F238E27FC236}">
                  <a16:creationId xmlns:a16="http://schemas.microsoft.com/office/drawing/2014/main" id="{9E6F9EA6-D95F-B1A2-54BD-8D19D1C8206B}"/>
                </a:ext>
              </a:extLst>
            </p:cNvPr>
            <p:cNvSpPr/>
            <p:nvPr/>
          </p:nvSpPr>
          <p:spPr>
            <a:xfrm>
              <a:off x="176121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pt134">
              <a:extLst>
                <a:ext uri="{FF2B5EF4-FFF2-40B4-BE49-F238E27FC236}">
                  <a16:creationId xmlns:a16="http://schemas.microsoft.com/office/drawing/2014/main" id="{524CC063-294D-A012-51CA-0414486F1C24}"/>
                </a:ext>
              </a:extLst>
            </p:cNvPr>
            <p:cNvSpPr/>
            <p:nvPr/>
          </p:nvSpPr>
          <p:spPr>
            <a:xfrm>
              <a:off x="1763176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5">
              <a:extLst>
                <a:ext uri="{FF2B5EF4-FFF2-40B4-BE49-F238E27FC236}">
                  <a16:creationId xmlns:a16="http://schemas.microsoft.com/office/drawing/2014/main" id="{395A7FFC-AA45-6E18-AF92-B24798852F3D}"/>
                </a:ext>
              </a:extLst>
            </p:cNvPr>
            <p:cNvSpPr/>
            <p:nvPr/>
          </p:nvSpPr>
          <p:spPr>
            <a:xfrm>
              <a:off x="1813182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6">
              <a:extLst>
                <a:ext uri="{FF2B5EF4-FFF2-40B4-BE49-F238E27FC236}">
                  <a16:creationId xmlns:a16="http://schemas.microsoft.com/office/drawing/2014/main" id="{14B21757-8FD7-DDA5-84A8-B9C9D8F75396}"/>
                </a:ext>
              </a:extLst>
            </p:cNvPr>
            <p:cNvSpPr/>
            <p:nvPr/>
          </p:nvSpPr>
          <p:spPr>
            <a:xfrm>
              <a:off x="181348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7">
              <a:extLst>
                <a:ext uri="{FF2B5EF4-FFF2-40B4-BE49-F238E27FC236}">
                  <a16:creationId xmlns:a16="http://schemas.microsoft.com/office/drawing/2014/main" id="{543C9CE8-86DB-A366-9020-87144EACC2D4}"/>
                </a:ext>
              </a:extLst>
            </p:cNvPr>
            <p:cNvSpPr/>
            <p:nvPr/>
          </p:nvSpPr>
          <p:spPr>
            <a:xfrm>
              <a:off x="332187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38">
              <a:extLst>
                <a:ext uri="{FF2B5EF4-FFF2-40B4-BE49-F238E27FC236}">
                  <a16:creationId xmlns:a16="http://schemas.microsoft.com/office/drawing/2014/main" id="{4D4911BD-EE07-E9B2-FEE4-BD2224CAA6B8}"/>
                </a:ext>
              </a:extLst>
            </p:cNvPr>
            <p:cNvSpPr/>
            <p:nvPr/>
          </p:nvSpPr>
          <p:spPr>
            <a:xfrm>
              <a:off x="319930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39">
              <a:extLst>
                <a:ext uri="{FF2B5EF4-FFF2-40B4-BE49-F238E27FC236}">
                  <a16:creationId xmlns:a16="http://schemas.microsoft.com/office/drawing/2014/main" id="{B8058E57-B259-166C-2DA0-E2A0758C2110}"/>
                </a:ext>
              </a:extLst>
            </p:cNvPr>
            <p:cNvSpPr/>
            <p:nvPr/>
          </p:nvSpPr>
          <p:spPr>
            <a:xfrm>
              <a:off x="176361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0">
              <a:extLst>
                <a:ext uri="{FF2B5EF4-FFF2-40B4-BE49-F238E27FC236}">
                  <a16:creationId xmlns:a16="http://schemas.microsoft.com/office/drawing/2014/main" id="{4A8A377C-BBA2-E50B-4150-501094DBBE21}"/>
                </a:ext>
              </a:extLst>
            </p:cNvPr>
            <p:cNvSpPr/>
            <p:nvPr/>
          </p:nvSpPr>
          <p:spPr>
            <a:xfrm>
              <a:off x="190160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1">
              <a:extLst>
                <a:ext uri="{FF2B5EF4-FFF2-40B4-BE49-F238E27FC236}">
                  <a16:creationId xmlns:a16="http://schemas.microsoft.com/office/drawing/2014/main" id="{DF9EC537-60ED-A8B7-D40B-4525C298CAD7}"/>
                </a:ext>
              </a:extLst>
            </p:cNvPr>
            <p:cNvSpPr/>
            <p:nvPr/>
          </p:nvSpPr>
          <p:spPr>
            <a:xfrm>
              <a:off x="337985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2">
              <a:extLst>
                <a:ext uri="{FF2B5EF4-FFF2-40B4-BE49-F238E27FC236}">
                  <a16:creationId xmlns:a16="http://schemas.microsoft.com/office/drawing/2014/main" id="{15B63739-9489-0B0E-F104-F1C3A893B1BC}"/>
                </a:ext>
              </a:extLst>
            </p:cNvPr>
            <p:cNvSpPr/>
            <p:nvPr/>
          </p:nvSpPr>
          <p:spPr>
            <a:xfrm>
              <a:off x="1901542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3">
              <a:extLst>
                <a:ext uri="{FF2B5EF4-FFF2-40B4-BE49-F238E27FC236}">
                  <a16:creationId xmlns:a16="http://schemas.microsoft.com/office/drawing/2014/main" id="{75972444-6485-49C6-261B-10526FFE98C5}"/>
                </a:ext>
              </a:extLst>
            </p:cNvPr>
            <p:cNvSpPr/>
            <p:nvPr/>
          </p:nvSpPr>
          <p:spPr>
            <a:xfrm>
              <a:off x="307317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4">
              <a:extLst>
                <a:ext uri="{FF2B5EF4-FFF2-40B4-BE49-F238E27FC236}">
                  <a16:creationId xmlns:a16="http://schemas.microsoft.com/office/drawing/2014/main" id="{EF99F464-67C2-D7C8-1F2E-1F80369EC4A3}"/>
                </a:ext>
              </a:extLst>
            </p:cNvPr>
            <p:cNvSpPr/>
            <p:nvPr/>
          </p:nvSpPr>
          <p:spPr>
            <a:xfrm>
              <a:off x="182156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pt145">
              <a:extLst>
                <a:ext uri="{FF2B5EF4-FFF2-40B4-BE49-F238E27FC236}">
                  <a16:creationId xmlns:a16="http://schemas.microsoft.com/office/drawing/2014/main" id="{994977DA-46FA-2122-8FF1-A8FEF6C00D72}"/>
                </a:ext>
              </a:extLst>
            </p:cNvPr>
            <p:cNvSpPr/>
            <p:nvPr/>
          </p:nvSpPr>
          <p:spPr>
            <a:xfrm>
              <a:off x="353378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8" name="pt146">
              <a:extLst>
                <a:ext uri="{FF2B5EF4-FFF2-40B4-BE49-F238E27FC236}">
                  <a16:creationId xmlns:a16="http://schemas.microsoft.com/office/drawing/2014/main" id="{82BD09C1-A891-825E-CE37-432497F7C621}"/>
                </a:ext>
              </a:extLst>
            </p:cNvPr>
            <p:cNvSpPr/>
            <p:nvPr/>
          </p:nvSpPr>
          <p:spPr>
            <a:xfrm>
              <a:off x="457653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9" name="pt147">
              <a:extLst>
                <a:ext uri="{FF2B5EF4-FFF2-40B4-BE49-F238E27FC236}">
                  <a16:creationId xmlns:a16="http://schemas.microsoft.com/office/drawing/2014/main" id="{23C73226-02F5-4775-68F3-2D312DAD5700}"/>
                </a:ext>
              </a:extLst>
            </p:cNvPr>
            <p:cNvSpPr/>
            <p:nvPr/>
          </p:nvSpPr>
          <p:spPr>
            <a:xfrm>
              <a:off x="1839373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0" name="pt148">
              <a:extLst>
                <a:ext uri="{FF2B5EF4-FFF2-40B4-BE49-F238E27FC236}">
                  <a16:creationId xmlns:a16="http://schemas.microsoft.com/office/drawing/2014/main" id="{8627F533-AC36-6793-56B1-25107E24AFF2}"/>
                </a:ext>
              </a:extLst>
            </p:cNvPr>
            <p:cNvSpPr/>
            <p:nvPr/>
          </p:nvSpPr>
          <p:spPr>
            <a:xfrm>
              <a:off x="381881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1" name="pt149">
              <a:extLst>
                <a:ext uri="{FF2B5EF4-FFF2-40B4-BE49-F238E27FC236}">
                  <a16:creationId xmlns:a16="http://schemas.microsoft.com/office/drawing/2014/main" id="{B6C57D5E-461D-AB62-A633-A153317247E2}"/>
                </a:ext>
              </a:extLst>
            </p:cNvPr>
            <p:cNvSpPr/>
            <p:nvPr/>
          </p:nvSpPr>
          <p:spPr>
            <a:xfrm>
              <a:off x="457653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2" name="pt150">
              <a:extLst>
                <a:ext uri="{FF2B5EF4-FFF2-40B4-BE49-F238E27FC236}">
                  <a16:creationId xmlns:a16="http://schemas.microsoft.com/office/drawing/2014/main" id="{66180908-372A-64EA-3737-EC5ECEC11C9F}"/>
                </a:ext>
              </a:extLst>
            </p:cNvPr>
            <p:cNvSpPr/>
            <p:nvPr/>
          </p:nvSpPr>
          <p:spPr>
            <a:xfrm>
              <a:off x="2068650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3" name="pt151">
              <a:extLst>
                <a:ext uri="{FF2B5EF4-FFF2-40B4-BE49-F238E27FC236}">
                  <a16:creationId xmlns:a16="http://schemas.microsoft.com/office/drawing/2014/main" id="{71D92633-D44B-CD32-4806-DCFFF46D4C6A}"/>
                </a:ext>
              </a:extLst>
            </p:cNvPr>
            <p:cNvSpPr/>
            <p:nvPr/>
          </p:nvSpPr>
          <p:spPr>
            <a:xfrm>
              <a:off x="3819562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4" name="pt152">
              <a:extLst>
                <a:ext uri="{FF2B5EF4-FFF2-40B4-BE49-F238E27FC236}">
                  <a16:creationId xmlns:a16="http://schemas.microsoft.com/office/drawing/2014/main" id="{675B3772-FA4E-B1AC-5397-460B7D63FCD0}"/>
                </a:ext>
              </a:extLst>
            </p:cNvPr>
            <p:cNvSpPr/>
            <p:nvPr/>
          </p:nvSpPr>
          <p:spPr>
            <a:xfrm>
              <a:off x="376781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5" name="pt153">
              <a:extLst>
                <a:ext uri="{FF2B5EF4-FFF2-40B4-BE49-F238E27FC236}">
                  <a16:creationId xmlns:a16="http://schemas.microsoft.com/office/drawing/2014/main" id="{37778934-79B6-3523-5021-E4E9CD3D3758}"/>
                </a:ext>
              </a:extLst>
            </p:cNvPr>
            <p:cNvSpPr/>
            <p:nvPr/>
          </p:nvSpPr>
          <p:spPr>
            <a:xfrm>
              <a:off x="1839741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6" name="pt154">
              <a:extLst>
                <a:ext uri="{FF2B5EF4-FFF2-40B4-BE49-F238E27FC236}">
                  <a16:creationId xmlns:a16="http://schemas.microsoft.com/office/drawing/2014/main" id="{96355E7D-0D06-01D1-F858-1C730AADAAE3}"/>
                </a:ext>
              </a:extLst>
            </p:cNvPr>
            <p:cNvSpPr/>
            <p:nvPr/>
          </p:nvSpPr>
          <p:spPr>
            <a:xfrm>
              <a:off x="193927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7" name="pt155">
              <a:extLst>
                <a:ext uri="{FF2B5EF4-FFF2-40B4-BE49-F238E27FC236}">
                  <a16:creationId xmlns:a16="http://schemas.microsoft.com/office/drawing/2014/main" id="{01FB68D1-ED5D-FBF8-00CD-257E2485CA38}"/>
                </a:ext>
              </a:extLst>
            </p:cNvPr>
            <p:cNvSpPr/>
            <p:nvPr/>
          </p:nvSpPr>
          <p:spPr>
            <a:xfrm>
              <a:off x="1824114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8" name="pt156">
              <a:extLst>
                <a:ext uri="{FF2B5EF4-FFF2-40B4-BE49-F238E27FC236}">
                  <a16:creationId xmlns:a16="http://schemas.microsoft.com/office/drawing/2014/main" id="{D9D93A0D-0469-A50E-9BE3-7CDEB6F395B0}"/>
                </a:ext>
              </a:extLst>
            </p:cNvPr>
            <p:cNvSpPr/>
            <p:nvPr/>
          </p:nvSpPr>
          <p:spPr>
            <a:xfrm>
              <a:off x="353378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9" name="pt157">
              <a:extLst>
                <a:ext uri="{FF2B5EF4-FFF2-40B4-BE49-F238E27FC236}">
                  <a16:creationId xmlns:a16="http://schemas.microsoft.com/office/drawing/2014/main" id="{E54D090F-3392-7812-11A4-D66540ECCFC1}"/>
                </a:ext>
              </a:extLst>
            </p:cNvPr>
            <p:cNvSpPr/>
            <p:nvPr/>
          </p:nvSpPr>
          <p:spPr>
            <a:xfrm>
              <a:off x="2041641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0" name="pt158">
              <a:extLst>
                <a:ext uri="{FF2B5EF4-FFF2-40B4-BE49-F238E27FC236}">
                  <a16:creationId xmlns:a16="http://schemas.microsoft.com/office/drawing/2014/main" id="{1EA3D65F-1795-E8A1-B056-C93078FB2A9C}"/>
                </a:ext>
              </a:extLst>
            </p:cNvPr>
            <p:cNvSpPr/>
            <p:nvPr/>
          </p:nvSpPr>
          <p:spPr>
            <a:xfrm>
              <a:off x="3679398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1" name="pt159">
              <a:extLst>
                <a:ext uri="{FF2B5EF4-FFF2-40B4-BE49-F238E27FC236}">
                  <a16:creationId xmlns:a16="http://schemas.microsoft.com/office/drawing/2014/main" id="{500FD5A8-7703-FD6E-7E0A-D31BDE34AC9B}"/>
                </a:ext>
              </a:extLst>
            </p:cNvPr>
            <p:cNvSpPr/>
            <p:nvPr/>
          </p:nvSpPr>
          <p:spPr>
            <a:xfrm>
              <a:off x="182423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2" name="pt160">
              <a:extLst>
                <a:ext uri="{FF2B5EF4-FFF2-40B4-BE49-F238E27FC236}">
                  <a16:creationId xmlns:a16="http://schemas.microsoft.com/office/drawing/2014/main" id="{420EF9FF-02E0-2C6A-9B74-AAC990381839}"/>
                </a:ext>
              </a:extLst>
            </p:cNvPr>
            <p:cNvSpPr/>
            <p:nvPr/>
          </p:nvSpPr>
          <p:spPr>
            <a:xfrm>
              <a:off x="2068203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3" name="pt161">
              <a:extLst>
                <a:ext uri="{FF2B5EF4-FFF2-40B4-BE49-F238E27FC236}">
                  <a16:creationId xmlns:a16="http://schemas.microsoft.com/office/drawing/2014/main" id="{7831820C-3695-BB61-C4DF-374F33431ADC}"/>
                </a:ext>
              </a:extLst>
            </p:cNvPr>
            <p:cNvSpPr/>
            <p:nvPr/>
          </p:nvSpPr>
          <p:spPr>
            <a:xfrm>
              <a:off x="1821700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4" name="pt162">
              <a:extLst>
                <a:ext uri="{FF2B5EF4-FFF2-40B4-BE49-F238E27FC236}">
                  <a16:creationId xmlns:a16="http://schemas.microsoft.com/office/drawing/2014/main" id="{81F50D96-A201-0268-79D0-C035C284E4D8}"/>
                </a:ext>
              </a:extLst>
            </p:cNvPr>
            <p:cNvSpPr/>
            <p:nvPr/>
          </p:nvSpPr>
          <p:spPr>
            <a:xfrm>
              <a:off x="193927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5" name="pt163">
              <a:extLst>
                <a:ext uri="{FF2B5EF4-FFF2-40B4-BE49-F238E27FC236}">
                  <a16:creationId xmlns:a16="http://schemas.microsoft.com/office/drawing/2014/main" id="{09FF2AE8-636C-B3B0-EDAD-2F33D0E78511}"/>
                </a:ext>
              </a:extLst>
            </p:cNvPr>
            <p:cNvSpPr/>
            <p:nvPr/>
          </p:nvSpPr>
          <p:spPr>
            <a:xfrm>
              <a:off x="3767026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6" name="pt164">
              <a:extLst>
                <a:ext uri="{FF2B5EF4-FFF2-40B4-BE49-F238E27FC236}">
                  <a16:creationId xmlns:a16="http://schemas.microsoft.com/office/drawing/2014/main" id="{34F74F12-6BFA-A282-4E5B-17EE2F712F00}"/>
                </a:ext>
              </a:extLst>
            </p:cNvPr>
            <p:cNvSpPr/>
            <p:nvPr/>
          </p:nvSpPr>
          <p:spPr>
            <a:xfrm>
              <a:off x="3680129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7" name="pt165">
              <a:extLst>
                <a:ext uri="{FF2B5EF4-FFF2-40B4-BE49-F238E27FC236}">
                  <a16:creationId xmlns:a16="http://schemas.microsoft.com/office/drawing/2014/main" id="{BF568AE6-A214-75E9-020D-1F34690E08F8}"/>
                </a:ext>
              </a:extLst>
            </p:cNvPr>
            <p:cNvSpPr/>
            <p:nvPr/>
          </p:nvSpPr>
          <p:spPr>
            <a:xfrm>
              <a:off x="3883665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8" name="pt166">
              <a:extLst>
                <a:ext uri="{FF2B5EF4-FFF2-40B4-BE49-F238E27FC236}">
                  <a16:creationId xmlns:a16="http://schemas.microsoft.com/office/drawing/2014/main" id="{9FA8FD73-CB50-DA54-56CB-DF8B094D91C3}"/>
                </a:ext>
              </a:extLst>
            </p:cNvPr>
            <p:cNvSpPr/>
            <p:nvPr/>
          </p:nvSpPr>
          <p:spPr>
            <a:xfrm>
              <a:off x="2041485" y="1580842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9" name="pt167">
              <a:extLst>
                <a:ext uri="{FF2B5EF4-FFF2-40B4-BE49-F238E27FC236}">
                  <a16:creationId xmlns:a16="http://schemas.microsoft.com/office/drawing/2014/main" id="{4934B6B2-BDFE-B33A-805A-F8FCA48FCE4E}"/>
                </a:ext>
              </a:extLst>
            </p:cNvPr>
            <p:cNvSpPr/>
            <p:nvPr/>
          </p:nvSpPr>
          <p:spPr>
            <a:xfrm>
              <a:off x="3884617" y="4110109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0" name="pg168">
              <a:extLst>
                <a:ext uri="{FF2B5EF4-FFF2-40B4-BE49-F238E27FC236}">
                  <a16:creationId xmlns:a16="http://schemas.microsoft.com/office/drawing/2014/main" id="{A64E10B5-EB12-D102-4407-694858E70C8B}"/>
                </a:ext>
              </a:extLst>
            </p:cNvPr>
            <p:cNvSpPr/>
            <p:nvPr/>
          </p:nvSpPr>
          <p:spPr>
            <a:xfrm>
              <a:off x="273730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1" name="pg169">
              <a:extLst>
                <a:ext uri="{FF2B5EF4-FFF2-40B4-BE49-F238E27FC236}">
                  <a16:creationId xmlns:a16="http://schemas.microsoft.com/office/drawing/2014/main" id="{52D478DA-4638-D121-7843-EEF08A5406B3}"/>
                </a:ext>
              </a:extLst>
            </p:cNvPr>
            <p:cNvSpPr/>
            <p:nvPr/>
          </p:nvSpPr>
          <p:spPr>
            <a:xfrm>
              <a:off x="491707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2" name="pg170">
              <a:extLst>
                <a:ext uri="{FF2B5EF4-FFF2-40B4-BE49-F238E27FC236}">
                  <a16:creationId xmlns:a16="http://schemas.microsoft.com/office/drawing/2014/main" id="{7F69C7F0-BA5E-A868-A131-6CB6DAA1AB36}"/>
                </a:ext>
              </a:extLst>
            </p:cNvPr>
            <p:cNvSpPr/>
            <p:nvPr/>
          </p:nvSpPr>
          <p:spPr>
            <a:xfrm>
              <a:off x="4603928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3" name="pg171">
              <a:extLst>
                <a:ext uri="{FF2B5EF4-FFF2-40B4-BE49-F238E27FC236}">
                  <a16:creationId xmlns:a16="http://schemas.microsoft.com/office/drawing/2014/main" id="{33C01B7B-EDB0-9E54-54BA-5515E0A4B85E}"/>
                </a:ext>
              </a:extLst>
            </p:cNvPr>
            <p:cNvSpPr/>
            <p:nvPr/>
          </p:nvSpPr>
          <p:spPr>
            <a:xfrm>
              <a:off x="4919637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4" name="pg172">
              <a:extLst>
                <a:ext uri="{FF2B5EF4-FFF2-40B4-BE49-F238E27FC236}">
                  <a16:creationId xmlns:a16="http://schemas.microsoft.com/office/drawing/2014/main" id="{C6B5D960-1029-DBF7-D6EF-03CD2774ADF5}"/>
                </a:ext>
              </a:extLst>
            </p:cNvPr>
            <p:cNvSpPr/>
            <p:nvPr/>
          </p:nvSpPr>
          <p:spPr>
            <a:xfrm>
              <a:off x="2823396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5" name="pg173">
              <a:extLst>
                <a:ext uri="{FF2B5EF4-FFF2-40B4-BE49-F238E27FC236}">
                  <a16:creationId xmlns:a16="http://schemas.microsoft.com/office/drawing/2014/main" id="{61B36B2D-34EF-C05C-A432-03C1EDBAC612}"/>
                </a:ext>
              </a:extLst>
            </p:cNvPr>
            <p:cNvSpPr/>
            <p:nvPr/>
          </p:nvSpPr>
          <p:spPr>
            <a:xfrm>
              <a:off x="4601249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6" name="pg174">
              <a:extLst>
                <a:ext uri="{FF2B5EF4-FFF2-40B4-BE49-F238E27FC236}">
                  <a16:creationId xmlns:a16="http://schemas.microsoft.com/office/drawing/2014/main" id="{8782E4AD-9D9C-A70F-29E7-8229329A3A40}"/>
                </a:ext>
              </a:extLst>
            </p:cNvPr>
            <p:cNvSpPr/>
            <p:nvPr/>
          </p:nvSpPr>
          <p:spPr>
            <a:xfrm>
              <a:off x="5644830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7" name="pg175">
              <a:extLst>
                <a:ext uri="{FF2B5EF4-FFF2-40B4-BE49-F238E27FC236}">
                  <a16:creationId xmlns:a16="http://schemas.microsoft.com/office/drawing/2014/main" id="{E1FF658D-89BC-9FDF-FF6C-7A5AE974EC84}"/>
                </a:ext>
              </a:extLst>
            </p:cNvPr>
            <p:cNvSpPr/>
            <p:nvPr/>
          </p:nvSpPr>
          <p:spPr>
            <a:xfrm>
              <a:off x="4772690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8" name="pg176">
              <a:extLst>
                <a:ext uri="{FF2B5EF4-FFF2-40B4-BE49-F238E27FC236}">
                  <a16:creationId xmlns:a16="http://schemas.microsoft.com/office/drawing/2014/main" id="{764F730C-3F33-3FD0-DF6E-D14BD2EDA32C}"/>
                </a:ext>
              </a:extLst>
            </p:cNvPr>
            <p:cNvSpPr/>
            <p:nvPr/>
          </p:nvSpPr>
          <p:spPr>
            <a:xfrm>
              <a:off x="264862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9" name="pg177">
              <a:extLst>
                <a:ext uri="{FF2B5EF4-FFF2-40B4-BE49-F238E27FC236}">
                  <a16:creationId xmlns:a16="http://schemas.microsoft.com/office/drawing/2014/main" id="{99798DD8-F455-B172-9191-ACE6DAC72F4D}"/>
                </a:ext>
              </a:extLst>
            </p:cNvPr>
            <p:cNvSpPr/>
            <p:nvPr/>
          </p:nvSpPr>
          <p:spPr>
            <a:xfrm>
              <a:off x="477409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0" name="pg178">
              <a:extLst>
                <a:ext uri="{FF2B5EF4-FFF2-40B4-BE49-F238E27FC236}">
                  <a16:creationId xmlns:a16="http://schemas.microsoft.com/office/drawing/2014/main" id="{086215D4-B50A-679D-B4BB-38F08141AA6F}"/>
                </a:ext>
              </a:extLst>
            </p:cNvPr>
            <p:cNvSpPr/>
            <p:nvPr/>
          </p:nvSpPr>
          <p:spPr>
            <a:xfrm>
              <a:off x="280022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1" name="pg179">
              <a:extLst>
                <a:ext uri="{FF2B5EF4-FFF2-40B4-BE49-F238E27FC236}">
                  <a16:creationId xmlns:a16="http://schemas.microsoft.com/office/drawing/2014/main" id="{20180F2F-BE67-994E-500C-47FB1D31FE53}"/>
                </a:ext>
              </a:extLst>
            </p:cNvPr>
            <p:cNvSpPr/>
            <p:nvPr/>
          </p:nvSpPr>
          <p:spPr>
            <a:xfrm>
              <a:off x="264302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2" name="pg180">
              <a:extLst>
                <a:ext uri="{FF2B5EF4-FFF2-40B4-BE49-F238E27FC236}">
                  <a16:creationId xmlns:a16="http://schemas.microsoft.com/office/drawing/2014/main" id="{6914C39D-9AAB-D409-15BF-C1EA1D695ABA}"/>
                </a:ext>
              </a:extLst>
            </p:cNvPr>
            <p:cNvSpPr/>
            <p:nvPr/>
          </p:nvSpPr>
          <p:spPr>
            <a:xfrm>
              <a:off x="2740871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3" name="pg181">
              <a:extLst>
                <a:ext uri="{FF2B5EF4-FFF2-40B4-BE49-F238E27FC236}">
                  <a16:creationId xmlns:a16="http://schemas.microsoft.com/office/drawing/2014/main" id="{8720A069-6FF7-AEA7-04D8-54EF864FF36A}"/>
                </a:ext>
              </a:extLst>
            </p:cNvPr>
            <p:cNvSpPr/>
            <p:nvPr/>
          </p:nvSpPr>
          <p:spPr>
            <a:xfrm>
              <a:off x="4973236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4" name="pg182">
              <a:extLst>
                <a:ext uri="{FF2B5EF4-FFF2-40B4-BE49-F238E27FC236}">
                  <a16:creationId xmlns:a16="http://schemas.microsoft.com/office/drawing/2014/main" id="{72357724-DD49-6877-CBB3-9FBBC6906C35}"/>
                </a:ext>
              </a:extLst>
            </p:cNvPr>
            <p:cNvSpPr/>
            <p:nvPr/>
          </p:nvSpPr>
          <p:spPr>
            <a:xfrm>
              <a:off x="2647086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5" name="pg183">
              <a:extLst>
                <a:ext uri="{FF2B5EF4-FFF2-40B4-BE49-F238E27FC236}">
                  <a16:creationId xmlns:a16="http://schemas.microsoft.com/office/drawing/2014/main" id="{2E2C3F74-4446-0F62-A820-A01DF43A4203}"/>
                </a:ext>
              </a:extLst>
            </p:cNvPr>
            <p:cNvSpPr/>
            <p:nvPr/>
          </p:nvSpPr>
          <p:spPr>
            <a:xfrm>
              <a:off x="279696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6" name="pg184">
              <a:extLst>
                <a:ext uri="{FF2B5EF4-FFF2-40B4-BE49-F238E27FC236}">
                  <a16:creationId xmlns:a16="http://schemas.microsoft.com/office/drawing/2014/main" id="{30787C00-2195-44D5-E47F-C0C5270E2AA5}"/>
                </a:ext>
              </a:extLst>
            </p:cNvPr>
            <p:cNvSpPr/>
            <p:nvPr/>
          </p:nvSpPr>
          <p:spPr>
            <a:xfrm>
              <a:off x="2823396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7" name="pg185">
              <a:extLst>
                <a:ext uri="{FF2B5EF4-FFF2-40B4-BE49-F238E27FC236}">
                  <a16:creationId xmlns:a16="http://schemas.microsoft.com/office/drawing/2014/main" id="{DA22CD08-F89D-6748-674D-276E5D3522E2}"/>
                </a:ext>
              </a:extLst>
            </p:cNvPr>
            <p:cNvSpPr/>
            <p:nvPr/>
          </p:nvSpPr>
          <p:spPr>
            <a:xfrm>
              <a:off x="265443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8" name="pg186">
              <a:extLst>
                <a:ext uri="{FF2B5EF4-FFF2-40B4-BE49-F238E27FC236}">
                  <a16:creationId xmlns:a16="http://schemas.microsoft.com/office/drawing/2014/main" id="{572BA6C9-08C4-D77D-D9E7-33A43281105A}"/>
                </a:ext>
              </a:extLst>
            </p:cNvPr>
            <p:cNvSpPr/>
            <p:nvPr/>
          </p:nvSpPr>
          <p:spPr>
            <a:xfrm>
              <a:off x="485686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9" name="pg187">
              <a:extLst>
                <a:ext uri="{FF2B5EF4-FFF2-40B4-BE49-F238E27FC236}">
                  <a16:creationId xmlns:a16="http://schemas.microsoft.com/office/drawing/2014/main" id="{02E22C76-8BA2-5200-238D-FDD1DAEB46DD}"/>
                </a:ext>
              </a:extLst>
            </p:cNvPr>
            <p:cNvSpPr/>
            <p:nvPr/>
          </p:nvSpPr>
          <p:spPr>
            <a:xfrm>
              <a:off x="264862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0" name="pg188">
              <a:extLst>
                <a:ext uri="{FF2B5EF4-FFF2-40B4-BE49-F238E27FC236}">
                  <a16:creationId xmlns:a16="http://schemas.microsoft.com/office/drawing/2014/main" id="{D4952066-56E0-63B8-1B50-CDAD0C3D8E21}"/>
                </a:ext>
              </a:extLst>
            </p:cNvPr>
            <p:cNvSpPr/>
            <p:nvPr/>
          </p:nvSpPr>
          <p:spPr>
            <a:xfrm>
              <a:off x="264302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1" name="pg189">
              <a:extLst>
                <a:ext uri="{FF2B5EF4-FFF2-40B4-BE49-F238E27FC236}">
                  <a16:creationId xmlns:a16="http://schemas.microsoft.com/office/drawing/2014/main" id="{CD0BF2F7-F958-9D85-B8CF-1B3D073A3970}"/>
                </a:ext>
              </a:extLst>
            </p:cNvPr>
            <p:cNvSpPr/>
            <p:nvPr/>
          </p:nvSpPr>
          <p:spPr>
            <a:xfrm>
              <a:off x="4854145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2" name="pg190">
              <a:extLst>
                <a:ext uri="{FF2B5EF4-FFF2-40B4-BE49-F238E27FC236}">
                  <a16:creationId xmlns:a16="http://schemas.microsoft.com/office/drawing/2014/main" id="{96C06DFB-9D9A-D6A8-72D8-EA17785734D8}"/>
                </a:ext>
              </a:extLst>
            </p:cNvPr>
            <p:cNvSpPr/>
            <p:nvPr/>
          </p:nvSpPr>
          <p:spPr>
            <a:xfrm>
              <a:off x="4968627" y="408504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3" name="pg191">
              <a:extLst>
                <a:ext uri="{FF2B5EF4-FFF2-40B4-BE49-F238E27FC236}">
                  <a16:creationId xmlns:a16="http://schemas.microsoft.com/office/drawing/2014/main" id="{14425D1F-0D18-1FFE-AEB4-20FCFE618D8A}"/>
                </a:ext>
              </a:extLst>
            </p:cNvPr>
            <p:cNvSpPr/>
            <p:nvPr/>
          </p:nvSpPr>
          <p:spPr>
            <a:xfrm>
              <a:off x="196606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4" name="pg192">
              <a:extLst>
                <a:ext uri="{FF2B5EF4-FFF2-40B4-BE49-F238E27FC236}">
                  <a16:creationId xmlns:a16="http://schemas.microsoft.com/office/drawing/2014/main" id="{5C7BAB1E-D714-9954-E532-26502FAD838F}"/>
                </a:ext>
              </a:extLst>
            </p:cNvPr>
            <p:cNvSpPr/>
            <p:nvPr/>
          </p:nvSpPr>
          <p:spPr>
            <a:xfrm>
              <a:off x="205954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5" name="pg193">
              <a:extLst>
                <a:ext uri="{FF2B5EF4-FFF2-40B4-BE49-F238E27FC236}">
                  <a16:creationId xmlns:a16="http://schemas.microsoft.com/office/drawing/2014/main" id="{08AC6843-D8DF-6493-8639-0E035F7C6E80}"/>
                </a:ext>
              </a:extLst>
            </p:cNvPr>
            <p:cNvSpPr/>
            <p:nvPr/>
          </p:nvSpPr>
          <p:spPr>
            <a:xfrm>
              <a:off x="367345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6" name="pg194">
              <a:extLst>
                <a:ext uri="{FF2B5EF4-FFF2-40B4-BE49-F238E27FC236}">
                  <a16:creationId xmlns:a16="http://schemas.microsoft.com/office/drawing/2014/main" id="{0CE7C1A4-8BFD-3ED5-1F56-A7669D327F00}"/>
                </a:ext>
              </a:extLst>
            </p:cNvPr>
            <p:cNvSpPr/>
            <p:nvPr/>
          </p:nvSpPr>
          <p:spPr>
            <a:xfrm>
              <a:off x="2165161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7" name="pg195">
              <a:extLst>
                <a:ext uri="{FF2B5EF4-FFF2-40B4-BE49-F238E27FC236}">
                  <a16:creationId xmlns:a16="http://schemas.microsoft.com/office/drawing/2014/main" id="{19CD3E68-F6EF-BD72-7BF7-64B33AD9BCAB}"/>
                </a:ext>
              </a:extLst>
            </p:cNvPr>
            <p:cNvSpPr/>
            <p:nvPr/>
          </p:nvSpPr>
          <p:spPr>
            <a:xfrm>
              <a:off x="196270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8" name="pg196">
              <a:extLst>
                <a:ext uri="{FF2B5EF4-FFF2-40B4-BE49-F238E27FC236}">
                  <a16:creationId xmlns:a16="http://schemas.microsoft.com/office/drawing/2014/main" id="{20D45442-A805-AD2B-D70C-99BD22F2DEB3}"/>
                </a:ext>
              </a:extLst>
            </p:cNvPr>
            <p:cNvSpPr/>
            <p:nvPr/>
          </p:nvSpPr>
          <p:spPr>
            <a:xfrm>
              <a:off x="455861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9" name="pg197">
              <a:extLst>
                <a:ext uri="{FF2B5EF4-FFF2-40B4-BE49-F238E27FC236}">
                  <a16:creationId xmlns:a16="http://schemas.microsoft.com/office/drawing/2014/main" id="{DA166BAC-6126-062F-92C2-43D1ED1DB02A}"/>
                </a:ext>
              </a:extLst>
            </p:cNvPr>
            <p:cNvSpPr/>
            <p:nvPr/>
          </p:nvSpPr>
          <p:spPr>
            <a:xfrm>
              <a:off x="375925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0" name="pg198">
              <a:extLst>
                <a:ext uri="{FF2B5EF4-FFF2-40B4-BE49-F238E27FC236}">
                  <a16:creationId xmlns:a16="http://schemas.microsoft.com/office/drawing/2014/main" id="{D9832D2B-FA63-64F5-BFDA-0A821F3A554B}"/>
                </a:ext>
              </a:extLst>
            </p:cNvPr>
            <p:cNvSpPr/>
            <p:nvPr/>
          </p:nvSpPr>
          <p:spPr>
            <a:xfrm>
              <a:off x="353059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1" name="pg199">
              <a:extLst>
                <a:ext uri="{FF2B5EF4-FFF2-40B4-BE49-F238E27FC236}">
                  <a16:creationId xmlns:a16="http://schemas.microsoft.com/office/drawing/2014/main" id="{9D12D4BF-13BB-239B-03A7-C1DF411F1BF4}"/>
                </a:ext>
              </a:extLst>
            </p:cNvPr>
            <p:cNvSpPr/>
            <p:nvPr/>
          </p:nvSpPr>
          <p:spPr>
            <a:xfrm>
              <a:off x="3811328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2" name="pg200">
              <a:extLst>
                <a:ext uri="{FF2B5EF4-FFF2-40B4-BE49-F238E27FC236}">
                  <a16:creationId xmlns:a16="http://schemas.microsoft.com/office/drawing/2014/main" id="{93B13469-B617-2FCF-A9F4-A972D335237F}"/>
                </a:ext>
              </a:extLst>
            </p:cNvPr>
            <p:cNvSpPr/>
            <p:nvPr/>
          </p:nvSpPr>
          <p:spPr>
            <a:xfrm>
              <a:off x="1977203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3" name="pg201">
              <a:extLst>
                <a:ext uri="{FF2B5EF4-FFF2-40B4-BE49-F238E27FC236}">
                  <a16:creationId xmlns:a16="http://schemas.microsoft.com/office/drawing/2014/main" id="{BBAAE2BA-F227-4FC4-0EAF-1411ADBE9152}"/>
                </a:ext>
              </a:extLst>
            </p:cNvPr>
            <p:cNvSpPr/>
            <p:nvPr/>
          </p:nvSpPr>
          <p:spPr>
            <a:xfrm>
              <a:off x="352916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4" name="pg202">
              <a:extLst>
                <a:ext uri="{FF2B5EF4-FFF2-40B4-BE49-F238E27FC236}">
                  <a16:creationId xmlns:a16="http://schemas.microsoft.com/office/drawing/2014/main" id="{D5BC81B0-EEA1-E683-E260-183A96A0FAF4}"/>
                </a:ext>
              </a:extLst>
            </p:cNvPr>
            <p:cNvSpPr/>
            <p:nvPr/>
          </p:nvSpPr>
          <p:spPr>
            <a:xfrm>
              <a:off x="216739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5" name="pg203">
              <a:extLst>
                <a:ext uri="{FF2B5EF4-FFF2-40B4-BE49-F238E27FC236}">
                  <a16:creationId xmlns:a16="http://schemas.microsoft.com/office/drawing/2014/main" id="{7DC0F505-05C0-B424-357E-D650C79C86DB}"/>
                </a:ext>
              </a:extLst>
            </p:cNvPr>
            <p:cNvSpPr/>
            <p:nvPr/>
          </p:nvSpPr>
          <p:spPr>
            <a:xfrm>
              <a:off x="216587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6" name="pg204">
              <a:extLst>
                <a:ext uri="{FF2B5EF4-FFF2-40B4-BE49-F238E27FC236}">
                  <a16:creationId xmlns:a16="http://schemas.microsoft.com/office/drawing/2014/main" id="{04207525-85BF-B9D5-8863-02B14F0F1D8A}"/>
                </a:ext>
              </a:extLst>
            </p:cNvPr>
            <p:cNvSpPr/>
            <p:nvPr/>
          </p:nvSpPr>
          <p:spPr>
            <a:xfrm>
              <a:off x="455861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7" name="pg205">
              <a:extLst>
                <a:ext uri="{FF2B5EF4-FFF2-40B4-BE49-F238E27FC236}">
                  <a16:creationId xmlns:a16="http://schemas.microsoft.com/office/drawing/2014/main" id="{75BE3F58-4E52-7749-7ADC-DB837C9489F9}"/>
                </a:ext>
              </a:extLst>
            </p:cNvPr>
            <p:cNvSpPr/>
            <p:nvPr/>
          </p:nvSpPr>
          <p:spPr>
            <a:xfrm>
              <a:off x="367313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8" name="pg206">
              <a:extLst>
                <a:ext uri="{FF2B5EF4-FFF2-40B4-BE49-F238E27FC236}">
                  <a16:creationId xmlns:a16="http://schemas.microsoft.com/office/drawing/2014/main" id="{492FDE03-6A01-EEC6-2930-40EDDFBA1290}"/>
                </a:ext>
              </a:extLst>
            </p:cNvPr>
            <p:cNvSpPr/>
            <p:nvPr/>
          </p:nvSpPr>
          <p:spPr>
            <a:xfrm>
              <a:off x="387423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9" name="pg207">
              <a:extLst>
                <a:ext uri="{FF2B5EF4-FFF2-40B4-BE49-F238E27FC236}">
                  <a16:creationId xmlns:a16="http://schemas.microsoft.com/office/drawing/2014/main" id="{CA45752A-0713-943C-45F9-25CE7D3BDC7F}"/>
                </a:ext>
              </a:extLst>
            </p:cNvPr>
            <p:cNvSpPr/>
            <p:nvPr/>
          </p:nvSpPr>
          <p:spPr>
            <a:xfrm>
              <a:off x="211088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0" name="pg208">
              <a:extLst>
                <a:ext uri="{FF2B5EF4-FFF2-40B4-BE49-F238E27FC236}">
                  <a16:creationId xmlns:a16="http://schemas.microsoft.com/office/drawing/2014/main" id="{9F2EA270-8132-AB5F-4035-01D693866084}"/>
                </a:ext>
              </a:extLst>
            </p:cNvPr>
            <p:cNvSpPr/>
            <p:nvPr/>
          </p:nvSpPr>
          <p:spPr>
            <a:xfrm>
              <a:off x="197448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1" name="pg209">
              <a:extLst>
                <a:ext uri="{FF2B5EF4-FFF2-40B4-BE49-F238E27FC236}">
                  <a16:creationId xmlns:a16="http://schemas.microsoft.com/office/drawing/2014/main" id="{DFD9DE1E-69CC-059D-91FD-DC5E9A3832DB}"/>
                </a:ext>
              </a:extLst>
            </p:cNvPr>
            <p:cNvSpPr/>
            <p:nvPr/>
          </p:nvSpPr>
          <p:spPr>
            <a:xfrm>
              <a:off x="2066520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2" name="pg210">
              <a:extLst>
                <a:ext uri="{FF2B5EF4-FFF2-40B4-BE49-F238E27FC236}">
                  <a16:creationId xmlns:a16="http://schemas.microsoft.com/office/drawing/2014/main" id="{163CBCA1-6BF3-53C1-11D2-44E30A749C6C}"/>
                </a:ext>
              </a:extLst>
            </p:cNvPr>
            <p:cNvSpPr/>
            <p:nvPr/>
          </p:nvSpPr>
          <p:spPr>
            <a:xfrm>
              <a:off x="3758969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3" name="pg211">
              <a:extLst>
                <a:ext uri="{FF2B5EF4-FFF2-40B4-BE49-F238E27FC236}">
                  <a16:creationId xmlns:a16="http://schemas.microsoft.com/office/drawing/2014/main" id="{32FFEE54-A03F-C6B4-40EA-D41A6FF5086C}"/>
                </a:ext>
              </a:extLst>
            </p:cNvPr>
            <p:cNvSpPr/>
            <p:nvPr/>
          </p:nvSpPr>
          <p:spPr>
            <a:xfrm>
              <a:off x="1965457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4" name="pg212">
              <a:extLst>
                <a:ext uri="{FF2B5EF4-FFF2-40B4-BE49-F238E27FC236}">
                  <a16:creationId xmlns:a16="http://schemas.microsoft.com/office/drawing/2014/main" id="{984EEA5B-B5EF-99E3-33F7-336F95B183BB}"/>
                </a:ext>
              </a:extLst>
            </p:cNvPr>
            <p:cNvSpPr/>
            <p:nvPr/>
          </p:nvSpPr>
          <p:spPr>
            <a:xfrm>
              <a:off x="3876292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5" name="pg213">
              <a:extLst>
                <a:ext uri="{FF2B5EF4-FFF2-40B4-BE49-F238E27FC236}">
                  <a16:creationId xmlns:a16="http://schemas.microsoft.com/office/drawing/2014/main" id="{CF4CFC2E-9F22-87C8-69AA-6B770AF43F9D}"/>
                </a:ext>
              </a:extLst>
            </p:cNvPr>
            <p:cNvSpPr/>
            <p:nvPr/>
          </p:nvSpPr>
          <p:spPr>
            <a:xfrm>
              <a:off x="1963294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6" name="pg214">
              <a:extLst>
                <a:ext uri="{FF2B5EF4-FFF2-40B4-BE49-F238E27FC236}">
                  <a16:creationId xmlns:a16="http://schemas.microsoft.com/office/drawing/2014/main" id="{C4AD9323-0691-E626-AC8E-73E87FF3286C}"/>
                </a:ext>
              </a:extLst>
            </p:cNvPr>
            <p:cNvSpPr/>
            <p:nvPr/>
          </p:nvSpPr>
          <p:spPr>
            <a:xfrm>
              <a:off x="3809685" y="155577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7" name="pg215">
              <a:extLst>
                <a:ext uri="{FF2B5EF4-FFF2-40B4-BE49-F238E27FC236}">
                  <a16:creationId xmlns:a16="http://schemas.microsoft.com/office/drawing/2014/main" id="{E50D66C2-F426-51F3-D8D3-221D06F25F75}"/>
                </a:ext>
              </a:extLst>
            </p:cNvPr>
            <p:cNvSpPr/>
            <p:nvPr/>
          </p:nvSpPr>
          <p:spPr>
            <a:xfrm>
              <a:off x="1806363" y="2316773"/>
              <a:ext cx="3788472" cy="1837769"/>
            </a:xfrm>
            <a:custGeom>
              <a:avLst/>
              <a:gdLst/>
              <a:ahLst/>
              <a:cxnLst/>
              <a:rect l="0" t="0" r="0" b="0"/>
              <a:pathLst>
                <a:path w="3788472" h="1837769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  <a:lnTo>
                    <a:pt x="3788472" y="1837769"/>
                  </a:lnTo>
                  <a:lnTo>
                    <a:pt x="3740517" y="1837684"/>
                  </a:lnTo>
                  <a:lnTo>
                    <a:pt x="3692561" y="1837590"/>
                  </a:lnTo>
                  <a:lnTo>
                    <a:pt x="3644606" y="1837484"/>
                  </a:lnTo>
                  <a:lnTo>
                    <a:pt x="3596651" y="1837367"/>
                  </a:lnTo>
                  <a:lnTo>
                    <a:pt x="3548695" y="1837235"/>
                  </a:lnTo>
                  <a:lnTo>
                    <a:pt x="3500740" y="1837088"/>
                  </a:lnTo>
                  <a:lnTo>
                    <a:pt x="3452784" y="1836924"/>
                  </a:lnTo>
                  <a:lnTo>
                    <a:pt x="3404829" y="1836741"/>
                  </a:lnTo>
                  <a:lnTo>
                    <a:pt x="3356874" y="1836536"/>
                  </a:lnTo>
                  <a:lnTo>
                    <a:pt x="3308918" y="1836308"/>
                  </a:lnTo>
                  <a:lnTo>
                    <a:pt x="3260963" y="1836052"/>
                  </a:lnTo>
                  <a:lnTo>
                    <a:pt x="3213008" y="1835767"/>
                  </a:lnTo>
                  <a:lnTo>
                    <a:pt x="3165052" y="1835449"/>
                  </a:lnTo>
                  <a:lnTo>
                    <a:pt x="3117097" y="1835094"/>
                  </a:lnTo>
                  <a:lnTo>
                    <a:pt x="3069142" y="1834698"/>
                  </a:lnTo>
                  <a:lnTo>
                    <a:pt x="3021186" y="1834255"/>
                  </a:lnTo>
                  <a:lnTo>
                    <a:pt x="2973231" y="1833761"/>
                  </a:lnTo>
                  <a:lnTo>
                    <a:pt x="2925276" y="1833210"/>
                  </a:lnTo>
                  <a:lnTo>
                    <a:pt x="2877320" y="1832595"/>
                  </a:lnTo>
                  <a:lnTo>
                    <a:pt x="2829365" y="1831909"/>
                  </a:lnTo>
                  <a:lnTo>
                    <a:pt x="2781410" y="1831144"/>
                  </a:lnTo>
                  <a:lnTo>
                    <a:pt x="2733454" y="1830291"/>
                  </a:lnTo>
                  <a:lnTo>
                    <a:pt x="2685499" y="1829339"/>
                  </a:lnTo>
                  <a:lnTo>
                    <a:pt x="2637544" y="1828278"/>
                  </a:lnTo>
                  <a:lnTo>
                    <a:pt x="2589588" y="1827096"/>
                  </a:lnTo>
                  <a:lnTo>
                    <a:pt x="2541633" y="1825778"/>
                  </a:lnTo>
                  <a:lnTo>
                    <a:pt x="2493678" y="1824309"/>
                  </a:lnTo>
                  <a:lnTo>
                    <a:pt x="2445722" y="1822674"/>
                  </a:lnTo>
                  <a:lnTo>
                    <a:pt x="2397767" y="1820852"/>
                  </a:lnTo>
                  <a:lnTo>
                    <a:pt x="2349811" y="1818825"/>
                  </a:lnTo>
                  <a:lnTo>
                    <a:pt x="2301856" y="1816569"/>
                  </a:lnTo>
                  <a:lnTo>
                    <a:pt x="2253901" y="1814059"/>
                  </a:lnTo>
                  <a:lnTo>
                    <a:pt x="2205945" y="1811268"/>
                  </a:lnTo>
                  <a:lnTo>
                    <a:pt x="2157990" y="1808166"/>
                  </a:lnTo>
                  <a:lnTo>
                    <a:pt x="2110035" y="1804721"/>
                  </a:lnTo>
                  <a:lnTo>
                    <a:pt x="2062079" y="1800895"/>
                  </a:lnTo>
                  <a:lnTo>
                    <a:pt x="2014124" y="1796650"/>
                  </a:lnTo>
                  <a:lnTo>
                    <a:pt x="1966169" y="1791943"/>
                  </a:lnTo>
                  <a:lnTo>
                    <a:pt x="1918213" y="1786727"/>
                  </a:lnTo>
                  <a:lnTo>
                    <a:pt x="1870258" y="1780952"/>
                  </a:lnTo>
                  <a:lnTo>
                    <a:pt x="1822303" y="1774564"/>
                  </a:lnTo>
                  <a:lnTo>
                    <a:pt x="1774347" y="1767504"/>
                  </a:lnTo>
                  <a:lnTo>
                    <a:pt x="1726392" y="1759711"/>
                  </a:lnTo>
                  <a:lnTo>
                    <a:pt x="1678437" y="1751118"/>
                  </a:lnTo>
                  <a:lnTo>
                    <a:pt x="1630481" y="1741655"/>
                  </a:lnTo>
                  <a:lnTo>
                    <a:pt x="1582526" y="1731249"/>
                  </a:lnTo>
                  <a:lnTo>
                    <a:pt x="1534571" y="1719825"/>
                  </a:lnTo>
                  <a:lnTo>
                    <a:pt x="1486615" y="1707304"/>
                  </a:lnTo>
                  <a:lnTo>
                    <a:pt x="1438660" y="1693608"/>
                  </a:lnTo>
                  <a:lnTo>
                    <a:pt x="1390705" y="1678658"/>
                  </a:lnTo>
                  <a:lnTo>
                    <a:pt x="1342749" y="1662377"/>
                  </a:lnTo>
                  <a:lnTo>
                    <a:pt x="1294794" y="1644692"/>
                  </a:lnTo>
                  <a:lnTo>
                    <a:pt x="1246839" y="1625535"/>
                  </a:lnTo>
                  <a:lnTo>
                    <a:pt x="1198883" y="1604847"/>
                  </a:lnTo>
                  <a:lnTo>
                    <a:pt x="1150928" y="1582582"/>
                  </a:lnTo>
                  <a:lnTo>
                    <a:pt x="1102972" y="1558707"/>
                  </a:lnTo>
                  <a:lnTo>
                    <a:pt x="1055017" y="1533208"/>
                  </a:lnTo>
                  <a:lnTo>
                    <a:pt x="1007062" y="1506092"/>
                  </a:lnTo>
                  <a:lnTo>
                    <a:pt x="959106" y="1477393"/>
                  </a:lnTo>
                  <a:lnTo>
                    <a:pt x="911151" y="1447169"/>
                  </a:lnTo>
                  <a:lnTo>
                    <a:pt x="863196" y="1415512"/>
                  </a:lnTo>
                  <a:lnTo>
                    <a:pt x="815240" y="1382540"/>
                  </a:lnTo>
                  <a:lnTo>
                    <a:pt x="767285" y="1348404"/>
                  </a:lnTo>
                  <a:lnTo>
                    <a:pt x="719330" y="1313277"/>
                  </a:lnTo>
                  <a:lnTo>
                    <a:pt x="671374" y="1277356"/>
                  </a:lnTo>
                  <a:lnTo>
                    <a:pt x="623419" y="1240849"/>
                  </a:lnTo>
                  <a:lnTo>
                    <a:pt x="575464" y="1203968"/>
                  </a:lnTo>
                  <a:lnTo>
                    <a:pt x="527508" y="1166922"/>
                  </a:lnTo>
                  <a:lnTo>
                    <a:pt x="479553" y="1129905"/>
                  </a:lnTo>
                  <a:lnTo>
                    <a:pt x="431598" y="1093086"/>
                  </a:lnTo>
                  <a:lnTo>
                    <a:pt x="383642" y="1056610"/>
                  </a:lnTo>
                  <a:lnTo>
                    <a:pt x="335687" y="1020589"/>
                  </a:lnTo>
                  <a:lnTo>
                    <a:pt x="287732" y="985106"/>
                  </a:lnTo>
                  <a:lnTo>
                    <a:pt x="239776" y="950214"/>
                  </a:lnTo>
                  <a:lnTo>
                    <a:pt x="191821" y="915944"/>
                  </a:lnTo>
                  <a:lnTo>
                    <a:pt x="143866" y="882304"/>
                  </a:lnTo>
                  <a:lnTo>
                    <a:pt x="95910" y="849290"/>
                  </a:lnTo>
                  <a:lnTo>
                    <a:pt x="47955" y="816886"/>
                  </a:lnTo>
                  <a:lnTo>
                    <a:pt x="0" y="785069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18" name="pl216">
              <a:extLst>
                <a:ext uri="{FF2B5EF4-FFF2-40B4-BE49-F238E27FC236}">
                  <a16:creationId xmlns:a16="http://schemas.microsoft.com/office/drawing/2014/main" id="{42348393-187A-35EE-9B3D-FA723FC3D8DE}"/>
                </a:ext>
              </a:extLst>
            </p:cNvPr>
            <p:cNvSpPr/>
            <p:nvPr/>
          </p:nvSpPr>
          <p:spPr>
            <a:xfrm>
              <a:off x="1806363" y="2316773"/>
              <a:ext cx="3788472" cy="1708917"/>
            </a:xfrm>
            <a:custGeom>
              <a:avLst/>
              <a:gdLst/>
              <a:ahLst/>
              <a:cxnLst/>
              <a:rect l="0" t="0" r="0" b="0"/>
              <a:pathLst>
                <a:path w="3788472" h="1708917">
                  <a:moveTo>
                    <a:pt x="0" y="0"/>
                  </a:moveTo>
                  <a:lnTo>
                    <a:pt x="47955" y="49458"/>
                  </a:lnTo>
                  <a:lnTo>
                    <a:pt x="95910" y="100118"/>
                  </a:lnTo>
                  <a:lnTo>
                    <a:pt x="143866" y="151680"/>
                  </a:lnTo>
                  <a:lnTo>
                    <a:pt x="191821" y="203819"/>
                  </a:lnTo>
                  <a:lnTo>
                    <a:pt x="239776" y="256194"/>
                  </a:lnTo>
                  <a:lnTo>
                    <a:pt x="287732" y="308458"/>
                  </a:lnTo>
                  <a:lnTo>
                    <a:pt x="335687" y="360269"/>
                  </a:lnTo>
                  <a:lnTo>
                    <a:pt x="383642" y="411306"/>
                  </a:lnTo>
                  <a:lnTo>
                    <a:pt x="431598" y="461277"/>
                  </a:lnTo>
                  <a:lnTo>
                    <a:pt x="479553" y="509933"/>
                  </a:lnTo>
                  <a:lnTo>
                    <a:pt x="527508" y="557074"/>
                  </a:lnTo>
                  <a:lnTo>
                    <a:pt x="575464" y="602552"/>
                  </a:lnTo>
                  <a:lnTo>
                    <a:pt x="623419" y="646274"/>
                  </a:lnTo>
                  <a:lnTo>
                    <a:pt x="671374" y="688194"/>
                  </a:lnTo>
                  <a:lnTo>
                    <a:pt x="719330" y="728313"/>
                  </a:lnTo>
                  <a:lnTo>
                    <a:pt x="767285" y="766665"/>
                  </a:lnTo>
                  <a:lnTo>
                    <a:pt x="815240" y="803310"/>
                  </a:lnTo>
                  <a:lnTo>
                    <a:pt x="863196" y="838329"/>
                  </a:lnTo>
                  <a:lnTo>
                    <a:pt x="911151" y="871811"/>
                  </a:lnTo>
                  <a:lnTo>
                    <a:pt x="959106" y="903851"/>
                  </a:lnTo>
                  <a:lnTo>
                    <a:pt x="1007062" y="934543"/>
                  </a:lnTo>
                  <a:lnTo>
                    <a:pt x="1055017" y="963981"/>
                  </a:lnTo>
                  <a:lnTo>
                    <a:pt x="1102972" y="992249"/>
                  </a:lnTo>
                  <a:lnTo>
                    <a:pt x="1150928" y="1019429"/>
                  </a:lnTo>
                  <a:lnTo>
                    <a:pt x="1198883" y="1045594"/>
                  </a:lnTo>
                  <a:lnTo>
                    <a:pt x="1246839" y="1070811"/>
                  </a:lnTo>
                  <a:lnTo>
                    <a:pt x="1294794" y="1095139"/>
                  </a:lnTo>
                  <a:lnTo>
                    <a:pt x="1342749" y="1118632"/>
                  </a:lnTo>
                  <a:lnTo>
                    <a:pt x="1390705" y="1141338"/>
                  </a:lnTo>
                  <a:lnTo>
                    <a:pt x="1438660" y="1163301"/>
                  </a:lnTo>
                  <a:lnTo>
                    <a:pt x="1486615" y="1184558"/>
                  </a:lnTo>
                  <a:lnTo>
                    <a:pt x="1534571" y="1205143"/>
                  </a:lnTo>
                  <a:lnTo>
                    <a:pt x="1582526" y="1225089"/>
                  </a:lnTo>
                  <a:lnTo>
                    <a:pt x="1630481" y="1244422"/>
                  </a:lnTo>
                  <a:lnTo>
                    <a:pt x="1678437" y="1263168"/>
                  </a:lnTo>
                  <a:lnTo>
                    <a:pt x="1726392" y="1281349"/>
                  </a:lnTo>
                  <a:lnTo>
                    <a:pt x="1774347" y="1298987"/>
                  </a:lnTo>
                  <a:lnTo>
                    <a:pt x="1822303" y="1316101"/>
                  </a:lnTo>
                  <a:lnTo>
                    <a:pt x="1870258" y="1332708"/>
                  </a:lnTo>
                  <a:lnTo>
                    <a:pt x="1918213" y="1348824"/>
                  </a:lnTo>
                  <a:lnTo>
                    <a:pt x="1966169" y="1364466"/>
                  </a:lnTo>
                  <a:lnTo>
                    <a:pt x="2014124" y="1379648"/>
                  </a:lnTo>
                  <a:lnTo>
                    <a:pt x="2062079" y="1394382"/>
                  </a:lnTo>
                  <a:lnTo>
                    <a:pt x="2110035" y="1408682"/>
                  </a:lnTo>
                  <a:lnTo>
                    <a:pt x="2157990" y="1422560"/>
                  </a:lnTo>
                  <a:lnTo>
                    <a:pt x="2205945" y="1436028"/>
                  </a:lnTo>
                  <a:lnTo>
                    <a:pt x="2253901" y="1449096"/>
                  </a:lnTo>
                  <a:lnTo>
                    <a:pt x="2301856" y="1461775"/>
                  </a:lnTo>
                  <a:lnTo>
                    <a:pt x="2349811" y="1474077"/>
                  </a:lnTo>
                  <a:lnTo>
                    <a:pt x="2397767" y="1486010"/>
                  </a:lnTo>
                  <a:lnTo>
                    <a:pt x="2445722" y="1497584"/>
                  </a:lnTo>
                  <a:lnTo>
                    <a:pt x="2493678" y="1508809"/>
                  </a:lnTo>
                  <a:lnTo>
                    <a:pt x="2541633" y="1519694"/>
                  </a:lnTo>
                  <a:lnTo>
                    <a:pt x="2589588" y="1530247"/>
                  </a:lnTo>
                  <a:lnTo>
                    <a:pt x="2637544" y="1540479"/>
                  </a:lnTo>
                  <a:lnTo>
                    <a:pt x="2685499" y="1550396"/>
                  </a:lnTo>
                  <a:lnTo>
                    <a:pt x="2733454" y="1560008"/>
                  </a:lnTo>
                  <a:lnTo>
                    <a:pt x="2781410" y="1569322"/>
                  </a:lnTo>
                  <a:lnTo>
                    <a:pt x="2829365" y="1578346"/>
                  </a:lnTo>
                  <a:lnTo>
                    <a:pt x="2877320" y="1587089"/>
                  </a:lnTo>
                  <a:lnTo>
                    <a:pt x="2925276" y="1595557"/>
                  </a:lnTo>
                  <a:lnTo>
                    <a:pt x="2973231" y="1603759"/>
                  </a:lnTo>
                  <a:lnTo>
                    <a:pt x="3021186" y="1611701"/>
                  </a:lnTo>
                  <a:lnTo>
                    <a:pt x="3069142" y="1619391"/>
                  </a:lnTo>
                  <a:lnTo>
                    <a:pt x="3117097" y="1626836"/>
                  </a:lnTo>
                  <a:lnTo>
                    <a:pt x="3165052" y="1634043"/>
                  </a:lnTo>
                  <a:lnTo>
                    <a:pt x="3213008" y="1641018"/>
                  </a:lnTo>
                  <a:lnTo>
                    <a:pt x="3260963" y="1647768"/>
                  </a:lnTo>
                  <a:lnTo>
                    <a:pt x="3308918" y="1654300"/>
                  </a:lnTo>
                  <a:lnTo>
                    <a:pt x="3356874" y="1660619"/>
                  </a:lnTo>
                  <a:lnTo>
                    <a:pt x="3404829" y="1666732"/>
                  </a:lnTo>
                  <a:lnTo>
                    <a:pt x="3452784" y="1672646"/>
                  </a:lnTo>
                  <a:lnTo>
                    <a:pt x="3500740" y="1678365"/>
                  </a:lnTo>
                  <a:lnTo>
                    <a:pt x="3548695" y="1683896"/>
                  </a:lnTo>
                  <a:lnTo>
                    <a:pt x="3596651" y="1689244"/>
                  </a:lnTo>
                  <a:lnTo>
                    <a:pt x="3644606" y="1694415"/>
                  </a:lnTo>
                  <a:lnTo>
                    <a:pt x="3692561" y="1699413"/>
                  </a:lnTo>
                  <a:lnTo>
                    <a:pt x="3740517" y="1704246"/>
                  </a:lnTo>
                  <a:lnTo>
                    <a:pt x="3788472" y="1708917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19" name="pl217">
              <a:extLst>
                <a:ext uri="{FF2B5EF4-FFF2-40B4-BE49-F238E27FC236}">
                  <a16:creationId xmlns:a16="http://schemas.microsoft.com/office/drawing/2014/main" id="{969EC6E7-6F94-CAE7-ED9A-71B3A16415F2}"/>
                </a:ext>
              </a:extLst>
            </p:cNvPr>
            <p:cNvSpPr/>
            <p:nvPr/>
          </p:nvSpPr>
          <p:spPr>
            <a:xfrm>
              <a:off x="1806363" y="3101842"/>
              <a:ext cx="3788472" cy="1052700"/>
            </a:xfrm>
            <a:custGeom>
              <a:avLst/>
              <a:gdLst/>
              <a:ahLst/>
              <a:cxnLst/>
              <a:rect l="0" t="0" r="0" b="0"/>
              <a:pathLst>
                <a:path w="3788472" h="1052700">
                  <a:moveTo>
                    <a:pt x="3788472" y="1052700"/>
                  </a:moveTo>
                  <a:lnTo>
                    <a:pt x="3740517" y="1052615"/>
                  </a:lnTo>
                  <a:lnTo>
                    <a:pt x="3692561" y="1052521"/>
                  </a:lnTo>
                  <a:lnTo>
                    <a:pt x="3644606" y="1052415"/>
                  </a:lnTo>
                  <a:lnTo>
                    <a:pt x="3596651" y="1052298"/>
                  </a:lnTo>
                  <a:lnTo>
                    <a:pt x="3548695" y="1052166"/>
                  </a:lnTo>
                  <a:lnTo>
                    <a:pt x="3500740" y="1052019"/>
                  </a:lnTo>
                  <a:lnTo>
                    <a:pt x="3452784" y="1051855"/>
                  </a:lnTo>
                  <a:lnTo>
                    <a:pt x="3404829" y="1051672"/>
                  </a:lnTo>
                  <a:lnTo>
                    <a:pt x="3356874" y="1051467"/>
                  </a:lnTo>
                  <a:lnTo>
                    <a:pt x="3308918" y="1051239"/>
                  </a:lnTo>
                  <a:lnTo>
                    <a:pt x="3260963" y="1050983"/>
                  </a:lnTo>
                  <a:lnTo>
                    <a:pt x="3213008" y="1050698"/>
                  </a:lnTo>
                  <a:lnTo>
                    <a:pt x="3165052" y="1050380"/>
                  </a:lnTo>
                  <a:lnTo>
                    <a:pt x="3117097" y="1050025"/>
                  </a:lnTo>
                  <a:lnTo>
                    <a:pt x="3069142" y="1049629"/>
                  </a:lnTo>
                  <a:lnTo>
                    <a:pt x="3021186" y="1049186"/>
                  </a:lnTo>
                  <a:lnTo>
                    <a:pt x="2973231" y="1048692"/>
                  </a:lnTo>
                  <a:lnTo>
                    <a:pt x="2925276" y="1048141"/>
                  </a:lnTo>
                  <a:lnTo>
                    <a:pt x="2877320" y="1047526"/>
                  </a:lnTo>
                  <a:lnTo>
                    <a:pt x="2829365" y="1046840"/>
                  </a:lnTo>
                  <a:lnTo>
                    <a:pt x="2781410" y="1046075"/>
                  </a:lnTo>
                  <a:lnTo>
                    <a:pt x="2733454" y="1045222"/>
                  </a:lnTo>
                  <a:lnTo>
                    <a:pt x="2685499" y="1044270"/>
                  </a:lnTo>
                  <a:lnTo>
                    <a:pt x="2637544" y="1043209"/>
                  </a:lnTo>
                  <a:lnTo>
                    <a:pt x="2589588" y="1042027"/>
                  </a:lnTo>
                  <a:lnTo>
                    <a:pt x="2541633" y="1040709"/>
                  </a:lnTo>
                  <a:lnTo>
                    <a:pt x="2493678" y="1039240"/>
                  </a:lnTo>
                  <a:lnTo>
                    <a:pt x="2445722" y="1037605"/>
                  </a:lnTo>
                  <a:lnTo>
                    <a:pt x="2397767" y="1035783"/>
                  </a:lnTo>
                  <a:lnTo>
                    <a:pt x="2349811" y="1033756"/>
                  </a:lnTo>
                  <a:lnTo>
                    <a:pt x="2301856" y="1031500"/>
                  </a:lnTo>
                  <a:lnTo>
                    <a:pt x="2253901" y="1028990"/>
                  </a:lnTo>
                  <a:lnTo>
                    <a:pt x="2205945" y="1026199"/>
                  </a:lnTo>
                  <a:lnTo>
                    <a:pt x="2157990" y="1023097"/>
                  </a:lnTo>
                  <a:lnTo>
                    <a:pt x="2110035" y="1019652"/>
                  </a:lnTo>
                  <a:lnTo>
                    <a:pt x="2062079" y="1015826"/>
                  </a:lnTo>
                  <a:lnTo>
                    <a:pt x="2014124" y="1011581"/>
                  </a:lnTo>
                  <a:lnTo>
                    <a:pt x="1966169" y="1006874"/>
                  </a:lnTo>
                  <a:lnTo>
                    <a:pt x="1918213" y="1001658"/>
                  </a:lnTo>
                  <a:lnTo>
                    <a:pt x="1870258" y="995883"/>
                  </a:lnTo>
                  <a:lnTo>
                    <a:pt x="1822303" y="989495"/>
                  </a:lnTo>
                  <a:lnTo>
                    <a:pt x="1774347" y="982435"/>
                  </a:lnTo>
                  <a:lnTo>
                    <a:pt x="1726392" y="974642"/>
                  </a:lnTo>
                  <a:lnTo>
                    <a:pt x="1678437" y="966049"/>
                  </a:lnTo>
                  <a:lnTo>
                    <a:pt x="1630481" y="956586"/>
                  </a:lnTo>
                  <a:lnTo>
                    <a:pt x="1582526" y="946180"/>
                  </a:lnTo>
                  <a:lnTo>
                    <a:pt x="1534571" y="934756"/>
                  </a:lnTo>
                  <a:lnTo>
                    <a:pt x="1486615" y="922235"/>
                  </a:lnTo>
                  <a:lnTo>
                    <a:pt x="1438660" y="908539"/>
                  </a:lnTo>
                  <a:lnTo>
                    <a:pt x="1390705" y="893589"/>
                  </a:lnTo>
                  <a:lnTo>
                    <a:pt x="1342749" y="877308"/>
                  </a:lnTo>
                  <a:lnTo>
                    <a:pt x="1294794" y="859623"/>
                  </a:lnTo>
                  <a:lnTo>
                    <a:pt x="1246839" y="840466"/>
                  </a:lnTo>
                  <a:lnTo>
                    <a:pt x="1198883" y="819778"/>
                  </a:lnTo>
                  <a:lnTo>
                    <a:pt x="1150928" y="797513"/>
                  </a:lnTo>
                  <a:lnTo>
                    <a:pt x="1102972" y="773638"/>
                  </a:lnTo>
                  <a:lnTo>
                    <a:pt x="1055017" y="748139"/>
                  </a:lnTo>
                  <a:lnTo>
                    <a:pt x="1007062" y="721023"/>
                  </a:lnTo>
                  <a:lnTo>
                    <a:pt x="959106" y="692324"/>
                  </a:lnTo>
                  <a:lnTo>
                    <a:pt x="911151" y="662100"/>
                  </a:lnTo>
                  <a:lnTo>
                    <a:pt x="863196" y="630443"/>
                  </a:lnTo>
                  <a:lnTo>
                    <a:pt x="815240" y="597471"/>
                  </a:lnTo>
                  <a:lnTo>
                    <a:pt x="767285" y="563335"/>
                  </a:lnTo>
                  <a:lnTo>
                    <a:pt x="719330" y="528208"/>
                  </a:lnTo>
                  <a:lnTo>
                    <a:pt x="671374" y="492287"/>
                  </a:lnTo>
                  <a:lnTo>
                    <a:pt x="623419" y="455780"/>
                  </a:lnTo>
                  <a:lnTo>
                    <a:pt x="575464" y="418899"/>
                  </a:lnTo>
                  <a:lnTo>
                    <a:pt x="527508" y="381853"/>
                  </a:lnTo>
                  <a:lnTo>
                    <a:pt x="479553" y="344836"/>
                  </a:lnTo>
                  <a:lnTo>
                    <a:pt x="431598" y="308017"/>
                  </a:lnTo>
                  <a:lnTo>
                    <a:pt x="383642" y="271541"/>
                  </a:lnTo>
                  <a:lnTo>
                    <a:pt x="335687" y="235520"/>
                  </a:lnTo>
                  <a:lnTo>
                    <a:pt x="287732" y="200037"/>
                  </a:lnTo>
                  <a:lnTo>
                    <a:pt x="239776" y="165145"/>
                  </a:lnTo>
                  <a:lnTo>
                    <a:pt x="191821" y="130875"/>
                  </a:lnTo>
                  <a:lnTo>
                    <a:pt x="143866" y="97235"/>
                  </a:lnTo>
                  <a:lnTo>
                    <a:pt x="95910" y="64221"/>
                  </a:lnTo>
                  <a:lnTo>
                    <a:pt x="47955" y="3181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0" name="pl218">
              <a:extLst>
                <a:ext uri="{FF2B5EF4-FFF2-40B4-BE49-F238E27FC236}">
                  <a16:creationId xmlns:a16="http://schemas.microsoft.com/office/drawing/2014/main" id="{12FF9AC8-8B11-45DC-3823-CE001DA61813}"/>
                </a:ext>
              </a:extLst>
            </p:cNvPr>
            <p:cNvSpPr/>
            <p:nvPr/>
          </p:nvSpPr>
          <p:spPr>
            <a:xfrm>
              <a:off x="1806363" y="2689475"/>
              <a:ext cx="3788472" cy="1455911"/>
            </a:xfrm>
            <a:custGeom>
              <a:avLst/>
              <a:gdLst/>
              <a:ahLst/>
              <a:cxnLst/>
              <a:rect l="0" t="0" r="0" b="0"/>
              <a:pathLst>
                <a:path w="3788472" h="1455911">
                  <a:moveTo>
                    <a:pt x="0" y="0"/>
                  </a:moveTo>
                  <a:lnTo>
                    <a:pt x="47955" y="45987"/>
                  </a:lnTo>
                  <a:lnTo>
                    <a:pt x="95910" y="92395"/>
                  </a:lnTo>
                  <a:lnTo>
                    <a:pt x="143866" y="139101"/>
                  </a:lnTo>
                  <a:lnTo>
                    <a:pt x="191821" y="185976"/>
                  </a:lnTo>
                  <a:lnTo>
                    <a:pt x="239776" y="232893"/>
                  </a:lnTo>
                  <a:lnTo>
                    <a:pt x="287732" y="279723"/>
                  </a:lnTo>
                  <a:lnTo>
                    <a:pt x="335687" y="326338"/>
                  </a:lnTo>
                  <a:lnTo>
                    <a:pt x="383642" y="372611"/>
                  </a:lnTo>
                  <a:lnTo>
                    <a:pt x="431598" y="418422"/>
                  </a:lnTo>
                  <a:lnTo>
                    <a:pt x="479553" y="463652"/>
                  </a:lnTo>
                  <a:lnTo>
                    <a:pt x="527508" y="508192"/>
                  </a:lnTo>
                  <a:lnTo>
                    <a:pt x="575464" y="551936"/>
                  </a:lnTo>
                  <a:lnTo>
                    <a:pt x="623419" y="594790"/>
                  </a:lnTo>
                  <a:lnTo>
                    <a:pt x="671374" y="636665"/>
                  </a:lnTo>
                  <a:lnTo>
                    <a:pt x="719330" y="677484"/>
                  </a:lnTo>
                  <a:lnTo>
                    <a:pt x="767285" y="717179"/>
                  </a:lnTo>
                  <a:lnTo>
                    <a:pt x="815240" y="755690"/>
                  </a:lnTo>
                  <a:lnTo>
                    <a:pt x="863196" y="792968"/>
                  </a:lnTo>
                  <a:lnTo>
                    <a:pt x="911151" y="828974"/>
                  </a:lnTo>
                  <a:lnTo>
                    <a:pt x="959106" y="863679"/>
                  </a:lnTo>
                  <a:lnTo>
                    <a:pt x="1007062" y="897060"/>
                  </a:lnTo>
                  <a:lnTo>
                    <a:pt x="1055017" y="929106"/>
                  </a:lnTo>
                  <a:lnTo>
                    <a:pt x="1102972" y="959813"/>
                  </a:lnTo>
                  <a:lnTo>
                    <a:pt x="1150928" y="989183"/>
                  </a:lnTo>
                  <a:lnTo>
                    <a:pt x="1198883" y="1017226"/>
                  </a:lnTo>
                  <a:lnTo>
                    <a:pt x="1246839" y="1043958"/>
                  </a:lnTo>
                  <a:lnTo>
                    <a:pt x="1294794" y="1069400"/>
                  </a:lnTo>
                  <a:lnTo>
                    <a:pt x="1342749" y="1093579"/>
                  </a:lnTo>
                  <a:lnTo>
                    <a:pt x="1390705" y="1116525"/>
                  </a:lnTo>
                  <a:lnTo>
                    <a:pt x="1438660" y="1138270"/>
                  </a:lnTo>
                  <a:lnTo>
                    <a:pt x="1486615" y="1158853"/>
                  </a:lnTo>
                  <a:lnTo>
                    <a:pt x="1534571" y="1178311"/>
                  </a:lnTo>
                  <a:lnTo>
                    <a:pt x="1582526" y="1196684"/>
                  </a:lnTo>
                  <a:lnTo>
                    <a:pt x="1630481" y="1214016"/>
                  </a:lnTo>
                  <a:lnTo>
                    <a:pt x="1678437" y="1230347"/>
                  </a:lnTo>
                  <a:lnTo>
                    <a:pt x="1726392" y="1245721"/>
                  </a:lnTo>
                  <a:lnTo>
                    <a:pt x="1774347" y="1260182"/>
                  </a:lnTo>
                  <a:lnTo>
                    <a:pt x="1822303" y="1273771"/>
                  </a:lnTo>
                  <a:lnTo>
                    <a:pt x="1870258" y="1286531"/>
                  </a:lnTo>
                  <a:lnTo>
                    <a:pt x="1918213" y="1298504"/>
                  </a:lnTo>
                  <a:lnTo>
                    <a:pt x="1966169" y="1309731"/>
                  </a:lnTo>
                  <a:lnTo>
                    <a:pt x="2014124" y="1320250"/>
                  </a:lnTo>
                  <a:lnTo>
                    <a:pt x="2062079" y="1330101"/>
                  </a:lnTo>
                  <a:lnTo>
                    <a:pt x="2110035" y="1339320"/>
                  </a:lnTo>
                  <a:lnTo>
                    <a:pt x="2157990" y="1347944"/>
                  </a:lnTo>
                  <a:lnTo>
                    <a:pt x="2205945" y="1356007"/>
                  </a:lnTo>
                  <a:lnTo>
                    <a:pt x="2253901" y="1363541"/>
                  </a:lnTo>
                  <a:lnTo>
                    <a:pt x="2301856" y="1370579"/>
                  </a:lnTo>
                  <a:lnTo>
                    <a:pt x="2349811" y="1377150"/>
                  </a:lnTo>
                  <a:lnTo>
                    <a:pt x="2397767" y="1383283"/>
                  </a:lnTo>
                  <a:lnTo>
                    <a:pt x="2445722" y="1389004"/>
                  </a:lnTo>
                  <a:lnTo>
                    <a:pt x="2493678" y="1394341"/>
                  </a:lnTo>
                  <a:lnTo>
                    <a:pt x="2541633" y="1399317"/>
                  </a:lnTo>
                  <a:lnTo>
                    <a:pt x="2589588" y="1403955"/>
                  </a:lnTo>
                  <a:lnTo>
                    <a:pt x="2637544" y="1408277"/>
                  </a:lnTo>
                  <a:lnTo>
                    <a:pt x="2685499" y="1412303"/>
                  </a:lnTo>
                  <a:lnTo>
                    <a:pt x="2733454" y="1416053"/>
                  </a:lnTo>
                  <a:lnTo>
                    <a:pt x="2781410" y="1419545"/>
                  </a:lnTo>
                  <a:lnTo>
                    <a:pt x="2829365" y="1422796"/>
                  </a:lnTo>
                  <a:lnTo>
                    <a:pt x="2877320" y="1425822"/>
                  </a:lnTo>
                  <a:lnTo>
                    <a:pt x="2925276" y="1428639"/>
                  </a:lnTo>
                  <a:lnTo>
                    <a:pt x="2973231" y="1431259"/>
                  </a:lnTo>
                  <a:lnTo>
                    <a:pt x="3021186" y="1433697"/>
                  </a:lnTo>
                  <a:lnTo>
                    <a:pt x="3069142" y="1435965"/>
                  </a:lnTo>
                  <a:lnTo>
                    <a:pt x="3117097" y="1438075"/>
                  </a:lnTo>
                  <a:lnTo>
                    <a:pt x="3165052" y="1440037"/>
                  </a:lnTo>
                  <a:lnTo>
                    <a:pt x="3213008" y="1441861"/>
                  </a:lnTo>
                  <a:lnTo>
                    <a:pt x="3260963" y="1443557"/>
                  </a:lnTo>
                  <a:lnTo>
                    <a:pt x="3308918" y="1445134"/>
                  </a:lnTo>
                  <a:lnTo>
                    <a:pt x="3356874" y="1446600"/>
                  </a:lnTo>
                  <a:lnTo>
                    <a:pt x="3404829" y="1447963"/>
                  </a:lnTo>
                  <a:lnTo>
                    <a:pt x="3452784" y="1449229"/>
                  </a:lnTo>
                  <a:lnTo>
                    <a:pt x="3500740" y="1450406"/>
                  </a:lnTo>
                  <a:lnTo>
                    <a:pt x="3548695" y="1451500"/>
                  </a:lnTo>
                  <a:lnTo>
                    <a:pt x="3596651" y="1452516"/>
                  </a:lnTo>
                  <a:lnTo>
                    <a:pt x="3644606" y="1453461"/>
                  </a:lnTo>
                  <a:lnTo>
                    <a:pt x="3692561" y="1454338"/>
                  </a:lnTo>
                  <a:lnTo>
                    <a:pt x="3740517" y="1455154"/>
                  </a:lnTo>
                  <a:lnTo>
                    <a:pt x="3788472" y="1455911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1" name="pg219">
              <a:extLst>
                <a:ext uri="{FF2B5EF4-FFF2-40B4-BE49-F238E27FC236}">
                  <a16:creationId xmlns:a16="http://schemas.microsoft.com/office/drawing/2014/main" id="{84221E89-6168-F891-CCD2-4874EB4649D2}"/>
                </a:ext>
              </a:extLst>
            </p:cNvPr>
            <p:cNvSpPr/>
            <p:nvPr/>
          </p:nvSpPr>
          <p:spPr>
            <a:xfrm>
              <a:off x="2023516" y="1639576"/>
              <a:ext cx="3682123" cy="2310438"/>
            </a:xfrm>
            <a:custGeom>
              <a:avLst/>
              <a:gdLst/>
              <a:ahLst/>
              <a:cxnLst/>
              <a:rect l="0" t="0" r="0" b="0"/>
              <a:pathLst>
                <a:path w="3682123" h="231043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  <a:lnTo>
                    <a:pt x="3682123" y="2310438"/>
                  </a:lnTo>
                  <a:lnTo>
                    <a:pt x="3635514" y="2292813"/>
                  </a:lnTo>
                  <a:lnTo>
                    <a:pt x="3588905" y="2273872"/>
                  </a:lnTo>
                  <a:lnTo>
                    <a:pt x="3542296" y="2253552"/>
                  </a:lnTo>
                  <a:lnTo>
                    <a:pt x="3495687" y="2231790"/>
                  </a:lnTo>
                  <a:lnTo>
                    <a:pt x="3449077" y="2208528"/>
                  </a:lnTo>
                  <a:lnTo>
                    <a:pt x="3402468" y="2183715"/>
                  </a:lnTo>
                  <a:lnTo>
                    <a:pt x="3355859" y="2157302"/>
                  </a:lnTo>
                  <a:lnTo>
                    <a:pt x="3309250" y="2129253"/>
                  </a:lnTo>
                  <a:lnTo>
                    <a:pt x="3262641" y="2099538"/>
                  </a:lnTo>
                  <a:lnTo>
                    <a:pt x="3216032" y="2068140"/>
                  </a:lnTo>
                  <a:lnTo>
                    <a:pt x="3169422" y="2035055"/>
                  </a:lnTo>
                  <a:lnTo>
                    <a:pt x="3122813" y="2000293"/>
                  </a:lnTo>
                  <a:lnTo>
                    <a:pt x="3076204" y="1963879"/>
                  </a:lnTo>
                  <a:lnTo>
                    <a:pt x="3029595" y="1925859"/>
                  </a:lnTo>
                  <a:lnTo>
                    <a:pt x="2982986" y="1886293"/>
                  </a:lnTo>
                  <a:lnTo>
                    <a:pt x="2936377" y="1845263"/>
                  </a:lnTo>
                  <a:lnTo>
                    <a:pt x="2889768" y="1802870"/>
                  </a:lnTo>
                  <a:lnTo>
                    <a:pt x="2843158" y="1759234"/>
                  </a:lnTo>
                  <a:lnTo>
                    <a:pt x="2796549" y="1714495"/>
                  </a:lnTo>
                  <a:lnTo>
                    <a:pt x="2749940" y="1668810"/>
                  </a:lnTo>
                  <a:lnTo>
                    <a:pt x="2703331" y="1622352"/>
                  </a:lnTo>
                  <a:lnTo>
                    <a:pt x="2656722" y="1575310"/>
                  </a:lnTo>
                  <a:lnTo>
                    <a:pt x="2610113" y="1527880"/>
                  </a:lnTo>
                  <a:lnTo>
                    <a:pt x="2563503" y="1480271"/>
                  </a:lnTo>
                  <a:lnTo>
                    <a:pt x="2516894" y="1432692"/>
                  </a:lnTo>
                  <a:lnTo>
                    <a:pt x="2470285" y="1385353"/>
                  </a:lnTo>
                  <a:lnTo>
                    <a:pt x="2423676" y="1338463"/>
                  </a:lnTo>
                  <a:lnTo>
                    <a:pt x="2377067" y="1292217"/>
                  </a:lnTo>
                  <a:lnTo>
                    <a:pt x="2330458" y="1246802"/>
                  </a:lnTo>
                  <a:lnTo>
                    <a:pt x="2283848" y="1202387"/>
                  </a:lnTo>
                  <a:lnTo>
                    <a:pt x="2237239" y="1159120"/>
                  </a:lnTo>
                  <a:lnTo>
                    <a:pt x="2190630" y="1117127"/>
                  </a:lnTo>
                  <a:lnTo>
                    <a:pt x="2144021" y="1076511"/>
                  </a:lnTo>
                  <a:lnTo>
                    <a:pt x="2097412" y="1037348"/>
                  </a:lnTo>
                  <a:lnTo>
                    <a:pt x="2050803" y="999690"/>
                  </a:lnTo>
                  <a:lnTo>
                    <a:pt x="2004193" y="963564"/>
                  </a:lnTo>
                  <a:lnTo>
                    <a:pt x="1957584" y="928973"/>
                  </a:lnTo>
                  <a:lnTo>
                    <a:pt x="1910975" y="895904"/>
                  </a:lnTo>
                  <a:lnTo>
                    <a:pt x="1864366" y="864324"/>
                  </a:lnTo>
                  <a:lnTo>
                    <a:pt x="1817757" y="834187"/>
                  </a:lnTo>
                  <a:lnTo>
                    <a:pt x="1771148" y="805439"/>
                  </a:lnTo>
                  <a:lnTo>
                    <a:pt x="1724538" y="778014"/>
                  </a:lnTo>
                  <a:lnTo>
                    <a:pt x="1677929" y="751847"/>
                  </a:lnTo>
                  <a:lnTo>
                    <a:pt x="1631320" y="726866"/>
                  </a:lnTo>
                  <a:lnTo>
                    <a:pt x="1584711" y="703002"/>
                  </a:lnTo>
                  <a:lnTo>
                    <a:pt x="1538102" y="680187"/>
                  </a:lnTo>
                  <a:lnTo>
                    <a:pt x="1491493" y="658353"/>
                  </a:lnTo>
                  <a:lnTo>
                    <a:pt x="1444884" y="637440"/>
                  </a:lnTo>
                  <a:lnTo>
                    <a:pt x="1398274" y="617386"/>
                  </a:lnTo>
                  <a:lnTo>
                    <a:pt x="1351665" y="598137"/>
                  </a:lnTo>
                  <a:lnTo>
                    <a:pt x="1305056" y="579642"/>
                  </a:lnTo>
                  <a:lnTo>
                    <a:pt x="1258447" y="561854"/>
                  </a:lnTo>
                  <a:lnTo>
                    <a:pt x="1211838" y="544729"/>
                  </a:lnTo>
                  <a:lnTo>
                    <a:pt x="1165229" y="528228"/>
                  </a:lnTo>
                  <a:lnTo>
                    <a:pt x="1118619" y="512313"/>
                  </a:lnTo>
                  <a:lnTo>
                    <a:pt x="1072010" y="496953"/>
                  </a:lnTo>
                  <a:lnTo>
                    <a:pt x="1025401" y="482117"/>
                  </a:lnTo>
                  <a:lnTo>
                    <a:pt x="978792" y="467776"/>
                  </a:lnTo>
                  <a:lnTo>
                    <a:pt x="932183" y="453906"/>
                  </a:lnTo>
                  <a:lnTo>
                    <a:pt x="885574" y="440483"/>
                  </a:lnTo>
                  <a:lnTo>
                    <a:pt x="838964" y="427486"/>
                  </a:lnTo>
                  <a:lnTo>
                    <a:pt x="792355" y="414895"/>
                  </a:lnTo>
                  <a:lnTo>
                    <a:pt x="745746" y="402692"/>
                  </a:lnTo>
                  <a:lnTo>
                    <a:pt x="699137" y="390861"/>
                  </a:lnTo>
                  <a:lnTo>
                    <a:pt x="652528" y="379387"/>
                  </a:lnTo>
                  <a:lnTo>
                    <a:pt x="605919" y="368254"/>
                  </a:lnTo>
                  <a:lnTo>
                    <a:pt x="559309" y="357449"/>
                  </a:lnTo>
                  <a:lnTo>
                    <a:pt x="512700" y="346961"/>
                  </a:lnTo>
                  <a:lnTo>
                    <a:pt x="466091" y="336777"/>
                  </a:lnTo>
                  <a:lnTo>
                    <a:pt x="419482" y="326887"/>
                  </a:lnTo>
                  <a:lnTo>
                    <a:pt x="372873" y="317281"/>
                  </a:lnTo>
                  <a:lnTo>
                    <a:pt x="326264" y="307948"/>
                  </a:lnTo>
                  <a:lnTo>
                    <a:pt x="279654" y="298880"/>
                  </a:lnTo>
                  <a:lnTo>
                    <a:pt x="233045" y="290068"/>
                  </a:lnTo>
                  <a:lnTo>
                    <a:pt x="186436" y="281504"/>
                  </a:lnTo>
                  <a:lnTo>
                    <a:pt x="139827" y="273180"/>
                  </a:lnTo>
                  <a:lnTo>
                    <a:pt x="93218" y="265090"/>
                  </a:lnTo>
                  <a:lnTo>
                    <a:pt x="46609" y="257225"/>
                  </a:lnTo>
                  <a:lnTo>
                    <a:pt x="0" y="249579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22" name="pl220">
              <a:extLst>
                <a:ext uri="{FF2B5EF4-FFF2-40B4-BE49-F238E27FC236}">
                  <a16:creationId xmlns:a16="http://schemas.microsoft.com/office/drawing/2014/main" id="{A4C6A3DF-632B-4CAE-97E1-D30B15F311E2}"/>
                </a:ext>
              </a:extLst>
            </p:cNvPr>
            <p:cNvSpPr/>
            <p:nvPr/>
          </p:nvSpPr>
          <p:spPr>
            <a:xfrm>
              <a:off x="2023516" y="1639576"/>
              <a:ext cx="3682123" cy="1214678"/>
            </a:xfrm>
            <a:custGeom>
              <a:avLst/>
              <a:gdLst/>
              <a:ahLst/>
              <a:cxnLst/>
              <a:rect l="0" t="0" r="0" b="0"/>
              <a:pathLst>
                <a:path w="3682123" h="1214678">
                  <a:moveTo>
                    <a:pt x="0" y="0"/>
                  </a:moveTo>
                  <a:lnTo>
                    <a:pt x="46609" y="1291"/>
                  </a:lnTo>
                  <a:lnTo>
                    <a:pt x="93218" y="2702"/>
                  </a:lnTo>
                  <a:lnTo>
                    <a:pt x="139827" y="4245"/>
                  </a:lnTo>
                  <a:lnTo>
                    <a:pt x="186436" y="5930"/>
                  </a:lnTo>
                  <a:lnTo>
                    <a:pt x="233045" y="7771"/>
                  </a:lnTo>
                  <a:lnTo>
                    <a:pt x="279654" y="9781"/>
                  </a:lnTo>
                  <a:lnTo>
                    <a:pt x="326264" y="11975"/>
                  </a:lnTo>
                  <a:lnTo>
                    <a:pt x="372873" y="14369"/>
                  </a:lnTo>
                  <a:lnTo>
                    <a:pt x="419482" y="16980"/>
                  </a:lnTo>
                  <a:lnTo>
                    <a:pt x="466091" y="19826"/>
                  </a:lnTo>
                  <a:lnTo>
                    <a:pt x="512700" y="22927"/>
                  </a:lnTo>
                  <a:lnTo>
                    <a:pt x="559309" y="26304"/>
                  </a:lnTo>
                  <a:lnTo>
                    <a:pt x="605919" y="29979"/>
                  </a:lnTo>
                  <a:lnTo>
                    <a:pt x="652528" y="33976"/>
                  </a:lnTo>
                  <a:lnTo>
                    <a:pt x="699137" y="38321"/>
                  </a:lnTo>
                  <a:lnTo>
                    <a:pt x="745746" y="43040"/>
                  </a:lnTo>
                  <a:lnTo>
                    <a:pt x="792355" y="48161"/>
                  </a:lnTo>
                  <a:lnTo>
                    <a:pt x="838964" y="53713"/>
                  </a:lnTo>
                  <a:lnTo>
                    <a:pt x="885574" y="59728"/>
                  </a:lnTo>
                  <a:lnTo>
                    <a:pt x="932183" y="66237"/>
                  </a:lnTo>
                  <a:lnTo>
                    <a:pt x="978792" y="73273"/>
                  </a:lnTo>
                  <a:lnTo>
                    <a:pt x="1025401" y="80869"/>
                  </a:lnTo>
                  <a:lnTo>
                    <a:pt x="1072010" y="89060"/>
                  </a:lnTo>
                  <a:lnTo>
                    <a:pt x="1118619" y="97878"/>
                  </a:lnTo>
                  <a:lnTo>
                    <a:pt x="1165229" y="107357"/>
                  </a:lnTo>
                  <a:lnTo>
                    <a:pt x="1211838" y="117530"/>
                  </a:lnTo>
                  <a:lnTo>
                    <a:pt x="1258447" y="128429"/>
                  </a:lnTo>
                  <a:lnTo>
                    <a:pt x="1305056" y="140081"/>
                  </a:lnTo>
                  <a:lnTo>
                    <a:pt x="1351665" y="152512"/>
                  </a:lnTo>
                  <a:lnTo>
                    <a:pt x="1398274" y="165745"/>
                  </a:lnTo>
                  <a:lnTo>
                    <a:pt x="1444884" y="179796"/>
                  </a:lnTo>
                  <a:lnTo>
                    <a:pt x="1491493" y="194676"/>
                  </a:lnTo>
                  <a:lnTo>
                    <a:pt x="1538102" y="210391"/>
                  </a:lnTo>
                  <a:lnTo>
                    <a:pt x="1584711" y="226937"/>
                  </a:lnTo>
                  <a:lnTo>
                    <a:pt x="1631320" y="244302"/>
                  </a:lnTo>
                  <a:lnTo>
                    <a:pt x="1677929" y="262467"/>
                  </a:lnTo>
                  <a:lnTo>
                    <a:pt x="1724538" y="281401"/>
                  </a:lnTo>
                  <a:lnTo>
                    <a:pt x="1771148" y="301065"/>
                  </a:lnTo>
                  <a:lnTo>
                    <a:pt x="1817757" y="321412"/>
                  </a:lnTo>
                  <a:lnTo>
                    <a:pt x="1864366" y="342383"/>
                  </a:lnTo>
                  <a:lnTo>
                    <a:pt x="1910975" y="363917"/>
                  </a:lnTo>
                  <a:lnTo>
                    <a:pt x="1957584" y="385943"/>
                  </a:lnTo>
                  <a:lnTo>
                    <a:pt x="2004193" y="408390"/>
                  </a:lnTo>
                  <a:lnTo>
                    <a:pt x="2050803" y="431184"/>
                  </a:lnTo>
                  <a:lnTo>
                    <a:pt x="2097412" y="454253"/>
                  </a:lnTo>
                  <a:lnTo>
                    <a:pt x="2144021" y="477527"/>
                  </a:lnTo>
                  <a:lnTo>
                    <a:pt x="2190630" y="500942"/>
                  </a:lnTo>
                  <a:lnTo>
                    <a:pt x="2237239" y="524441"/>
                  </a:lnTo>
                  <a:lnTo>
                    <a:pt x="2283848" y="547972"/>
                  </a:lnTo>
                  <a:lnTo>
                    <a:pt x="2330458" y="571495"/>
                  </a:lnTo>
                  <a:lnTo>
                    <a:pt x="2377067" y="594973"/>
                  </a:lnTo>
                  <a:lnTo>
                    <a:pt x="2423676" y="618382"/>
                  </a:lnTo>
                  <a:lnTo>
                    <a:pt x="2470285" y="641700"/>
                  </a:lnTo>
                  <a:lnTo>
                    <a:pt x="2516894" y="664915"/>
                  </a:lnTo>
                  <a:lnTo>
                    <a:pt x="2563503" y="688018"/>
                  </a:lnTo>
                  <a:lnTo>
                    <a:pt x="2610113" y="711005"/>
                  </a:lnTo>
                  <a:lnTo>
                    <a:pt x="2656722" y="733876"/>
                  </a:lnTo>
                  <a:lnTo>
                    <a:pt x="2703331" y="756632"/>
                  </a:lnTo>
                  <a:lnTo>
                    <a:pt x="2749940" y="779276"/>
                  </a:lnTo>
                  <a:lnTo>
                    <a:pt x="2796549" y="801813"/>
                  </a:lnTo>
                  <a:lnTo>
                    <a:pt x="2843158" y="824248"/>
                  </a:lnTo>
                  <a:lnTo>
                    <a:pt x="2889768" y="846588"/>
                  </a:lnTo>
                  <a:lnTo>
                    <a:pt x="2936377" y="868836"/>
                  </a:lnTo>
                  <a:lnTo>
                    <a:pt x="2982986" y="890999"/>
                  </a:lnTo>
                  <a:lnTo>
                    <a:pt x="3029595" y="913081"/>
                  </a:lnTo>
                  <a:lnTo>
                    <a:pt x="3076204" y="935086"/>
                  </a:lnTo>
                  <a:lnTo>
                    <a:pt x="3122813" y="957017"/>
                  </a:lnTo>
                  <a:lnTo>
                    <a:pt x="3169422" y="978876"/>
                  </a:lnTo>
                  <a:lnTo>
                    <a:pt x="3216032" y="1000667"/>
                  </a:lnTo>
                  <a:lnTo>
                    <a:pt x="3262641" y="1022389"/>
                  </a:lnTo>
                  <a:lnTo>
                    <a:pt x="3309250" y="1044043"/>
                  </a:lnTo>
                  <a:lnTo>
                    <a:pt x="3355859" y="1065629"/>
                  </a:lnTo>
                  <a:lnTo>
                    <a:pt x="3402468" y="1087146"/>
                  </a:lnTo>
                  <a:lnTo>
                    <a:pt x="3449077" y="1108593"/>
                  </a:lnTo>
                  <a:lnTo>
                    <a:pt x="3495687" y="1129967"/>
                  </a:lnTo>
                  <a:lnTo>
                    <a:pt x="3542296" y="1151265"/>
                  </a:lnTo>
                  <a:lnTo>
                    <a:pt x="3588905" y="1172486"/>
                  </a:lnTo>
                  <a:lnTo>
                    <a:pt x="3635514" y="1193625"/>
                  </a:lnTo>
                  <a:lnTo>
                    <a:pt x="3682123" y="1214678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3" name="pl221">
              <a:extLst>
                <a:ext uri="{FF2B5EF4-FFF2-40B4-BE49-F238E27FC236}">
                  <a16:creationId xmlns:a16="http://schemas.microsoft.com/office/drawing/2014/main" id="{54DDEDF2-29E7-6AA0-3C07-8C0F162C09DB}"/>
                </a:ext>
              </a:extLst>
            </p:cNvPr>
            <p:cNvSpPr/>
            <p:nvPr/>
          </p:nvSpPr>
          <p:spPr>
            <a:xfrm>
              <a:off x="2023516" y="1889155"/>
              <a:ext cx="3682123" cy="2060859"/>
            </a:xfrm>
            <a:custGeom>
              <a:avLst/>
              <a:gdLst/>
              <a:ahLst/>
              <a:cxnLst/>
              <a:rect l="0" t="0" r="0" b="0"/>
              <a:pathLst>
                <a:path w="3682123" h="2060859">
                  <a:moveTo>
                    <a:pt x="3682123" y="2060859"/>
                  </a:moveTo>
                  <a:lnTo>
                    <a:pt x="3635514" y="2043234"/>
                  </a:lnTo>
                  <a:lnTo>
                    <a:pt x="3588905" y="2024293"/>
                  </a:lnTo>
                  <a:lnTo>
                    <a:pt x="3542296" y="2003972"/>
                  </a:lnTo>
                  <a:lnTo>
                    <a:pt x="3495687" y="1982210"/>
                  </a:lnTo>
                  <a:lnTo>
                    <a:pt x="3449077" y="1958949"/>
                  </a:lnTo>
                  <a:lnTo>
                    <a:pt x="3402468" y="1934135"/>
                  </a:lnTo>
                  <a:lnTo>
                    <a:pt x="3355859" y="1907723"/>
                  </a:lnTo>
                  <a:lnTo>
                    <a:pt x="3309250" y="1879674"/>
                  </a:lnTo>
                  <a:lnTo>
                    <a:pt x="3262641" y="1849959"/>
                  </a:lnTo>
                  <a:lnTo>
                    <a:pt x="3216032" y="1818561"/>
                  </a:lnTo>
                  <a:lnTo>
                    <a:pt x="3169422" y="1785476"/>
                  </a:lnTo>
                  <a:lnTo>
                    <a:pt x="3122813" y="1750713"/>
                  </a:lnTo>
                  <a:lnTo>
                    <a:pt x="3076204" y="1714300"/>
                  </a:lnTo>
                  <a:lnTo>
                    <a:pt x="3029595" y="1676279"/>
                  </a:lnTo>
                  <a:lnTo>
                    <a:pt x="2982986" y="1636713"/>
                  </a:lnTo>
                  <a:lnTo>
                    <a:pt x="2936377" y="1595684"/>
                  </a:lnTo>
                  <a:lnTo>
                    <a:pt x="2889768" y="1553291"/>
                  </a:lnTo>
                  <a:lnTo>
                    <a:pt x="2843158" y="1509655"/>
                  </a:lnTo>
                  <a:lnTo>
                    <a:pt x="2796549" y="1464916"/>
                  </a:lnTo>
                  <a:lnTo>
                    <a:pt x="2749940" y="1419231"/>
                  </a:lnTo>
                  <a:lnTo>
                    <a:pt x="2703331" y="1372773"/>
                  </a:lnTo>
                  <a:lnTo>
                    <a:pt x="2656722" y="1325730"/>
                  </a:lnTo>
                  <a:lnTo>
                    <a:pt x="2610113" y="1278301"/>
                  </a:lnTo>
                  <a:lnTo>
                    <a:pt x="2563503" y="1230691"/>
                  </a:lnTo>
                  <a:lnTo>
                    <a:pt x="2516894" y="1183112"/>
                  </a:lnTo>
                  <a:lnTo>
                    <a:pt x="2470285" y="1135774"/>
                  </a:lnTo>
                  <a:lnTo>
                    <a:pt x="2423676" y="1088883"/>
                  </a:lnTo>
                  <a:lnTo>
                    <a:pt x="2377067" y="1042638"/>
                  </a:lnTo>
                  <a:lnTo>
                    <a:pt x="2330458" y="997223"/>
                  </a:lnTo>
                  <a:lnTo>
                    <a:pt x="2283848" y="952807"/>
                  </a:lnTo>
                  <a:lnTo>
                    <a:pt x="2237239" y="909540"/>
                  </a:lnTo>
                  <a:lnTo>
                    <a:pt x="2190630" y="867548"/>
                  </a:lnTo>
                  <a:lnTo>
                    <a:pt x="2144021" y="826932"/>
                  </a:lnTo>
                  <a:lnTo>
                    <a:pt x="2097412" y="787769"/>
                  </a:lnTo>
                  <a:lnTo>
                    <a:pt x="2050803" y="750111"/>
                  </a:lnTo>
                  <a:lnTo>
                    <a:pt x="2004193" y="713984"/>
                  </a:lnTo>
                  <a:lnTo>
                    <a:pt x="1957584" y="679394"/>
                  </a:lnTo>
                  <a:lnTo>
                    <a:pt x="1910975" y="646325"/>
                  </a:lnTo>
                  <a:lnTo>
                    <a:pt x="1864366" y="614745"/>
                  </a:lnTo>
                  <a:lnTo>
                    <a:pt x="1817757" y="584608"/>
                  </a:lnTo>
                  <a:lnTo>
                    <a:pt x="1771148" y="555859"/>
                  </a:lnTo>
                  <a:lnTo>
                    <a:pt x="1724538" y="528435"/>
                  </a:lnTo>
                  <a:lnTo>
                    <a:pt x="1677929" y="502267"/>
                  </a:lnTo>
                  <a:lnTo>
                    <a:pt x="1631320" y="477286"/>
                  </a:lnTo>
                  <a:lnTo>
                    <a:pt x="1584711" y="453423"/>
                  </a:lnTo>
                  <a:lnTo>
                    <a:pt x="1538102" y="430607"/>
                  </a:lnTo>
                  <a:lnTo>
                    <a:pt x="1491493" y="408774"/>
                  </a:lnTo>
                  <a:lnTo>
                    <a:pt x="1444884" y="387860"/>
                  </a:lnTo>
                  <a:lnTo>
                    <a:pt x="1398274" y="367807"/>
                  </a:lnTo>
                  <a:lnTo>
                    <a:pt x="1351665" y="348558"/>
                  </a:lnTo>
                  <a:lnTo>
                    <a:pt x="1305056" y="330063"/>
                  </a:lnTo>
                  <a:lnTo>
                    <a:pt x="1258447" y="312275"/>
                  </a:lnTo>
                  <a:lnTo>
                    <a:pt x="1211838" y="295150"/>
                  </a:lnTo>
                  <a:lnTo>
                    <a:pt x="1165229" y="278648"/>
                  </a:lnTo>
                  <a:lnTo>
                    <a:pt x="1118619" y="262734"/>
                  </a:lnTo>
                  <a:lnTo>
                    <a:pt x="1072010" y="247374"/>
                  </a:lnTo>
                  <a:lnTo>
                    <a:pt x="1025401" y="232537"/>
                  </a:lnTo>
                  <a:lnTo>
                    <a:pt x="978792" y="218196"/>
                  </a:lnTo>
                  <a:lnTo>
                    <a:pt x="932183" y="204326"/>
                  </a:lnTo>
                  <a:lnTo>
                    <a:pt x="885574" y="190903"/>
                  </a:lnTo>
                  <a:lnTo>
                    <a:pt x="838964" y="177906"/>
                  </a:lnTo>
                  <a:lnTo>
                    <a:pt x="792355" y="165315"/>
                  </a:lnTo>
                  <a:lnTo>
                    <a:pt x="745746" y="153113"/>
                  </a:lnTo>
                  <a:lnTo>
                    <a:pt x="699137" y="141282"/>
                  </a:lnTo>
                  <a:lnTo>
                    <a:pt x="652528" y="129807"/>
                  </a:lnTo>
                  <a:lnTo>
                    <a:pt x="605919" y="118674"/>
                  </a:lnTo>
                  <a:lnTo>
                    <a:pt x="559309" y="107870"/>
                  </a:lnTo>
                  <a:lnTo>
                    <a:pt x="512700" y="97382"/>
                  </a:lnTo>
                  <a:lnTo>
                    <a:pt x="466091" y="87198"/>
                  </a:lnTo>
                  <a:lnTo>
                    <a:pt x="419482" y="77308"/>
                  </a:lnTo>
                  <a:lnTo>
                    <a:pt x="372873" y="67701"/>
                  </a:lnTo>
                  <a:lnTo>
                    <a:pt x="326264" y="58368"/>
                  </a:lnTo>
                  <a:lnTo>
                    <a:pt x="279654" y="49300"/>
                  </a:lnTo>
                  <a:lnTo>
                    <a:pt x="233045" y="40488"/>
                  </a:lnTo>
                  <a:lnTo>
                    <a:pt x="186436" y="31925"/>
                  </a:lnTo>
                  <a:lnTo>
                    <a:pt x="139827" y="23601"/>
                  </a:lnTo>
                  <a:lnTo>
                    <a:pt x="93218" y="15510"/>
                  </a:lnTo>
                  <a:lnTo>
                    <a:pt x="46609" y="764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224" name="pl222">
              <a:extLst>
                <a:ext uri="{FF2B5EF4-FFF2-40B4-BE49-F238E27FC236}">
                  <a16:creationId xmlns:a16="http://schemas.microsoft.com/office/drawing/2014/main" id="{0AD32CAC-048B-D4F4-69B3-49EA2DDC4D74}"/>
                </a:ext>
              </a:extLst>
            </p:cNvPr>
            <p:cNvSpPr/>
            <p:nvPr/>
          </p:nvSpPr>
          <p:spPr>
            <a:xfrm>
              <a:off x="2023516" y="1687778"/>
              <a:ext cx="3682123" cy="1875085"/>
            </a:xfrm>
            <a:custGeom>
              <a:avLst/>
              <a:gdLst/>
              <a:ahLst/>
              <a:cxnLst/>
              <a:rect l="0" t="0" r="0" b="0"/>
              <a:pathLst>
                <a:path w="3682123" h="1875085">
                  <a:moveTo>
                    <a:pt x="0" y="0"/>
                  </a:moveTo>
                  <a:lnTo>
                    <a:pt x="46609" y="3828"/>
                  </a:lnTo>
                  <a:lnTo>
                    <a:pt x="93218" y="7886"/>
                  </a:lnTo>
                  <a:lnTo>
                    <a:pt x="139827" y="12189"/>
                  </a:lnTo>
                  <a:lnTo>
                    <a:pt x="186436" y="16748"/>
                  </a:lnTo>
                  <a:lnTo>
                    <a:pt x="233045" y="21579"/>
                  </a:lnTo>
                  <a:lnTo>
                    <a:pt x="279654" y="26697"/>
                  </a:lnTo>
                  <a:lnTo>
                    <a:pt x="326264" y="32116"/>
                  </a:lnTo>
                  <a:lnTo>
                    <a:pt x="372873" y="37854"/>
                  </a:lnTo>
                  <a:lnTo>
                    <a:pt x="419482" y="43927"/>
                  </a:lnTo>
                  <a:lnTo>
                    <a:pt x="466091" y="50354"/>
                  </a:lnTo>
                  <a:lnTo>
                    <a:pt x="512700" y="57152"/>
                  </a:lnTo>
                  <a:lnTo>
                    <a:pt x="559309" y="64340"/>
                  </a:lnTo>
                  <a:lnTo>
                    <a:pt x="605919" y="71939"/>
                  </a:lnTo>
                  <a:lnTo>
                    <a:pt x="652528" y="79968"/>
                  </a:lnTo>
                  <a:lnTo>
                    <a:pt x="699137" y="88450"/>
                  </a:lnTo>
                  <a:lnTo>
                    <a:pt x="745746" y="97405"/>
                  </a:lnTo>
                  <a:lnTo>
                    <a:pt x="792355" y="106856"/>
                  </a:lnTo>
                  <a:lnTo>
                    <a:pt x="838964" y="116826"/>
                  </a:lnTo>
                  <a:lnTo>
                    <a:pt x="885574" y="127339"/>
                  </a:lnTo>
                  <a:lnTo>
                    <a:pt x="932183" y="138417"/>
                  </a:lnTo>
                  <a:lnTo>
                    <a:pt x="978792" y="150085"/>
                  </a:lnTo>
                  <a:lnTo>
                    <a:pt x="1025401" y="162368"/>
                  </a:lnTo>
                  <a:lnTo>
                    <a:pt x="1072010" y="175290"/>
                  </a:lnTo>
                  <a:lnTo>
                    <a:pt x="1118619" y="188876"/>
                  </a:lnTo>
                  <a:lnTo>
                    <a:pt x="1165229" y="203151"/>
                  </a:lnTo>
                  <a:lnTo>
                    <a:pt x="1211838" y="218139"/>
                  </a:lnTo>
                  <a:lnTo>
                    <a:pt x="1258447" y="233864"/>
                  </a:lnTo>
                  <a:lnTo>
                    <a:pt x="1305056" y="250350"/>
                  </a:lnTo>
                  <a:lnTo>
                    <a:pt x="1351665" y="267619"/>
                  </a:lnTo>
                  <a:lnTo>
                    <a:pt x="1398274" y="285695"/>
                  </a:lnTo>
                  <a:lnTo>
                    <a:pt x="1444884" y="304596"/>
                  </a:lnTo>
                  <a:lnTo>
                    <a:pt x="1491493" y="324344"/>
                  </a:lnTo>
                  <a:lnTo>
                    <a:pt x="1538102" y="344957"/>
                  </a:lnTo>
                  <a:lnTo>
                    <a:pt x="1584711" y="366450"/>
                  </a:lnTo>
                  <a:lnTo>
                    <a:pt x="1631320" y="388837"/>
                  </a:lnTo>
                  <a:lnTo>
                    <a:pt x="1677929" y="412131"/>
                  </a:lnTo>
                  <a:lnTo>
                    <a:pt x="1724538" y="436340"/>
                  </a:lnTo>
                  <a:lnTo>
                    <a:pt x="1771148" y="461471"/>
                  </a:lnTo>
                  <a:lnTo>
                    <a:pt x="1817757" y="487528"/>
                  </a:lnTo>
                  <a:lnTo>
                    <a:pt x="1864366" y="514509"/>
                  </a:lnTo>
                  <a:lnTo>
                    <a:pt x="1910975" y="542410"/>
                  </a:lnTo>
                  <a:lnTo>
                    <a:pt x="1957584" y="571225"/>
                  </a:lnTo>
                  <a:lnTo>
                    <a:pt x="2004193" y="600941"/>
                  </a:lnTo>
                  <a:lnTo>
                    <a:pt x="2050803" y="631542"/>
                  </a:lnTo>
                  <a:lnTo>
                    <a:pt x="2097412" y="663007"/>
                  </a:lnTo>
                  <a:lnTo>
                    <a:pt x="2144021" y="695312"/>
                  </a:lnTo>
                  <a:lnTo>
                    <a:pt x="2190630" y="728425"/>
                  </a:lnTo>
                  <a:lnTo>
                    <a:pt x="2237239" y="762314"/>
                  </a:lnTo>
                  <a:lnTo>
                    <a:pt x="2283848" y="796938"/>
                  </a:lnTo>
                  <a:lnTo>
                    <a:pt x="2330458" y="832254"/>
                  </a:lnTo>
                  <a:lnTo>
                    <a:pt x="2377067" y="868214"/>
                  </a:lnTo>
                  <a:lnTo>
                    <a:pt x="2423676" y="904766"/>
                  </a:lnTo>
                  <a:lnTo>
                    <a:pt x="2470285" y="941852"/>
                  </a:lnTo>
                  <a:lnTo>
                    <a:pt x="2516894" y="979413"/>
                  </a:lnTo>
                  <a:lnTo>
                    <a:pt x="2563503" y="1017386"/>
                  </a:lnTo>
                  <a:lnTo>
                    <a:pt x="2610113" y="1055704"/>
                  </a:lnTo>
                  <a:lnTo>
                    <a:pt x="2656722" y="1094297"/>
                  </a:lnTo>
                  <a:lnTo>
                    <a:pt x="2703331" y="1133096"/>
                  </a:lnTo>
                  <a:lnTo>
                    <a:pt x="2749940" y="1172026"/>
                  </a:lnTo>
                  <a:lnTo>
                    <a:pt x="2796549" y="1211015"/>
                  </a:lnTo>
                  <a:lnTo>
                    <a:pt x="2843158" y="1249988"/>
                  </a:lnTo>
                  <a:lnTo>
                    <a:pt x="2889768" y="1288872"/>
                  </a:lnTo>
                  <a:lnTo>
                    <a:pt x="2936377" y="1327594"/>
                  </a:lnTo>
                  <a:lnTo>
                    <a:pt x="2982986" y="1366080"/>
                  </a:lnTo>
                  <a:lnTo>
                    <a:pt x="3029595" y="1404262"/>
                  </a:lnTo>
                  <a:lnTo>
                    <a:pt x="3076204" y="1442070"/>
                  </a:lnTo>
                  <a:lnTo>
                    <a:pt x="3122813" y="1479440"/>
                  </a:lnTo>
                  <a:lnTo>
                    <a:pt x="3169422" y="1516310"/>
                  </a:lnTo>
                  <a:lnTo>
                    <a:pt x="3216032" y="1552620"/>
                  </a:lnTo>
                  <a:lnTo>
                    <a:pt x="3262641" y="1588316"/>
                  </a:lnTo>
                  <a:lnTo>
                    <a:pt x="3309250" y="1623348"/>
                  </a:lnTo>
                  <a:lnTo>
                    <a:pt x="3355859" y="1657669"/>
                  </a:lnTo>
                  <a:lnTo>
                    <a:pt x="3402468" y="1691238"/>
                  </a:lnTo>
                  <a:lnTo>
                    <a:pt x="3449077" y="1724017"/>
                  </a:lnTo>
                  <a:lnTo>
                    <a:pt x="3495687" y="1755973"/>
                  </a:lnTo>
                  <a:lnTo>
                    <a:pt x="3542296" y="1787079"/>
                  </a:lnTo>
                  <a:lnTo>
                    <a:pt x="3588905" y="1817311"/>
                  </a:lnTo>
                  <a:lnTo>
                    <a:pt x="3635514" y="1846652"/>
                  </a:lnTo>
                  <a:lnTo>
                    <a:pt x="3682123" y="1875085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5" name="tx223">
              <a:extLst>
                <a:ext uri="{FF2B5EF4-FFF2-40B4-BE49-F238E27FC236}">
                  <a16:creationId xmlns:a16="http://schemas.microsoft.com/office/drawing/2014/main" id="{3A637F9C-FEE3-8D9E-5055-0A1B32A4E285}"/>
                </a:ext>
              </a:extLst>
            </p:cNvPr>
            <p:cNvSpPr/>
            <p:nvPr/>
          </p:nvSpPr>
          <p:spPr>
            <a:xfrm>
              <a:off x="1331142" y="4115256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6" name="tx224">
              <a:extLst>
                <a:ext uri="{FF2B5EF4-FFF2-40B4-BE49-F238E27FC236}">
                  <a16:creationId xmlns:a16="http://schemas.microsoft.com/office/drawing/2014/main" id="{C0820DFA-2B96-8E33-8D76-717542C0081F}"/>
                </a:ext>
              </a:extLst>
            </p:cNvPr>
            <p:cNvSpPr/>
            <p:nvPr/>
          </p:nvSpPr>
          <p:spPr>
            <a:xfrm>
              <a:off x="1331142" y="34829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7" name="tx225">
              <a:extLst>
                <a:ext uri="{FF2B5EF4-FFF2-40B4-BE49-F238E27FC236}">
                  <a16:creationId xmlns:a16="http://schemas.microsoft.com/office/drawing/2014/main" id="{6119438C-3A73-A12E-9A8F-E02F36B0BBA4}"/>
                </a:ext>
              </a:extLst>
            </p:cNvPr>
            <p:cNvSpPr/>
            <p:nvPr/>
          </p:nvSpPr>
          <p:spPr>
            <a:xfrm>
              <a:off x="1331142" y="2850623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8" name="tx226">
              <a:extLst>
                <a:ext uri="{FF2B5EF4-FFF2-40B4-BE49-F238E27FC236}">
                  <a16:creationId xmlns:a16="http://schemas.microsoft.com/office/drawing/2014/main" id="{679AF388-A0FD-8FCA-0E3C-18E2CB87F08F}"/>
                </a:ext>
              </a:extLst>
            </p:cNvPr>
            <p:cNvSpPr/>
            <p:nvPr/>
          </p:nvSpPr>
          <p:spPr>
            <a:xfrm>
              <a:off x="1331142" y="2218306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9" name="tx227">
              <a:extLst>
                <a:ext uri="{FF2B5EF4-FFF2-40B4-BE49-F238E27FC236}">
                  <a16:creationId xmlns:a16="http://schemas.microsoft.com/office/drawing/2014/main" id="{47639BE0-5B71-8C02-0433-1A383F19F53D}"/>
                </a:ext>
              </a:extLst>
            </p:cNvPr>
            <p:cNvSpPr/>
            <p:nvPr/>
          </p:nvSpPr>
          <p:spPr>
            <a:xfrm>
              <a:off x="1331142" y="158598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30" name="tx228">
              <a:extLst>
                <a:ext uri="{FF2B5EF4-FFF2-40B4-BE49-F238E27FC236}">
                  <a16:creationId xmlns:a16="http://schemas.microsoft.com/office/drawing/2014/main" id="{9C52A243-9655-C53D-3C61-60ABADFF8FE8}"/>
                </a:ext>
              </a:extLst>
            </p:cNvPr>
            <p:cNvSpPr/>
            <p:nvPr/>
          </p:nvSpPr>
          <p:spPr>
            <a:xfrm>
              <a:off x="1650708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231" name="tx229">
              <a:extLst>
                <a:ext uri="{FF2B5EF4-FFF2-40B4-BE49-F238E27FC236}">
                  <a16:creationId xmlns:a16="http://schemas.microsoft.com/office/drawing/2014/main" id="{AA4B2907-4EA2-40C9-DAA0-E9801C10DD9A}"/>
                </a:ext>
              </a:extLst>
            </p:cNvPr>
            <p:cNvSpPr/>
            <p:nvPr/>
          </p:nvSpPr>
          <p:spPr>
            <a:xfrm>
              <a:off x="2463175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0.005</a:t>
              </a:r>
            </a:p>
          </p:txBody>
        </p:sp>
        <p:sp>
          <p:nvSpPr>
            <p:cNvPr id="232" name="tx230">
              <a:extLst>
                <a:ext uri="{FF2B5EF4-FFF2-40B4-BE49-F238E27FC236}">
                  <a16:creationId xmlns:a16="http://schemas.microsoft.com/office/drawing/2014/main" id="{730DC1D0-3A95-FFB6-7324-B0FADA83EE81}"/>
                </a:ext>
              </a:extLst>
            </p:cNvPr>
            <p:cNvSpPr/>
            <p:nvPr/>
          </p:nvSpPr>
          <p:spPr>
            <a:xfrm>
              <a:off x="3275641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233" name="tx231">
              <a:extLst>
                <a:ext uri="{FF2B5EF4-FFF2-40B4-BE49-F238E27FC236}">
                  <a16:creationId xmlns:a16="http://schemas.microsoft.com/office/drawing/2014/main" id="{350791C9-D394-7258-30E2-DF7C80B0E667}"/>
                </a:ext>
              </a:extLst>
            </p:cNvPr>
            <p:cNvSpPr/>
            <p:nvPr/>
          </p:nvSpPr>
          <p:spPr>
            <a:xfrm>
              <a:off x="4088108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234" name="tx232">
              <a:extLst>
                <a:ext uri="{FF2B5EF4-FFF2-40B4-BE49-F238E27FC236}">
                  <a16:creationId xmlns:a16="http://schemas.microsoft.com/office/drawing/2014/main" id="{29CC478A-2F38-0F2E-0750-89A9D2BBF17D}"/>
                </a:ext>
              </a:extLst>
            </p:cNvPr>
            <p:cNvSpPr/>
            <p:nvPr/>
          </p:nvSpPr>
          <p:spPr>
            <a:xfrm>
              <a:off x="4900574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235" name="tx233">
              <a:extLst>
                <a:ext uri="{FF2B5EF4-FFF2-40B4-BE49-F238E27FC236}">
                  <a16:creationId xmlns:a16="http://schemas.microsoft.com/office/drawing/2014/main" id="{0A33F289-A22F-E7C2-E500-A7E74C673D6B}"/>
                </a:ext>
              </a:extLst>
            </p:cNvPr>
            <p:cNvSpPr/>
            <p:nvPr/>
          </p:nvSpPr>
          <p:spPr>
            <a:xfrm>
              <a:off x="5713041" y="4344355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236" name="tx234">
              <a:extLst>
                <a:ext uri="{FF2B5EF4-FFF2-40B4-BE49-F238E27FC236}">
                  <a16:creationId xmlns:a16="http://schemas.microsoft.com/office/drawing/2014/main" id="{BBE51313-ADBF-D5D5-D570-05BA063D9F21}"/>
                </a:ext>
              </a:extLst>
            </p:cNvPr>
            <p:cNvSpPr/>
            <p:nvPr/>
          </p:nvSpPr>
          <p:spPr>
            <a:xfrm>
              <a:off x="3423206" y="4482659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7" name="tx235">
              <a:extLst>
                <a:ext uri="{FF2B5EF4-FFF2-40B4-BE49-F238E27FC236}">
                  <a16:creationId xmlns:a16="http://schemas.microsoft.com/office/drawing/2014/main" id="{9B8BC054-981C-AA37-7DA6-84C8E44AD09E}"/>
                </a:ext>
              </a:extLst>
            </p:cNvPr>
            <p:cNvSpPr/>
            <p:nvPr/>
          </p:nvSpPr>
          <p:spPr>
            <a:xfrm rot="16200000">
              <a:off x="968444" y="2840610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52" name="tx250">
              <a:extLst>
                <a:ext uri="{FF2B5EF4-FFF2-40B4-BE49-F238E27FC236}">
                  <a16:creationId xmlns:a16="http://schemas.microsoft.com/office/drawing/2014/main" id="{3115ECA7-EFD2-2307-0377-24C006C53E2B}"/>
                </a:ext>
              </a:extLst>
            </p:cNvPr>
            <p:cNvSpPr/>
            <p:nvPr/>
          </p:nvSpPr>
          <p:spPr>
            <a:xfrm>
              <a:off x="1616718" y="1093717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253" name="tx251">
              <a:extLst>
                <a:ext uri="{FF2B5EF4-FFF2-40B4-BE49-F238E27FC236}">
                  <a16:creationId xmlns:a16="http://schemas.microsoft.com/office/drawing/2014/main" id="{0AE1488B-F203-2687-9E1B-4C82AE1B6845}"/>
                </a:ext>
              </a:extLst>
            </p:cNvPr>
            <p:cNvSpPr/>
            <p:nvPr/>
          </p:nvSpPr>
          <p:spPr>
            <a:xfrm>
              <a:off x="1678429" y="1274768"/>
              <a:ext cx="79781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  <a:r>
                <a:rPr sz="132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Offset</a:t>
              </a:r>
            </a:p>
          </p:txBody>
        </p:sp>
      </p:grpSp>
      <p:sp>
        <p:nvSpPr>
          <p:cNvPr id="257" name="pl5">
            <a:extLst>
              <a:ext uri="{FF2B5EF4-FFF2-40B4-BE49-F238E27FC236}">
                <a16:creationId xmlns:a16="http://schemas.microsoft.com/office/drawing/2014/main" id="{1366B31F-E53E-E230-FAA6-FB946B2796FA}"/>
              </a:ext>
            </a:extLst>
          </p:cNvPr>
          <p:cNvSpPr/>
          <p:nvPr/>
        </p:nvSpPr>
        <p:spPr>
          <a:xfrm>
            <a:off x="6752117" y="8235234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58" name="pl6">
            <a:extLst>
              <a:ext uri="{FF2B5EF4-FFF2-40B4-BE49-F238E27FC236}">
                <a16:creationId xmlns:a16="http://schemas.microsoft.com/office/drawing/2014/main" id="{193F2917-96FF-5566-AE54-80DB33C2F7D6}"/>
              </a:ext>
            </a:extLst>
          </p:cNvPr>
          <p:cNvSpPr/>
          <p:nvPr/>
        </p:nvSpPr>
        <p:spPr>
          <a:xfrm>
            <a:off x="6752117" y="7602917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59" name="pl7">
            <a:extLst>
              <a:ext uri="{FF2B5EF4-FFF2-40B4-BE49-F238E27FC236}">
                <a16:creationId xmlns:a16="http://schemas.microsoft.com/office/drawing/2014/main" id="{E9610DB2-B7DB-E073-D349-EFE9903CF4DF}"/>
              </a:ext>
            </a:extLst>
          </p:cNvPr>
          <p:cNvSpPr/>
          <p:nvPr/>
        </p:nvSpPr>
        <p:spPr>
          <a:xfrm>
            <a:off x="6752117" y="6970600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0" name="pl8">
            <a:extLst>
              <a:ext uri="{FF2B5EF4-FFF2-40B4-BE49-F238E27FC236}">
                <a16:creationId xmlns:a16="http://schemas.microsoft.com/office/drawing/2014/main" id="{11012A12-A17B-546F-39B5-E22EFDCC80BB}"/>
              </a:ext>
            </a:extLst>
          </p:cNvPr>
          <p:cNvSpPr/>
          <p:nvPr/>
        </p:nvSpPr>
        <p:spPr>
          <a:xfrm>
            <a:off x="6752117" y="6338283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1" name="pl9">
            <a:extLst>
              <a:ext uri="{FF2B5EF4-FFF2-40B4-BE49-F238E27FC236}">
                <a16:creationId xmlns:a16="http://schemas.microsoft.com/office/drawing/2014/main" id="{6CC13EEF-4477-58B4-D946-26E80F64D2A9}"/>
              </a:ext>
            </a:extLst>
          </p:cNvPr>
          <p:cNvSpPr/>
          <p:nvPr/>
        </p:nvSpPr>
        <p:spPr>
          <a:xfrm>
            <a:off x="7356042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2" name="pl10">
            <a:extLst>
              <a:ext uri="{FF2B5EF4-FFF2-40B4-BE49-F238E27FC236}">
                <a16:creationId xmlns:a16="http://schemas.microsoft.com/office/drawing/2014/main" id="{55F945BF-A78C-7229-7E8D-A8D24E498F07}"/>
              </a:ext>
            </a:extLst>
          </p:cNvPr>
          <p:cNvSpPr/>
          <p:nvPr/>
        </p:nvSpPr>
        <p:spPr>
          <a:xfrm>
            <a:off x="8407050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3" name="pl11">
            <a:extLst>
              <a:ext uri="{FF2B5EF4-FFF2-40B4-BE49-F238E27FC236}">
                <a16:creationId xmlns:a16="http://schemas.microsoft.com/office/drawing/2014/main" id="{CE126FF9-6417-2690-9CE2-AF5140A79F30}"/>
              </a:ext>
            </a:extLst>
          </p:cNvPr>
          <p:cNvSpPr/>
          <p:nvPr/>
        </p:nvSpPr>
        <p:spPr>
          <a:xfrm>
            <a:off x="9458057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4" name="pl12">
            <a:extLst>
              <a:ext uri="{FF2B5EF4-FFF2-40B4-BE49-F238E27FC236}">
                <a16:creationId xmlns:a16="http://schemas.microsoft.com/office/drawing/2014/main" id="{AE24ABC5-08D7-123B-6CF8-54DA114FE4D3}"/>
              </a:ext>
            </a:extLst>
          </p:cNvPr>
          <p:cNvSpPr/>
          <p:nvPr/>
        </p:nvSpPr>
        <p:spPr>
          <a:xfrm>
            <a:off x="10509064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5" name="pl13">
            <a:extLst>
              <a:ext uri="{FF2B5EF4-FFF2-40B4-BE49-F238E27FC236}">
                <a16:creationId xmlns:a16="http://schemas.microsoft.com/office/drawing/2014/main" id="{FD3D4901-0E55-E099-E26C-554BA78AD868}"/>
              </a:ext>
            </a:extLst>
          </p:cNvPr>
          <p:cNvSpPr/>
          <p:nvPr/>
        </p:nvSpPr>
        <p:spPr>
          <a:xfrm>
            <a:off x="6752117" y="8551392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6" name="pl14">
            <a:extLst>
              <a:ext uri="{FF2B5EF4-FFF2-40B4-BE49-F238E27FC236}">
                <a16:creationId xmlns:a16="http://schemas.microsoft.com/office/drawing/2014/main" id="{28431AAA-B5B3-573C-A186-0F230E2DB50E}"/>
              </a:ext>
            </a:extLst>
          </p:cNvPr>
          <p:cNvSpPr/>
          <p:nvPr/>
        </p:nvSpPr>
        <p:spPr>
          <a:xfrm>
            <a:off x="6752117" y="7919075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7" name="pl15">
            <a:extLst>
              <a:ext uri="{FF2B5EF4-FFF2-40B4-BE49-F238E27FC236}">
                <a16:creationId xmlns:a16="http://schemas.microsoft.com/office/drawing/2014/main" id="{4AA803C7-7980-2FBA-3373-8887B5FBA40F}"/>
              </a:ext>
            </a:extLst>
          </p:cNvPr>
          <p:cNvSpPr/>
          <p:nvPr/>
        </p:nvSpPr>
        <p:spPr>
          <a:xfrm>
            <a:off x="6752117" y="7286759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8" name="pl16">
            <a:extLst>
              <a:ext uri="{FF2B5EF4-FFF2-40B4-BE49-F238E27FC236}">
                <a16:creationId xmlns:a16="http://schemas.microsoft.com/office/drawing/2014/main" id="{FB008F1D-8ACB-B33E-C67F-24A053770778}"/>
              </a:ext>
            </a:extLst>
          </p:cNvPr>
          <p:cNvSpPr/>
          <p:nvPr/>
        </p:nvSpPr>
        <p:spPr>
          <a:xfrm>
            <a:off x="6752117" y="6654442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69" name="pl17">
            <a:extLst>
              <a:ext uri="{FF2B5EF4-FFF2-40B4-BE49-F238E27FC236}">
                <a16:creationId xmlns:a16="http://schemas.microsoft.com/office/drawing/2014/main" id="{AC010BAA-182D-CE11-AFAD-4A8215A44808}"/>
              </a:ext>
            </a:extLst>
          </p:cNvPr>
          <p:cNvSpPr/>
          <p:nvPr/>
        </p:nvSpPr>
        <p:spPr>
          <a:xfrm>
            <a:off x="6752117" y="6022125"/>
            <a:ext cx="4289204" cy="0"/>
          </a:xfrm>
          <a:custGeom>
            <a:avLst/>
            <a:gdLst/>
            <a:ahLst/>
            <a:cxnLst/>
            <a:rect l="0" t="0" r="0" b="0"/>
            <a:pathLst>
              <a:path w="4289204">
                <a:moveTo>
                  <a:pt x="0" y="0"/>
                </a:moveTo>
                <a:lnTo>
                  <a:pt x="4289204" y="0"/>
                </a:lnTo>
                <a:lnTo>
                  <a:pt x="4289204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0" name="pl18">
            <a:extLst>
              <a:ext uri="{FF2B5EF4-FFF2-40B4-BE49-F238E27FC236}">
                <a16:creationId xmlns:a16="http://schemas.microsoft.com/office/drawing/2014/main" id="{B8141A5D-D1F7-DCD2-249D-C54A68B03B48}"/>
              </a:ext>
            </a:extLst>
          </p:cNvPr>
          <p:cNvSpPr/>
          <p:nvPr/>
        </p:nvSpPr>
        <p:spPr>
          <a:xfrm>
            <a:off x="6830539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1" name="pl19">
            <a:extLst>
              <a:ext uri="{FF2B5EF4-FFF2-40B4-BE49-F238E27FC236}">
                <a16:creationId xmlns:a16="http://schemas.microsoft.com/office/drawing/2014/main" id="{A5041949-1529-3AAD-744A-78C7B6577BF1}"/>
              </a:ext>
            </a:extLst>
          </p:cNvPr>
          <p:cNvSpPr/>
          <p:nvPr/>
        </p:nvSpPr>
        <p:spPr>
          <a:xfrm>
            <a:off x="7881546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2" name="pl20">
            <a:extLst>
              <a:ext uri="{FF2B5EF4-FFF2-40B4-BE49-F238E27FC236}">
                <a16:creationId xmlns:a16="http://schemas.microsoft.com/office/drawing/2014/main" id="{C91ED181-C8BF-D57C-407A-5F9C61125F91}"/>
              </a:ext>
            </a:extLst>
          </p:cNvPr>
          <p:cNvSpPr/>
          <p:nvPr/>
        </p:nvSpPr>
        <p:spPr>
          <a:xfrm>
            <a:off x="8932553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3" name="pl21">
            <a:extLst>
              <a:ext uri="{FF2B5EF4-FFF2-40B4-BE49-F238E27FC236}">
                <a16:creationId xmlns:a16="http://schemas.microsoft.com/office/drawing/2014/main" id="{F1C55037-7A22-2EE2-7767-6B4744C6FA59}"/>
              </a:ext>
            </a:extLst>
          </p:cNvPr>
          <p:cNvSpPr/>
          <p:nvPr/>
        </p:nvSpPr>
        <p:spPr>
          <a:xfrm>
            <a:off x="9983560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4" name="pl22">
            <a:extLst>
              <a:ext uri="{FF2B5EF4-FFF2-40B4-BE49-F238E27FC236}">
                <a16:creationId xmlns:a16="http://schemas.microsoft.com/office/drawing/2014/main" id="{871E00F7-20D4-7E31-46AE-6F3DA1EEFA1E}"/>
              </a:ext>
            </a:extLst>
          </p:cNvPr>
          <p:cNvSpPr/>
          <p:nvPr/>
        </p:nvSpPr>
        <p:spPr>
          <a:xfrm>
            <a:off x="11034568" y="5895661"/>
            <a:ext cx="0" cy="2782194"/>
          </a:xfrm>
          <a:custGeom>
            <a:avLst/>
            <a:gdLst/>
            <a:ahLst/>
            <a:cxnLst/>
            <a:rect l="0" t="0" r="0" b="0"/>
            <a:pathLst>
              <a:path h="2782194">
                <a:moveTo>
                  <a:pt x="0" y="278219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5" name="pg23">
            <a:extLst>
              <a:ext uri="{FF2B5EF4-FFF2-40B4-BE49-F238E27FC236}">
                <a16:creationId xmlns:a16="http://schemas.microsoft.com/office/drawing/2014/main" id="{7F11CD9F-31B6-596D-D82B-41602C60CE74}"/>
              </a:ext>
            </a:extLst>
          </p:cNvPr>
          <p:cNvSpPr/>
          <p:nvPr/>
        </p:nvSpPr>
        <p:spPr>
          <a:xfrm>
            <a:off x="10785548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6" name="pg24">
            <a:extLst>
              <a:ext uri="{FF2B5EF4-FFF2-40B4-BE49-F238E27FC236}">
                <a16:creationId xmlns:a16="http://schemas.microsoft.com/office/drawing/2014/main" id="{B238B032-8D02-2C8C-2F6B-2A9FFED728CB}"/>
              </a:ext>
            </a:extLst>
          </p:cNvPr>
          <p:cNvSpPr/>
          <p:nvPr/>
        </p:nvSpPr>
        <p:spPr>
          <a:xfrm>
            <a:off x="810033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7" name="pg25">
            <a:extLst>
              <a:ext uri="{FF2B5EF4-FFF2-40B4-BE49-F238E27FC236}">
                <a16:creationId xmlns:a16="http://schemas.microsoft.com/office/drawing/2014/main" id="{C457DAFF-D851-A9EB-B85A-21A4256A4379}"/>
              </a:ext>
            </a:extLst>
          </p:cNvPr>
          <p:cNvSpPr/>
          <p:nvPr/>
        </p:nvSpPr>
        <p:spPr>
          <a:xfrm>
            <a:off x="8250632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8" name="pg26">
            <a:extLst>
              <a:ext uri="{FF2B5EF4-FFF2-40B4-BE49-F238E27FC236}">
                <a16:creationId xmlns:a16="http://schemas.microsoft.com/office/drawing/2014/main" id="{44392D67-F12D-1247-1589-FB78D72BE45C}"/>
              </a:ext>
            </a:extLst>
          </p:cNvPr>
          <p:cNvSpPr/>
          <p:nvPr/>
        </p:nvSpPr>
        <p:spPr>
          <a:xfrm>
            <a:off x="824087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79" name="pg27">
            <a:extLst>
              <a:ext uri="{FF2B5EF4-FFF2-40B4-BE49-F238E27FC236}">
                <a16:creationId xmlns:a16="http://schemas.microsoft.com/office/drawing/2014/main" id="{11D65511-187C-1C9E-2797-6A325EFF2BB2}"/>
              </a:ext>
            </a:extLst>
          </p:cNvPr>
          <p:cNvSpPr/>
          <p:nvPr/>
        </p:nvSpPr>
        <p:spPr>
          <a:xfrm>
            <a:off x="8257777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0" name="pg28">
            <a:extLst>
              <a:ext uri="{FF2B5EF4-FFF2-40B4-BE49-F238E27FC236}">
                <a16:creationId xmlns:a16="http://schemas.microsoft.com/office/drawing/2014/main" id="{DFACC767-22B0-065B-84C5-D94A55C664B5}"/>
              </a:ext>
            </a:extLst>
          </p:cNvPr>
          <p:cNvSpPr/>
          <p:nvPr/>
        </p:nvSpPr>
        <p:spPr>
          <a:xfrm>
            <a:off x="8320848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1" name="pg29">
            <a:extLst>
              <a:ext uri="{FF2B5EF4-FFF2-40B4-BE49-F238E27FC236}">
                <a16:creationId xmlns:a16="http://schemas.microsoft.com/office/drawing/2014/main" id="{2037AB1C-C50A-EFE2-3A27-EA8F8B9B3699}"/>
              </a:ext>
            </a:extLst>
          </p:cNvPr>
          <p:cNvSpPr/>
          <p:nvPr/>
        </p:nvSpPr>
        <p:spPr>
          <a:xfrm>
            <a:off x="1056029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2" name="pg30">
            <a:extLst>
              <a:ext uri="{FF2B5EF4-FFF2-40B4-BE49-F238E27FC236}">
                <a16:creationId xmlns:a16="http://schemas.microsoft.com/office/drawing/2014/main" id="{6D13D76F-5D8A-EF3E-CBF6-9D63A29DD763}"/>
              </a:ext>
            </a:extLst>
          </p:cNvPr>
          <p:cNvSpPr/>
          <p:nvPr/>
        </p:nvSpPr>
        <p:spPr>
          <a:xfrm>
            <a:off x="805709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3" name="pg31">
            <a:extLst>
              <a:ext uri="{FF2B5EF4-FFF2-40B4-BE49-F238E27FC236}">
                <a16:creationId xmlns:a16="http://schemas.microsoft.com/office/drawing/2014/main" id="{99041EF6-C79B-B8D8-E02D-8E8DD3A489CE}"/>
              </a:ext>
            </a:extLst>
          </p:cNvPr>
          <p:cNvSpPr/>
          <p:nvPr/>
        </p:nvSpPr>
        <p:spPr>
          <a:xfrm>
            <a:off x="10785548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4" name="pg32">
            <a:extLst>
              <a:ext uri="{FF2B5EF4-FFF2-40B4-BE49-F238E27FC236}">
                <a16:creationId xmlns:a16="http://schemas.microsoft.com/office/drawing/2014/main" id="{46BC9A64-EEEC-78CC-8D97-5F2BC86EEC7A}"/>
              </a:ext>
            </a:extLst>
          </p:cNvPr>
          <p:cNvSpPr/>
          <p:nvPr/>
        </p:nvSpPr>
        <p:spPr>
          <a:xfrm>
            <a:off x="8325997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5" name="pg33">
            <a:extLst>
              <a:ext uri="{FF2B5EF4-FFF2-40B4-BE49-F238E27FC236}">
                <a16:creationId xmlns:a16="http://schemas.microsoft.com/office/drawing/2014/main" id="{FE98DFDB-FA13-44F5-38A2-41B1F7A632DE}"/>
              </a:ext>
            </a:extLst>
          </p:cNvPr>
          <p:cNvSpPr/>
          <p:nvPr/>
        </p:nvSpPr>
        <p:spPr>
          <a:xfrm>
            <a:off x="83030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6" name="pg34">
            <a:extLst>
              <a:ext uri="{FF2B5EF4-FFF2-40B4-BE49-F238E27FC236}">
                <a16:creationId xmlns:a16="http://schemas.microsoft.com/office/drawing/2014/main" id="{E83B4BCB-728B-B9C5-42AF-B611484DEF36}"/>
              </a:ext>
            </a:extLst>
          </p:cNvPr>
          <p:cNvSpPr/>
          <p:nvPr/>
        </p:nvSpPr>
        <p:spPr>
          <a:xfrm>
            <a:off x="83010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7" name="pg35">
            <a:extLst>
              <a:ext uri="{FF2B5EF4-FFF2-40B4-BE49-F238E27FC236}">
                <a16:creationId xmlns:a16="http://schemas.microsoft.com/office/drawing/2014/main" id="{33394395-57A6-8004-9A18-8BFF258DA18B}"/>
              </a:ext>
            </a:extLst>
          </p:cNvPr>
          <p:cNvSpPr/>
          <p:nvPr/>
        </p:nvSpPr>
        <p:spPr>
          <a:xfrm>
            <a:off x="1053783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8" name="pg36">
            <a:extLst>
              <a:ext uri="{FF2B5EF4-FFF2-40B4-BE49-F238E27FC236}">
                <a16:creationId xmlns:a16="http://schemas.microsoft.com/office/drawing/2014/main" id="{775F27B9-8BA7-7F91-A3DB-E11B3C13F403}"/>
              </a:ext>
            </a:extLst>
          </p:cNvPr>
          <p:cNvSpPr/>
          <p:nvPr/>
        </p:nvSpPr>
        <p:spPr>
          <a:xfrm>
            <a:off x="1056029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89" name="pg37">
            <a:extLst>
              <a:ext uri="{FF2B5EF4-FFF2-40B4-BE49-F238E27FC236}">
                <a16:creationId xmlns:a16="http://schemas.microsoft.com/office/drawing/2014/main" id="{275C2B26-E81A-4DA0-58C8-2201AFC021F1}"/>
              </a:ext>
            </a:extLst>
          </p:cNvPr>
          <p:cNvSpPr/>
          <p:nvPr/>
        </p:nvSpPr>
        <p:spPr>
          <a:xfrm>
            <a:off x="1073654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0" name="pg38">
            <a:extLst>
              <a:ext uri="{FF2B5EF4-FFF2-40B4-BE49-F238E27FC236}">
                <a16:creationId xmlns:a16="http://schemas.microsoft.com/office/drawing/2014/main" id="{3553E3F3-B02C-22E9-2BE4-8B458DAF273D}"/>
              </a:ext>
            </a:extLst>
          </p:cNvPr>
          <p:cNvSpPr/>
          <p:nvPr/>
        </p:nvSpPr>
        <p:spPr>
          <a:xfrm>
            <a:off x="827589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1" name="pg39">
            <a:extLst>
              <a:ext uri="{FF2B5EF4-FFF2-40B4-BE49-F238E27FC236}">
                <a16:creationId xmlns:a16="http://schemas.microsoft.com/office/drawing/2014/main" id="{A8F51191-D4CD-4B18-7CC7-34C33246470F}"/>
              </a:ext>
            </a:extLst>
          </p:cNvPr>
          <p:cNvSpPr/>
          <p:nvPr/>
        </p:nvSpPr>
        <p:spPr>
          <a:xfrm>
            <a:off x="1058425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2" name="pg40">
            <a:extLst>
              <a:ext uri="{FF2B5EF4-FFF2-40B4-BE49-F238E27FC236}">
                <a16:creationId xmlns:a16="http://schemas.microsoft.com/office/drawing/2014/main" id="{5B1D1EDB-B92E-2A45-CA88-7B539A0E82F7}"/>
              </a:ext>
            </a:extLst>
          </p:cNvPr>
          <p:cNvSpPr/>
          <p:nvPr/>
        </p:nvSpPr>
        <p:spPr>
          <a:xfrm>
            <a:off x="8270603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3" name="pg41">
            <a:extLst>
              <a:ext uri="{FF2B5EF4-FFF2-40B4-BE49-F238E27FC236}">
                <a16:creationId xmlns:a16="http://schemas.microsoft.com/office/drawing/2014/main" id="{9BC9DEE8-B915-E1B2-6727-2A11E78B3544}"/>
              </a:ext>
            </a:extLst>
          </p:cNvPr>
          <p:cNvSpPr/>
          <p:nvPr/>
        </p:nvSpPr>
        <p:spPr>
          <a:xfrm>
            <a:off x="1068088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4" name="pg42">
            <a:extLst>
              <a:ext uri="{FF2B5EF4-FFF2-40B4-BE49-F238E27FC236}">
                <a16:creationId xmlns:a16="http://schemas.microsoft.com/office/drawing/2014/main" id="{B7E06F7E-1339-6B6B-89AE-4CE5CAF481B5}"/>
              </a:ext>
            </a:extLst>
          </p:cNvPr>
          <p:cNvSpPr/>
          <p:nvPr/>
        </p:nvSpPr>
        <p:spPr>
          <a:xfrm>
            <a:off x="1076772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5" name="pg43">
            <a:extLst>
              <a:ext uri="{FF2B5EF4-FFF2-40B4-BE49-F238E27FC236}">
                <a16:creationId xmlns:a16="http://schemas.microsoft.com/office/drawing/2014/main" id="{3EFF0947-AD16-7760-5E1F-8D53FB864FEE}"/>
              </a:ext>
            </a:extLst>
          </p:cNvPr>
          <p:cNvSpPr/>
          <p:nvPr/>
        </p:nvSpPr>
        <p:spPr>
          <a:xfrm>
            <a:off x="1052226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6" name="pg44">
            <a:extLst>
              <a:ext uri="{FF2B5EF4-FFF2-40B4-BE49-F238E27FC236}">
                <a16:creationId xmlns:a16="http://schemas.microsoft.com/office/drawing/2014/main" id="{BE37EC13-2434-74FB-E77B-9FF92822598B}"/>
              </a:ext>
            </a:extLst>
          </p:cNvPr>
          <p:cNvSpPr/>
          <p:nvPr/>
        </p:nvSpPr>
        <p:spPr>
          <a:xfrm>
            <a:off x="10727324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7" name="pg45">
            <a:extLst>
              <a:ext uri="{FF2B5EF4-FFF2-40B4-BE49-F238E27FC236}">
                <a16:creationId xmlns:a16="http://schemas.microsoft.com/office/drawing/2014/main" id="{B9267087-F885-5F82-68ED-18DB8EC22832}"/>
              </a:ext>
            </a:extLst>
          </p:cNvPr>
          <p:cNvSpPr/>
          <p:nvPr/>
        </p:nvSpPr>
        <p:spPr>
          <a:xfrm>
            <a:off x="1037906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8" name="pg46">
            <a:extLst>
              <a:ext uri="{FF2B5EF4-FFF2-40B4-BE49-F238E27FC236}">
                <a16:creationId xmlns:a16="http://schemas.microsoft.com/office/drawing/2014/main" id="{8FA0C0AD-508C-B4C8-9630-B53FF70B3907}"/>
              </a:ext>
            </a:extLst>
          </p:cNvPr>
          <p:cNvSpPr/>
          <p:nvPr/>
        </p:nvSpPr>
        <p:spPr>
          <a:xfrm>
            <a:off x="822617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299" name="pt47">
            <a:extLst>
              <a:ext uri="{FF2B5EF4-FFF2-40B4-BE49-F238E27FC236}">
                <a16:creationId xmlns:a16="http://schemas.microsoft.com/office/drawing/2014/main" id="{449CE382-0F2A-64DD-FC44-47D6196D18E9}"/>
              </a:ext>
            </a:extLst>
          </p:cNvPr>
          <p:cNvSpPr/>
          <p:nvPr/>
        </p:nvSpPr>
        <p:spPr>
          <a:xfrm>
            <a:off x="775825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0" name="pt48">
            <a:extLst>
              <a:ext uri="{FF2B5EF4-FFF2-40B4-BE49-F238E27FC236}">
                <a16:creationId xmlns:a16="http://schemas.microsoft.com/office/drawing/2014/main" id="{C763BD23-071A-ECA9-01FB-C50C5B4F204D}"/>
              </a:ext>
            </a:extLst>
          </p:cNvPr>
          <p:cNvSpPr/>
          <p:nvPr/>
        </p:nvSpPr>
        <p:spPr>
          <a:xfrm>
            <a:off x="715304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1" name="pt49">
            <a:extLst>
              <a:ext uri="{FF2B5EF4-FFF2-40B4-BE49-F238E27FC236}">
                <a16:creationId xmlns:a16="http://schemas.microsoft.com/office/drawing/2014/main" id="{253F6E5B-6F3D-1C00-D296-1B48AA4CA144}"/>
              </a:ext>
            </a:extLst>
          </p:cNvPr>
          <p:cNvSpPr/>
          <p:nvPr/>
        </p:nvSpPr>
        <p:spPr>
          <a:xfrm>
            <a:off x="761947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2" name="pt50">
            <a:extLst>
              <a:ext uri="{FF2B5EF4-FFF2-40B4-BE49-F238E27FC236}">
                <a16:creationId xmlns:a16="http://schemas.microsoft.com/office/drawing/2014/main" id="{8E5CF6FA-BB6F-C5DD-3833-39C77000809A}"/>
              </a:ext>
            </a:extLst>
          </p:cNvPr>
          <p:cNvSpPr/>
          <p:nvPr/>
        </p:nvSpPr>
        <p:spPr>
          <a:xfrm>
            <a:off x="7860975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3" name="pt51">
            <a:extLst>
              <a:ext uri="{FF2B5EF4-FFF2-40B4-BE49-F238E27FC236}">
                <a16:creationId xmlns:a16="http://schemas.microsoft.com/office/drawing/2014/main" id="{2452B8E6-FB0F-6218-D8BC-5FAB47365C32}"/>
              </a:ext>
            </a:extLst>
          </p:cNvPr>
          <p:cNvSpPr/>
          <p:nvPr/>
        </p:nvSpPr>
        <p:spPr>
          <a:xfrm>
            <a:off x="7684833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4" name="pt52">
            <a:extLst>
              <a:ext uri="{FF2B5EF4-FFF2-40B4-BE49-F238E27FC236}">
                <a16:creationId xmlns:a16="http://schemas.microsoft.com/office/drawing/2014/main" id="{301BEB0D-9248-E489-4CF3-4A32895D0D2E}"/>
              </a:ext>
            </a:extLst>
          </p:cNvPr>
          <p:cNvSpPr/>
          <p:nvPr/>
        </p:nvSpPr>
        <p:spPr>
          <a:xfrm>
            <a:off x="7874076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5" name="pt53">
            <a:extLst>
              <a:ext uri="{FF2B5EF4-FFF2-40B4-BE49-F238E27FC236}">
                <a16:creationId xmlns:a16="http://schemas.microsoft.com/office/drawing/2014/main" id="{650D9C60-FBF6-1C56-ADB5-66A82FD40AAD}"/>
              </a:ext>
            </a:extLst>
          </p:cNvPr>
          <p:cNvSpPr/>
          <p:nvPr/>
        </p:nvSpPr>
        <p:spPr>
          <a:xfrm>
            <a:off x="729677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6" name="pt54">
            <a:extLst>
              <a:ext uri="{FF2B5EF4-FFF2-40B4-BE49-F238E27FC236}">
                <a16:creationId xmlns:a16="http://schemas.microsoft.com/office/drawing/2014/main" id="{7E7A4857-09CF-7E79-0AAA-032C26F3546F}"/>
              </a:ext>
            </a:extLst>
          </p:cNvPr>
          <p:cNvSpPr/>
          <p:nvPr/>
        </p:nvSpPr>
        <p:spPr>
          <a:xfrm>
            <a:off x="714251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7" name="pt55">
            <a:extLst>
              <a:ext uri="{FF2B5EF4-FFF2-40B4-BE49-F238E27FC236}">
                <a16:creationId xmlns:a16="http://schemas.microsoft.com/office/drawing/2014/main" id="{72D018B0-C7A5-D734-FB1F-F098D73BE46D}"/>
              </a:ext>
            </a:extLst>
          </p:cNvPr>
          <p:cNvSpPr/>
          <p:nvPr/>
        </p:nvSpPr>
        <p:spPr>
          <a:xfrm>
            <a:off x="761947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8" name="pt56">
            <a:extLst>
              <a:ext uri="{FF2B5EF4-FFF2-40B4-BE49-F238E27FC236}">
                <a16:creationId xmlns:a16="http://schemas.microsoft.com/office/drawing/2014/main" id="{33CE037A-4E66-3905-2601-D7F6E2B04F33}"/>
              </a:ext>
            </a:extLst>
          </p:cNvPr>
          <p:cNvSpPr/>
          <p:nvPr/>
        </p:nvSpPr>
        <p:spPr>
          <a:xfrm>
            <a:off x="7147204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09" name="pt57">
            <a:extLst>
              <a:ext uri="{FF2B5EF4-FFF2-40B4-BE49-F238E27FC236}">
                <a16:creationId xmlns:a16="http://schemas.microsoft.com/office/drawing/2014/main" id="{3D595901-7B63-A394-D9CD-8BC4ABE0FAF6}"/>
              </a:ext>
            </a:extLst>
          </p:cNvPr>
          <p:cNvSpPr/>
          <p:nvPr/>
        </p:nvSpPr>
        <p:spPr>
          <a:xfrm>
            <a:off x="713749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0" name="pt58">
            <a:extLst>
              <a:ext uri="{FF2B5EF4-FFF2-40B4-BE49-F238E27FC236}">
                <a16:creationId xmlns:a16="http://schemas.microsoft.com/office/drawing/2014/main" id="{E75020D6-507B-9516-0319-2815048AE785}"/>
              </a:ext>
            </a:extLst>
          </p:cNvPr>
          <p:cNvSpPr/>
          <p:nvPr/>
        </p:nvSpPr>
        <p:spPr>
          <a:xfrm>
            <a:off x="7866525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1" name="pt59">
            <a:extLst>
              <a:ext uri="{FF2B5EF4-FFF2-40B4-BE49-F238E27FC236}">
                <a16:creationId xmlns:a16="http://schemas.microsoft.com/office/drawing/2014/main" id="{2925920C-AC15-0D38-40EB-578FC810CEF7}"/>
              </a:ext>
            </a:extLst>
          </p:cNvPr>
          <p:cNvSpPr/>
          <p:nvPr/>
        </p:nvSpPr>
        <p:spPr>
          <a:xfrm>
            <a:off x="716251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2" name="pt60">
            <a:extLst>
              <a:ext uri="{FF2B5EF4-FFF2-40B4-BE49-F238E27FC236}">
                <a16:creationId xmlns:a16="http://schemas.microsoft.com/office/drawing/2014/main" id="{854459D4-5CD1-7F46-15D8-8FE622F0BF2A}"/>
              </a:ext>
            </a:extLst>
          </p:cNvPr>
          <p:cNvSpPr/>
          <p:nvPr/>
        </p:nvSpPr>
        <p:spPr>
          <a:xfrm>
            <a:off x="762530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3" name="pt61">
            <a:extLst>
              <a:ext uri="{FF2B5EF4-FFF2-40B4-BE49-F238E27FC236}">
                <a16:creationId xmlns:a16="http://schemas.microsoft.com/office/drawing/2014/main" id="{D7DE9773-F01F-53A5-9B2A-DB29706B154A}"/>
              </a:ext>
            </a:extLst>
          </p:cNvPr>
          <p:cNvSpPr/>
          <p:nvPr/>
        </p:nvSpPr>
        <p:spPr>
          <a:xfrm>
            <a:off x="717629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4" name="pt62">
            <a:extLst>
              <a:ext uri="{FF2B5EF4-FFF2-40B4-BE49-F238E27FC236}">
                <a16:creationId xmlns:a16="http://schemas.microsoft.com/office/drawing/2014/main" id="{C912339F-DDE5-9730-FDA1-FBEC93B465C3}"/>
              </a:ext>
            </a:extLst>
          </p:cNvPr>
          <p:cNvSpPr/>
          <p:nvPr/>
        </p:nvSpPr>
        <p:spPr>
          <a:xfrm>
            <a:off x="715969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5" name="pt63">
            <a:extLst>
              <a:ext uri="{FF2B5EF4-FFF2-40B4-BE49-F238E27FC236}">
                <a16:creationId xmlns:a16="http://schemas.microsoft.com/office/drawing/2014/main" id="{2F08F844-DDBF-D4BF-7927-4B00D6B42964}"/>
              </a:ext>
            </a:extLst>
          </p:cNvPr>
          <p:cNvSpPr/>
          <p:nvPr/>
        </p:nvSpPr>
        <p:spPr>
          <a:xfrm>
            <a:off x="771553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6" name="pt64">
            <a:extLst>
              <a:ext uri="{FF2B5EF4-FFF2-40B4-BE49-F238E27FC236}">
                <a16:creationId xmlns:a16="http://schemas.microsoft.com/office/drawing/2014/main" id="{40B27E67-3A92-C447-170A-5C8C5CBDF5A5}"/>
              </a:ext>
            </a:extLst>
          </p:cNvPr>
          <p:cNvSpPr/>
          <p:nvPr/>
        </p:nvSpPr>
        <p:spPr>
          <a:xfrm>
            <a:off x="716128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7" name="pt65">
            <a:extLst>
              <a:ext uri="{FF2B5EF4-FFF2-40B4-BE49-F238E27FC236}">
                <a16:creationId xmlns:a16="http://schemas.microsoft.com/office/drawing/2014/main" id="{7BDC3023-A27C-BCF6-16A6-BDD6FCA43FD8}"/>
              </a:ext>
            </a:extLst>
          </p:cNvPr>
          <p:cNvSpPr/>
          <p:nvPr/>
        </p:nvSpPr>
        <p:spPr>
          <a:xfrm>
            <a:off x="717629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8" name="pt66">
            <a:extLst>
              <a:ext uri="{FF2B5EF4-FFF2-40B4-BE49-F238E27FC236}">
                <a16:creationId xmlns:a16="http://schemas.microsoft.com/office/drawing/2014/main" id="{16F468C0-2B5B-2F52-157F-09A46CFC5578}"/>
              </a:ext>
            </a:extLst>
          </p:cNvPr>
          <p:cNvSpPr/>
          <p:nvPr/>
        </p:nvSpPr>
        <p:spPr>
          <a:xfrm>
            <a:off x="716128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19" name="pt67">
            <a:extLst>
              <a:ext uri="{FF2B5EF4-FFF2-40B4-BE49-F238E27FC236}">
                <a16:creationId xmlns:a16="http://schemas.microsoft.com/office/drawing/2014/main" id="{E9C54CDF-1C8F-375E-0824-89C2070CB0C5}"/>
              </a:ext>
            </a:extLst>
          </p:cNvPr>
          <p:cNvSpPr/>
          <p:nvPr/>
        </p:nvSpPr>
        <p:spPr>
          <a:xfrm>
            <a:off x="762530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0" name="pt68">
            <a:extLst>
              <a:ext uri="{FF2B5EF4-FFF2-40B4-BE49-F238E27FC236}">
                <a16:creationId xmlns:a16="http://schemas.microsoft.com/office/drawing/2014/main" id="{F482A727-0689-9D7F-4886-B9251F4A3246}"/>
              </a:ext>
            </a:extLst>
          </p:cNvPr>
          <p:cNvSpPr/>
          <p:nvPr/>
        </p:nvSpPr>
        <p:spPr>
          <a:xfrm>
            <a:off x="779878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1" name="pt69">
            <a:extLst>
              <a:ext uri="{FF2B5EF4-FFF2-40B4-BE49-F238E27FC236}">
                <a16:creationId xmlns:a16="http://schemas.microsoft.com/office/drawing/2014/main" id="{7C8F70A6-1E0C-4A02-C060-FE98CB01D3B2}"/>
              </a:ext>
            </a:extLst>
          </p:cNvPr>
          <p:cNvSpPr/>
          <p:nvPr/>
        </p:nvSpPr>
        <p:spPr>
          <a:xfrm>
            <a:off x="782776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2" name="pt70">
            <a:extLst>
              <a:ext uri="{FF2B5EF4-FFF2-40B4-BE49-F238E27FC236}">
                <a16:creationId xmlns:a16="http://schemas.microsoft.com/office/drawing/2014/main" id="{071ECA6B-573F-E945-1898-2B2B5F963D9C}"/>
              </a:ext>
            </a:extLst>
          </p:cNvPr>
          <p:cNvSpPr/>
          <p:nvPr/>
        </p:nvSpPr>
        <p:spPr>
          <a:xfrm>
            <a:off x="729677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3" name="pg71">
            <a:extLst>
              <a:ext uri="{FF2B5EF4-FFF2-40B4-BE49-F238E27FC236}">
                <a16:creationId xmlns:a16="http://schemas.microsoft.com/office/drawing/2014/main" id="{F4AB56BC-FC6D-701B-39EB-315B7E097DFC}"/>
              </a:ext>
            </a:extLst>
          </p:cNvPr>
          <p:cNvSpPr/>
          <p:nvPr/>
        </p:nvSpPr>
        <p:spPr>
          <a:xfrm>
            <a:off x="10428114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4" name="pg72">
            <a:extLst>
              <a:ext uri="{FF2B5EF4-FFF2-40B4-BE49-F238E27FC236}">
                <a16:creationId xmlns:a16="http://schemas.microsoft.com/office/drawing/2014/main" id="{38D611C0-4128-5A96-AB9F-06CDE6435F51}"/>
              </a:ext>
            </a:extLst>
          </p:cNvPr>
          <p:cNvSpPr/>
          <p:nvPr/>
        </p:nvSpPr>
        <p:spPr>
          <a:xfrm>
            <a:off x="798700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5" name="pg73">
            <a:extLst>
              <a:ext uri="{FF2B5EF4-FFF2-40B4-BE49-F238E27FC236}">
                <a16:creationId xmlns:a16="http://schemas.microsoft.com/office/drawing/2014/main" id="{E17E40CF-2C04-39B8-DD0F-D7E3A50783D6}"/>
              </a:ext>
            </a:extLst>
          </p:cNvPr>
          <p:cNvSpPr/>
          <p:nvPr/>
        </p:nvSpPr>
        <p:spPr>
          <a:xfrm>
            <a:off x="8021634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6" name="pg74">
            <a:extLst>
              <a:ext uri="{FF2B5EF4-FFF2-40B4-BE49-F238E27FC236}">
                <a16:creationId xmlns:a16="http://schemas.microsoft.com/office/drawing/2014/main" id="{C8EFDF36-94A1-6A5E-7ADE-69C329B8DF09}"/>
              </a:ext>
            </a:extLst>
          </p:cNvPr>
          <p:cNvSpPr/>
          <p:nvPr/>
        </p:nvSpPr>
        <p:spPr>
          <a:xfrm>
            <a:off x="10208324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7" name="pg75">
            <a:extLst>
              <a:ext uri="{FF2B5EF4-FFF2-40B4-BE49-F238E27FC236}">
                <a16:creationId xmlns:a16="http://schemas.microsoft.com/office/drawing/2014/main" id="{2B13EF56-D61C-0AF8-56C7-9751B4F28549}"/>
              </a:ext>
            </a:extLst>
          </p:cNvPr>
          <p:cNvSpPr/>
          <p:nvPr/>
        </p:nvSpPr>
        <p:spPr>
          <a:xfrm>
            <a:off x="797737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8" name="pg76">
            <a:extLst>
              <a:ext uri="{FF2B5EF4-FFF2-40B4-BE49-F238E27FC236}">
                <a16:creationId xmlns:a16="http://schemas.microsoft.com/office/drawing/2014/main" id="{94633819-E3CE-466B-CC4E-03C50BBEEF78}"/>
              </a:ext>
            </a:extLst>
          </p:cNvPr>
          <p:cNvSpPr/>
          <p:nvPr/>
        </p:nvSpPr>
        <p:spPr>
          <a:xfrm>
            <a:off x="8016581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29" name="pg77">
            <a:extLst>
              <a:ext uri="{FF2B5EF4-FFF2-40B4-BE49-F238E27FC236}">
                <a16:creationId xmlns:a16="http://schemas.microsoft.com/office/drawing/2014/main" id="{05CB58DB-0FC1-F4DF-A9A5-484A8FF533B0}"/>
              </a:ext>
            </a:extLst>
          </p:cNvPr>
          <p:cNvSpPr/>
          <p:nvPr/>
        </p:nvSpPr>
        <p:spPr>
          <a:xfrm>
            <a:off x="1011194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0" name="pg78">
            <a:extLst>
              <a:ext uri="{FF2B5EF4-FFF2-40B4-BE49-F238E27FC236}">
                <a16:creationId xmlns:a16="http://schemas.microsoft.com/office/drawing/2014/main" id="{BFF9F29D-FCF1-E72E-DCEE-EB5A256812F9}"/>
              </a:ext>
            </a:extLst>
          </p:cNvPr>
          <p:cNvSpPr/>
          <p:nvPr/>
        </p:nvSpPr>
        <p:spPr>
          <a:xfrm>
            <a:off x="804927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1" name="pg79">
            <a:extLst>
              <a:ext uri="{FF2B5EF4-FFF2-40B4-BE49-F238E27FC236}">
                <a16:creationId xmlns:a16="http://schemas.microsoft.com/office/drawing/2014/main" id="{1421F9FF-0E14-5635-7F26-EB145D2324C1}"/>
              </a:ext>
            </a:extLst>
          </p:cNvPr>
          <p:cNvSpPr/>
          <p:nvPr/>
        </p:nvSpPr>
        <p:spPr>
          <a:xfrm>
            <a:off x="10232127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2" name="pg80">
            <a:extLst>
              <a:ext uri="{FF2B5EF4-FFF2-40B4-BE49-F238E27FC236}">
                <a16:creationId xmlns:a16="http://schemas.microsoft.com/office/drawing/2014/main" id="{339C1C11-5BFD-6581-C728-EF03CFD3472E}"/>
              </a:ext>
            </a:extLst>
          </p:cNvPr>
          <p:cNvSpPr/>
          <p:nvPr/>
        </p:nvSpPr>
        <p:spPr>
          <a:xfrm>
            <a:off x="7977430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3" name="pg81">
            <a:extLst>
              <a:ext uri="{FF2B5EF4-FFF2-40B4-BE49-F238E27FC236}">
                <a16:creationId xmlns:a16="http://schemas.microsoft.com/office/drawing/2014/main" id="{8C4A9F69-8411-8A95-8C9A-3E7CD947A61D}"/>
              </a:ext>
            </a:extLst>
          </p:cNvPr>
          <p:cNvSpPr/>
          <p:nvPr/>
        </p:nvSpPr>
        <p:spPr>
          <a:xfrm>
            <a:off x="802040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4" name="pg82">
            <a:extLst>
              <a:ext uri="{FF2B5EF4-FFF2-40B4-BE49-F238E27FC236}">
                <a16:creationId xmlns:a16="http://schemas.microsoft.com/office/drawing/2014/main" id="{B3E549B8-E008-25F1-2D5A-511FE305FBDC}"/>
              </a:ext>
            </a:extLst>
          </p:cNvPr>
          <p:cNvSpPr/>
          <p:nvPr/>
        </p:nvSpPr>
        <p:spPr>
          <a:xfrm>
            <a:off x="1043966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5" name="pg83">
            <a:extLst>
              <a:ext uri="{FF2B5EF4-FFF2-40B4-BE49-F238E27FC236}">
                <a16:creationId xmlns:a16="http://schemas.microsoft.com/office/drawing/2014/main" id="{EF919977-9F1B-C78C-91ED-B7FA4EA280E3}"/>
              </a:ext>
            </a:extLst>
          </p:cNvPr>
          <p:cNvSpPr/>
          <p:nvPr/>
        </p:nvSpPr>
        <p:spPr>
          <a:xfrm>
            <a:off x="1047454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6" name="pg84">
            <a:extLst>
              <a:ext uri="{FF2B5EF4-FFF2-40B4-BE49-F238E27FC236}">
                <a16:creationId xmlns:a16="http://schemas.microsoft.com/office/drawing/2014/main" id="{17D031F1-6808-A52D-6F65-DB42FDA6BCC3}"/>
              </a:ext>
            </a:extLst>
          </p:cNvPr>
          <p:cNvSpPr/>
          <p:nvPr/>
        </p:nvSpPr>
        <p:spPr>
          <a:xfrm>
            <a:off x="1053253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7" name="pg85">
            <a:extLst>
              <a:ext uri="{FF2B5EF4-FFF2-40B4-BE49-F238E27FC236}">
                <a16:creationId xmlns:a16="http://schemas.microsoft.com/office/drawing/2014/main" id="{68ACC1CB-8A93-46A8-37E1-8DDF3BF77082}"/>
              </a:ext>
            </a:extLst>
          </p:cNvPr>
          <p:cNvSpPr/>
          <p:nvPr/>
        </p:nvSpPr>
        <p:spPr>
          <a:xfrm>
            <a:off x="10239190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8" name="pg86">
            <a:extLst>
              <a:ext uri="{FF2B5EF4-FFF2-40B4-BE49-F238E27FC236}">
                <a16:creationId xmlns:a16="http://schemas.microsoft.com/office/drawing/2014/main" id="{85ADCE4E-631D-6C02-4A46-75B7D0F6B00E}"/>
              </a:ext>
            </a:extLst>
          </p:cNvPr>
          <p:cNvSpPr/>
          <p:nvPr/>
        </p:nvSpPr>
        <p:spPr>
          <a:xfrm>
            <a:off x="10452974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39" name="pg87">
            <a:extLst>
              <a:ext uri="{FF2B5EF4-FFF2-40B4-BE49-F238E27FC236}">
                <a16:creationId xmlns:a16="http://schemas.microsoft.com/office/drawing/2014/main" id="{42517C17-006E-5AA5-126F-6011C75AEAB8}"/>
              </a:ext>
            </a:extLst>
          </p:cNvPr>
          <p:cNvSpPr/>
          <p:nvPr/>
        </p:nvSpPr>
        <p:spPr>
          <a:xfrm>
            <a:off x="786733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0" name="pg88">
            <a:extLst>
              <a:ext uri="{FF2B5EF4-FFF2-40B4-BE49-F238E27FC236}">
                <a16:creationId xmlns:a16="http://schemas.microsoft.com/office/drawing/2014/main" id="{86E3BECA-6B7D-F080-D611-6A13865E4520}"/>
              </a:ext>
            </a:extLst>
          </p:cNvPr>
          <p:cNvSpPr/>
          <p:nvPr/>
        </p:nvSpPr>
        <p:spPr>
          <a:xfrm>
            <a:off x="1027846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1" name="pg89">
            <a:extLst>
              <a:ext uri="{FF2B5EF4-FFF2-40B4-BE49-F238E27FC236}">
                <a16:creationId xmlns:a16="http://schemas.microsoft.com/office/drawing/2014/main" id="{CE255019-12CB-4BDD-EA8A-942ADA21DCE4}"/>
              </a:ext>
            </a:extLst>
          </p:cNvPr>
          <p:cNvSpPr/>
          <p:nvPr/>
        </p:nvSpPr>
        <p:spPr>
          <a:xfrm>
            <a:off x="10468237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2" name="pg90">
            <a:extLst>
              <a:ext uri="{FF2B5EF4-FFF2-40B4-BE49-F238E27FC236}">
                <a16:creationId xmlns:a16="http://schemas.microsoft.com/office/drawing/2014/main" id="{D0AB031B-F5F9-759E-2C60-FF8ECBDFD788}"/>
              </a:ext>
            </a:extLst>
          </p:cNvPr>
          <p:cNvSpPr/>
          <p:nvPr/>
        </p:nvSpPr>
        <p:spPr>
          <a:xfrm>
            <a:off x="7992613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3" name="pg91">
            <a:extLst>
              <a:ext uri="{FF2B5EF4-FFF2-40B4-BE49-F238E27FC236}">
                <a16:creationId xmlns:a16="http://schemas.microsoft.com/office/drawing/2014/main" id="{A8FA7C37-9830-CEA2-66FA-EB65E56A320D}"/>
              </a:ext>
            </a:extLst>
          </p:cNvPr>
          <p:cNvSpPr/>
          <p:nvPr/>
        </p:nvSpPr>
        <p:spPr>
          <a:xfrm>
            <a:off x="799861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4" name="pg92">
            <a:extLst>
              <a:ext uri="{FF2B5EF4-FFF2-40B4-BE49-F238E27FC236}">
                <a16:creationId xmlns:a16="http://schemas.microsoft.com/office/drawing/2014/main" id="{73215D2C-0731-EBB7-D543-0E0E0FC8846B}"/>
              </a:ext>
            </a:extLst>
          </p:cNvPr>
          <p:cNvSpPr/>
          <p:nvPr/>
        </p:nvSpPr>
        <p:spPr>
          <a:xfrm>
            <a:off x="7800127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5" name="pg93">
            <a:extLst>
              <a:ext uri="{FF2B5EF4-FFF2-40B4-BE49-F238E27FC236}">
                <a16:creationId xmlns:a16="http://schemas.microsoft.com/office/drawing/2014/main" id="{C657BDE3-3628-3F1D-9D50-C26EB9E82471}"/>
              </a:ext>
            </a:extLst>
          </p:cNvPr>
          <p:cNvSpPr/>
          <p:nvPr/>
        </p:nvSpPr>
        <p:spPr>
          <a:xfrm>
            <a:off x="7955035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6" name="pt94">
            <a:extLst>
              <a:ext uri="{FF2B5EF4-FFF2-40B4-BE49-F238E27FC236}">
                <a16:creationId xmlns:a16="http://schemas.microsoft.com/office/drawing/2014/main" id="{11778992-975A-1C30-C265-5F62BDADC6A2}"/>
              </a:ext>
            </a:extLst>
          </p:cNvPr>
          <p:cNvSpPr/>
          <p:nvPr/>
        </p:nvSpPr>
        <p:spPr>
          <a:xfrm>
            <a:off x="752211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7" name="pt95">
            <a:extLst>
              <a:ext uri="{FF2B5EF4-FFF2-40B4-BE49-F238E27FC236}">
                <a16:creationId xmlns:a16="http://schemas.microsoft.com/office/drawing/2014/main" id="{EFBA2D59-D26C-2F68-D68F-7E4D0783635B}"/>
              </a:ext>
            </a:extLst>
          </p:cNvPr>
          <p:cNvSpPr/>
          <p:nvPr/>
        </p:nvSpPr>
        <p:spPr>
          <a:xfrm>
            <a:off x="7428272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8" name="pt96">
            <a:extLst>
              <a:ext uri="{FF2B5EF4-FFF2-40B4-BE49-F238E27FC236}">
                <a16:creationId xmlns:a16="http://schemas.microsoft.com/office/drawing/2014/main" id="{21E9AE30-2693-7D7E-43BE-7FB84A13FFCF}"/>
              </a:ext>
            </a:extLst>
          </p:cNvPr>
          <p:cNvSpPr/>
          <p:nvPr/>
        </p:nvSpPr>
        <p:spPr>
          <a:xfrm>
            <a:off x="720285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49" name="pt97">
            <a:extLst>
              <a:ext uri="{FF2B5EF4-FFF2-40B4-BE49-F238E27FC236}">
                <a16:creationId xmlns:a16="http://schemas.microsoft.com/office/drawing/2014/main" id="{A92DDC9C-02D0-8031-5B3D-4CD132097958}"/>
              </a:ext>
            </a:extLst>
          </p:cNvPr>
          <p:cNvSpPr/>
          <p:nvPr/>
        </p:nvSpPr>
        <p:spPr>
          <a:xfrm>
            <a:off x="725266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0" name="pt98">
            <a:extLst>
              <a:ext uri="{FF2B5EF4-FFF2-40B4-BE49-F238E27FC236}">
                <a16:creationId xmlns:a16="http://schemas.microsoft.com/office/drawing/2014/main" id="{1AB3BB05-B82B-7600-BEFF-035A462D2306}"/>
              </a:ext>
            </a:extLst>
          </p:cNvPr>
          <p:cNvSpPr/>
          <p:nvPr/>
        </p:nvSpPr>
        <p:spPr>
          <a:xfrm>
            <a:off x="7478434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1" name="pt99">
            <a:extLst>
              <a:ext uri="{FF2B5EF4-FFF2-40B4-BE49-F238E27FC236}">
                <a16:creationId xmlns:a16="http://schemas.microsoft.com/office/drawing/2014/main" id="{A5DD15ED-BA09-CD7B-011B-72C6353F886C}"/>
              </a:ext>
            </a:extLst>
          </p:cNvPr>
          <p:cNvSpPr/>
          <p:nvPr/>
        </p:nvSpPr>
        <p:spPr>
          <a:xfrm>
            <a:off x="713297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2" name="pt100">
            <a:extLst>
              <a:ext uri="{FF2B5EF4-FFF2-40B4-BE49-F238E27FC236}">
                <a16:creationId xmlns:a16="http://schemas.microsoft.com/office/drawing/2014/main" id="{433211FB-911B-F85B-3977-92275D18F595}"/>
              </a:ext>
            </a:extLst>
          </p:cNvPr>
          <p:cNvSpPr/>
          <p:nvPr/>
        </p:nvSpPr>
        <p:spPr>
          <a:xfrm>
            <a:off x="720285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3" name="pt101">
            <a:extLst>
              <a:ext uri="{FF2B5EF4-FFF2-40B4-BE49-F238E27FC236}">
                <a16:creationId xmlns:a16="http://schemas.microsoft.com/office/drawing/2014/main" id="{BB7FB4B6-EEB7-FD10-B38D-8AE701B8B2F9}"/>
              </a:ext>
            </a:extLst>
          </p:cNvPr>
          <p:cNvSpPr/>
          <p:nvPr/>
        </p:nvSpPr>
        <p:spPr>
          <a:xfrm>
            <a:off x="731413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4" name="pt102">
            <a:extLst>
              <a:ext uri="{FF2B5EF4-FFF2-40B4-BE49-F238E27FC236}">
                <a16:creationId xmlns:a16="http://schemas.microsoft.com/office/drawing/2014/main" id="{9B6100CE-553B-5835-EF6E-B1A08E6BB060}"/>
              </a:ext>
            </a:extLst>
          </p:cNvPr>
          <p:cNvSpPr/>
          <p:nvPr/>
        </p:nvSpPr>
        <p:spPr>
          <a:xfrm>
            <a:off x="741123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5" name="pt103">
            <a:extLst>
              <a:ext uri="{FF2B5EF4-FFF2-40B4-BE49-F238E27FC236}">
                <a16:creationId xmlns:a16="http://schemas.microsoft.com/office/drawing/2014/main" id="{D329F394-07D5-5B4A-17C8-5A335F2A45B9}"/>
              </a:ext>
            </a:extLst>
          </p:cNvPr>
          <p:cNvSpPr/>
          <p:nvPr/>
        </p:nvSpPr>
        <p:spPr>
          <a:xfrm>
            <a:off x="7582098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6" name="pt104">
            <a:extLst>
              <a:ext uri="{FF2B5EF4-FFF2-40B4-BE49-F238E27FC236}">
                <a16:creationId xmlns:a16="http://schemas.microsoft.com/office/drawing/2014/main" id="{78A86F9D-CE17-EC2F-1866-927E7D5AA1A5}"/>
              </a:ext>
            </a:extLst>
          </p:cNvPr>
          <p:cNvSpPr/>
          <p:nvPr/>
        </p:nvSpPr>
        <p:spPr>
          <a:xfrm>
            <a:off x="740188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7" name="pt105">
            <a:extLst>
              <a:ext uri="{FF2B5EF4-FFF2-40B4-BE49-F238E27FC236}">
                <a16:creationId xmlns:a16="http://schemas.microsoft.com/office/drawing/2014/main" id="{00B78068-BC9D-50AB-AF4B-D4829E6E2058}"/>
              </a:ext>
            </a:extLst>
          </p:cNvPr>
          <p:cNvSpPr/>
          <p:nvPr/>
        </p:nvSpPr>
        <p:spPr>
          <a:xfrm>
            <a:off x="7183546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8" name="pt106">
            <a:extLst>
              <a:ext uri="{FF2B5EF4-FFF2-40B4-BE49-F238E27FC236}">
                <a16:creationId xmlns:a16="http://schemas.microsoft.com/office/drawing/2014/main" id="{9098BF37-9FCD-1FF4-8581-5A8649BE4BAA}"/>
              </a:ext>
            </a:extLst>
          </p:cNvPr>
          <p:cNvSpPr/>
          <p:nvPr/>
        </p:nvSpPr>
        <p:spPr>
          <a:xfrm>
            <a:off x="7582098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59" name="pt107">
            <a:extLst>
              <a:ext uri="{FF2B5EF4-FFF2-40B4-BE49-F238E27FC236}">
                <a16:creationId xmlns:a16="http://schemas.microsoft.com/office/drawing/2014/main" id="{1441883C-0398-4175-7EE3-98730DB899F8}"/>
              </a:ext>
            </a:extLst>
          </p:cNvPr>
          <p:cNvSpPr/>
          <p:nvPr/>
        </p:nvSpPr>
        <p:spPr>
          <a:xfrm>
            <a:off x="7261939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0" name="pt108">
            <a:extLst>
              <a:ext uri="{FF2B5EF4-FFF2-40B4-BE49-F238E27FC236}">
                <a16:creationId xmlns:a16="http://schemas.microsoft.com/office/drawing/2014/main" id="{5DA7C85F-1346-AE88-6FAB-31ED923A641B}"/>
              </a:ext>
            </a:extLst>
          </p:cNvPr>
          <p:cNvSpPr/>
          <p:nvPr/>
        </p:nvSpPr>
        <p:spPr>
          <a:xfrm>
            <a:off x="719587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1" name="pt109">
            <a:extLst>
              <a:ext uri="{FF2B5EF4-FFF2-40B4-BE49-F238E27FC236}">
                <a16:creationId xmlns:a16="http://schemas.microsoft.com/office/drawing/2014/main" id="{A4D2249F-E503-C524-C229-417890434827}"/>
              </a:ext>
            </a:extLst>
          </p:cNvPr>
          <p:cNvSpPr/>
          <p:nvPr/>
        </p:nvSpPr>
        <p:spPr>
          <a:xfrm>
            <a:off x="740188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2" name="pt110">
            <a:extLst>
              <a:ext uri="{FF2B5EF4-FFF2-40B4-BE49-F238E27FC236}">
                <a16:creationId xmlns:a16="http://schemas.microsoft.com/office/drawing/2014/main" id="{B22F7578-B7CC-65BD-C897-6F1D6753EF47}"/>
              </a:ext>
            </a:extLst>
          </p:cNvPr>
          <p:cNvSpPr/>
          <p:nvPr/>
        </p:nvSpPr>
        <p:spPr>
          <a:xfrm>
            <a:off x="735323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3" name="pt111">
            <a:extLst>
              <a:ext uri="{FF2B5EF4-FFF2-40B4-BE49-F238E27FC236}">
                <a16:creationId xmlns:a16="http://schemas.microsoft.com/office/drawing/2014/main" id="{5C46BD4F-3434-0199-3C78-1215D7164D01}"/>
              </a:ext>
            </a:extLst>
          </p:cNvPr>
          <p:cNvSpPr/>
          <p:nvPr/>
        </p:nvSpPr>
        <p:spPr>
          <a:xfrm>
            <a:off x="716587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4" name="pt112">
            <a:extLst>
              <a:ext uri="{FF2B5EF4-FFF2-40B4-BE49-F238E27FC236}">
                <a16:creationId xmlns:a16="http://schemas.microsoft.com/office/drawing/2014/main" id="{68995299-E030-0411-9EB5-B1ED79A0DE7F}"/>
              </a:ext>
            </a:extLst>
          </p:cNvPr>
          <p:cNvSpPr/>
          <p:nvPr/>
        </p:nvSpPr>
        <p:spPr>
          <a:xfrm>
            <a:off x="713297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5" name="pt113">
            <a:extLst>
              <a:ext uri="{FF2B5EF4-FFF2-40B4-BE49-F238E27FC236}">
                <a16:creationId xmlns:a16="http://schemas.microsoft.com/office/drawing/2014/main" id="{99CEFBE9-C9AE-8187-8079-0FC90EDDF2F2}"/>
              </a:ext>
            </a:extLst>
          </p:cNvPr>
          <p:cNvSpPr/>
          <p:nvPr/>
        </p:nvSpPr>
        <p:spPr>
          <a:xfrm>
            <a:off x="736489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6" name="pt114">
            <a:extLst>
              <a:ext uri="{FF2B5EF4-FFF2-40B4-BE49-F238E27FC236}">
                <a16:creationId xmlns:a16="http://schemas.microsoft.com/office/drawing/2014/main" id="{458E9E33-08D6-16EF-34C7-E413DB9A7029}"/>
              </a:ext>
            </a:extLst>
          </p:cNvPr>
          <p:cNvSpPr/>
          <p:nvPr/>
        </p:nvSpPr>
        <p:spPr>
          <a:xfrm>
            <a:off x="752487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7" name="pt115">
            <a:extLst>
              <a:ext uri="{FF2B5EF4-FFF2-40B4-BE49-F238E27FC236}">
                <a16:creationId xmlns:a16="http://schemas.microsoft.com/office/drawing/2014/main" id="{6D2CFD88-CF67-E2B4-1DD1-DD6DC23CCBDB}"/>
              </a:ext>
            </a:extLst>
          </p:cNvPr>
          <p:cNvSpPr/>
          <p:nvPr/>
        </p:nvSpPr>
        <p:spPr>
          <a:xfrm>
            <a:off x="7211449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8" name="pt116">
            <a:extLst>
              <a:ext uri="{FF2B5EF4-FFF2-40B4-BE49-F238E27FC236}">
                <a16:creationId xmlns:a16="http://schemas.microsoft.com/office/drawing/2014/main" id="{2D99323E-9C97-0E55-1C92-CBCAFBC42DAD}"/>
              </a:ext>
            </a:extLst>
          </p:cNvPr>
          <p:cNvSpPr/>
          <p:nvPr/>
        </p:nvSpPr>
        <p:spPr>
          <a:xfrm>
            <a:off x="705055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69" name="pt117">
            <a:extLst>
              <a:ext uri="{FF2B5EF4-FFF2-40B4-BE49-F238E27FC236}">
                <a16:creationId xmlns:a16="http://schemas.microsoft.com/office/drawing/2014/main" id="{EDA344D1-0893-55BA-36C5-6C315472918F}"/>
              </a:ext>
            </a:extLst>
          </p:cNvPr>
          <p:cNvSpPr/>
          <p:nvPr/>
        </p:nvSpPr>
        <p:spPr>
          <a:xfrm>
            <a:off x="717577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0" name="pt118">
            <a:extLst>
              <a:ext uri="{FF2B5EF4-FFF2-40B4-BE49-F238E27FC236}">
                <a16:creationId xmlns:a16="http://schemas.microsoft.com/office/drawing/2014/main" id="{291DBB0A-EA73-28E3-9AEA-AF589E5AC87A}"/>
              </a:ext>
            </a:extLst>
          </p:cNvPr>
          <p:cNvSpPr/>
          <p:nvPr/>
        </p:nvSpPr>
        <p:spPr>
          <a:xfrm>
            <a:off x="707861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1" name="pt119">
            <a:extLst>
              <a:ext uri="{FF2B5EF4-FFF2-40B4-BE49-F238E27FC236}">
                <a16:creationId xmlns:a16="http://schemas.microsoft.com/office/drawing/2014/main" id="{EE7D2AC8-CF33-A320-286F-96041C64CCBF}"/>
              </a:ext>
            </a:extLst>
          </p:cNvPr>
          <p:cNvSpPr/>
          <p:nvPr/>
        </p:nvSpPr>
        <p:spPr>
          <a:xfrm>
            <a:off x="691067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2" name="pt120">
            <a:extLst>
              <a:ext uri="{FF2B5EF4-FFF2-40B4-BE49-F238E27FC236}">
                <a16:creationId xmlns:a16="http://schemas.microsoft.com/office/drawing/2014/main" id="{040F2B24-EB2A-CCB1-A5FC-7539A17497A8}"/>
              </a:ext>
            </a:extLst>
          </p:cNvPr>
          <p:cNvSpPr/>
          <p:nvPr/>
        </p:nvSpPr>
        <p:spPr>
          <a:xfrm>
            <a:off x="691067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3" name="pt121">
            <a:extLst>
              <a:ext uri="{FF2B5EF4-FFF2-40B4-BE49-F238E27FC236}">
                <a16:creationId xmlns:a16="http://schemas.microsoft.com/office/drawing/2014/main" id="{15C0A2E0-0463-1103-F1A7-5696887494EB}"/>
              </a:ext>
            </a:extLst>
          </p:cNvPr>
          <p:cNvSpPr/>
          <p:nvPr/>
        </p:nvSpPr>
        <p:spPr>
          <a:xfrm>
            <a:off x="695461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4" name="pt122">
            <a:extLst>
              <a:ext uri="{FF2B5EF4-FFF2-40B4-BE49-F238E27FC236}">
                <a16:creationId xmlns:a16="http://schemas.microsoft.com/office/drawing/2014/main" id="{0F5750B2-7929-A853-9516-E46214716EF3}"/>
              </a:ext>
            </a:extLst>
          </p:cNvPr>
          <p:cNvSpPr/>
          <p:nvPr/>
        </p:nvSpPr>
        <p:spPr>
          <a:xfrm>
            <a:off x="708091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5" name="pt123">
            <a:extLst>
              <a:ext uri="{FF2B5EF4-FFF2-40B4-BE49-F238E27FC236}">
                <a16:creationId xmlns:a16="http://schemas.microsoft.com/office/drawing/2014/main" id="{1D9A2198-A797-F19A-67E8-096291440B64}"/>
              </a:ext>
            </a:extLst>
          </p:cNvPr>
          <p:cNvSpPr/>
          <p:nvPr/>
        </p:nvSpPr>
        <p:spPr>
          <a:xfrm>
            <a:off x="7094463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6" name="pt124">
            <a:extLst>
              <a:ext uri="{FF2B5EF4-FFF2-40B4-BE49-F238E27FC236}">
                <a16:creationId xmlns:a16="http://schemas.microsoft.com/office/drawing/2014/main" id="{9B03D60F-D644-2C3C-E3FA-1559A4D11455}"/>
              </a:ext>
            </a:extLst>
          </p:cNvPr>
          <p:cNvSpPr/>
          <p:nvPr/>
        </p:nvSpPr>
        <p:spPr>
          <a:xfrm>
            <a:off x="7566389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7" name="pt125">
            <a:extLst>
              <a:ext uri="{FF2B5EF4-FFF2-40B4-BE49-F238E27FC236}">
                <a16:creationId xmlns:a16="http://schemas.microsoft.com/office/drawing/2014/main" id="{AECD5ECF-406B-C075-F544-11272F4F36B9}"/>
              </a:ext>
            </a:extLst>
          </p:cNvPr>
          <p:cNvSpPr/>
          <p:nvPr/>
        </p:nvSpPr>
        <p:spPr>
          <a:xfrm>
            <a:off x="702226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8" name="pt126">
            <a:extLst>
              <a:ext uri="{FF2B5EF4-FFF2-40B4-BE49-F238E27FC236}">
                <a16:creationId xmlns:a16="http://schemas.microsoft.com/office/drawing/2014/main" id="{07303F3C-4D5A-00FE-622A-60AF12F08159}"/>
              </a:ext>
            </a:extLst>
          </p:cNvPr>
          <p:cNvSpPr/>
          <p:nvPr/>
        </p:nvSpPr>
        <p:spPr>
          <a:xfrm>
            <a:off x="7581914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79" name="pt127">
            <a:extLst>
              <a:ext uri="{FF2B5EF4-FFF2-40B4-BE49-F238E27FC236}">
                <a16:creationId xmlns:a16="http://schemas.microsoft.com/office/drawing/2014/main" id="{1A119EED-E1E6-DC1C-D7E0-7B474CA84435}"/>
              </a:ext>
            </a:extLst>
          </p:cNvPr>
          <p:cNvSpPr/>
          <p:nvPr/>
        </p:nvSpPr>
        <p:spPr>
          <a:xfrm>
            <a:off x="7720334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0" name="pt128">
            <a:extLst>
              <a:ext uri="{FF2B5EF4-FFF2-40B4-BE49-F238E27FC236}">
                <a16:creationId xmlns:a16="http://schemas.microsoft.com/office/drawing/2014/main" id="{A905D763-A4B6-C619-DB5A-A0EDC49518AD}"/>
              </a:ext>
            </a:extLst>
          </p:cNvPr>
          <p:cNvSpPr/>
          <p:nvPr/>
        </p:nvSpPr>
        <p:spPr>
          <a:xfrm>
            <a:off x="755863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1" name="pt129">
            <a:extLst>
              <a:ext uri="{FF2B5EF4-FFF2-40B4-BE49-F238E27FC236}">
                <a16:creationId xmlns:a16="http://schemas.microsoft.com/office/drawing/2014/main" id="{E84D533C-B39B-C5FF-E25D-B28ABD3DAA8C}"/>
              </a:ext>
            </a:extLst>
          </p:cNvPr>
          <p:cNvSpPr/>
          <p:nvPr/>
        </p:nvSpPr>
        <p:spPr>
          <a:xfrm>
            <a:off x="691261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2" name="pt130">
            <a:extLst>
              <a:ext uri="{FF2B5EF4-FFF2-40B4-BE49-F238E27FC236}">
                <a16:creationId xmlns:a16="http://schemas.microsoft.com/office/drawing/2014/main" id="{77B2A5B8-2892-3B0A-F3A2-2EB9792D95AD}"/>
              </a:ext>
            </a:extLst>
          </p:cNvPr>
          <p:cNvSpPr/>
          <p:nvPr/>
        </p:nvSpPr>
        <p:spPr>
          <a:xfrm>
            <a:off x="6983389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3" name="pt131">
            <a:extLst>
              <a:ext uri="{FF2B5EF4-FFF2-40B4-BE49-F238E27FC236}">
                <a16:creationId xmlns:a16="http://schemas.microsoft.com/office/drawing/2014/main" id="{EC6E4E23-7FDA-5C09-A748-E71EA0564ADB}"/>
              </a:ext>
            </a:extLst>
          </p:cNvPr>
          <p:cNvSpPr/>
          <p:nvPr/>
        </p:nvSpPr>
        <p:spPr>
          <a:xfrm>
            <a:off x="758098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4" name="pt132">
            <a:extLst>
              <a:ext uri="{FF2B5EF4-FFF2-40B4-BE49-F238E27FC236}">
                <a16:creationId xmlns:a16="http://schemas.microsoft.com/office/drawing/2014/main" id="{FC1AA80C-DB5C-F24F-751A-ED8F65E34558}"/>
              </a:ext>
            </a:extLst>
          </p:cNvPr>
          <p:cNvSpPr/>
          <p:nvPr/>
        </p:nvSpPr>
        <p:spPr>
          <a:xfrm>
            <a:off x="7610896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5" name="pt133">
            <a:extLst>
              <a:ext uri="{FF2B5EF4-FFF2-40B4-BE49-F238E27FC236}">
                <a16:creationId xmlns:a16="http://schemas.microsoft.com/office/drawing/2014/main" id="{199C1FBD-A72F-1946-9275-430755F74E39}"/>
              </a:ext>
            </a:extLst>
          </p:cNvPr>
          <p:cNvSpPr/>
          <p:nvPr/>
        </p:nvSpPr>
        <p:spPr>
          <a:xfrm>
            <a:off x="7777208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6" name="pt134">
            <a:extLst>
              <a:ext uri="{FF2B5EF4-FFF2-40B4-BE49-F238E27FC236}">
                <a16:creationId xmlns:a16="http://schemas.microsoft.com/office/drawing/2014/main" id="{80D732BF-0862-7641-55A6-CD5B6B17C9EF}"/>
              </a:ext>
            </a:extLst>
          </p:cNvPr>
          <p:cNvSpPr/>
          <p:nvPr/>
        </p:nvSpPr>
        <p:spPr>
          <a:xfrm>
            <a:off x="7616943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7" name="pt135">
            <a:extLst>
              <a:ext uri="{FF2B5EF4-FFF2-40B4-BE49-F238E27FC236}">
                <a16:creationId xmlns:a16="http://schemas.microsoft.com/office/drawing/2014/main" id="{CCB6E87E-6421-5BC5-0013-64956A40F501}"/>
              </a:ext>
            </a:extLst>
          </p:cNvPr>
          <p:cNvSpPr/>
          <p:nvPr/>
        </p:nvSpPr>
        <p:spPr>
          <a:xfrm>
            <a:off x="708091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8" name="pt136">
            <a:extLst>
              <a:ext uri="{FF2B5EF4-FFF2-40B4-BE49-F238E27FC236}">
                <a16:creationId xmlns:a16="http://schemas.microsoft.com/office/drawing/2014/main" id="{8FC89E63-0364-39A4-27A5-8F3D4BD89165}"/>
              </a:ext>
            </a:extLst>
          </p:cNvPr>
          <p:cNvSpPr/>
          <p:nvPr/>
        </p:nvSpPr>
        <p:spPr>
          <a:xfrm>
            <a:off x="7038173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89" name="pt137">
            <a:extLst>
              <a:ext uri="{FF2B5EF4-FFF2-40B4-BE49-F238E27FC236}">
                <a16:creationId xmlns:a16="http://schemas.microsoft.com/office/drawing/2014/main" id="{76D13E67-833E-A36D-AC22-E8BF32C7AC65}"/>
              </a:ext>
            </a:extLst>
          </p:cNvPr>
          <p:cNvSpPr/>
          <p:nvPr/>
        </p:nvSpPr>
        <p:spPr>
          <a:xfrm>
            <a:off x="758793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0" name="pt138">
            <a:extLst>
              <a:ext uri="{FF2B5EF4-FFF2-40B4-BE49-F238E27FC236}">
                <a16:creationId xmlns:a16="http://schemas.microsoft.com/office/drawing/2014/main" id="{FD8E8593-5B7C-2855-66FB-9F12F0BA0CBB}"/>
              </a:ext>
            </a:extLst>
          </p:cNvPr>
          <p:cNvSpPr/>
          <p:nvPr/>
        </p:nvSpPr>
        <p:spPr>
          <a:xfrm>
            <a:off x="758774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1" name="pt139">
            <a:extLst>
              <a:ext uri="{FF2B5EF4-FFF2-40B4-BE49-F238E27FC236}">
                <a16:creationId xmlns:a16="http://schemas.microsoft.com/office/drawing/2014/main" id="{E1657091-F4A0-DACC-87A5-38995CBB2B67}"/>
              </a:ext>
            </a:extLst>
          </p:cNvPr>
          <p:cNvSpPr/>
          <p:nvPr/>
        </p:nvSpPr>
        <p:spPr>
          <a:xfrm>
            <a:off x="760079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2" name="pt140">
            <a:extLst>
              <a:ext uri="{FF2B5EF4-FFF2-40B4-BE49-F238E27FC236}">
                <a16:creationId xmlns:a16="http://schemas.microsoft.com/office/drawing/2014/main" id="{C92181D2-19E1-049C-3044-C9804200CBDA}"/>
              </a:ext>
            </a:extLst>
          </p:cNvPr>
          <p:cNvSpPr/>
          <p:nvPr/>
        </p:nvSpPr>
        <p:spPr>
          <a:xfrm>
            <a:off x="760079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3" name="pt141">
            <a:extLst>
              <a:ext uri="{FF2B5EF4-FFF2-40B4-BE49-F238E27FC236}">
                <a16:creationId xmlns:a16="http://schemas.microsoft.com/office/drawing/2014/main" id="{A3B3131F-97F4-C932-780A-076C117B2591}"/>
              </a:ext>
            </a:extLst>
          </p:cNvPr>
          <p:cNvSpPr/>
          <p:nvPr/>
        </p:nvSpPr>
        <p:spPr>
          <a:xfrm>
            <a:off x="6915607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4" name="pt142">
            <a:extLst>
              <a:ext uri="{FF2B5EF4-FFF2-40B4-BE49-F238E27FC236}">
                <a16:creationId xmlns:a16="http://schemas.microsoft.com/office/drawing/2014/main" id="{7E17422B-B984-4D2E-2357-54B8DB0538BC}"/>
              </a:ext>
            </a:extLst>
          </p:cNvPr>
          <p:cNvSpPr/>
          <p:nvPr/>
        </p:nvSpPr>
        <p:spPr>
          <a:xfrm>
            <a:off x="705444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5" name="pt143">
            <a:extLst>
              <a:ext uri="{FF2B5EF4-FFF2-40B4-BE49-F238E27FC236}">
                <a16:creationId xmlns:a16="http://schemas.microsoft.com/office/drawing/2014/main" id="{9FC9DCBB-D56D-2B1B-D5FF-2F08FD4849BE}"/>
              </a:ext>
            </a:extLst>
          </p:cNvPr>
          <p:cNvSpPr/>
          <p:nvPr/>
        </p:nvSpPr>
        <p:spPr>
          <a:xfrm>
            <a:off x="804236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6" name="pt144">
            <a:extLst>
              <a:ext uri="{FF2B5EF4-FFF2-40B4-BE49-F238E27FC236}">
                <a16:creationId xmlns:a16="http://schemas.microsoft.com/office/drawing/2014/main" id="{515A1BCB-A2B7-B780-6550-5E6969AE7C89}"/>
              </a:ext>
            </a:extLst>
          </p:cNvPr>
          <p:cNvSpPr/>
          <p:nvPr/>
        </p:nvSpPr>
        <p:spPr>
          <a:xfrm>
            <a:off x="808590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7" name="pt145">
            <a:extLst>
              <a:ext uri="{FF2B5EF4-FFF2-40B4-BE49-F238E27FC236}">
                <a16:creationId xmlns:a16="http://schemas.microsoft.com/office/drawing/2014/main" id="{96341F43-7E95-99E3-BB9A-DB776C4D5FDB}"/>
              </a:ext>
            </a:extLst>
          </p:cNvPr>
          <p:cNvSpPr/>
          <p:nvPr/>
        </p:nvSpPr>
        <p:spPr>
          <a:xfrm>
            <a:off x="697704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8" name="pt146">
            <a:extLst>
              <a:ext uri="{FF2B5EF4-FFF2-40B4-BE49-F238E27FC236}">
                <a16:creationId xmlns:a16="http://schemas.microsoft.com/office/drawing/2014/main" id="{57B995F3-1D24-C6F2-93B8-3DDE0647C8D3}"/>
              </a:ext>
            </a:extLst>
          </p:cNvPr>
          <p:cNvSpPr/>
          <p:nvPr/>
        </p:nvSpPr>
        <p:spPr>
          <a:xfrm>
            <a:off x="6901929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399" name="pt147">
            <a:extLst>
              <a:ext uri="{FF2B5EF4-FFF2-40B4-BE49-F238E27FC236}">
                <a16:creationId xmlns:a16="http://schemas.microsoft.com/office/drawing/2014/main" id="{6CDDDE8A-D33A-7D26-66EA-3680BA71FF9B}"/>
              </a:ext>
            </a:extLst>
          </p:cNvPr>
          <p:cNvSpPr/>
          <p:nvPr/>
        </p:nvSpPr>
        <p:spPr>
          <a:xfrm>
            <a:off x="826011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0" name="pt148">
            <a:extLst>
              <a:ext uri="{FF2B5EF4-FFF2-40B4-BE49-F238E27FC236}">
                <a16:creationId xmlns:a16="http://schemas.microsoft.com/office/drawing/2014/main" id="{8C1A9A32-40C0-10F6-DC50-8375CBCE792F}"/>
              </a:ext>
            </a:extLst>
          </p:cNvPr>
          <p:cNvSpPr/>
          <p:nvPr/>
        </p:nvSpPr>
        <p:spPr>
          <a:xfrm>
            <a:off x="804871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1" name="pt149">
            <a:extLst>
              <a:ext uri="{FF2B5EF4-FFF2-40B4-BE49-F238E27FC236}">
                <a16:creationId xmlns:a16="http://schemas.microsoft.com/office/drawing/2014/main" id="{73FD9E79-0B8E-2D1F-FD14-DC665E7FC90C}"/>
              </a:ext>
            </a:extLst>
          </p:cNvPr>
          <p:cNvSpPr/>
          <p:nvPr/>
        </p:nvSpPr>
        <p:spPr>
          <a:xfrm>
            <a:off x="804236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2" name="pt150">
            <a:extLst>
              <a:ext uri="{FF2B5EF4-FFF2-40B4-BE49-F238E27FC236}">
                <a16:creationId xmlns:a16="http://schemas.microsoft.com/office/drawing/2014/main" id="{9B00A80B-AE5D-FCDF-83AA-90FD546AAE55}"/>
              </a:ext>
            </a:extLst>
          </p:cNvPr>
          <p:cNvSpPr/>
          <p:nvPr/>
        </p:nvSpPr>
        <p:spPr>
          <a:xfrm>
            <a:off x="826011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3" name="pt151">
            <a:extLst>
              <a:ext uri="{FF2B5EF4-FFF2-40B4-BE49-F238E27FC236}">
                <a16:creationId xmlns:a16="http://schemas.microsoft.com/office/drawing/2014/main" id="{70167CED-46F6-B5BC-1AF6-FE5510BD9C03}"/>
              </a:ext>
            </a:extLst>
          </p:cNvPr>
          <p:cNvSpPr/>
          <p:nvPr/>
        </p:nvSpPr>
        <p:spPr>
          <a:xfrm>
            <a:off x="708906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4" name="pt152">
            <a:extLst>
              <a:ext uri="{FF2B5EF4-FFF2-40B4-BE49-F238E27FC236}">
                <a16:creationId xmlns:a16="http://schemas.microsoft.com/office/drawing/2014/main" id="{CB685A76-B6FE-DACB-7EAE-B20A982D142C}"/>
              </a:ext>
            </a:extLst>
          </p:cNvPr>
          <p:cNvSpPr/>
          <p:nvPr/>
        </p:nvSpPr>
        <p:spPr>
          <a:xfrm>
            <a:off x="700720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5" name="pt153">
            <a:extLst>
              <a:ext uri="{FF2B5EF4-FFF2-40B4-BE49-F238E27FC236}">
                <a16:creationId xmlns:a16="http://schemas.microsoft.com/office/drawing/2014/main" id="{62C75A9C-EC03-809D-47B9-4F2A917A4DF1}"/>
              </a:ext>
            </a:extLst>
          </p:cNvPr>
          <p:cNvSpPr/>
          <p:nvPr/>
        </p:nvSpPr>
        <p:spPr>
          <a:xfrm>
            <a:off x="694814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6" name="pt154">
            <a:extLst>
              <a:ext uri="{FF2B5EF4-FFF2-40B4-BE49-F238E27FC236}">
                <a16:creationId xmlns:a16="http://schemas.microsoft.com/office/drawing/2014/main" id="{AF63EB89-1738-9384-6D11-6C8042CB138A}"/>
              </a:ext>
            </a:extLst>
          </p:cNvPr>
          <p:cNvSpPr/>
          <p:nvPr/>
        </p:nvSpPr>
        <p:spPr>
          <a:xfrm>
            <a:off x="7217243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7" name="pt155">
            <a:extLst>
              <a:ext uri="{FF2B5EF4-FFF2-40B4-BE49-F238E27FC236}">
                <a16:creationId xmlns:a16="http://schemas.microsoft.com/office/drawing/2014/main" id="{73D8CC87-6632-E843-207B-DAC99A4653EE}"/>
              </a:ext>
            </a:extLst>
          </p:cNvPr>
          <p:cNvSpPr/>
          <p:nvPr/>
        </p:nvSpPr>
        <p:spPr>
          <a:xfrm>
            <a:off x="8018463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8" name="pt156">
            <a:extLst>
              <a:ext uri="{FF2B5EF4-FFF2-40B4-BE49-F238E27FC236}">
                <a16:creationId xmlns:a16="http://schemas.microsoft.com/office/drawing/2014/main" id="{78244464-EFEA-98B6-AF5B-FC59928FC00A}"/>
              </a:ext>
            </a:extLst>
          </p:cNvPr>
          <p:cNvSpPr/>
          <p:nvPr/>
        </p:nvSpPr>
        <p:spPr>
          <a:xfrm>
            <a:off x="7089065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09" name="pt157">
            <a:extLst>
              <a:ext uri="{FF2B5EF4-FFF2-40B4-BE49-F238E27FC236}">
                <a16:creationId xmlns:a16="http://schemas.microsoft.com/office/drawing/2014/main" id="{67BAD57A-AE76-0B2B-B4B0-C9C4824AA6FF}"/>
              </a:ext>
            </a:extLst>
          </p:cNvPr>
          <p:cNvSpPr/>
          <p:nvPr/>
        </p:nvSpPr>
        <p:spPr>
          <a:xfrm>
            <a:off x="7169658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0" name="pt158">
            <a:extLst>
              <a:ext uri="{FF2B5EF4-FFF2-40B4-BE49-F238E27FC236}">
                <a16:creationId xmlns:a16="http://schemas.microsoft.com/office/drawing/2014/main" id="{056172DD-BC77-EE88-EBC7-2AAC14E8EE8D}"/>
              </a:ext>
            </a:extLst>
          </p:cNvPr>
          <p:cNvSpPr/>
          <p:nvPr/>
        </p:nvSpPr>
        <p:spPr>
          <a:xfrm>
            <a:off x="6961837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1" name="pt159">
            <a:extLst>
              <a:ext uri="{FF2B5EF4-FFF2-40B4-BE49-F238E27FC236}">
                <a16:creationId xmlns:a16="http://schemas.microsoft.com/office/drawing/2014/main" id="{31506C16-E54A-2396-DE76-DCA9E0A1EE2D}"/>
              </a:ext>
            </a:extLst>
          </p:cNvPr>
          <p:cNvSpPr/>
          <p:nvPr/>
        </p:nvSpPr>
        <p:spPr>
          <a:xfrm>
            <a:off x="805832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2" name="pt160">
            <a:extLst>
              <a:ext uri="{FF2B5EF4-FFF2-40B4-BE49-F238E27FC236}">
                <a16:creationId xmlns:a16="http://schemas.microsoft.com/office/drawing/2014/main" id="{D5807FA1-8AB7-A3CE-240C-DA479451D680}"/>
              </a:ext>
            </a:extLst>
          </p:cNvPr>
          <p:cNvSpPr/>
          <p:nvPr/>
        </p:nvSpPr>
        <p:spPr>
          <a:xfrm>
            <a:off x="7198404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3" name="pt161">
            <a:extLst>
              <a:ext uri="{FF2B5EF4-FFF2-40B4-BE49-F238E27FC236}">
                <a16:creationId xmlns:a16="http://schemas.microsoft.com/office/drawing/2014/main" id="{4D199A17-B831-82D7-23FB-449C606C2851}"/>
              </a:ext>
            </a:extLst>
          </p:cNvPr>
          <p:cNvSpPr/>
          <p:nvPr/>
        </p:nvSpPr>
        <p:spPr>
          <a:xfrm>
            <a:off x="8016462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4" name="pt162">
            <a:extLst>
              <a:ext uri="{FF2B5EF4-FFF2-40B4-BE49-F238E27FC236}">
                <a16:creationId xmlns:a16="http://schemas.microsoft.com/office/drawing/2014/main" id="{70319BC8-4278-DF57-DAD4-836999E5610B}"/>
              </a:ext>
            </a:extLst>
          </p:cNvPr>
          <p:cNvSpPr/>
          <p:nvPr/>
        </p:nvSpPr>
        <p:spPr>
          <a:xfrm>
            <a:off x="8055698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5" name="pt163">
            <a:extLst>
              <a:ext uri="{FF2B5EF4-FFF2-40B4-BE49-F238E27FC236}">
                <a16:creationId xmlns:a16="http://schemas.microsoft.com/office/drawing/2014/main" id="{726D5D02-E700-56AE-F86A-31C4AB557F9E}"/>
              </a:ext>
            </a:extLst>
          </p:cNvPr>
          <p:cNvSpPr/>
          <p:nvPr/>
        </p:nvSpPr>
        <p:spPr>
          <a:xfrm>
            <a:off x="8046600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6" name="pt164">
            <a:extLst>
              <a:ext uri="{FF2B5EF4-FFF2-40B4-BE49-F238E27FC236}">
                <a16:creationId xmlns:a16="http://schemas.microsoft.com/office/drawing/2014/main" id="{173268CD-AF57-5B41-9812-15A0371C94BC}"/>
              </a:ext>
            </a:extLst>
          </p:cNvPr>
          <p:cNvSpPr/>
          <p:nvPr/>
        </p:nvSpPr>
        <p:spPr>
          <a:xfrm>
            <a:off x="7246321" y="5976973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7" name="pt165">
            <a:extLst>
              <a:ext uri="{FF2B5EF4-FFF2-40B4-BE49-F238E27FC236}">
                <a16:creationId xmlns:a16="http://schemas.microsoft.com/office/drawing/2014/main" id="{36BB8E30-D438-7157-2DD6-297150450387}"/>
              </a:ext>
            </a:extLst>
          </p:cNvPr>
          <p:cNvSpPr/>
          <p:nvPr/>
        </p:nvSpPr>
        <p:spPr>
          <a:xfrm>
            <a:off x="8073531" y="8506240"/>
            <a:ext cx="90303" cy="90303"/>
          </a:xfrm>
          <a:prstGeom prst="ellipse">
            <a:avLst/>
          </a:prstGeom>
          <a:solidFill>
            <a:srgbClr val="2B991F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8" name="pg166">
            <a:extLst>
              <a:ext uri="{FF2B5EF4-FFF2-40B4-BE49-F238E27FC236}">
                <a16:creationId xmlns:a16="http://schemas.microsoft.com/office/drawing/2014/main" id="{FBA568E1-C258-7503-A782-703FBDEE7A92}"/>
              </a:ext>
            </a:extLst>
          </p:cNvPr>
          <p:cNvSpPr/>
          <p:nvPr/>
        </p:nvSpPr>
        <p:spPr>
          <a:xfrm>
            <a:off x="8074843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19" name="pg167">
            <a:extLst>
              <a:ext uri="{FF2B5EF4-FFF2-40B4-BE49-F238E27FC236}">
                <a16:creationId xmlns:a16="http://schemas.microsoft.com/office/drawing/2014/main" id="{7628FB94-AB4A-B683-8BE0-DB170D326354}"/>
              </a:ext>
            </a:extLst>
          </p:cNvPr>
          <p:cNvSpPr/>
          <p:nvPr/>
        </p:nvSpPr>
        <p:spPr>
          <a:xfrm>
            <a:off x="817884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0" name="pg168">
            <a:extLst>
              <a:ext uri="{FF2B5EF4-FFF2-40B4-BE49-F238E27FC236}">
                <a16:creationId xmlns:a16="http://schemas.microsoft.com/office/drawing/2014/main" id="{D602D8FF-B85F-2A0D-3369-59658A704091}"/>
              </a:ext>
            </a:extLst>
          </p:cNvPr>
          <p:cNvSpPr/>
          <p:nvPr/>
        </p:nvSpPr>
        <p:spPr>
          <a:xfrm>
            <a:off x="783506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1" name="pg169">
            <a:extLst>
              <a:ext uri="{FF2B5EF4-FFF2-40B4-BE49-F238E27FC236}">
                <a16:creationId xmlns:a16="http://schemas.microsoft.com/office/drawing/2014/main" id="{A7A46910-081E-4711-B06A-9937A0E69260}"/>
              </a:ext>
            </a:extLst>
          </p:cNvPr>
          <p:cNvSpPr/>
          <p:nvPr/>
        </p:nvSpPr>
        <p:spPr>
          <a:xfrm>
            <a:off x="8105644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2" name="pg170">
            <a:extLst>
              <a:ext uri="{FF2B5EF4-FFF2-40B4-BE49-F238E27FC236}">
                <a16:creationId xmlns:a16="http://schemas.microsoft.com/office/drawing/2014/main" id="{024D6DC5-1299-0E78-545D-B04BF842DF7C}"/>
              </a:ext>
            </a:extLst>
          </p:cNvPr>
          <p:cNvSpPr/>
          <p:nvPr/>
        </p:nvSpPr>
        <p:spPr>
          <a:xfrm>
            <a:off x="8120458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3" name="pg171">
            <a:extLst>
              <a:ext uri="{FF2B5EF4-FFF2-40B4-BE49-F238E27FC236}">
                <a16:creationId xmlns:a16="http://schemas.microsoft.com/office/drawing/2014/main" id="{4227FC3E-28A7-07BC-BC22-7482F0181AB7}"/>
              </a:ext>
            </a:extLst>
          </p:cNvPr>
          <p:cNvSpPr/>
          <p:nvPr/>
        </p:nvSpPr>
        <p:spPr>
          <a:xfrm>
            <a:off x="7994955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4" name="pg172">
            <a:extLst>
              <a:ext uri="{FF2B5EF4-FFF2-40B4-BE49-F238E27FC236}">
                <a16:creationId xmlns:a16="http://schemas.microsoft.com/office/drawing/2014/main" id="{3FEE4559-9E17-6021-D27A-03B8E1303EF7}"/>
              </a:ext>
            </a:extLst>
          </p:cNvPr>
          <p:cNvSpPr/>
          <p:nvPr/>
        </p:nvSpPr>
        <p:spPr>
          <a:xfrm>
            <a:off x="8319780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5" name="pg173">
            <a:extLst>
              <a:ext uri="{FF2B5EF4-FFF2-40B4-BE49-F238E27FC236}">
                <a16:creationId xmlns:a16="http://schemas.microsoft.com/office/drawing/2014/main" id="{43DC58AF-6C03-30DB-000A-DFB533D9CAC8}"/>
              </a:ext>
            </a:extLst>
          </p:cNvPr>
          <p:cNvSpPr/>
          <p:nvPr/>
        </p:nvSpPr>
        <p:spPr>
          <a:xfrm>
            <a:off x="8099017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6" name="pg174">
            <a:extLst>
              <a:ext uri="{FF2B5EF4-FFF2-40B4-BE49-F238E27FC236}">
                <a16:creationId xmlns:a16="http://schemas.microsoft.com/office/drawing/2014/main" id="{CEC8E257-85A4-3980-1CDE-14A5E7383231}"/>
              </a:ext>
            </a:extLst>
          </p:cNvPr>
          <p:cNvSpPr/>
          <p:nvPr/>
        </p:nvSpPr>
        <p:spPr>
          <a:xfrm>
            <a:off x="805652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7" name="pg175">
            <a:extLst>
              <a:ext uri="{FF2B5EF4-FFF2-40B4-BE49-F238E27FC236}">
                <a16:creationId xmlns:a16="http://schemas.microsoft.com/office/drawing/2014/main" id="{7C93423C-A152-1A0D-1AC3-77261A79EF46}"/>
              </a:ext>
            </a:extLst>
          </p:cNvPr>
          <p:cNvSpPr/>
          <p:nvPr/>
        </p:nvSpPr>
        <p:spPr>
          <a:xfrm>
            <a:off x="8098498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8" name="pg176">
            <a:extLst>
              <a:ext uri="{FF2B5EF4-FFF2-40B4-BE49-F238E27FC236}">
                <a16:creationId xmlns:a16="http://schemas.microsoft.com/office/drawing/2014/main" id="{BE4B469C-5D48-F251-25A1-9A7221339C52}"/>
              </a:ext>
            </a:extLst>
          </p:cNvPr>
          <p:cNvSpPr/>
          <p:nvPr/>
        </p:nvSpPr>
        <p:spPr>
          <a:xfrm>
            <a:off x="764163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29" name="pg177">
            <a:extLst>
              <a:ext uri="{FF2B5EF4-FFF2-40B4-BE49-F238E27FC236}">
                <a16:creationId xmlns:a16="http://schemas.microsoft.com/office/drawing/2014/main" id="{776DB5FC-D393-B0CA-DE89-9C48252F8678}"/>
              </a:ext>
            </a:extLst>
          </p:cNvPr>
          <p:cNvSpPr/>
          <p:nvPr/>
        </p:nvSpPr>
        <p:spPr>
          <a:xfrm>
            <a:off x="78337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0" name="pg178">
            <a:extLst>
              <a:ext uri="{FF2B5EF4-FFF2-40B4-BE49-F238E27FC236}">
                <a16:creationId xmlns:a16="http://schemas.microsoft.com/office/drawing/2014/main" id="{C61BA622-DFB5-4A51-5BDC-64CFD59D902C}"/>
              </a:ext>
            </a:extLst>
          </p:cNvPr>
          <p:cNvSpPr/>
          <p:nvPr/>
        </p:nvSpPr>
        <p:spPr>
          <a:xfrm>
            <a:off x="768663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1" name="pg179">
            <a:extLst>
              <a:ext uri="{FF2B5EF4-FFF2-40B4-BE49-F238E27FC236}">
                <a16:creationId xmlns:a16="http://schemas.microsoft.com/office/drawing/2014/main" id="{34802A0A-FBA0-7B8C-B0B7-B7033F10BAC2}"/>
              </a:ext>
            </a:extLst>
          </p:cNvPr>
          <p:cNvSpPr/>
          <p:nvPr/>
        </p:nvSpPr>
        <p:spPr>
          <a:xfrm>
            <a:off x="78337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2" name="pg180">
            <a:extLst>
              <a:ext uri="{FF2B5EF4-FFF2-40B4-BE49-F238E27FC236}">
                <a16:creationId xmlns:a16="http://schemas.microsoft.com/office/drawing/2014/main" id="{6B22F3AF-18B9-E06E-4733-5212C010041F}"/>
              </a:ext>
            </a:extLst>
          </p:cNvPr>
          <p:cNvSpPr/>
          <p:nvPr/>
        </p:nvSpPr>
        <p:spPr>
          <a:xfrm>
            <a:off x="7880923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3" name="pg181">
            <a:extLst>
              <a:ext uri="{FF2B5EF4-FFF2-40B4-BE49-F238E27FC236}">
                <a16:creationId xmlns:a16="http://schemas.microsoft.com/office/drawing/2014/main" id="{EE8BEC80-091B-921C-0680-D2074713EFDB}"/>
              </a:ext>
            </a:extLst>
          </p:cNvPr>
          <p:cNvSpPr/>
          <p:nvPr/>
        </p:nvSpPr>
        <p:spPr>
          <a:xfrm>
            <a:off x="8161075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4" name="pg182">
            <a:extLst>
              <a:ext uri="{FF2B5EF4-FFF2-40B4-BE49-F238E27FC236}">
                <a16:creationId xmlns:a16="http://schemas.microsoft.com/office/drawing/2014/main" id="{21423F2B-C799-480C-0831-47AB011247D8}"/>
              </a:ext>
            </a:extLst>
          </p:cNvPr>
          <p:cNvSpPr/>
          <p:nvPr/>
        </p:nvSpPr>
        <p:spPr>
          <a:xfrm>
            <a:off x="801759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5" name="pg183">
            <a:extLst>
              <a:ext uri="{FF2B5EF4-FFF2-40B4-BE49-F238E27FC236}">
                <a16:creationId xmlns:a16="http://schemas.microsoft.com/office/drawing/2014/main" id="{CC8DF42D-F6C9-8E77-72D2-5E9BB1A1EF6E}"/>
              </a:ext>
            </a:extLst>
          </p:cNvPr>
          <p:cNvSpPr/>
          <p:nvPr/>
        </p:nvSpPr>
        <p:spPr>
          <a:xfrm>
            <a:off x="811016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6" name="pg184">
            <a:extLst>
              <a:ext uri="{FF2B5EF4-FFF2-40B4-BE49-F238E27FC236}">
                <a16:creationId xmlns:a16="http://schemas.microsoft.com/office/drawing/2014/main" id="{140C1BF1-C05A-7E7C-8C7D-F3C4ADB5B842}"/>
              </a:ext>
            </a:extLst>
          </p:cNvPr>
          <p:cNvSpPr/>
          <p:nvPr/>
        </p:nvSpPr>
        <p:spPr>
          <a:xfrm>
            <a:off x="812803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7" name="pg185">
            <a:extLst>
              <a:ext uri="{FF2B5EF4-FFF2-40B4-BE49-F238E27FC236}">
                <a16:creationId xmlns:a16="http://schemas.microsoft.com/office/drawing/2014/main" id="{434B7331-0CB4-2738-BC78-9113C90ACD4E}"/>
              </a:ext>
            </a:extLst>
          </p:cNvPr>
          <p:cNvSpPr/>
          <p:nvPr/>
        </p:nvSpPr>
        <p:spPr>
          <a:xfrm>
            <a:off x="805652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8" name="pg186">
            <a:extLst>
              <a:ext uri="{FF2B5EF4-FFF2-40B4-BE49-F238E27FC236}">
                <a16:creationId xmlns:a16="http://schemas.microsoft.com/office/drawing/2014/main" id="{B21D95A3-30AE-85F4-0B8A-F666EB122723}"/>
              </a:ext>
            </a:extLst>
          </p:cNvPr>
          <p:cNvSpPr/>
          <p:nvPr/>
        </p:nvSpPr>
        <p:spPr>
          <a:xfrm>
            <a:off x="80745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39" name="pg187">
            <a:extLst>
              <a:ext uri="{FF2B5EF4-FFF2-40B4-BE49-F238E27FC236}">
                <a16:creationId xmlns:a16="http://schemas.microsoft.com/office/drawing/2014/main" id="{43EEBE9B-00D9-75E4-1464-E8259BFB5F6D}"/>
              </a:ext>
            </a:extLst>
          </p:cNvPr>
          <p:cNvSpPr/>
          <p:nvPr/>
        </p:nvSpPr>
        <p:spPr>
          <a:xfrm>
            <a:off x="8176126" y="8481176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0" name="pg188">
            <a:extLst>
              <a:ext uri="{FF2B5EF4-FFF2-40B4-BE49-F238E27FC236}">
                <a16:creationId xmlns:a16="http://schemas.microsoft.com/office/drawing/2014/main" id="{57FE65C5-BDD5-6C93-2353-310BE194313A}"/>
              </a:ext>
            </a:extLst>
          </p:cNvPr>
          <p:cNvSpPr/>
          <p:nvPr/>
        </p:nvSpPr>
        <p:spPr>
          <a:xfrm>
            <a:off x="8074501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1" name="pg189">
            <a:extLst>
              <a:ext uri="{FF2B5EF4-FFF2-40B4-BE49-F238E27FC236}">
                <a16:creationId xmlns:a16="http://schemas.microsoft.com/office/drawing/2014/main" id="{07767B71-34FA-85D5-7AC0-FA26DACA9DD2}"/>
              </a:ext>
            </a:extLst>
          </p:cNvPr>
          <p:cNvSpPr/>
          <p:nvPr/>
        </p:nvSpPr>
        <p:spPr>
          <a:xfrm>
            <a:off x="894601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2" name="pg190">
            <a:extLst>
              <a:ext uri="{FF2B5EF4-FFF2-40B4-BE49-F238E27FC236}">
                <a16:creationId xmlns:a16="http://schemas.microsoft.com/office/drawing/2014/main" id="{6802DA27-2D87-A1D2-16C3-B3702DE4AA8D}"/>
              </a:ext>
            </a:extLst>
          </p:cNvPr>
          <p:cNvSpPr/>
          <p:nvPr/>
        </p:nvSpPr>
        <p:spPr>
          <a:xfrm>
            <a:off x="8669947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3" name="pg191">
            <a:extLst>
              <a:ext uri="{FF2B5EF4-FFF2-40B4-BE49-F238E27FC236}">
                <a16:creationId xmlns:a16="http://schemas.microsoft.com/office/drawing/2014/main" id="{EFA7F735-61B4-BBBB-4638-BDEF879FCFCD}"/>
              </a:ext>
            </a:extLst>
          </p:cNvPr>
          <p:cNvSpPr/>
          <p:nvPr/>
        </p:nvSpPr>
        <p:spPr>
          <a:xfrm>
            <a:off x="8576812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4" name="pg192">
            <a:extLst>
              <a:ext uri="{FF2B5EF4-FFF2-40B4-BE49-F238E27FC236}">
                <a16:creationId xmlns:a16="http://schemas.microsoft.com/office/drawing/2014/main" id="{E1056866-56A5-BCC1-6702-68E9673EC4EE}"/>
              </a:ext>
            </a:extLst>
          </p:cNvPr>
          <p:cNvSpPr/>
          <p:nvPr/>
        </p:nvSpPr>
        <p:spPr>
          <a:xfrm>
            <a:off x="8379195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5" name="pg193">
            <a:extLst>
              <a:ext uri="{FF2B5EF4-FFF2-40B4-BE49-F238E27FC236}">
                <a16:creationId xmlns:a16="http://schemas.microsoft.com/office/drawing/2014/main" id="{D5ED9D92-C202-08D5-2B70-5F419C8774B2}"/>
              </a:ext>
            </a:extLst>
          </p:cNvPr>
          <p:cNvSpPr/>
          <p:nvPr/>
        </p:nvSpPr>
        <p:spPr>
          <a:xfrm>
            <a:off x="892810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6" name="pg194">
            <a:extLst>
              <a:ext uri="{FF2B5EF4-FFF2-40B4-BE49-F238E27FC236}">
                <a16:creationId xmlns:a16="http://schemas.microsoft.com/office/drawing/2014/main" id="{6CD9E9D9-61A8-C7D5-39F9-B717CA5EC69C}"/>
              </a:ext>
            </a:extLst>
          </p:cNvPr>
          <p:cNvSpPr/>
          <p:nvPr/>
        </p:nvSpPr>
        <p:spPr>
          <a:xfrm>
            <a:off x="888169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7" name="pg195">
            <a:extLst>
              <a:ext uri="{FF2B5EF4-FFF2-40B4-BE49-F238E27FC236}">
                <a16:creationId xmlns:a16="http://schemas.microsoft.com/office/drawing/2014/main" id="{96003398-EC9B-E284-A97B-8BAA9171E98B}"/>
              </a:ext>
            </a:extLst>
          </p:cNvPr>
          <p:cNvSpPr/>
          <p:nvPr/>
        </p:nvSpPr>
        <p:spPr>
          <a:xfrm>
            <a:off x="732504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8" name="pg196">
            <a:extLst>
              <a:ext uri="{FF2B5EF4-FFF2-40B4-BE49-F238E27FC236}">
                <a16:creationId xmlns:a16="http://schemas.microsoft.com/office/drawing/2014/main" id="{F8DA118B-80C5-A4BC-6495-17D8FA8ED0CB}"/>
              </a:ext>
            </a:extLst>
          </p:cNvPr>
          <p:cNvSpPr/>
          <p:nvPr/>
        </p:nvSpPr>
        <p:spPr>
          <a:xfrm>
            <a:off x="7303025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49" name="pg197">
            <a:extLst>
              <a:ext uri="{FF2B5EF4-FFF2-40B4-BE49-F238E27FC236}">
                <a16:creationId xmlns:a16="http://schemas.microsoft.com/office/drawing/2014/main" id="{D4438DC3-CFE5-C703-02C5-7B25CBE60003}"/>
              </a:ext>
            </a:extLst>
          </p:cNvPr>
          <p:cNvSpPr/>
          <p:nvPr/>
        </p:nvSpPr>
        <p:spPr>
          <a:xfrm>
            <a:off x="853148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0" name="pg198">
            <a:extLst>
              <a:ext uri="{FF2B5EF4-FFF2-40B4-BE49-F238E27FC236}">
                <a16:creationId xmlns:a16="http://schemas.microsoft.com/office/drawing/2014/main" id="{6A362BFF-C9F5-96A2-52AC-A5E6C3CEC7F6}"/>
              </a:ext>
            </a:extLst>
          </p:cNvPr>
          <p:cNvSpPr/>
          <p:nvPr/>
        </p:nvSpPr>
        <p:spPr>
          <a:xfrm>
            <a:off x="869642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1" name="pg199">
            <a:extLst>
              <a:ext uri="{FF2B5EF4-FFF2-40B4-BE49-F238E27FC236}">
                <a16:creationId xmlns:a16="http://schemas.microsoft.com/office/drawing/2014/main" id="{CD66668A-F239-DE78-ABF5-556214C2435C}"/>
              </a:ext>
            </a:extLst>
          </p:cNvPr>
          <p:cNvSpPr/>
          <p:nvPr/>
        </p:nvSpPr>
        <p:spPr>
          <a:xfrm>
            <a:off x="888839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2" name="pg200">
            <a:extLst>
              <a:ext uri="{FF2B5EF4-FFF2-40B4-BE49-F238E27FC236}">
                <a16:creationId xmlns:a16="http://schemas.microsoft.com/office/drawing/2014/main" id="{A2554F0E-36A5-AE52-193F-9CE89F1B3893}"/>
              </a:ext>
            </a:extLst>
          </p:cNvPr>
          <p:cNvSpPr/>
          <p:nvPr/>
        </p:nvSpPr>
        <p:spPr>
          <a:xfrm>
            <a:off x="734144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3" name="pg201">
            <a:extLst>
              <a:ext uri="{FF2B5EF4-FFF2-40B4-BE49-F238E27FC236}">
                <a16:creationId xmlns:a16="http://schemas.microsoft.com/office/drawing/2014/main" id="{47775844-E6CE-2FCE-76D0-7D9D1A6BEEDB}"/>
              </a:ext>
            </a:extLst>
          </p:cNvPr>
          <p:cNvSpPr/>
          <p:nvPr/>
        </p:nvSpPr>
        <p:spPr>
          <a:xfrm>
            <a:off x="7557448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4" name="pg202">
            <a:extLst>
              <a:ext uri="{FF2B5EF4-FFF2-40B4-BE49-F238E27FC236}">
                <a16:creationId xmlns:a16="http://schemas.microsoft.com/office/drawing/2014/main" id="{C18B8049-D9F7-9E04-E9DA-60E20C3CCDD1}"/>
              </a:ext>
            </a:extLst>
          </p:cNvPr>
          <p:cNvSpPr/>
          <p:nvPr/>
        </p:nvSpPr>
        <p:spPr>
          <a:xfrm>
            <a:off x="730065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5" name="pg203">
            <a:extLst>
              <a:ext uri="{FF2B5EF4-FFF2-40B4-BE49-F238E27FC236}">
                <a16:creationId xmlns:a16="http://schemas.microsoft.com/office/drawing/2014/main" id="{5C4FEEE9-8DAD-547B-54E3-CA9A0557E720}"/>
              </a:ext>
            </a:extLst>
          </p:cNvPr>
          <p:cNvSpPr/>
          <p:nvPr/>
        </p:nvSpPr>
        <p:spPr>
          <a:xfrm>
            <a:off x="728070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6" name="pg204">
            <a:extLst>
              <a:ext uri="{FF2B5EF4-FFF2-40B4-BE49-F238E27FC236}">
                <a16:creationId xmlns:a16="http://schemas.microsoft.com/office/drawing/2014/main" id="{782E6E08-7C50-9DD7-B3F8-48A34FC81F71}"/>
              </a:ext>
            </a:extLst>
          </p:cNvPr>
          <p:cNvSpPr/>
          <p:nvPr/>
        </p:nvSpPr>
        <p:spPr>
          <a:xfrm>
            <a:off x="889960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7" name="pg205">
            <a:extLst>
              <a:ext uri="{FF2B5EF4-FFF2-40B4-BE49-F238E27FC236}">
                <a16:creationId xmlns:a16="http://schemas.microsoft.com/office/drawing/2014/main" id="{7E4F4545-2ED8-27B3-9237-59EF5EE48AFC}"/>
              </a:ext>
            </a:extLst>
          </p:cNvPr>
          <p:cNvSpPr/>
          <p:nvPr/>
        </p:nvSpPr>
        <p:spPr>
          <a:xfrm>
            <a:off x="731200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8" name="pg206">
            <a:extLst>
              <a:ext uri="{FF2B5EF4-FFF2-40B4-BE49-F238E27FC236}">
                <a16:creationId xmlns:a16="http://schemas.microsoft.com/office/drawing/2014/main" id="{7D86A9C5-9436-68AD-6BC2-65BE86581939}"/>
              </a:ext>
            </a:extLst>
          </p:cNvPr>
          <p:cNvSpPr/>
          <p:nvPr/>
        </p:nvSpPr>
        <p:spPr>
          <a:xfrm>
            <a:off x="8842009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59" name="pg207">
            <a:extLst>
              <a:ext uri="{FF2B5EF4-FFF2-40B4-BE49-F238E27FC236}">
                <a16:creationId xmlns:a16="http://schemas.microsoft.com/office/drawing/2014/main" id="{F4320FEC-A321-0A41-9FE2-E63757B101C4}"/>
              </a:ext>
            </a:extLst>
          </p:cNvPr>
          <p:cNvSpPr/>
          <p:nvPr/>
        </p:nvSpPr>
        <p:spPr>
          <a:xfrm>
            <a:off x="7336436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0" name="pg208">
            <a:extLst>
              <a:ext uri="{FF2B5EF4-FFF2-40B4-BE49-F238E27FC236}">
                <a16:creationId xmlns:a16="http://schemas.microsoft.com/office/drawing/2014/main" id="{96EC01BF-76C6-2CB9-1057-298CFA6AB57D}"/>
              </a:ext>
            </a:extLst>
          </p:cNvPr>
          <p:cNvSpPr/>
          <p:nvPr/>
        </p:nvSpPr>
        <p:spPr>
          <a:xfrm>
            <a:off x="8701734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1" name="pg209">
            <a:extLst>
              <a:ext uri="{FF2B5EF4-FFF2-40B4-BE49-F238E27FC236}">
                <a16:creationId xmlns:a16="http://schemas.microsoft.com/office/drawing/2014/main" id="{19C2E4DB-4271-C897-160E-41B77849564E}"/>
              </a:ext>
            </a:extLst>
          </p:cNvPr>
          <p:cNvSpPr/>
          <p:nvPr/>
        </p:nvSpPr>
        <p:spPr>
          <a:xfrm>
            <a:off x="7330283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2" name="pg210">
            <a:extLst>
              <a:ext uri="{FF2B5EF4-FFF2-40B4-BE49-F238E27FC236}">
                <a16:creationId xmlns:a16="http://schemas.microsoft.com/office/drawing/2014/main" id="{C450CD24-26A6-4BAD-818B-F4ADE6449B61}"/>
              </a:ext>
            </a:extLst>
          </p:cNvPr>
          <p:cNvSpPr/>
          <p:nvPr/>
        </p:nvSpPr>
        <p:spPr>
          <a:xfrm>
            <a:off x="7557448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3" name="pg211">
            <a:extLst>
              <a:ext uri="{FF2B5EF4-FFF2-40B4-BE49-F238E27FC236}">
                <a16:creationId xmlns:a16="http://schemas.microsoft.com/office/drawing/2014/main" id="{4ADEF8BF-1683-D77E-30A8-7DA8F86F764A}"/>
              </a:ext>
            </a:extLst>
          </p:cNvPr>
          <p:cNvSpPr/>
          <p:nvPr/>
        </p:nvSpPr>
        <p:spPr>
          <a:xfrm>
            <a:off x="733522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4" name="pg212">
            <a:extLst>
              <a:ext uri="{FF2B5EF4-FFF2-40B4-BE49-F238E27FC236}">
                <a16:creationId xmlns:a16="http://schemas.microsoft.com/office/drawing/2014/main" id="{890C5157-8DF0-8960-D6FF-8D4558A0446E}"/>
              </a:ext>
            </a:extLst>
          </p:cNvPr>
          <p:cNvSpPr/>
          <p:nvPr/>
        </p:nvSpPr>
        <p:spPr>
          <a:xfrm>
            <a:off x="7346710" y="5951908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rgbClr val="1F4699">
              <a:alpha val="100000"/>
            </a:srgbClr>
          </a:solidFill>
          <a:ln w="9000" cap="rnd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5" name="pg213">
            <a:extLst>
              <a:ext uri="{FF2B5EF4-FFF2-40B4-BE49-F238E27FC236}">
                <a16:creationId xmlns:a16="http://schemas.microsoft.com/office/drawing/2014/main" id="{6DF38191-0B6A-2331-AD5F-219820958FC1}"/>
              </a:ext>
            </a:extLst>
          </p:cNvPr>
          <p:cNvSpPr/>
          <p:nvPr/>
        </p:nvSpPr>
        <p:spPr>
          <a:xfrm>
            <a:off x="6947081" y="7185924"/>
            <a:ext cx="1358187" cy="1238780"/>
          </a:xfrm>
          <a:custGeom>
            <a:avLst/>
            <a:gdLst/>
            <a:ahLst/>
            <a:cxnLst/>
            <a:rect l="0" t="0" r="0" b="0"/>
            <a:pathLst>
              <a:path w="1358187" h="1238780">
                <a:moveTo>
                  <a:pt x="0" y="0"/>
                </a:moveTo>
                <a:lnTo>
                  <a:pt x="17192" y="19966"/>
                </a:lnTo>
                <a:lnTo>
                  <a:pt x="34384" y="39811"/>
                </a:lnTo>
                <a:lnTo>
                  <a:pt x="51576" y="59512"/>
                </a:lnTo>
                <a:lnTo>
                  <a:pt x="68768" y="79046"/>
                </a:lnTo>
                <a:lnTo>
                  <a:pt x="85961" y="98388"/>
                </a:lnTo>
                <a:lnTo>
                  <a:pt x="103153" y="117513"/>
                </a:lnTo>
                <a:lnTo>
                  <a:pt x="120345" y="136396"/>
                </a:lnTo>
                <a:lnTo>
                  <a:pt x="137537" y="155011"/>
                </a:lnTo>
                <a:lnTo>
                  <a:pt x="154730" y="173330"/>
                </a:lnTo>
                <a:lnTo>
                  <a:pt x="171922" y="191327"/>
                </a:lnTo>
                <a:lnTo>
                  <a:pt x="189114" y="208972"/>
                </a:lnTo>
                <a:lnTo>
                  <a:pt x="206306" y="226239"/>
                </a:lnTo>
                <a:lnTo>
                  <a:pt x="223499" y="243096"/>
                </a:lnTo>
                <a:lnTo>
                  <a:pt x="240691" y="259515"/>
                </a:lnTo>
                <a:lnTo>
                  <a:pt x="257883" y="275467"/>
                </a:lnTo>
                <a:lnTo>
                  <a:pt x="275075" y="290921"/>
                </a:lnTo>
                <a:lnTo>
                  <a:pt x="292268" y="305849"/>
                </a:lnTo>
                <a:lnTo>
                  <a:pt x="309460" y="320222"/>
                </a:lnTo>
                <a:lnTo>
                  <a:pt x="326652" y="334012"/>
                </a:lnTo>
                <a:lnTo>
                  <a:pt x="343844" y="347195"/>
                </a:lnTo>
                <a:lnTo>
                  <a:pt x="361037" y="359746"/>
                </a:lnTo>
                <a:lnTo>
                  <a:pt x="378229" y="371644"/>
                </a:lnTo>
                <a:lnTo>
                  <a:pt x="395421" y="382871"/>
                </a:lnTo>
                <a:lnTo>
                  <a:pt x="412613" y="393413"/>
                </a:lnTo>
                <a:lnTo>
                  <a:pt x="429806" y="403260"/>
                </a:lnTo>
                <a:lnTo>
                  <a:pt x="446998" y="412406"/>
                </a:lnTo>
                <a:lnTo>
                  <a:pt x="464190" y="420849"/>
                </a:lnTo>
                <a:lnTo>
                  <a:pt x="481382" y="428594"/>
                </a:lnTo>
                <a:lnTo>
                  <a:pt x="498575" y="435650"/>
                </a:lnTo>
                <a:lnTo>
                  <a:pt x="515767" y="442028"/>
                </a:lnTo>
                <a:lnTo>
                  <a:pt x="532959" y="447747"/>
                </a:lnTo>
                <a:lnTo>
                  <a:pt x="550151" y="452828"/>
                </a:lnTo>
                <a:lnTo>
                  <a:pt x="567344" y="457293"/>
                </a:lnTo>
                <a:lnTo>
                  <a:pt x="584536" y="461169"/>
                </a:lnTo>
                <a:lnTo>
                  <a:pt x="601728" y="464485"/>
                </a:lnTo>
                <a:lnTo>
                  <a:pt x="618920" y="467269"/>
                </a:lnTo>
                <a:lnTo>
                  <a:pt x="636113" y="469551"/>
                </a:lnTo>
                <a:lnTo>
                  <a:pt x="653305" y="471361"/>
                </a:lnTo>
                <a:lnTo>
                  <a:pt x="670497" y="472729"/>
                </a:lnTo>
                <a:lnTo>
                  <a:pt x="687689" y="473681"/>
                </a:lnTo>
                <a:lnTo>
                  <a:pt x="704882" y="474247"/>
                </a:lnTo>
                <a:lnTo>
                  <a:pt x="722074" y="474452"/>
                </a:lnTo>
                <a:lnTo>
                  <a:pt x="739266" y="474321"/>
                </a:lnTo>
                <a:lnTo>
                  <a:pt x="756458" y="473878"/>
                </a:lnTo>
                <a:lnTo>
                  <a:pt x="773651" y="473144"/>
                </a:lnTo>
                <a:lnTo>
                  <a:pt x="790843" y="472140"/>
                </a:lnTo>
                <a:lnTo>
                  <a:pt x="808035" y="470886"/>
                </a:lnTo>
                <a:lnTo>
                  <a:pt x="825227" y="469398"/>
                </a:lnTo>
                <a:lnTo>
                  <a:pt x="842420" y="467693"/>
                </a:lnTo>
                <a:lnTo>
                  <a:pt x="859612" y="465786"/>
                </a:lnTo>
                <a:lnTo>
                  <a:pt x="876804" y="463690"/>
                </a:lnTo>
                <a:lnTo>
                  <a:pt x="893996" y="461420"/>
                </a:lnTo>
                <a:lnTo>
                  <a:pt x="911189" y="458985"/>
                </a:lnTo>
                <a:lnTo>
                  <a:pt x="928381" y="456398"/>
                </a:lnTo>
                <a:lnTo>
                  <a:pt x="945573" y="453668"/>
                </a:lnTo>
                <a:lnTo>
                  <a:pt x="962765" y="450803"/>
                </a:lnTo>
                <a:lnTo>
                  <a:pt x="979957" y="447814"/>
                </a:lnTo>
                <a:lnTo>
                  <a:pt x="997150" y="444706"/>
                </a:lnTo>
                <a:lnTo>
                  <a:pt x="1014342" y="441488"/>
                </a:lnTo>
                <a:lnTo>
                  <a:pt x="1031534" y="438165"/>
                </a:lnTo>
                <a:lnTo>
                  <a:pt x="1048726" y="434745"/>
                </a:lnTo>
                <a:lnTo>
                  <a:pt x="1065919" y="431232"/>
                </a:lnTo>
                <a:lnTo>
                  <a:pt x="1083111" y="427631"/>
                </a:lnTo>
                <a:lnTo>
                  <a:pt x="1100303" y="423948"/>
                </a:lnTo>
                <a:lnTo>
                  <a:pt x="1117495" y="420187"/>
                </a:lnTo>
                <a:lnTo>
                  <a:pt x="1134688" y="416351"/>
                </a:lnTo>
                <a:lnTo>
                  <a:pt x="1151880" y="412445"/>
                </a:lnTo>
                <a:lnTo>
                  <a:pt x="1169072" y="408473"/>
                </a:lnTo>
                <a:lnTo>
                  <a:pt x="1186264" y="404437"/>
                </a:lnTo>
                <a:lnTo>
                  <a:pt x="1203457" y="400340"/>
                </a:lnTo>
                <a:lnTo>
                  <a:pt x="1220649" y="396186"/>
                </a:lnTo>
                <a:lnTo>
                  <a:pt x="1237841" y="391977"/>
                </a:lnTo>
                <a:lnTo>
                  <a:pt x="1255033" y="387715"/>
                </a:lnTo>
                <a:lnTo>
                  <a:pt x="1272226" y="383403"/>
                </a:lnTo>
                <a:lnTo>
                  <a:pt x="1289418" y="379044"/>
                </a:lnTo>
                <a:lnTo>
                  <a:pt x="1306610" y="374638"/>
                </a:lnTo>
                <a:lnTo>
                  <a:pt x="1323802" y="370188"/>
                </a:lnTo>
                <a:lnTo>
                  <a:pt x="1340995" y="365697"/>
                </a:lnTo>
                <a:lnTo>
                  <a:pt x="1358187" y="361164"/>
                </a:lnTo>
                <a:lnTo>
                  <a:pt x="1358187" y="1238780"/>
                </a:lnTo>
                <a:lnTo>
                  <a:pt x="1340995" y="1234529"/>
                </a:lnTo>
                <a:lnTo>
                  <a:pt x="1323802" y="1230151"/>
                </a:lnTo>
                <a:lnTo>
                  <a:pt x="1306610" y="1225643"/>
                </a:lnTo>
                <a:lnTo>
                  <a:pt x="1289418" y="1221002"/>
                </a:lnTo>
                <a:lnTo>
                  <a:pt x="1272226" y="1216226"/>
                </a:lnTo>
                <a:lnTo>
                  <a:pt x="1255033" y="1211312"/>
                </a:lnTo>
                <a:lnTo>
                  <a:pt x="1237841" y="1206257"/>
                </a:lnTo>
                <a:lnTo>
                  <a:pt x="1220649" y="1201060"/>
                </a:lnTo>
                <a:lnTo>
                  <a:pt x="1203457" y="1195719"/>
                </a:lnTo>
                <a:lnTo>
                  <a:pt x="1186264" y="1190231"/>
                </a:lnTo>
                <a:lnTo>
                  <a:pt x="1169072" y="1184593"/>
                </a:lnTo>
                <a:lnTo>
                  <a:pt x="1151880" y="1178806"/>
                </a:lnTo>
                <a:lnTo>
                  <a:pt x="1134688" y="1172867"/>
                </a:lnTo>
                <a:lnTo>
                  <a:pt x="1117495" y="1166774"/>
                </a:lnTo>
                <a:lnTo>
                  <a:pt x="1100303" y="1160527"/>
                </a:lnTo>
                <a:lnTo>
                  <a:pt x="1083111" y="1154126"/>
                </a:lnTo>
                <a:lnTo>
                  <a:pt x="1065919" y="1147569"/>
                </a:lnTo>
                <a:lnTo>
                  <a:pt x="1048726" y="1140857"/>
                </a:lnTo>
                <a:lnTo>
                  <a:pt x="1031534" y="1133989"/>
                </a:lnTo>
                <a:lnTo>
                  <a:pt x="1014342" y="1126968"/>
                </a:lnTo>
                <a:lnTo>
                  <a:pt x="997150" y="1119794"/>
                </a:lnTo>
                <a:lnTo>
                  <a:pt x="979957" y="1112470"/>
                </a:lnTo>
                <a:lnTo>
                  <a:pt x="962765" y="1104997"/>
                </a:lnTo>
                <a:lnTo>
                  <a:pt x="945573" y="1097380"/>
                </a:lnTo>
                <a:lnTo>
                  <a:pt x="928381" y="1089621"/>
                </a:lnTo>
                <a:lnTo>
                  <a:pt x="911189" y="1081727"/>
                </a:lnTo>
                <a:lnTo>
                  <a:pt x="893996" y="1073703"/>
                </a:lnTo>
                <a:lnTo>
                  <a:pt x="876804" y="1065555"/>
                </a:lnTo>
                <a:lnTo>
                  <a:pt x="859612" y="1057292"/>
                </a:lnTo>
                <a:lnTo>
                  <a:pt x="842420" y="1048922"/>
                </a:lnTo>
                <a:lnTo>
                  <a:pt x="825227" y="1040456"/>
                </a:lnTo>
                <a:lnTo>
                  <a:pt x="808035" y="1031907"/>
                </a:lnTo>
                <a:lnTo>
                  <a:pt x="790843" y="1023286"/>
                </a:lnTo>
                <a:lnTo>
                  <a:pt x="773651" y="1014608"/>
                </a:lnTo>
                <a:lnTo>
                  <a:pt x="756458" y="1005891"/>
                </a:lnTo>
                <a:lnTo>
                  <a:pt x="739266" y="997153"/>
                </a:lnTo>
                <a:lnTo>
                  <a:pt x="722074" y="988412"/>
                </a:lnTo>
                <a:lnTo>
                  <a:pt x="704882" y="979692"/>
                </a:lnTo>
                <a:lnTo>
                  <a:pt x="687689" y="971014"/>
                </a:lnTo>
                <a:lnTo>
                  <a:pt x="670497" y="962406"/>
                </a:lnTo>
                <a:lnTo>
                  <a:pt x="653305" y="953892"/>
                </a:lnTo>
                <a:lnTo>
                  <a:pt x="636113" y="945502"/>
                </a:lnTo>
                <a:lnTo>
                  <a:pt x="618920" y="937264"/>
                </a:lnTo>
                <a:lnTo>
                  <a:pt x="601728" y="929210"/>
                </a:lnTo>
                <a:lnTo>
                  <a:pt x="584536" y="921368"/>
                </a:lnTo>
                <a:lnTo>
                  <a:pt x="567344" y="913771"/>
                </a:lnTo>
                <a:lnTo>
                  <a:pt x="550151" y="906446"/>
                </a:lnTo>
                <a:lnTo>
                  <a:pt x="532959" y="899423"/>
                </a:lnTo>
                <a:lnTo>
                  <a:pt x="515767" y="892729"/>
                </a:lnTo>
                <a:lnTo>
                  <a:pt x="498575" y="886386"/>
                </a:lnTo>
                <a:lnTo>
                  <a:pt x="481382" y="880416"/>
                </a:lnTo>
                <a:lnTo>
                  <a:pt x="464190" y="874836"/>
                </a:lnTo>
                <a:lnTo>
                  <a:pt x="446998" y="869660"/>
                </a:lnTo>
                <a:lnTo>
                  <a:pt x="429806" y="864895"/>
                </a:lnTo>
                <a:lnTo>
                  <a:pt x="412613" y="860546"/>
                </a:lnTo>
                <a:lnTo>
                  <a:pt x="395421" y="856615"/>
                </a:lnTo>
                <a:lnTo>
                  <a:pt x="378229" y="853096"/>
                </a:lnTo>
                <a:lnTo>
                  <a:pt x="361037" y="849984"/>
                </a:lnTo>
                <a:lnTo>
                  <a:pt x="343844" y="847268"/>
                </a:lnTo>
                <a:lnTo>
                  <a:pt x="326652" y="844934"/>
                </a:lnTo>
                <a:lnTo>
                  <a:pt x="309460" y="842968"/>
                </a:lnTo>
                <a:lnTo>
                  <a:pt x="292268" y="841354"/>
                </a:lnTo>
                <a:lnTo>
                  <a:pt x="275075" y="840072"/>
                </a:lnTo>
                <a:lnTo>
                  <a:pt x="257883" y="839106"/>
                </a:lnTo>
                <a:lnTo>
                  <a:pt x="240691" y="838436"/>
                </a:lnTo>
                <a:lnTo>
                  <a:pt x="223499" y="838043"/>
                </a:lnTo>
                <a:lnTo>
                  <a:pt x="206306" y="837911"/>
                </a:lnTo>
                <a:lnTo>
                  <a:pt x="189114" y="838020"/>
                </a:lnTo>
                <a:lnTo>
                  <a:pt x="171922" y="838354"/>
                </a:lnTo>
                <a:lnTo>
                  <a:pt x="154730" y="838896"/>
                </a:lnTo>
                <a:lnTo>
                  <a:pt x="137537" y="839632"/>
                </a:lnTo>
                <a:lnTo>
                  <a:pt x="120345" y="840546"/>
                </a:lnTo>
                <a:lnTo>
                  <a:pt x="103153" y="841625"/>
                </a:lnTo>
                <a:lnTo>
                  <a:pt x="85961" y="842857"/>
                </a:lnTo>
                <a:lnTo>
                  <a:pt x="68768" y="844229"/>
                </a:lnTo>
                <a:lnTo>
                  <a:pt x="51576" y="845730"/>
                </a:lnTo>
                <a:lnTo>
                  <a:pt x="34384" y="847351"/>
                </a:lnTo>
                <a:lnTo>
                  <a:pt x="17192" y="849081"/>
                </a:lnTo>
                <a:lnTo>
                  <a:pt x="0" y="850912"/>
                </a:lnTo>
                <a:close/>
              </a:path>
            </a:pathLst>
          </a:custGeom>
          <a:solidFill>
            <a:srgbClr val="2B991F">
              <a:alpha val="40000"/>
            </a:srgbClr>
          </a:solidFill>
        </p:spPr>
        <p:txBody>
          <a:bodyPr/>
          <a:lstStyle/>
          <a:p>
            <a:endParaRPr sz="5399"/>
          </a:p>
        </p:txBody>
      </p:sp>
      <p:sp>
        <p:nvSpPr>
          <p:cNvPr id="466" name="pl214">
            <a:extLst>
              <a:ext uri="{FF2B5EF4-FFF2-40B4-BE49-F238E27FC236}">
                <a16:creationId xmlns:a16="http://schemas.microsoft.com/office/drawing/2014/main" id="{8AD3AB13-E7FE-8E5C-5B04-499947883458}"/>
              </a:ext>
            </a:extLst>
          </p:cNvPr>
          <p:cNvSpPr/>
          <p:nvPr/>
        </p:nvSpPr>
        <p:spPr>
          <a:xfrm>
            <a:off x="6947081" y="7185924"/>
            <a:ext cx="1358187" cy="474452"/>
          </a:xfrm>
          <a:custGeom>
            <a:avLst/>
            <a:gdLst/>
            <a:ahLst/>
            <a:cxnLst/>
            <a:rect l="0" t="0" r="0" b="0"/>
            <a:pathLst>
              <a:path w="1358187" h="474452">
                <a:moveTo>
                  <a:pt x="0" y="0"/>
                </a:moveTo>
                <a:lnTo>
                  <a:pt x="17192" y="19966"/>
                </a:lnTo>
                <a:lnTo>
                  <a:pt x="34384" y="39811"/>
                </a:lnTo>
                <a:lnTo>
                  <a:pt x="51576" y="59512"/>
                </a:lnTo>
                <a:lnTo>
                  <a:pt x="68768" y="79046"/>
                </a:lnTo>
                <a:lnTo>
                  <a:pt x="85961" y="98388"/>
                </a:lnTo>
                <a:lnTo>
                  <a:pt x="103153" y="117513"/>
                </a:lnTo>
                <a:lnTo>
                  <a:pt x="120345" y="136396"/>
                </a:lnTo>
                <a:lnTo>
                  <a:pt x="137537" y="155011"/>
                </a:lnTo>
                <a:lnTo>
                  <a:pt x="154730" y="173330"/>
                </a:lnTo>
                <a:lnTo>
                  <a:pt x="171922" y="191327"/>
                </a:lnTo>
                <a:lnTo>
                  <a:pt x="189114" y="208972"/>
                </a:lnTo>
                <a:lnTo>
                  <a:pt x="206306" y="226239"/>
                </a:lnTo>
                <a:lnTo>
                  <a:pt x="223499" y="243096"/>
                </a:lnTo>
                <a:lnTo>
                  <a:pt x="240691" y="259515"/>
                </a:lnTo>
                <a:lnTo>
                  <a:pt x="257883" y="275467"/>
                </a:lnTo>
                <a:lnTo>
                  <a:pt x="275075" y="290921"/>
                </a:lnTo>
                <a:lnTo>
                  <a:pt x="292268" y="305849"/>
                </a:lnTo>
                <a:lnTo>
                  <a:pt x="309460" y="320222"/>
                </a:lnTo>
                <a:lnTo>
                  <a:pt x="326652" y="334012"/>
                </a:lnTo>
                <a:lnTo>
                  <a:pt x="343844" y="347195"/>
                </a:lnTo>
                <a:lnTo>
                  <a:pt x="361037" y="359746"/>
                </a:lnTo>
                <a:lnTo>
                  <a:pt x="378229" y="371644"/>
                </a:lnTo>
                <a:lnTo>
                  <a:pt x="395421" y="382871"/>
                </a:lnTo>
                <a:lnTo>
                  <a:pt x="412613" y="393413"/>
                </a:lnTo>
                <a:lnTo>
                  <a:pt x="429806" y="403260"/>
                </a:lnTo>
                <a:lnTo>
                  <a:pt x="446998" y="412406"/>
                </a:lnTo>
                <a:lnTo>
                  <a:pt x="464190" y="420849"/>
                </a:lnTo>
                <a:lnTo>
                  <a:pt x="481382" y="428594"/>
                </a:lnTo>
                <a:lnTo>
                  <a:pt x="498575" y="435650"/>
                </a:lnTo>
                <a:lnTo>
                  <a:pt x="515767" y="442028"/>
                </a:lnTo>
                <a:lnTo>
                  <a:pt x="532959" y="447747"/>
                </a:lnTo>
                <a:lnTo>
                  <a:pt x="550151" y="452828"/>
                </a:lnTo>
                <a:lnTo>
                  <a:pt x="567344" y="457293"/>
                </a:lnTo>
                <a:lnTo>
                  <a:pt x="584536" y="461169"/>
                </a:lnTo>
                <a:lnTo>
                  <a:pt x="601728" y="464485"/>
                </a:lnTo>
                <a:lnTo>
                  <a:pt x="618920" y="467269"/>
                </a:lnTo>
                <a:lnTo>
                  <a:pt x="636113" y="469551"/>
                </a:lnTo>
                <a:lnTo>
                  <a:pt x="653305" y="471361"/>
                </a:lnTo>
                <a:lnTo>
                  <a:pt x="670497" y="472729"/>
                </a:lnTo>
                <a:lnTo>
                  <a:pt x="687689" y="473681"/>
                </a:lnTo>
                <a:lnTo>
                  <a:pt x="704882" y="474247"/>
                </a:lnTo>
                <a:lnTo>
                  <a:pt x="722074" y="474452"/>
                </a:lnTo>
                <a:lnTo>
                  <a:pt x="739266" y="474321"/>
                </a:lnTo>
                <a:lnTo>
                  <a:pt x="756458" y="473878"/>
                </a:lnTo>
                <a:lnTo>
                  <a:pt x="773651" y="473144"/>
                </a:lnTo>
                <a:lnTo>
                  <a:pt x="790843" y="472140"/>
                </a:lnTo>
                <a:lnTo>
                  <a:pt x="808035" y="470886"/>
                </a:lnTo>
                <a:lnTo>
                  <a:pt x="825227" y="469398"/>
                </a:lnTo>
                <a:lnTo>
                  <a:pt x="842420" y="467693"/>
                </a:lnTo>
                <a:lnTo>
                  <a:pt x="859612" y="465786"/>
                </a:lnTo>
                <a:lnTo>
                  <a:pt x="876804" y="463690"/>
                </a:lnTo>
                <a:lnTo>
                  <a:pt x="893996" y="461420"/>
                </a:lnTo>
                <a:lnTo>
                  <a:pt x="911189" y="458985"/>
                </a:lnTo>
                <a:lnTo>
                  <a:pt x="928381" y="456398"/>
                </a:lnTo>
                <a:lnTo>
                  <a:pt x="945573" y="453668"/>
                </a:lnTo>
                <a:lnTo>
                  <a:pt x="962765" y="450803"/>
                </a:lnTo>
                <a:lnTo>
                  <a:pt x="979957" y="447814"/>
                </a:lnTo>
                <a:lnTo>
                  <a:pt x="997150" y="444706"/>
                </a:lnTo>
                <a:lnTo>
                  <a:pt x="1014342" y="441488"/>
                </a:lnTo>
                <a:lnTo>
                  <a:pt x="1031534" y="438165"/>
                </a:lnTo>
                <a:lnTo>
                  <a:pt x="1048726" y="434745"/>
                </a:lnTo>
                <a:lnTo>
                  <a:pt x="1065919" y="431232"/>
                </a:lnTo>
                <a:lnTo>
                  <a:pt x="1083111" y="427631"/>
                </a:lnTo>
                <a:lnTo>
                  <a:pt x="1100303" y="423948"/>
                </a:lnTo>
                <a:lnTo>
                  <a:pt x="1117495" y="420187"/>
                </a:lnTo>
                <a:lnTo>
                  <a:pt x="1134688" y="416351"/>
                </a:lnTo>
                <a:lnTo>
                  <a:pt x="1151880" y="412445"/>
                </a:lnTo>
                <a:lnTo>
                  <a:pt x="1169072" y="408473"/>
                </a:lnTo>
                <a:lnTo>
                  <a:pt x="1186264" y="404437"/>
                </a:lnTo>
                <a:lnTo>
                  <a:pt x="1203457" y="400340"/>
                </a:lnTo>
                <a:lnTo>
                  <a:pt x="1220649" y="396186"/>
                </a:lnTo>
                <a:lnTo>
                  <a:pt x="1237841" y="391977"/>
                </a:lnTo>
                <a:lnTo>
                  <a:pt x="1255033" y="387715"/>
                </a:lnTo>
                <a:lnTo>
                  <a:pt x="1272226" y="383403"/>
                </a:lnTo>
                <a:lnTo>
                  <a:pt x="1289418" y="379044"/>
                </a:lnTo>
                <a:lnTo>
                  <a:pt x="1306610" y="374638"/>
                </a:lnTo>
                <a:lnTo>
                  <a:pt x="1323802" y="370188"/>
                </a:lnTo>
                <a:lnTo>
                  <a:pt x="1340995" y="365697"/>
                </a:lnTo>
                <a:lnTo>
                  <a:pt x="1358187" y="361164"/>
                </a:lnTo>
              </a:path>
            </a:pathLst>
          </a:custGeom>
        </p:spPr>
        <p:txBody>
          <a:bodyPr/>
          <a:lstStyle/>
          <a:p>
            <a:endParaRPr sz="5399"/>
          </a:p>
        </p:txBody>
      </p:sp>
      <p:sp>
        <p:nvSpPr>
          <p:cNvPr id="467" name="pl215">
            <a:extLst>
              <a:ext uri="{FF2B5EF4-FFF2-40B4-BE49-F238E27FC236}">
                <a16:creationId xmlns:a16="http://schemas.microsoft.com/office/drawing/2014/main" id="{85278949-76BC-C30B-D366-093D7E54FFFC}"/>
              </a:ext>
            </a:extLst>
          </p:cNvPr>
          <p:cNvSpPr/>
          <p:nvPr/>
        </p:nvSpPr>
        <p:spPr>
          <a:xfrm>
            <a:off x="6947081" y="8023835"/>
            <a:ext cx="1358187" cy="400868"/>
          </a:xfrm>
          <a:custGeom>
            <a:avLst/>
            <a:gdLst/>
            <a:ahLst/>
            <a:cxnLst/>
            <a:rect l="0" t="0" r="0" b="0"/>
            <a:pathLst>
              <a:path w="1358187" h="400868">
                <a:moveTo>
                  <a:pt x="1358187" y="400868"/>
                </a:moveTo>
                <a:lnTo>
                  <a:pt x="1340995" y="396618"/>
                </a:lnTo>
                <a:lnTo>
                  <a:pt x="1323802" y="392240"/>
                </a:lnTo>
                <a:lnTo>
                  <a:pt x="1306610" y="387732"/>
                </a:lnTo>
                <a:lnTo>
                  <a:pt x="1289418" y="383091"/>
                </a:lnTo>
                <a:lnTo>
                  <a:pt x="1272226" y="378315"/>
                </a:lnTo>
                <a:lnTo>
                  <a:pt x="1255033" y="373400"/>
                </a:lnTo>
                <a:lnTo>
                  <a:pt x="1237841" y="368346"/>
                </a:lnTo>
                <a:lnTo>
                  <a:pt x="1220649" y="363149"/>
                </a:lnTo>
                <a:lnTo>
                  <a:pt x="1203457" y="357808"/>
                </a:lnTo>
                <a:lnTo>
                  <a:pt x="1186264" y="352319"/>
                </a:lnTo>
                <a:lnTo>
                  <a:pt x="1169072" y="346682"/>
                </a:lnTo>
                <a:lnTo>
                  <a:pt x="1151880" y="340895"/>
                </a:lnTo>
                <a:lnTo>
                  <a:pt x="1134688" y="334955"/>
                </a:lnTo>
                <a:lnTo>
                  <a:pt x="1117495" y="328863"/>
                </a:lnTo>
                <a:lnTo>
                  <a:pt x="1100303" y="322616"/>
                </a:lnTo>
                <a:lnTo>
                  <a:pt x="1083111" y="316215"/>
                </a:lnTo>
                <a:lnTo>
                  <a:pt x="1065919" y="309658"/>
                </a:lnTo>
                <a:lnTo>
                  <a:pt x="1048726" y="302945"/>
                </a:lnTo>
                <a:lnTo>
                  <a:pt x="1031534" y="296078"/>
                </a:lnTo>
                <a:lnTo>
                  <a:pt x="1014342" y="289057"/>
                </a:lnTo>
                <a:lnTo>
                  <a:pt x="997150" y="281883"/>
                </a:lnTo>
                <a:lnTo>
                  <a:pt x="979957" y="274559"/>
                </a:lnTo>
                <a:lnTo>
                  <a:pt x="962765" y="267086"/>
                </a:lnTo>
                <a:lnTo>
                  <a:pt x="945573" y="259468"/>
                </a:lnTo>
                <a:lnTo>
                  <a:pt x="928381" y="251710"/>
                </a:lnTo>
                <a:lnTo>
                  <a:pt x="911189" y="243816"/>
                </a:lnTo>
                <a:lnTo>
                  <a:pt x="893996" y="235791"/>
                </a:lnTo>
                <a:lnTo>
                  <a:pt x="876804" y="227644"/>
                </a:lnTo>
                <a:lnTo>
                  <a:pt x="859612" y="219380"/>
                </a:lnTo>
                <a:lnTo>
                  <a:pt x="842420" y="211011"/>
                </a:lnTo>
                <a:lnTo>
                  <a:pt x="825227" y="202545"/>
                </a:lnTo>
                <a:lnTo>
                  <a:pt x="808035" y="193995"/>
                </a:lnTo>
                <a:lnTo>
                  <a:pt x="790843" y="185374"/>
                </a:lnTo>
                <a:lnTo>
                  <a:pt x="773651" y="176697"/>
                </a:lnTo>
                <a:lnTo>
                  <a:pt x="756458" y="167980"/>
                </a:lnTo>
                <a:lnTo>
                  <a:pt x="739266" y="159241"/>
                </a:lnTo>
                <a:lnTo>
                  <a:pt x="722074" y="150501"/>
                </a:lnTo>
                <a:lnTo>
                  <a:pt x="704882" y="141780"/>
                </a:lnTo>
                <a:lnTo>
                  <a:pt x="687689" y="133103"/>
                </a:lnTo>
                <a:lnTo>
                  <a:pt x="670497" y="124494"/>
                </a:lnTo>
                <a:lnTo>
                  <a:pt x="653305" y="115981"/>
                </a:lnTo>
                <a:lnTo>
                  <a:pt x="636113" y="107591"/>
                </a:lnTo>
                <a:lnTo>
                  <a:pt x="618920" y="99353"/>
                </a:lnTo>
                <a:lnTo>
                  <a:pt x="601728" y="91299"/>
                </a:lnTo>
                <a:lnTo>
                  <a:pt x="584536" y="83457"/>
                </a:lnTo>
                <a:lnTo>
                  <a:pt x="567344" y="75859"/>
                </a:lnTo>
                <a:lnTo>
                  <a:pt x="550151" y="68535"/>
                </a:lnTo>
                <a:lnTo>
                  <a:pt x="532959" y="61512"/>
                </a:lnTo>
                <a:lnTo>
                  <a:pt x="515767" y="54817"/>
                </a:lnTo>
                <a:lnTo>
                  <a:pt x="498575" y="48475"/>
                </a:lnTo>
                <a:lnTo>
                  <a:pt x="481382" y="42505"/>
                </a:lnTo>
                <a:lnTo>
                  <a:pt x="464190" y="36925"/>
                </a:lnTo>
                <a:lnTo>
                  <a:pt x="446998" y="31748"/>
                </a:lnTo>
                <a:lnTo>
                  <a:pt x="429806" y="26983"/>
                </a:lnTo>
                <a:lnTo>
                  <a:pt x="412613" y="22635"/>
                </a:lnTo>
                <a:lnTo>
                  <a:pt x="395421" y="18703"/>
                </a:lnTo>
                <a:lnTo>
                  <a:pt x="378229" y="15185"/>
                </a:lnTo>
                <a:lnTo>
                  <a:pt x="361037" y="12073"/>
                </a:lnTo>
                <a:lnTo>
                  <a:pt x="343844" y="9357"/>
                </a:lnTo>
                <a:lnTo>
                  <a:pt x="326652" y="7023"/>
                </a:lnTo>
                <a:lnTo>
                  <a:pt x="309460" y="5057"/>
                </a:lnTo>
                <a:lnTo>
                  <a:pt x="292268" y="3442"/>
                </a:lnTo>
                <a:lnTo>
                  <a:pt x="275075" y="2161"/>
                </a:lnTo>
                <a:lnTo>
                  <a:pt x="257883" y="1195"/>
                </a:lnTo>
                <a:lnTo>
                  <a:pt x="240691" y="524"/>
                </a:lnTo>
                <a:lnTo>
                  <a:pt x="223499" y="132"/>
                </a:lnTo>
                <a:lnTo>
                  <a:pt x="206306" y="0"/>
                </a:lnTo>
                <a:lnTo>
                  <a:pt x="189114" y="109"/>
                </a:lnTo>
                <a:lnTo>
                  <a:pt x="171922" y="443"/>
                </a:lnTo>
                <a:lnTo>
                  <a:pt x="154730" y="985"/>
                </a:lnTo>
                <a:lnTo>
                  <a:pt x="137537" y="1721"/>
                </a:lnTo>
                <a:lnTo>
                  <a:pt x="120345" y="2635"/>
                </a:lnTo>
                <a:lnTo>
                  <a:pt x="103153" y="3714"/>
                </a:lnTo>
                <a:lnTo>
                  <a:pt x="85961" y="4946"/>
                </a:lnTo>
                <a:lnTo>
                  <a:pt x="68768" y="6318"/>
                </a:lnTo>
                <a:lnTo>
                  <a:pt x="51576" y="7819"/>
                </a:lnTo>
                <a:lnTo>
                  <a:pt x="34384" y="9440"/>
                </a:lnTo>
                <a:lnTo>
                  <a:pt x="17192" y="11170"/>
                </a:lnTo>
                <a:lnTo>
                  <a:pt x="0" y="13001"/>
                </a:lnTo>
              </a:path>
            </a:pathLst>
          </a:custGeom>
        </p:spPr>
        <p:txBody>
          <a:bodyPr/>
          <a:lstStyle/>
          <a:p>
            <a:endParaRPr sz="5399"/>
          </a:p>
        </p:txBody>
      </p:sp>
      <p:sp>
        <p:nvSpPr>
          <p:cNvPr id="468" name="pl216">
            <a:extLst>
              <a:ext uri="{FF2B5EF4-FFF2-40B4-BE49-F238E27FC236}">
                <a16:creationId xmlns:a16="http://schemas.microsoft.com/office/drawing/2014/main" id="{6305212D-6A9D-B4ED-CDE6-667C889CF205}"/>
              </a:ext>
            </a:extLst>
          </p:cNvPr>
          <p:cNvSpPr/>
          <p:nvPr/>
        </p:nvSpPr>
        <p:spPr>
          <a:xfrm>
            <a:off x="6947081" y="7656642"/>
            <a:ext cx="1358187" cy="497453"/>
          </a:xfrm>
          <a:custGeom>
            <a:avLst/>
            <a:gdLst/>
            <a:ahLst/>
            <a:cxnLst/>
            <a:rect l="0" t="0" r="0" b="0"/>
            <a:pathLst>
              <a:path w="1358187" h="497453">
                <a:moveTo>
                  <a:pt x="0" y="0"/>
                </a:moveTo>
                <a:lnTo>
                  <a:pt x="17192" y="7871"/>
                </a:lnTo>
                <a:lnTo>
                  <a:pt x="34384" y="15710"/>
                </a:lnTo>
                <a:lnTo>
                  <a:pt x="51576" y="23516"/>
                </a:lnTo>
                <a:lnTo>
                  <a:pt x="68768" y="31290"/>
                </a:lnTo>
                <a:lnTo>
                  <a:pt x="85961" y="39030"/>
                </a:lnTo>
                <a:lnTo>
                  <a:pt x="103153" y="46736"/>
                </a:lnTo>
                <a:lnTo>
                  <a:pt x="120345" y="54407"/>
                </a:lnTo>
                <a:lnTo>
                  <a:pt x="137537" y="62044"/>
                </a:lnTo>
                <a:lnTo>
                  <a:pt x="154730" y="69645"/>
                </a:lnTo>
                <a:lnTo>
                  <a:pt x="171922" y="77210"/>
                </a:lnTo>
                <a:lnTo>
                  <a:pt x="189114" y="84738"/>
                </a:lnTo>
                <a:lnTo>
                  <a:pt x="206306" y="92230"/>
                </a:lnTo>
                <a:lnTo>
                  <a:pt x="223499" y="99684"/>
                </a:lnTo>
                <a:lnTo>
                  <a:pt x="240691" y="107101"/>
                </a:lnTo>
                <a:lnTo>
                  <a:pt x="257883" y="114480"/>
                </a:lnTo>
                <a:lnTo>
                  <a:pt x="275075" y="121820"/>
                </a:lnTo>
                <a:lnTo>
                  <a:pt x="292268" y="129122"/>
                </a:lnTo>
                <a:lnTo>
                  <a:pt x="309460" y="136384"/>
                </a:lnTo>
                <a:lnTo>
                  <a:pt x="326652" y="143607"/>
                </a:lnTo>
                <a:lnTo>
                  <a:pt x="343844" y="150790"/>
                </a:lnTo>
                <a:lnTo>
                  <a:pt x="361037" y="157932"/>
                </a:lnTo>
                <a:lnTo>
                  <a:pt x="378229" y="165034"/>
                </a:lnTo>
                <a:lnTo>
                  <a:pt x="395421" y="172096"/>
                </a:lnTo>
                <a:lnTo>
                  <a:pt x="412613" y="179116"/>
                </a:lnTo>
                <a:lnTo>
                  <a:pt x="429806" y="186094"/>
                </a:lnTo>
                <a:lnTo>
                  <a:pt x="446998" y="193031"/>
                </a:lnTo>
                <a:lnTo>
                  <a:pt x="464190" y="199926"/>
                </a:lnTo>
                <a:lnTo>
                  <a:pt x="481382" y="206779"/>
                </a:lnTo>
                <a:lnTo>
                  <a:pt x="498575" y="213589"/>
                </a:lnTo>
                <a:lnTo>
                  <a:pt x="515767" y="220356"/>
                </a:lnTo>
                <a:lnTo>
                  <a:pt x="532959" y="227081"/>
                </a:lnTo>
                <a:lnTo>
                  <a:pt x="550151" y="233762"/>
                </a:lnTo>
                <a:lnTo>
                  <a:pt x="567344" y="240400"/>
                </a:lnTo>
                <a:lnTo>
                  <a:pt x="584536" y="246995"/>
                </a:lnTo>
                <a:lnTo>
                  <a:pt x="601728" y="253545"/>
                </a:lnTo>
                <a:lnTo>
                  <a:pt x="618920" y="260052"/>
                </a:lnTo>
                <a:lnTo>
                  <a:pt x="636113" y="266515"/>
                </a:lnTo>
                <a:lnTo>
                  <a:pt x="653305" y="272934"/>
                </a:lnTo>
                <a:lnTo>
                  <a:pt x="670497" y="279308"/>
                </a:lnTo>
                <a:lnTo>
                  <a:pt x="687689" y="285637"/>
                </a:lnTo>
                <a:lnTo>
                  <a:pt x="704882" y="291923"/>
                </a:lnTo>
                <a:lnTo>
                  <a:pt x="722074" y="298163"/>
                </a:lnTo>
                <a:lnTo>
                  <a:pt x="739266" y="304359"/>
                </a:lnTo>
                <a:lnTo>
                  <a:pt x="756458" y="310509"/>
                </a:lnTo>
                <a:lnTo>
                  <a:pt x="773651" y="316615"/>
                </a:lnTo>
                <a:lnTo>
                  <a:pt x="790843" y="322676"/>
                </a:lnTo>
                <a:lnTo>
                  <a:pt x="808035" y="328691"/>
                </a:lnTo>
                <a:lnTo>
                  <a:pt x="825227" y="334662"/>
                </a:lnTo>
                <a:lnTo>
                  <a:pt x="842420" y="340587"/>
                </a:lnTo>
                <a:lnTo>
                  <a:pt x="859612" y="346467"/>
                </a:lnTo>
                <a:lnTo>
                  <a:pt x="876804" y="352302"/>
                </a:lnTo>
                <a:lnTo>
                  <a:pt x="893996" y="358092"/>
                </a:lnTo>
                <a:lnTo>
                  <a:pt x="911189" y="363836"/>
                </a:lnTo>
                <a:lnTo>
                  <a:pt x="928381" y="369535"/>
                </a:lnTo>
                <a:lnTo>
                  <a:pt x="945573" y="375188"/>
                </a:lnTo>
                <a:lnTo>
                  <a:pt x="962765" y="380797"/>
                </a:lnTo>
                <a:lnTo>
                  <a:pt x="979957" y="386360"/>
                </a:lnTo>
                <a:lnTo>
                  <a:pt x="997150" y="391878"/>
                </a:lnTo>
                <a:lnTo>
                  <a:pt x="1014342" y="397351"/>
                </a:lnTo>
                <a:lnTo>
                  <a:pt x="1031534" y="402779"/>
                </a:lnTo>
                <a:lnTo>
                  <a:pt x="1048726" y="408161"/>
                </a:lnTo>
                <a:lnTo>
                  <a:pt x="1065919" y="413499"/>
                </a:lnTo>
                <a:lnTo>
                  <a:pt x="1083111" y="418792"/>
                </a:lnTo>
                <a:lnTo>
                  <a:pt x="1100303" y="424040"/>
                </a:lnTo>
                <a:lnTo>
                  <a:pt x="1117495" y="429243"/>
                </a:lnTo>
                <a:lnTo>
                  <a:pt x="1134688" y="434402"/>
                </a:lnTo>
                <a:lnTo>
                  <a:pt x="1151880" y="439516"/>
                </a:lnTo>
                <a:lnTo>
                  <a:pt x="1169072" y="444585"/>
                </a:lnTo>
                <a:lnTo>
                  <a:pt x="1186264" y="449611"/>
                </a:lnTo>
                <a:lnTo>
                  <a:pt x="1203457" y="454592"/>
                </a:lnTo>
                <a:lnTo>
                  <a:pt x="1220649" y="459529"/>
                </a:lnTo>
                <a:lnTo>
                  <a:pt x="1237841" y="464421"/>
                </a:lnTo>
                <a:lnTo>
                  <a:pt x="1255033" y="469271"/>
                </a:lnTo>
                <a:lnTo>
                  <a:pt x="1272226" y="474076"/>
                </a:lnTo>
                <a:lnTo>
                  <a:pt x="1289418" y="478838"/>
                </a:lnTo>
                <a:lnTo>
                  <a:pt x="1306610" y="483556"/>
                </a:lnTo>
                <a:lnTo>
                  <a:pt x="1323802" y="488232"/>
                </a:lnTo>
                <a:lnTo>
                  <a:pt x="1340995" y="492864"/>
                </a:lnTo>
                <a:lnTo>
                  <a:pt x="1358187" y="497453"/>
                </a:lnTo>
              </a:path>
            </a:pathLst>
          </a:custGeom>
          <a:ln w="27101" cap="flat">
            <a:solidFill>
              <a:srgbClr val="2B991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69" name="pg217">
            <a:extLst>
              <a:ext uri="{FF2B5EF4-FFF2-40B4-BE49-F238E27FC236}">
                <a16:creationId xmlns:a16="http://schemas.microsoft.com/office/drawing/2014/main" id="{C311FC11-5BCE-F3F1-1B45-9205E575ACD1}"/>
              </a:ext>
            </a:extLst>
          </p:cNvPr>
          <p:cNvSpPr/>
          <p:nvPr/>
        </p:nvSpPr>
        <p:spPr>
          <a:xfrm>
            <a:off x="7341515" y="6065306"/>
            <a:ext cx="3504842" cy="1231988"/>
          </a:xfrm>
          <a:custGeom>
            <a:avLst/>
            <a:gdLst/>
            <a:ahLst/>
            <a:cxnLst/>
            <a:rect l="0" t="0" r="0" b="0"/>
            <a:pathLst>
              <a:path w="3504842" h="1231988">
                <a:moveTo>
                  <a:pt x="0" y="402794"/>
                </a:moveTo>
                <a:lnTo>
                  <a:pt x="44365" y="401404"/>
                </a:lnTo>
                <a:lnTo>
                  <a:pt x="88730" y="399879"/>
                </a:lnTo>
                <a:lnTo>
                  <a:pt x="133095" y="398206"/>
                </a:lnTo>
                <a:lnTo>
                  <a:pt x="177460" y="396378"/>
                </a:lnTo>
                <a:lnTo>
                  <a:pt x="221825" y="394383"/>
                </a:lnTo>
                <a:lnTo>
                  <a:pt x="266190" y="392209"/>
                </a:lnTo>
                <a:lnTo>
                  <a:pt x="310555" y="389846"/>
                </a:lnTo>
                <a:lnTo>
                  <a:pt x="354920" y="387280"/>
                </a:lnTo>
                <a:lnTo>
                  <a:pt x="399285" y="384498"/>
                </a:lnTo>
                <a:lnTo>
                  <a:pt x="443650" y="381489"/>
                </a:lnTo>
                <a:lnTo>
                  <a:pt x="488016" y="378238"/>
                </a:lnTo>
                <a:lnTo>
                  <a:pt x="532381" y="374733"/>
                </a:lnTo>
                <a:lnTo>
                  <a:pt x="576746" y="370962"/>
                </a:lnTo>
                <a:lnTo>
                  <a:pt x="621111" y="366913"/>
                </a:lnTo>
                <a:lnTo>
                  <a:pt x="665476" y="362574"/>
                </a:lnTo>
                <a:lnTo>
                  <a:pt x="709841" y="357937"/>
                </a:lnTo>
                <a:lnTo>
                  <a:pt x="754206" y="352994"/>
                </a:lnTo>
                <a:lnTo>
                  <a:pt x="798571" y="347740"/>
                </a:lnTo>
                <a:lnTo>
                  <a:pt x="842936" y="342173"/>
                </a:lnTo>
                <a:lnTo>
                  <a:pt x="887301" y="336293"/>
                </a:lnTo>
                <a:lnTo>
                  <a:pt x="931666" y="330105"/>
                </a:lnTo>
                <a:lnTo>
                  <a:pt x="976032" y="323615"/>
                </a:lnTo>
                <a:lnTo>
                  <a:pt x="1020397" y="316837"/>
                </a:lnTo>
                <a:lnTo>
                  <a:pt x="1064762" y="309785"/>
                </a:lnTo>
                <a:lnTo>
                  <a:pt x="1109127" y="302477"/>
                </a:lnTo>
                <a:lnTo>
                  <a:pt x="1153492" y="294937"/>
                </a:lnTo>
                <a:lnTo>
                  <a:pt x="1197857" y="287187"/>
                </a:lnTo>
                <a:lnTo>
                  <a:pt x="1242222" y="279256"/>
                </a:lnTo>
                <a:lnTo>
                  <a:pt x="1286587" y="271172"/>
                </a:lnTo>
                <a:lnTo>
                  <a:pt x="1330952" y="262964"/>
                </a:lnTo>
                <a:lnTo>
                  <a:pt x="1375317" y="254662"/>
                </a:lnTo>
                <a:lnTo>
                  <a:pt x="1419683" y="246296"/>
                </a:lnTo>
                <a:lnTo>
                  <a:pt x="1464048" y="237894"/>
                </a:lnTo>
                <a:lnTo>
                  <a:pt x="1508413" y="229486"/>
                </a:lnTo>
                <a:lnTo>
                  <a:pt x="1552778" y="221096"/>
                </a:lnTo>
                <a:lnTo>
                  <a:pt x="1597143" y="212750"/>
                </a:lnTo>
                <a:lnTo>
                  <a:pt x="1641508" y="204470"/>
                </a:lnTo>
                <a:lnTo>
                  <a:pt x="1685873" y="196277"/>
                </a:lnTo>
                <a:lnTo>
                  <a:pt x="1730238" y="188190"/>
                </a:lnTo>
                <a:lnTo>
                  <a:pt x="1774603" y="180224"/>
                </a:lnTo>
                <a:lnTo>
                  <a:pt x="1818968" y="172394"/>
                </a:lnTo>
                <a:lnTo>
                  <a:pt x="1863333" y="164713"/>
                </a:lnTo>
                <a:lnTo>
                  <a:pt x="1907699" y="157192"/>
                </a:lnTo>
                <a:lnTo>
                  <a:pt x="1952064" y="149838"/>
                </a:lnTo>
                <a:lnTo>
                  <a:pt x="1996429" y="142659"/>
                </a:lnTo>
                <a:lnTo>
                  <a:pt x="2040794" y="135662"/>
                </a:lnTo>
                <a:lnTo>
                  <a:pt x="2085159" y="128850"/>
                </a:lnTo>
                <a:lnTo>
                  <a:pt x="2129524" y="122227"/>
                </a:lnTo>
                <a:lnTo>
                  <a:pt x="2173889" y="115794"/>
                </a:lnTo>
                <a:lnTo>
                  <a:pt x="2218254" y="109553"/>
                </a:lnTo>
                <a:lnTo>
                  <a:pt x="2262619" y="103504"/>
                </a:lnTo>
                <a:lnTo>
                  <a:pt x="2306984" y="97647"/>
                </a:lnTo>
                <a:lnTo>
                  <a:pt x="2351350" y="91980"/>
                </a:lnTo>
                <a:lnTo>
                  <a:pt x="2395715" y="86501"/>
                </a:lnTo>
                <a:lnTo>
                  <a:pt x="2440080" y="81208"/>
                </a:lnTo>
                <a:lnTo>
                  <a:pt x="2484445" y="76098"/>
                </a:lnTo>
                <a:lnTo>
                  <a:pt x="2528810" y="71169"/>
                </a:lnTo>
                <a:lnTo>
                  <a:pt x="2573175" y="66416"/>
                </a:lnTo>
                <a:lnTo>
                  <a:pt x="2617540" y="61836"/>
                </a:lnTo>
                <a:lnTo>
                  <a:pt x="2661905" y="57425"/>
                </a:lnTo>
                <a:lnTo>
                  <a:pt x="2706270" y="53179"/>
                </a:lnTo>
                <a:lnTo>
                  <a:pt x="2750635" y="49093"/>
                </a:lnTo>
                <a:lnTo>
                  <a:pt x="2795000" y="45164"/>
                </a:lnTo>
                <a:lnTo>
                  <a:pt x="2839366" y="41387"/>
                </a:lnTo>
                <a:lnTo>
                  <a:pt x="2883731" y="37758"/>
                </a:lnTo>
                <a:lnTo>
                  <a:pt x="2928096" y="34271"/>
                </a:lnTo>
                <a:lnTo>
                  <a:pt x="2972461" y="30924"/>
                </a:lnTo>
                <a:lnTo>
                  <a:pt x="3016826" y="27710"/>
                </a:lnTo>
                <a:lnTo>
                  <a:pt x="3061191" y="24626"/>
                </a:lnTo>
                <a:lnTo>
                  <a:pt x="3105556" y="21667"/>
                </a:lnTo>
                <a:lnTo>
                  <a:pt x="3149921" y="18830"/>
                </a:lnTo>
                <a:lnTo>
                  <a:pt x="3194286" y="16109"/>
                </a:lnTo>
                <a:lnTo>
                  <a:pt x="3238651" y="13501"/>
                </a:lnTo>
                <a:lnTo>
                  <a:pt x="3283017" y="11002"/>
                </a:lnTo>
                <a:lnTo>
                  <a:pt x="3327382" y="8607"/>
                </a:lnTo>
                <a:lnTo>
                  <a:pt x="3371747" y="6314"/>
                </a:lnTo>
                <a:lnTo>
                  <a:pt x="3416112" y="4117"/>
                </a:lnTo>
                <a:lnTo>
                  <a:pt x="3460477" y="2013"/>
                </a:lnTo>
                <a:lnTo>
                  <a:pt x="3504842" y="0"/>
                </a:lnTo>
                <a:lnTo>
                  <a:pt x="3504842" y="612541"/>
                </a:lnTo>
                <a:lnTo>
                  <a:pt x="3460477" y="612007"/>
                </a:lnTo>
                <a:lnTo>
                  <a:pt x="3416112" y="611499"/>
                </a:lnTo>
                <a:lnTo>
                  <a:pt x="3371747" y="611018"/>
                </a:lnTo>
                <a:lnTo>
                  <a:pt x="3327382" y="610565"/>
                </a:lnTo>
                <a:lnTo>
                  <a:pt x="3283017" y="610141"/>
                </a:lnTo>
                <a:lnTo>
                  <a:pt x="3238651" y="609749"/>
                </a:lnTo>
                <a:lnTo>
                  <a:pt x="3194286" y="609388"/>
                </a:lnTo>
                <a:lnTo>
                  <a:pt x="3149921" y="609062"/>
                </a:lnTo>
                <a:lnTo>
                  <a:pt x="3105556" y="608772"/>
                </a:lnTo>
                <a:lnTo>
                  <a:pt x="3061191" y="608520"/>
                </a:lnTo>
                <a:lnTo>
                  <a:pt x="3016826" y="608308"/>
                </a:lnTo>
                <a:lnTo>
                  <a:pt x="2972461" y="608139"/>
                </a:lnTo>
                <a:lnTo>
                  <a:pt x="2928096" y="608014"/>
                </a:lnTo>
                <a:lnTo>
                  <a:pt x="2883731" y="607936"/>
                </a:lnTo>
                <a:lnTo>
                  <a:pt x="2839366" y="607909"/>
                </a:lnTo>
                <a:lnTo>
                  <a:pt x="2795000" y="607935"/>
                </a:lnTo>
                <a:lnTo>
                  <a:pt x="2750635" y="608017"/>
                </a:lnTo>
                <a:lnTo>
                  <a:pt x="2706270" y="608159"/>
                </a:lnTo>
                <a:lnTo>
                  <a:pt x="2661905" y="608365"/>
                </a:lnTo>
                <a:lnTo>
                  <a:pt x="2617540" y="608638"/>
                </a:lnTo>
                <a:lnTo>
                  <a:pt x="2573175" y="608984"/>
                </a:lnTo>
                <a:lnTo>
                  <a:pt x="2528810" y="609407"/>
                </a:lnTo>
                <a:lnTo>
                  <a:pt x="2484445" y="609913"/>
                </a:lnTo>
                <a:lnTo>
                  <a:pt x="2440080" y="610506"/>
                </a:lnTo>
                <a:lnTo>
                  <a:pt x="2395715" y="611194"/>
                </a:lnTo>
                <a:lnTo>
                  <a:pt x="2351350" y="611983"/>
                </a:lnTo>
                <a:lnTo>
                  <a:pt x="2306984" y="612881"/>
                </a:lnTo>
                <a:lnTo>
                  <a:pt x="2262619" y="613895"/>
                </a:lnTo>
                <a:lnTo>
                  <a:pt x="2218254" y="615034"/>
                </a:lnTo>
                <a:lnTo>
                  <a:pt x="2173889" y="616308"/>
                </a:lnTo>
                <a:lnTo>
                  <a:pt x="2129524" y="617728"/>
                </a:lnTo>
                <a:lnTo>
                  <a:pt x="2085159" y="619304"/>
                </a:lnTo>
                <a:lnTo>
                  <a:pt x="2040794" y="621049"/>
                </a:lnTo>
                <a:lnTo>
                  <a:pt x="1996429" y="622976"/>
                </a:lnTo>
                <a:lnTo>
                  <a:pt x="1952064" y="625101"/>
                </a:lnTo>
                <a:lnTo>
                  <a:pt x="1907699" y="627439"/>
                </a:lnTo>
                <a:lnTo>
                  <a:pt x="1863333" y="630008"/>
                </a:lnTo>
                <a:lnTo>
                  <a:pt x="1818968" y="632827"/>
                </a:lnTo>
                <a:lnTo>
                  <a:pt x="1774603" y="635916"/>
                </a:lnTo>
                <a:lnTo>
                  <a:pt x="1730238" y="639298"/>
                </a:lnTo>
                <a:lnTo>
                  <a:pt x="1685873" y="642997"/>
                </a:lnTo>
                <a:lnTo>
                  <a:pt x="1641508" y="647037"/>
                </a:lnTo>
                <a:lnTo>
                  <a:pt x="1597143" y="651448"/>
                </a:lnTo>
                <a:lnTo>
                  <a:pt x="1552778" y="656257"/>
                </a:lnTo>
                <a:lnTo>
                  <a:pt x="1508413" y="661496"/>
                </a:lnTo>
                <a:lnTo>
                  <a:pt x="1464048" y="667197"/>
                </a:lnTo>
                <a:lnTo>
                  <a:pt x="1419683" y="673394"/>
                </a:lnTo>
                <a:lnTo>
                  <a:pt x="1375317" y="680120"/>
                </a:lnTo>
                <a:lnTo>
                  <a:pt x="1330952" y="687410"/>
                </a:lnTo>
                <a:lnTo>
                  <a:pt x="1286587" y="695299"/>
                </a:lnTo>
                <a:lnTo>
                  <a:pt x="1242222" y="703820"/>
                </a:lnTo>
                <a:lnTo>
                  <a:pt x="1197857" y="713008"/>
                </a:lnTo>
                <a:lnTo>
                  <a:pt x="1153492" y="722892"/>
                </a:lnTo>
                <a:lnTo>
                  <a:pt x="1109127" y="733501"/>
                </a:lnTo>
                <a:lnTo>
                  <a:pt x="1064762" y="744859"/>
                </a:lnTo>
                <a:lnTo>
                  <a:pt x="1020397" y="756988"/>
                </a:lnTo>
                <a:lnTo>
                  <a:pt x="976032" y="769904"/>
                </a:lnTo>
                <a:lnTo>
                  <a:pt x="931666" y="783619"/>
                </a:lnTo>
                <a:lnTo>
                  <a:pt x="887301" y="798140"/>
                </a:lnTo>
                <a:lnTo>
                  <a:pt x="842936" y="813468"/>
                </a:lnTo>
                <a:lnTo>
                  <a:pt x="798571" y="829601"/>
                </a:lnTo>
                <a:lnTo>
                  <a:pt x="754206" y="846529"/>
                </a:lnTo>
                <a:lnTo>
                  <a:pt x="709841" y="864241"/>
                </a:lnTo>
                <a:lnTo>
                  <a:pt x="665476" y="882719"/>
                </a:lnTo>
                <a:lnTo>
                  <a:pt x="621111" y="901943"/>
                </a:lnTo>
                <a:lnTo>
                  <a:pt x="576746" y="921888"/>
                </a:lnTo>
                <a:lnTo>
                  <a:pt x="532381" y="942527"/>
                </a:lnTo>
                <a:lnTo>
                  <a:pt x="488016" y="963831"/>
                </a:lnTo>
                <a:lnTo>
                  <a:pt x="443650" y="985768"/>
                </a:lnTo>
                <a:lnTo>
                  <a:pt x="399285" y="1008303"/>
                </a:lnTo>
                <a:lnTo>
                  <a:pt x="354920" y="1031403"/>
                </a:lnTo>
                <a:lnTo>
                  <a:pt x="310555" y="1055031"/>
                </a:lnTo>
                <a:lnTo>
                  <a:pt x="266190" y="1079150"/>
                </a:lnTo>
                <a:lnTo>
                  <a:pt x="221825" y="1103720"/>
                </a:lnTo>
                <a:lnTo>
                  <a:pt x="177460" y="1128704"/>
                </a:lnTo>
                <a:lnTo>
                  <a:pt x="133095" y="1154063"/>
                </a:lnTo>
                <a:lnTo>
                  <a:pt x="88730" y="1179756"/>
                </a:lnTo>
                <a:lnTo>
                  <a:pt x="44365" y="1205744"/>
                </a:lnTo>
                <a:lnTo>
                  <a:pt x="0" y="1231988"/>
                </a:lnTo>
                <a:close/>
              </a:path>
            </a:pathLst>
          </a:custGeom>
          <a:solidFill>
            <a:srgbClr val="1F4699">
              <a:alpha val="40000"/>
            </a:srgbClr>
          </a:solidFill>
        </p:spPr>
        <p:txBody>
          <a:bodyPr/>
          <a:lstStyle/>
          <a:p>
            <a:endParaRPr sz="5399"/>
          </a:p>
        </p:txBody>
      </p:sp>
      <p:sp>
        <p:nvSpPr>
          <p:cNvPr id="470" name="pl218">
            <a:extLst>
              <a:ext uri="{FF2B5EF4-FFF2-40B4-BE49-F238E27FC236}">
                <a16:creationId xmlns:a16="http://schemas.microsoft.com/office/drawing/2014/main" id="{98667AF8-F706-6EE2-27BB-9CEE4493EC50}"/>
              </a:ext>
            </a:extLst>
          </p:cNvPr>
          <p:cNvSpPr/>
          <p:nvPr/>
        </p:nvSpPr>
        <p:spPr>
          <a:xfrm>
            <a:off x="7341515" y="6065306"/>
            <a:ext cx="3504842" cy="402794"/>
          </a:xfrm>
          <a:custGeom>
            <a:avLst/>
            <a:gdLst/>
            <a:ahLst/>
            <a:cxnLst/>
            <a:rect l="0" t="0" r="0" b="0"/>
            <a:pathLst>
              <a:path w="3504842" h="402794">
                <a:moveTo>
                  <a:pt x="0" y="402794"/>
                </a:moveTo>
                <a:lnTo>
                  <a:pt x="44365" y="401404"/>
                </a:lnTo>
                <a:lnTo>
                  <a:pt x="88730" y="399879"/>
                </a:lnTo>
                <a:lnTo>
                  <a:pt x="133095" y="398206"/>
                </a:lnTo>
                <a:lnTo>
                  <a:pt x="177460" y="396378"/>
                </a:lnTo>
                <a:lnTo>
                  <a:pt x="221825" y="394383"/>
                </a:lnTo>
                <a:lnTo>
                  <a:pt x="266190" y="392209"/>
                </a:lnTo>
                <a:lnTo>
                  <a:pt x="310555" y="389846"/>
                </a:lnTo>
                <a:lnTo>
                  <a:pt x="354920" y="387280"/>
                </a:lnTo>
                <a:lnTo>
                  <a:pt x="399285" y="384498"/>
                </a:lnTo>
                <a:lnTo>
                  <a:pt x="443650" y="381489"/>
                </a:lnTo>
                <a:lnTo>
                  <a:pt x="488016" y="378238"/>
                </a:lnTo>
                <a:lnTo>
                  <a:pt x="532381" y="374733"/>
                </a:lnTo>
                <a:lnTo>
                  <a:pt x="576746" y="370962"/>
                </a:lnTo>
                <a:lnTo>
                  <a:pt x="621111" y="366913"/>
                </a:lnTo>
                <a:lnTo>
                  <a:pt x="665476" y="362574"/>
                </a:lnTo>
                <a:lnTo>
                  <a:pt x="709841" y="357937"/>
                </a:lnTo>
                <a:lnTo>
                  <a:pt x="754206" y="352994"/>
                </a:lnTo>
                <a:lnTo>
                  <a:pt x="798571" y="347740"/>
                </a:lnTo>
                <a:lnTo>
                  <a:pt x="842936" y="342173"/>
                </a:lnTo>
                <a:lnTo>
                  <a:pt x="887301" y="336293"/>
                </a:lnTo>
                <a:lnTo>
                  <a:pt x="931666" y="330105"/>
                </a:lnTo>
                <a:lnTo>
                  <a:pt x="976032" y="323615"/>
                </a:lnTo>
                <a:lnTo>
                  <a:pt x="1020397" y="316837"/>
                </a:lnTo>
                <a:lnTo>
                  <a:pt x="1064762" y="309785"/>
                </a:lnTo>
                <a:lnTo>
                  <a:pt x="1109127" y="302477"/>
                </a:lnTo>
                <a:lnTo>
                  <a:pt x="1153492" y="294937"/>
                </a:lnTo>
                <a:lnTo>
                  <a:pt x="1197857" y="287187"/>
                </a:lnTo>
                <a:lnTo>
                  <a:pt x="1242222" y="279256"/>
                </a:lnTo>
                <a:lnTo>
                  <a:pt x="1286587" y="271172"/>
                </a:lnTo>
                <a:lnTo>
                  <a:pt x="1330952" y="262964"/>
                </a:lnTo>
                <a:lnTo>
                  <a:pt x="1375317" y="254662"/>
                </a:lnTo>
                <a:lnTo>
                  <a:pt x="1419683" y="246296"/>
                </a:lnTo>
                <a:lnTo>
                  <a:pt x="1464048" y="237894"/>
                </a:lnTo>
                <a:lnTo>
                  <a:pt x="1508413" y="229486"/>
                </a:lnTo>
                <a:lnTo>
                  <a:pt x="1552778" y="221096"/>
                </a:lnTo>
                <a:lnTo>
                  <a:pt x="1597143" y="212750"/>
                </a:lnTo>
                <a:lnTo>
                  <a:pt x="1641508" y="204470"/>
                </a:lnTo>
                <a:lnTo>
                  <a:pt x="1685873" y="196277"/>
                </a:lnTo>
                <a:lnTo>
                  <a:pt x="1730238" y="188190"/>
                </a:lnTo>
                <a:lnTo>
                  <a:pt x="1774603" y="180224"/>
                </a:lnTo>
                <a:lnTo>
                  <a:pt x="1818968" y="172394"/>
                </a:lnTo>
                <a:lnTo>
                  <a:pt x="1863333" y="164713"/>
                </a:lnTo>
                <a:lnTo>
                  <a:pt x="1907699" y="157192"/>
                </a:lnTo>
                <a:lnTo>
                  <a:pt x="1952064" y="149838"/>
                </a:lnTo>
                <a:lnTo>
                  <a:pt x="1996429" y="142659"/>
                </a:lnTo>
                <a:lnTo>
                  <a:pt x="2040794" y="135662"/>
                </a:lnTo>
                <a:lnTo>
                  <a:pt x="2085159" y="128850"/>
                </a:lnTo>
                <a:lnTo>
                  <a:pt x="2129524" y="122227"/>
                </a:lnTo>
                <a:lnTo>
                  <a:pt x="2173889" y="115794"/>
                </a:lnTo>
                <a:lnTo>
                  <a:pt x="2218254" y="109553"/>
                </a:lnTo>
                <a:lnTo>
                  <a:pt x="2262619" y="103504"/>
                </a:lnTo>
                <a:lnTo>
                  <a:pt x="2306984" y="97647"/>
                </a:lnTo>
                <a:lnTo>
                  <a:pt x="2351350" y="91980"/>
                </a:lnTo>
                <a:lnTo>
                  <a:pt x="2395715" y="86501"/>
                </a:lnTo>
                <a:lnTo>
                  <a:pt x="2440080" y="81208"/>
                </a:lnTo>
                <a:lnTo>
                  <a:pt x="2484445" y="76098"/>
                </a:lnTo>
                <a:lnTo>
                  <a:pt x="2528810" y="71169"/>
                </a:lnTo>
                <a:lnTo>
                  <a:pt x="2573175" y="66416"/>
                </a:lnTo>
                <a:lnTo>
                  <a:pt x="2617540" y="61836"/>
                </a:lnTo>
                <a:lnTo>
                  <a:pt x="2661905" y="57425"/>
                </a:lnTo>
                <a:lnTo>
                  <a:pt x="2706270" y="53179"/>
                </a:lnTo>
                <a:lnTo>
                  <a:pt x="2750635" y="49093"/>
                </a:lnTo>
                <a:lnTo>
                  <a:pt x="2795000" y="45164"/>
                </a:lnTo>
                <a:lnTo>
                  <a:pt x="2839366" y="41387"/>
                </a:lnTo>
                <a:lnTo>
                  <a:pt x="2883731" y="37758"/>
                </a:lnTo>
                <a:lnTo>
                  <a:pt x="2928096" y="34271"/>
                </a:lnTo>
                <a:lnTo>
                  <a:pt x="2972461" y="30924"/>
                </a:lnTo>
                <a:lnTo>
                  <a:pt x="3016826" y="27710"/>
                </a:lnTo>
                <a:lnTo>
                  <a:pt x="3061191" y="24626"/>
                </a:lnTo>
                <a:lnTo>
                  <a:pt x="3105556" y="21667"/>
                </a:lnTo>
                <a:lnTo>
                  <a:pt x="3149921" y="18830"/>
                </a:lnTo>
                <a:lnTo>
                  <a:pt x="3194286" y="16109"/>
                </a:lnTo>
                <a:lnTo>
                  <a:pt x="3238651" y="13501"/>
                </a:lnTo>
                <a:lnTo>
                  <a:pt x="3283017" y="11002"/>
                </a:lnTo>
                <a:lnTo>
                  <a:pt x="3327382" y="8607"/>
                </a:lnTo>
                <a:lnTo>
                  <a:pt x="3371747" y="6314"/>
                </a:lnTo>
                <a:lnTo>
                  <a:pt x="3416112" y="4117"/>
                </a:lnTo>
                <a:lnTo>
                  <a:pt x="3460477" y="2013"/>
                </a:lnTo>
                <a:lnTo>
                  <a:pt x="3504842" y="0"/>
                </a:lnTo>
              </a:path>
            </a:pathLst>
          </a:custGeom>
        </p:spPr>
        <p:txBody>
          <a:bodyPr/>
          <a:lstStyle/>
          <a:p>
            <a:endParaRPr sz="5399"/>
          </a:p>
        </p:txBody>
      </p:sp>
      <p:sp>
        <p:nvSpPr>
          <p:cNvPr id="471" name="pl219">
            <a:extLst>
              <a:ext uri="{FF2B5EF4-FFF2-40B4-BE49-F238E27FC236}">
                <a16:creationId xmlns:a16="http://schemas.microsoft.com/office/drawing/2014/main" id="{AF3998BB-91C5-8440-22DC-BBAA46BDDC12}"/>
              </a:ext>
            </a:extLst>
          </p:cNvPr>
          <p:cNvSpPr/>
          <p:nvPr/>
        </p:nvSpPr>
        <p:spPr>
          <a:xfrm>
            <a:off x="7341515" y="6673216"/>
            <a:ext cx="3504842" cy="624079"/>
          </a:xfrm>
          <a:custGeom>
            <a:avLst/>
            <a:gdLst/>
            <a:ahLst/>
            <a:cxnLst/>
            <a:rect l="0" t="0" r="0" b="0"/>
            <a:pathLst>
              <a:path w="3504842" h="624079">
                <a:moveTo>
                  <a:pt x="3504842" y="4632"/>
                </a:moveTo>
                <a:lnTo>
                  <a:pt x="3460477" y="4098"/>
                </a:lnTo>
                <a:lnTo>
                  <a:pt x="3416112" y="3590"/>
                </a:lnTo>
                <a:lnTo>
                  <a:pt x="3371747" y="3109"/>
                </a:lnTo>
                <a:lnTo>
                  <a:pt x="3327382" y="2656"/>
                </a:lnTo>
                <a:lnTo>
                  <a:pt x="3283017" y="2232"/>
                </a:lnTo>
                <a:lnTo>
                  <a:pt x="3238651" y="1839"/>
                </a:lnTo>
                <a:lnTo>
                  <a:pt x="3194286" y="1479"/>
                </a:lnTo>
                <a:lnTo>
                  <a:pt x="3149921" y="1153"/>
                </a:lnTo>
                <a:lnTo>
                  <a:pt x="3105556" y="863"/>
                </a:lnTo>
                <a:lnTo>
                  <a:pt x="3061191" y="611"/>
                </a:lnTo>
                <a:lnTo>
                  <a:pt x="3016826" y="399"/>
                </a:lnTo>
                <a:lnTo>
                  <a:pt x="2972461" y="229"/>
                </a:lnTo>
                <a:lnTo>
                  <a:pt x="2928096" y="104"/>
                </a:lnTo>
                <a:lnTo>
                  <a:pt x="2883731" y="27"/>
                </a:lnTo>
                <a:lnTo>
                  <a:pt x="2839366" y="0"/>
                </a:lnTo>
                <a:lnTo>
                  <a:pt x="2795000" y="25"/>
                </a:lnTo>
                <a:lnTo>
                  <a:pt x="2750635" y="107"/>
                </a:lnTo>
                <a:lnTo>
                  <a:pt x="2706270" y="249"/>
                </a:lnTo>
                <a:lnTo>
                  <a:pt x="2661905" y="455"/>
                </a:lnTo>
                <a:lnTo>
                  <a:pt x="2617540" y="729"/>
                </a:lnTo>
                <a:lnTo>
                  <a:pt x="2573175" y="1075"/>
                </a:lnTo>
                <a:lnTo>
                  <a:pt x="2528810" y="1498"/>
                </a:lnTo>
                <a:lnTo>
                  <a:pt x="2484445" y="2003"/>
                </a:lnTo>
                <a:lnTo>
                  <a:pt x="2440080" y="2597"/>
                </a:lnTo>
                <a:lnTo>
                  <a:pt x="2395715" y="3285"/>
                </a:lnTo>
                <a:lnTo>
                  <a:pt x="2351350" y="4074"/>
                </a:lnTo>
                <a:lnTo>
                  <a:pt x="2306984" y="4971"/>
                </a:lnTo>
                <a:lnTo>
                  <a:pt x="2262619" y="5986"/>
                </a:lnTo>
                <a:lnTo>
                  <a:pt x="2218254" y="7125"/>
                </a:lnTo>
                <a:lnTo>
                  <a:pt x="2173889" y="8399"/>
                </a:lnTo>
                <a:lnTo>
                  <a:pt x="2129524" y="9818"/>
                </a:lnTo>
                <a:lnTo>
                  <a:pt x="2085159" y="11394"/>
                </a:lnTo>
                <a:lnTo>
                  <a:pt x="2040794" y="13139"/>
                </a:lnTo>
                <a:lnTo>
                  <a:pt x="1996429" y="15067"/>
                </a:lnTo>
                <a:lnTo>
                  <a:pt x="1952064" y="17192"/>
                </a:lnTo>
                <a:lnTo>
                  <a:pt x="1907699" y="19530"/>
                </a:lnTo>
                <a:lnTo>
                  <a:pt x="1863333" y="22099"/>
                </a:lnTo>
                <a:lnTo>
                  <a:pt x="1818968" y="24918"/>
                </a:lnTo>
                <a:lnTo>
                  <a:pt x="1774603" y="28007"/>
                </a:lnTo>
                <a:lnTo>
                  <a:pt x="1730238" y="31389"/>
                </a:lnTo>
                <a:lnTo>
                  <a:pt x="1685873" y="35087"/>
                </a:lnTo>
                <a:lnTo>
                  <a:pt x="1641508" y="39128"/>
                </a:lnTo>
                <a:lnTo>
                  <a:pt x="1597143" y="43538"/>
                </a:lnTo>
                <a:lnTo>
                  <a:pt x="1552778" y="48348"/>
                </a:lnTo>
                <a:lnTo>
                  <a:pt x="1508413" y="53587"/>
                </a:lnTo>
                <a:lnTo>
                  <a:pt x="1464048" y="59288"/>
                </a:lnTo>
                <a:lnTo>
                  <a:pt x="1419683" y="65484"/>
                </a:lnTo>
                <a:lnTo>
                  <a:pt x="1375317" y="72210"/>
                </a:lnTo>
                <a:lnTo>
                  <a:pt x="1330952" y="79500"/>
                </a:lnTo>
                <a:lnTo>
                  <a:pt x="1286587" y="87389"/>
                </a:lnTo>
                <a:lnTo>
                  <a:pt x="1242222" y="95911"/>
                </a:lnTo>
                <a:lnTo>
                  <a:pt x="1197857" y="105099"/>
                </a:lnTo>
                <a:lnTo>
                  <a:pt x="1153492" y="114983"/>
                </a:lnTo>
                <a:lnTo>
                  <a:pt x="1109127" y="125591"/>
                </a:lnTo>
                <a:lnTo>
                  <a:pt x="1064762" y="136950"/>
                </a:lnTo>
                <a:lnTo>
                  <a:pt x="1020397" y="149079"/>
                </a:lnTo>
                <a:lnTo>
                  <a:pt x="976032" y="161995"/>
                </a:lnTo>
                <a:lnTo>
                  <a:pt x="931666" y="175710"/>
                </a:lnTo>
                <a:lnTo>
                  <a:pt x="887301" y="190230"/>
                </a:lnTo>
                <a:lnTo>
                  <a:pt x="842936" y="205559"/>
                </a:lnTo>
                <a:lnTo>
                  <a:pt x="798571" y="221691"/>
                </a:lnTo>
                <a:lnTo>
                  <a:pt x="754206" y="238620"/>
                </a:lnTo>
                <a:lnTo>
                  <a:pt x="709841" y="256332"/>
                </a:lnTo>
                <a:lnTo>
                  <a:pt x="665476" y="274810"/>
                </a:lnTo>
                <a:lnTo>
                  <a:pt x="621111" y="294033"/>
                </a:lnTo>
                <a:lnTo>
                  <a:pt x="576746" y="313978"/>
                </a:lnTo>
                <a:lnTo>
                  <a:pt x="532381" y="334618"/>
                </a:lnTo>
                <a:lnTo>
                  <a:pt x="488016" y="355921"/>
                </a:lnTo>
                <a:lnTo>
                  <a:pt x="443650" y="377858"/>
                </a:lnTo>
                <a:lnTo>
                  <a:pt x="399285" y="400394"/>
                </a:lnTo>
                <a:lnTo>
                  <a:pt x="354920" y="423494"/>
                </a:lnTo>
                <a:lnTo>
                  <a:pt x="310555" y="447122"/>
                </a:lnTo>
                <a:lnTo>
                  <a:pt x="266190" y="471240"/>
                </a:lnTo>
                <a:lnTo>
                  <a:pt x="221825" y="495811"/>
                </a:lnTo>
                <a:lnTo>
                  <a:pt x="177460" y="520795"/>
                </a:lnTo>
                <a:lnTo>
                  <a:pt x="133095" y="546153"/>
                </a:lnTo>
                <a:lnTo>
                  <a:pt x="88730" y="571847"/>
                </a:lnTo>
                <a:lnTo>
                  <a:pt x="44365" y="597835"/>
                </a:lnTo>
                <a:lnTo>
                  <a:pt x="0" y="624079"/>
                </a:lnTo>
              </a:path>
            </a:pathLst>
          </a:custGeom>
        </p:spPr>
        <p:txBody>
          <a:bodyPr/>
          <a:lstStyle/>
          <a:p>
            <a:endParaRPr sz="5399"/>
          </a:p>
        </p:txBody>
      </p:sp>
      <p:sp>
        <p:nvSpPr>
          <p:cNvPr id="472" name="pl220">
            <a:extLst>
              <a:ext uri="{FF2B5EF4-FFF2-40B4-BE49-F238E27FC236}">
                <a16:creationId xmlns:a16="http://schemas.microsoft.com/office/drawing/2014/main" id="{1FDF7CD5-7BFB-9513-53A2-B374E5A469B3}"/>
              </a:ext>
            </a:extLst>
          </p:cNvPr>
          <p:cNvSpPr/>
          <p:nvPr/>
        </p:nvSpPr>
        <p:spPr>
          <a:xfrm>
            <a:off x="7341515" y="6205064"/>
            <a:ext cx="3504842" cy="621691"/>
          </a:xfrm>
          <a:custGeom>
            <a:avLst/>
            <a:gdLst/>
            <a:ahLst/>
            <a:cxnLst/>
            <a:rect l="0" t="0" r="0" b="0"/>
            <a:pathLst>
              <a:path w="3504842" h="621691">
                <a:moveTo>
                  <a:pt x="0" y="621691"/>
                </a:moveTo>
                <a:lnTo>
                  <a:pt x="44365" y="609317"/>
                </a:lnTo>
                <a:lnTo>
                  <a:pt x="88730" y="597048"/>
                </a:lnTo>
                <a:lnTo>
                  <a:pt x="133095" y="584885"/>
                </a:lnTo>
                <a:lnTo>
                  <a:pt x="177460" y="572829"/>
                </a:lnTo>
                <a:lnTo>
                  <a:pt x="221825" y="560883"/>
                </a:lnTo>
                <a:lnTo>
                  <a:pt x="266190" y="549047"/>
                </a:lnTo>
                <a:lnTo>
                  <a:pt x="310555" y="537324"/>
                </a:lnTo>
                <a:lnTo>
                  <a:pt x="354920" y="525715"/>
                </a:lnTo>
                <a:lnTo>
                  <a:pt x="399285" y="514221"/>
                </a:lnTo>
                <a:lnTo>
                  <a:pt x="443650" y="502843"/>
                </a:lnTo>
                <a:lnTo>
                  <a:pt x="488016" y="491582"/>
                </a:lnTo>
                <a:lnTo>
                  <a:pt x="532381" y="480440"/>
                </a:lnTo>
                <a:lnTo>
                  <a:pt x="576746" y="469417"/>
                </a:lnTo>
                <a:lnTo>
                  <a:pt x="621111" y="458514"/>
                </a:lnTo>
                <a:lnTo>
                  <a:pt x="665476" y="447732"/>
                </a:lnTo>
                <a:lnTo>
                  <a:pt x="709841" y="437072"/>
                </a:lnTo>
                <a:lnTo>
                  <a:pt x="754206" y="426534"/>
                </a:lnTo>
                <a:lnTo>
                  <a:pt x="798571" y="416119"/>
                </a:lnTo>
                <a:lnTo>
                  <a:pt x="842936" y="405828"/>
                </a:lnTo>
                <a:lnTo>
                  <a:pt x="887301" y="395660"/>
                </a:lnTo>
                <a:lnTo>
                  <a:pt x="931666" y="385616"/>
                </a:lnTo>
                <a:lnTo>
                  <a:pt x="976032" y="375697"/>
                </a:lnTo>
                <a:lnTo>
                  <a:pt x="1020397" y="365903"/>
                </a:lnTo>
                <a:lnTo>
                  <a:pt x="1064762" y="356233"/>
                </a:lnTo>
                <a:lnTo>
                  <a:pt x="1109127" y="346688"/>
                </a:lnTo>
                <a:lnTo>
                  <a:pt x="1153492" y="337268"/>
                </a:lnTo>
                <a:lnTo>
                  <a:pt x="1197857" y="327972"/>
                </a:lnTo>
                <a:lnTo>
                  <a:pt x="1242222" y="318802"/>
                </a:lnTo>
                <a:lnTo>
                  <a:pt x="1286587" y="309755"/>
                </a:lnTo>
                <a:lnTo>
                  <a:pt x="1330952" y="300833"/>
                </a:lnTo>
                <a:lnTo>
                  <a:pt x="1375317" y="292035"/>
                </a:lnTo>
                <a:lnTo>
                  <a:pt x="1419683" y="283360"/>
                </a:lnTo>
                <a:lnTo>
                  <a:pt x="1464048" y="274808"/>
                </a:lnTo>
                <a:lnTo>
                  <a:pt x="1508413" y="266379"/>
                </a:lnTo>
                <a:lnTo>
                  <a:pt x="1552778" y="258072"/>
                </a:lnTo>
                <a:lnTo>
                  <a:pt x="1597143" y="249887"/>
                </a:lnTo>
                <a:lnTo>
                  <a:pt x="1641508" y="241823"/>
                </a:lnTo>
                <a:lnTo>
                  <a:pt x="1685873" y="233879"/>
                </a:lnTo>
                <a:lnTo>
                  <a:pt x="1730238" y="226055"/>
                </a:lnTo>
                <a:lnTo>
                  <a:pt x="1774603" y="218350"/>
                </a:lnTo>
                <a:lnTo>
                  <a:pt x="1818968" y="210763"/>
                </a:lnTo>
                <a:lnTo>
                  <a:pt x="1863333" y="203293"/>
                </a:lnTo>
                <a:lnTo>
                  <a:pt x="1907699" y="195941"/>
                </a:lnTo>
                <a:lnTo>
                  <a:pt x="1952064" y="188703"/>
                </a:lnTo>
                <a:lnTo>
                  <a:pt x="1996429" y="181581"/>
                </a:lnTo>
                <a:lnTo>
                  <a:pt x="2040794" y="174572"/>
                </a:lnTo>
                <a:lnTo>
                  <a:pt x="2085159" y="167677"/>
                </a:lnTo>
                <a:lnTo>
                  <a:pt x="2129524" y="160893"/>
                </a:lnTo>
                <a:lnTo>
                  <a:pt x="2173889" y="154220"/>
                </a:lnTo>
                <a:lnTo>
                  <a:pt x="2218254" y="147657"/>
                </a:lnTo>
                <a:lnTo>
                  <a:pt x="2262619" y="141203"/>
                </a:lnTo>
                <a:lnTo>
                  <a:pt x="2306984" y="134857"/>
                </a:lnTo>
                <a:lnTo>
                  <a:pt x="2351350" y="128618"/>
                </a:lnTo>
                <a:lnTo>
                  <a:pt x="2395715" y="122484"/>
                </a:lnTo>
                <a:lnTo>
                  <a:pt x="2440080" y="116454"/>
                </a:lnTo>
                <a:lnTo>
                  <a:pt x="2484445" y="110528"/>
                </a:lnTo>
                <a:lnTo>
                  <a:pt x="2528810" y="104704"/>
                </a:lnTo>
                <a:lnTo>
                  <a:pt x="2573175" y="98981"/>
                </a:lnTo>
                <a:lnTo>
                  <a:pt x="2617540" y="93358"/>
                </a:lnTo>
                <a:lnTo>
                  <a:pt x="2661905" y="87834"/>
                </a:lnTo>
                <a:lnTo>
                  <a:pt x="2706270" y="82407"/>
                </a:lnTo>
                <a:lnTo>
                  <a:pt x="2750635" y="77076"/>
                </a:lnTo>
                <a:lnTo>
                  <a:pt x="2795000" y="71840"/>
                </a:lnTo>
                <a:lnTo>
                  <a:pt x="2839366" y="66698"/>
                </a:lnTo>
                <a:lnTo>
                  <a:pt x="2883731" y="61649"/>
                </a:lnTo>
                <a:lnTo>
                  <a:pt x="2928096" y="56691"/>
                </a:lnTo>
                <a:lnTo>
                  <a:pt x="2972461" y="51823"/>
                </a:lnTo>
                <a:lnTo>
                  <a:pt x="3016826" y="47044"/>
                </a:lnTo>
                <a:lnTo>
                  <a:pt x="3061191" y="42353"/>
                </a:lnTo>
                <a:lnTo>
                  <a:pt x="3105556" y="37749"/>
                </a:lnTo>
                <a:lnTo>
                  <a:pt x="3149921" y="33229"/>
                </a:lnTo>
                <a:lnTo>
                  <a:pt x="3194286" y="28794"/>
                </a:lnTo>
                <a:lnTo>
                  <a:pt x="3238651" y="24442"/>
                </a:lnTo>
                <a:lnTo>
                  <a:pt x="3283017" y="20171"/>
                </a:lnTo>
                <a:lnTo>
                  <a:pt x="3327382" y="15981"/>
                </a:lnTo>
                <a:lnTo>
                  <a:pt x="3371747" y="11870"/>
                </a:lnTo>
                <a:lnTo>
                  <a:pt x="3416112" y="7836"/>
                </a:lnTo>
                <a:lnTo>
                  <a:pt x="3460477" y="3880"/>
                </a:lnTo>
                <a:lnTo>
                  <a:pt x="3504842" y="0"/>
                </a:lnTo>
              </a:path>
            </a:pathLst>
          </a:custGeom>
          <a:ln w="27101" cap="flat">
            <a:solidFill>
              <a:srgbClr val="1F469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5399"/>
          </a:p>
        </p:txBody>
      </p:sp>
      <p:sp>
        <p:nvSpPr>
          <p:cNvPr id="473" name="tx221">
            <a:extLst>
              <a:ext uri="{FF2B5EF4-FFF2-40B4-BE49-F238E27FC236}">
                <a16:creationId xmlns:a16="http://schemas.microsoft.com/office/drawing/2014/main" id="{800AAB61-BCDE-AA61-C7EA-EFDC62701CC3}"/>
              </a:ext>
            </a:extLst>
          </p:cNvPr>
          <p:cNvSpPr/>
          <p:nvPr/>
        </p:nvSpPr>
        <p:spPr>
          <a:xfrm>
            <a:off x="6471860" y="8511387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474" name="tx222">
            <a:extLst>
              <a:ext uri="{FF2B5EF4-FFF2-40B4-BE49-F238E27FC236}">
                <a16:creationId xmlns:a16="http://schemas.microsoft.com/office/drawing/2014/main" id="{9EDA0A1B-219E-166B-9817-D30F589FE53B}"/>
              </a:ext>
            </a:extLst>
          </p:cNvPr>
          <p:cNvSpPr/>
          <p:nvPr/>
        </p:nvSpPr>
        <p:spPr>
          <a:xfrm>
            <a:off x="6471860" y="7879070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475" name="tx223">
            <a:extLst>
              <a:ext uri="{FF2B5EF4-FFF2-40B4-BE49-F238E27FC236}">
                <a16:creationId xmlns:a16="http://schemas.microsoft.com/office/drawing/2014/main" id="{277D58F0-0F80-7E9B-A6D0-273F892C51CD}"/>
              </a:ext>
            </a:extLst>
          </p:cNvPr>
          <p:cNvSpPr/>
          <p:nvPr/>
        </p:nvSpPr>
        <p:spPr>
          <a:xfrm>
            <a:off x="6471860" y="7246754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476" name="tx224">
            <a:extLst>
              <a:ext uri="{FF2B5EF4-FFF2-40B4-BE49-F238E27FC236}">
                <a16:creationId xmlns:a16="http://schemas.microsoft.com/office/drawing/2014/main" id="{69107238-7489-CD93-3313-768F7BE308BC}"/>
              </a:ext>
            </a:extLst>
          </p:cNvPr>
          <p:cNvSpPr/>
          <p:nvPr/>
        </p:nvSpPr>
        <p:spPr>
          <a:xfrm>
            <a:off x="6471860" y="6614437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477" name="tx225">
            <a:extLst>
              <a:ext uri="{FF2B5EF4-FFF2-40B4-BE49-F238E27FC236}">
                <a16:creationId xmlns:a16="http://schemas.microsoft.com/office/drawing/2014/main" id="{0B831DA0-6C6E-3CAD-4A60-A695BC58FE41}"/>
              </a:ext>
            </a:extLst>
          </p:cNvPr>
          <p:cNvSpPr/>
          <p:nvPr/>
        </p:nvSpPr>
        <p:spPr>
          <a:xfrm>
            <a:off x="6471860" y="5982120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478" name="tx226">
            <a:extLst>
              <a:ext uri="{FF2B5EF4-FFF2-40B4-BE49-F238E27FC236}">
                <a16:creationId xmlns:a16="http://schemas.microsoft.com/office/drawing/2014/main" id="{C452A788-C4F3-8C86-0EB0-4F66085B49C3}"/>
              </a:ext>
            </a:extLst>
          </p:cNvPr>
          <p:cNvSpPr/>
          <p:nvPr/>
        </p:nvSpPr>
        <p:spPr>
          <a:xfrm>
            <a:off x="6752815" y="8740486"/>
            <a:ext cx="155448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479" name="tx227">
            <a:extLst>
              <a:ext uri="{FF2B5EF4-FFF2-40B4-BE49-F238E27FC236}">
                <a16:creationId xmlns:a16="http://schemas.microsoft.com/office/drawing/2014/main" id="{8CCE4BDC-AE9F-E0B2-3EB2-1D1B72624C89}"/>
              </a:ext>
            </a:extLst>
          </p:cNvPr>
          <p:cNvSpPr/>
          <p:nvPr/>
        </p:nvSpPr>
        <p:spPr>
          <a:xfrm>
            <a:off x="7803822" y="8740486"/>
            <a:ext cx="155448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480" name="tx228">
            <a:extLst>
              <a:ext uri="{FF2B5EF4-FFF2-40B4-BE49-F238E27FC236}">
                <a16:creationId xmlns:a16="http://schemas.microsoft.com/office/drawing/2014/main" id="{AE69AC53-C2F7-67C4-1632-065D3AFCAAB1}"/>
              </a:ext>
            </a:extLst>
          </p:cNvPr>
          <p:cNvSpPr/>
          <p:nvPr/>
        </p:nvSpPr>
        <p:spPr>
          <a:xfrm>
            <a:off x="8854829" y="8740486"/>
            <a:ext cx="155448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481" name="tx229">
            <a:extLst>
              <a:ext uri="{FF2B5EF4-FFF2-40B4-BE49-F238E27FC236}">
                <a16:creationId xmlns:a16="http://schemas.microsoft.com/office/drawing/2014/main" id="{E973D9C8-A704-1B2D-9979-42602C5275E7}"/>
              </a:ext>
            </a:extLst>
          </p:cNvPr>
          <p:cNvSpPr/>
          <p:nvPr/>
        </p:nvSpPr>
        <p:spPr>
          <a:xfrm>
            <a:off x="9905836" y="8740486"/>
            <a:ext cx="155448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482" name="tx230">
            <a:extLst>
              <a:ext uri="{FF2B5EF4-FFF2-40B4-BE49-F238E27FC236}">
                <a16:creationId xmlns:a16="http://schemas.microsoft.com/office/drawing/2014/main" id="{E3DA5471-2D97-55EC-B2D9-AFA262549380}"/>
              </a:ext>
            </a:extLst>
          </p:cNvPr>
          <p:cNvSpPr/>
          <p:nvPr/>
        </p:nvSpPr>
        <p:spPr>
          <a:xfrm>
            <a:off x="10925754" y="8740486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483" name="tx231">
            <a:extLst>
              <a:ext uri="{FF2B5EF4-FFF2-40B4-BE49-F238E27FC236}">
                <a16:creationId xmlns:a16="http://schemas.microsoft.com/office/drawing/2014/main" id="{C9B9F0EE-853E-1730-CCE5-0F0EAE459EAD}"/>
              </a:ext>
            </a:extLst>
          </p:cNvPr>
          <p:cNvSpPr/>
          <p:nvPr/>
        </p:nvSpPr>
        <p:spPr>
          <a:xfrm>
            <a:off x="8548516" y="8878790"/>
            <a:ext cx="696407" cy="1000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RDA Offset</a:t>
            </a:r>
          </a:p>
        </p:txBody>
      </p:sp>
      <p:sp>
        <p:nvSpPr>
          <p:cNvPr id="484" name="tx232">
            <a:extLst>
              <a:ext uri="{FF2B5EF4-FFF2-40B4-BE49-F238E27FC236}">
                <a16:creationId xmlns:a16="http://schemas.microsoft.com/office/drawing/2014/main" id="{C6A208E6-6C9D-D622-39DD-CDC9AF721593}"/>
              </a:ext>
            </a:extLst>
          </p:cNvPr>
          <p:cNvSpPr/>
          <p:nvPr/>
        </p:nvSpPr>
        <p:spPr>
          <a:xfrm rot="16200000">
            <a:off x="6109162" y="7236741"/>
            <a:ext cx="496884" cy="1000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Survival</a:t>
            </a:r>
          </a:p>
        </p:txBody>
      </p:sp>
      <p:grpSp>
        <p:nvGrpSpPr>
          <p:cNvPr id="1313" name="Group 1312">
            <a:extLst>
              <a:ext uri="{FF2B5EF4-FFF2-40B4-BE49-F238E27FC236}">
                <a16:creationId xmlns:a16="http://schemas.microsoft.com/office/drawing/2014/main" id="{A288D557-6D8C-0440-983E-6A00F55D718A}"/>
              </a:ext>
            </a:extLst>
          </p:cNvPr>
          <p:cNvGrpSpPr/>
          <p:nvPr/>
        </p:nvGrpSpPr>
        <p:grpSpPr>
          <a:xfrm>
            <a:off x="11239631" y="5895661"/>
            <a:ext cx="1500534" cy="1037460"/>
            <a:chOff x="11176570" y="7007106"/>
            <a:chExt cx="865849" cy="598643"/>
          </a:xfrm>
        </p:grpSpPr>
        <p:sp>
          <p:nvSpPr>
            <p:cNvPr id="485" name="tx233">
              <a:extLst>
                <a:ext uri="{FF2B5EF4-FFF2-40B4-BE49-F238E27FC236}">
                  <a16:creationId xmlns:a16="http://schemas.microsoft.com/office/drawing/2014/main" id="{346BA634-7C7A-E3F2-8B8C-D9AE2E9BDE45}"/>
                </a:ext>
              </a:extLst>
            </p:cNvPr>
            <p:cNvSpPr/>
            <p:nvPr/>
          </p:nvSpPr>
          <p:spPr>
            <a:xfrm>
              <a:off x="11176570" y="7007106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86" name="pt234">
              <a:extLst>
                <a:ext uri="{FF2B5EF4-FFF2-40B4-BE49-F238E27FC236}">
                  <a16:creationId xmlns:a16="http://schemas.microsoft.com/office/drawing/2014/main" id="{FBE728AA-573E-0700-E5ED-E4E98521DB26}"/>
                </a:ext>
              </a:extLst>
            </p:cNvPr>
            <p:cNvSpPr/>
            <p:nvPr/>
          </p:nvSpPr>
          <p:spPr>
            <a:xfrm>
              <a:off x="11314665" y="7231413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7" name="rc235">
              <a:extLst>
                <a:ext uri="{FF2B5EF4-FFF2-40B4-BE49-F238E27FC236}">
                  <a16:creationId xmlns:a16="http://schemas.microsoft.com/office/drawing/2014/main" id="{BA69A724-AFD5-DAFF-84C1-9560A7945CEB}"/>
                </a:ext>
              </a:extLst>
            </p:cNvPr>
            <p:cNvSpPr/>
            <p:nvPr/>
          </p:nvSpPr>
          <p:spPr>
            <a:xfrm>
              <a:off x="11250089" y="7166837"/>
              <a:ext cx="219455" cy="219456"/>
            </a:xfrm>
            <a:prstGeom prst="rect">
              <a:avLst/>
            </a:pr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88" name="pl236">
              <a:extLst>
                <a:ext uri="{FF2B5EF4-FFF2-40B4-BE49-F238E27FC236}">
                  <a16:creationId xmlns:a16="http://schemas.microsoft.com/office/drawing/2014/main" id="{4ED699CB-C264-B104-426B-A1D281C6494E}"/>
                </a:ext>
              </a:extLst>
            </p:cNvPr>
            <p:cNvSpPr/>
            <p:nvPr/>
          </p:nvSpPr>
          <p:spPr>
            <a:xfrm>
              <a:off x="11272034" y="727656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9" name="pt237">
              <a:extLst>
                <a:ext uri="{FF2B5EF4-FFF2-40B4-BE49-F238E27FC236}">
                  <a16:creationId xmlns:a16="http://schemas.microsoft.com/office/drawing/2014/main" id="{B0A6BDE1-0671-37EA-B922-ADE287790B60}"/>
                </a:ext>
              </a:extLst>
            </p:cNvPr>
            <p:cNvSpPr/>
            <p:nvPr/>
          </p:nvSpPr>
          <p:spPr>
            <a:xfrm>
              <a:off x="11314665" y="7450869"/>
              <a:ext cx="90303" cy="90303"/>
            </a:xfrm>
            <a:prstGeom prst="ellipse">
              <a:avLst/>
            </a:pr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0" name="rc238">
              <a:extLst>
                <a:ext uri="{FF2B5EF4-FFF2-40B4-BE49-F238E27FC236}">
                  <a16:creationId xmlns:a16="http://schemas.microsoft.com/office/drawing/2014/main" id="{1282E484-BBCF-E86D-C917-FF6A6E076910}"/>
                </a:ext>
              </a:extLst>
            </p:cNvPr>
            <p:cNvSpPr/>
            <p:nvPr/>
          </p:nvSpPr>
          <p:spPr>
            <a:xfrm>
              <a:off x="11250089" y="7386293"/>
              <a:ext cx="219455" cy="219456"/>
            </a:xfrm>
            <a:prstGeom prst="rect">
              <a:avLst/>
            </a:pr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491" name="pl239">
              <a:extLst>
                <a:ext uri="{FF2B5EF4-FFF2-40B4-BE49-F238E27FC236}">
                  <a16:creationId xmlns:a16="http://schemas.microsoft.com/office/drawing/2014/main" id="{6582D8B2-C6FE-C580-CDAC-5718AEC0CECA}"/>
                </a:ext>
              </a:extLst>
            </p:cNvPr>
            <p:cNvSpPr/>
            <p:nvPr/>
          </p:nvSpPr>
          <p:spPr>
            <a:xfrm>
              <a:off x="11272034" y="7496021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2" name="tx240">
              <a:extLst>
                <a:ext uri="{FF2B5EF4-FFF2-40B4-BE49-F238E27FC236}">
                  <a16:creationId xmlns:a16="http://schemas.microsoft.com/office/drawing/2014/main" id="{729F7117-B825-A656-CE7D-7EECF204B7ED}"/>
                </a:ext>
              </a:extLst>
            </p:cNvPr>
            <p:cNvSpPr/>
            <p:nvPr/>
          </p:nvSpPr>
          <p:spPr>
            <a:xfrm>
              <a:off x="11539134" y="7236560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493" name="tx241">
              <a:extLst>
                <a:ext uri="{FF2B5EF4-FFF2-40B4-BE49-F238E27FC236}">
                  <a16:creationId xmlns:a16="http://schemas.microsoft.com/office/drawing/2014/main" id="{E997B6B5-5361-1501-A647-9CD943A6730A}"/>
                </a:ext>
              </a:extLst>
            </p:cNvPr>
            <p:cNvSpPr/>
            <p:nvPr/>
          </p:nvSpPr>
          <p:spPr>
            <a:xfrm>
              <a:off x="11539134" y="7456016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</p:grpSp>
      <p:sp>
        <p:nvSpPr>
          <p:cNvPr id="494" name="tx242">
            <a:extLst>
              <a:ext uri="{FF2B5EF4-FFF2-40B4-BE49-F238E27FC236}">
                <a16:creationId xmlns:a16="http://schemas.microsoft.com/office/drawing/2014/main" id="{DF42D1E8-976D-086C-9AA9-506F59DE568F}"/>
              </a:ext>
            </a:extLst>
          </p:cNvPr>
          <p:cNvSpPr/>
          <p:nvPr/>
        </p:nvSpPr>
        <p:spPr>
          <a:xfrm>
            <a:off x="6720788" y="5489848"/>
            <a:ext cx="3379805" cy="1199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(D) 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Survival in Current and Future Treatments vs </a:t>
            </a:r>
          </a:p>
        </p:txBody>
      </p:sp>
      <p:sp>
        <p:nvSpPr>
          <p:cNvPr id="495" name="tx243">
            <a:extLst>
              <a:ext uri="{FF2B5EF4-FFF2-40B4-BE49-F238E27FC236}">
                <a16:creationId xmlns:a16="http://schemas.microsoft.com/office/drawing/2014/main" id="{A5EBAC71-0DF8-CBE9-8671-A8A47FFD6F35}"/>
              </a:ext>
            </a:extLst>
          </p:cNvPr>
          <p:cNvSpPr/>
          <p:nvPr/>
        </p:nvSpPr>
        <p:spPr>
          <a:xfrm>
            <a:off x="6817474" y="5670899"/>
            <a:ext cx="834847" cy="1199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RDA Offset</a:t>
            </a:r>
          </a:p>
        </p:txBody>
      </p: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693E1BD5-B5DC-D2D2-817E-49B7C116962E}"/>
              </a:ext>
            </a:extLst>
          </p:cNvPr>
          <p:cNvGrpSpPr/>
          <p:nvPr/>
        </p:nvGrpSpPr>
        <p:grpSpPr>
          <a:xfrm>
            <a:off x="1099593" y="9553347"/>
            <a:ext cx="4733735" cy="3488977"/>
            <a:chOff x="983988" y="983989"/>
            <a:chExt cx="4733735" cy="3488977"/>
          </a:xfrm>
        </p:grpSpPr>
        <p:sp>
          <p:nvSpPr>
            <p:cNvPr id="500" name="pl5">
              <a:extLst>
                <a:ext uri="{FF2B5EF4-FFF2-40B4-BE49-F238E27FC236}">
                  <a16:creationId xmlns:a16="http://schemas.microsoft.com/office/drawing/2014/main" id="{2063B2C4-4053-626B-C586-D048D6241C7B}"/>
                </a:ext>
              </a:extLst>
            </p:cNvPr>
            <p:cNvSpPr/>
            <p:nvPr/>
          </p:nvSpPr>
          <p:spPr>
            <a:xfrm>
              <a:off x="1428519" y="372937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1" name="pl6">
              <a:extLst>
                <a:ext uri="{FF2B5EF4-FFF2-40B4-BE49-F238E27FC236}">
                  <a16:creationId xmlns:a16="http://schemas.microsoft.com/office/drawing/2014/main" id="{EC8DD082-312D-0413-83FE-11CD36AEA336}"/>
                </a:ext>
              </a:extLst>
            </p:cNvPr>
            <p:cNvSpPr/>
            <p:nvPr/>
          </p:nvSpPr>
          <p:spPr>
            <a:xfrm>
              <a:off x="1428519" y="3097058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2" name="pl7">
              <a:extLst>
                <a:ext uri="{FF2B5EF4-FFF2-40B4-BE49-F238E27FC236}">
                  <a16:creationId xmlns:a16="http://schemas.microsoft.com/office/drawing/2014/main" id="{2188DF84-DE73-E1ED-0992-8B8B8FC11154}"/>
                </a:ext>
              </a:extLst>
            </p:cNvPr>
            <p:cNvSpPr/>
            <p:nvPr/>
          </p:nvSpPr>
          <p:spPr>
            <a:xfrm>
              <a:off x="1428519" y="246474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3" name="pl8">
              <a:extLst>
                <a:ext uri="{FF2B5EF4-FFF2-40B4-BE49-F238E27FC236}">
                  <a16:creationId xmlns:a16="http://schemas.microsoft.com/office/drawing/2014/main" id="{B3F79D28-3869-F93E-87CD-F25AB5291969}"/>
                </a:ext>
              </a:extLst>
            </p:cNvPr>
            <p:cNvSpPr/>
            <p:nvPr/>
          </p:nvSpPr>
          <p:spPr>
            <a:xfrm>
              <a:off x="1428519" y="183242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4" name="pl9">
              <a:extLst>
                <a:ext uri="{FF2B5EF4-FFF2-40B4-BE49-F238E27FC236}">
                  <a16:creationId xmlns:a16="http://schemas.microsoft.com/office/drawing/2014/main" id="{97A550FA-A260-5F0B-0F09-D0C1267ADAED}"/>
                </a:ext>
              </a:extLst>
            </p:cNvPr>
            <p:cNvSpPr/>
            <p:nvPr/>
          </p:nvSpPr>
          <p:spPr>
            <a:xfrm>
              <a:off x="206297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5" name="pl10">
              <a:extLst>
                <a:ext uri="{FF2B5EF4-FFF2-40B4-BE49-F238E27FC236}">
                  <a16:creationId xmlns:a16="http://schemas.microsoft.com/office/drawing/2014/main" id="{8CBA5F95-3BD4-02D0-C6B5-61946CF080F2}"/>
                </a:ext>
              </a:extLst>
            </p:cNvPr>
            <p:cNvSpPr/>
            <p:nvPr/>
          </p:nvSpPr>
          <p:spPr>
            <a:xfrm>
              <a:off x="320416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6" name="pl11">
              <a:extLst>
                <a:ext uri="{FF2B5EF4-FFF2-40B4-BE49-F238E27FC236}">
                  <a16:creationId xmlns:a16="http://schemas.microsoft.com/office/drawing/2014/main" id="{9981BFA6-3127-B8C1-47BB-69B0C70F3EC9}"/>
                </a:ext>
              </a:extLst>
            </p:cNvPr>
            <p:cNvSpPr/>
            <p:nvPr/>
          </p:nvSpPr>
          <p:spPr>
            <a:xfrm>
              <a:off x="4345360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7" name="pl12">
              <a:extLst>
                <a:ext uri="{FF2B5EF4-FFF2-40B4-BE49-F238E27FC236}">
                  <a16:creationId xmlns:a16="http://schemas.microsoft.com/office/drawing/2014/main" id="{D0C04868-8637-ABDC-2AF1-475574AF9650}"/>
                </a:ext>
              </a:extLst>
            </p:cNvPr>
            <p:cNvSpPr/>
            <p:nvPr/>
          </p:nvSpPr>
          <p:spPr>
            <a:xfrm>
              <a:off x="5486553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8" name="pl13">
              <a:extLst>
                <a:ext uri="{FF2B5EF4-FFF2-40B4-BE49-F238E27FC236}">
                  <a16:creationId xmlns:a16="http://schemas.microsoft.com/office/drawing/2014/main" id="{D579C413-6762-3D3B-17F7-C37D22B87269}"/>
                </a:ext>
              </a:extLst>
            </p:cNvPr>
            <p:cNvSpPr/>
            <p:nvPr/>
          </p:nvSpPr>
          <p:spPr>
            <a:xfrm>
              <a:off x="1428519" y="404553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9" name="pl14">
              <a:extLst>
                <a:ext uri="{FF2B5EF4-FFF2-40B4-BE49-F238E27FC236}">
                  <a16:creationId xmlns:a16="http://schemas.microsoft.com/office/drawing/2014/main" id="{9CDEA760-3906-2726-8965-213E6F4FD453}"/>
                </a:ext>
              </a:extLst>
            </p:cNvPr>
            <p:cNvSpPr/>
            <p:nvPr/>
          </p:nvSpPr>
          <p:spPr>
            <a:xfrm>
              <a:off x="1428519" y="34132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0" name="pl15">
              <a:extLst>
                <a:ext uri="{FF2B5EF4-FFF2-40B4-BE49-F238E27FC236}">
                  <a16:creationId xmlns:a16="http://schemas.microsoft.com/office/drawing/2014/main" id="{4133B0E9-53F2-E5AF-AF4E-384AD4CCED10}"/>
                </a:ext>
              </a:extLst>
            </p:cNvPr>
            <p:cNvSpPr/>
            <p:nvPr/>
          </p:nvSpPr>
          <p:spPr>
            <a:xfrm>
              <a:off x="1428519" y="278090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1" name="pl16">
              <a:extLst>
                <a:ext uri="{FF2B5EF4-FFF2-40B4-BE49-F238E27FC236}">
                  <a16:creationId xmlns:a16="http://schemas.microsoft.com/office/drawing/2014/main" id="{AE8664E5-6091-4CC7-38E0-0F98BE3826CF}"/>
                </a:ext>
              </a:extLst>
            </p:cNvPr>
            <p:cNvSpPr/>
            <p:nvPr/>
          </p:nvSpPr>
          <p:spPr>
            <a:xfrm>
              <a:off x="1428519" y="214858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2" name="pl17">
              <a:extLst>
                <a:ext uri="{FF2B5EF4-FFF2-40B4-BE49-F238E27FC236}">
                  <a16:creationId xmlns:a16="http://schemas.microsoft.com/office/drawing/2014/main" id="{5536B6F4-6B39-60A9-A69E-24F1E988A417}"/>
                </a:ext>
              </a:extLst>
            </p:cNvPr>
            <p:cNvSpPr/>
            <p:nvPr/>
          </p:nvSpPr>
          <p:spPr>
            <a:xfrm>
              <a:off x="1428519" y="151626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3" name="pl18">
              <a:extLst>
                <a:ext uri="{FF2B5EF4-FFF2-40B4-BE49-F238E27FC236}">
                  <a16:creationId xmlns:a16="http://schemas.microsoft.com/office/drawing/2014/main" id="{3E6BFB12-502A-E2E1-1973-D882D34DBB18}"/>
                </a:ext>
              </a:extLst>
            </p:cNvPr>
            <p:cNvSpPr/>
            <p:nvPr/>
          </p:nvSpPr>
          <p:spPr>
            <a:xfrm>
              <a:off x="1492378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4" name="pl19">
              <a:extLst>
                <a:ext uri="{FF2B5EF4-FFF2-40B4-BE49-F238E27FC236}">
                  <a16:creationId xmlns:a16="http://schemas.microsoft.com/office/drawing/2014/main" id="{92DCD449-73FD-1B57-33BF-A138DDB3B154}"/>
                </a:ext>
              </a:extLst>
            </p:cNvPr>
            <p:cNvSpPr/>
            <p:nvPr/>
          </p:nvSpPr>
          <p:spPr>
            <a:xfrm>
              <a:off x="2633571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5" name="pl20">
              <a:extLst>
                <a:ext uri="{FF2B5EF4-FFF2-40B4-BE49-F238E27FC236}">
                  <a16:creationId xmlns:a16="http://schemas.microsoft.com/office/drawing/2014/main" id="{6A399C20-9F6F-0157-D9F7-982AD241E77D}"/>
                </a:ext>
              </a:extLst>
            </p:cNvPr>
            <p:cNvSpPr/>
            <p:nvPr/>
          </p:nvSpPr>
          <p:spPr>
            <a:xfrm>
              <a:off x="3774764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6" name="pl21">
              <a:extLst>
                <a:ext uri="{FF2B5EF4-FFF2-40B4-BE49-F238E27FC236}">
                  <a16:creationId xmlns:a16="http://schemas.microsoft.com/office/drawing/2014/main" id="{D9DB2914-7535-497B-CE28-8C5B4F576C79}"/>
                </a:ext>
              </a:extLst>
            </p:cNvPr>
            <p:cNvSpPr/>
            <p:nvPr/>
          </p:nvSpPr>
          <p:spPr>
            <a:xfrm>
              <a:off x="4915957" y="1389802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7" name="pg22">
              <a:extLst>
                <a:ext uri="{FF2B5EF4-FFF2-40B4-BE49-F238E27FC236}">
                  <a16:creationId xmlns:a16="http://schemas.microsoft.com/office/drawing/2014/main" id="{FCC33798-F116-B588-5152-B76675EA0B5D}"/>
                </a:ext>
              </a:extLst>
            </p:cNvPr>
            <p:cNvSpPr/>
            <p:nvPr/>
          </p:nvSpPr>
          <p:spPr>
            <a:xfrm>
              <a:off x="52999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8" name="pg23">
              <a:extLst>
                <a:ext uri="{FF2B5EF4-FFF2-40B4-BE49-F238E27FC236}">
                  <a16:creationId xmlns:a16="http://schemas.microsoft.com/office/drawing/2014/main" id="{C68EAE54-15C2-69CB-94D6-BF12BDDB2903}"/>
                </a:ext>
              </a:extLst>
            </p:cNvPr>
            <p:cNvSpPr/>
            <p:nvPr/>
          </p:nvSpPr>
          <p:spPr>
            <a:xfrm>
              <a:off x="479731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9" name="pg24">
              <a:extLst>
                <a:ext uri="{FF2B5EF4-FFF2-40B4-BE49-F238E27FC236}">
                  <a16:creationId xmlns:a16="http://schemas.microsoft.com/office/drawing/2014/main" id="{102C74B9-F50A-4A3A-F0C9-E1B2A9F7589B}"/>
                </a:ext>
              </a:extLst>
            </p:cNvPr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0" name="pg25">
              <a:extLst>
                <a:ext uri="{FF2B5EF4-FFF2-40B4-BE49-F238E27FC236}">
                  <a16:creationId xmlns:a16="http://schemas.microsoft.com/office/drawing/2014/main" id="{FAFE448E-F8A6-FE73-145E-63996E54B3E4}"/>
                </a:ext>
              </a:extLst>
            </p:cNvPr>
            <p:cNvSpPr/>
            <p:nvPr/>
          </p:nvSpPr>
          <p:spPr>
            <a:xfrm>
              <a:off x="47943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1" name="pg26">
              <a:extLst>
                <a:ext uri="{FF2B5EF4-FFF2-40B4-BE49-F238E27FC236}">
                  <a16:creationId xmlns:a16="http://schemas.microsoft.com/office/drawing/2014/main" id="{52C29D52-0ECB-9CBB-7DCF-5D8481DCD694}"/>
                </a:ext>
              </a:extLst>
            </p:cNvPr>
            <p:cNvSpPr/>
            <p:nvPr/>
          </p:nvSpPr>
          <p:spPr>
            <a:xfrm>
              <a:off x="47010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2" name="pg27">
              <a:extLst>
                <a:ext uri="{FF2B5EF4-FFF2-40B4-BE49-F238E27FC236}">
                  <a16:creationId xmlns:a16="http://schemas.microsoft.com/office/drawing/2014/main" id="{138C528F-BF1D-0654-0C9E-B9AD7D19FABE}"/>
                </a:ext>
              </a:extLst>
            </p:cNvPr>
            <p:cNvSpPr/>
            <p:nvPr/>
          </p:nvSpPr>
          <p:spPr>
            <a:xfrm>
              <a:off x="47360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3" name="pg28">
              <a:extLst>
                <a:ext uri="{FF2B5EF4-FFF2-40B4-BE49-F238E27FC236}">
                  <a16:creationId xmlns:a16="http://schemas.microsoft.com/office/drawing/2014/main" id="{E113CF06-4C18-0B53-6530-E3016DB032AD}"/>
                </a:ext>
              </a:extLst>
            </p:cNvPr>
            <p:cNvSpPr/>
            <p:nvPr/>
          </p:nvSpPr>
          <p:spPr>
            <a:xfrm>
              <a:off x="37134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4" name="pg29">
              <a:extLst>
                <a:ext uri="{FF2B5EF4-FFF2-40B4-BE49-F238E27FC236}">
                  <a16:creationId xmlns:a16="http://schemas.microsoft.com/office/drawing/2014/main" id="{51A1EA51-E13E-D616-A6EE-1D50226E7C6A}"/>
                </a:ext>
              </a:extLst>
            </p:cNvPr>
            <p:cNvSpPr/>
            <p:nvPr/>
          </p:nvSpPr>
          <p:spPr>
            <a:xfrm>
              <a:off x="33245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5" name="pg30">
              <a:extLst>
                <a:ext uri="{FF2B5EF4-FFF2-40B4-BE49-F238E27FC236}">
                  <a16:creationId xmlns:a16="http://schemas.microsoft.com/office/drawing/2014/main" id="{509B01BD-70DE-4002-AAEE-B8E2754C9DAB}"/>
                </a:ext>
              </a:extLst>
            </p:cNvPr>
            <p:cNvSpPr/>
            <p:nvPr/>
          </p:nvSpPr>
          <p:spPr>
            <a:xfrm>
              <a:off x="327214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6" name="pg31">
              <a:extLst>
                <a:ext uri="{FF2B5EF4-FFF2-40B4-BE49-F238E27FC236}">
                  <a16:creationId xmlns:a16="http://schemas.microsoft.com/office/drawing/2014/main" id="{D81EB659-A9BC-9722-030B-6F96DEA96576}"/>
                </a:ext>
              </a:extLst>
            </p:cNvPr>
            <p:cNvSpPr/>
            <p:nvPr/>
          </p:nvSpPr>
          <p:spPr>
            <a:xfrm>
              <a:off x="473016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7" name="pg32">
              <a:extLst>
                <a:ext uri="{FF2B5EF4-FFF2-40B4-BE49-F238E27FC236}">
                  <a16:creationId xmlns:a16="http://schemas.microsoft.com/office/drawing/2014/main" id="{AC18A17A-7A3D-AF9B-3BA9-CC239E6EF04C}"/>
                </a:ext>
              </a:extLst>
            </p:cNvPr>
            <p:cNvSpPr/>
            <p:nvPr/>
          </p:nvSpPr>
          <p:spPr>
            <a:xfrm>
              <a:off x="3642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8" name="pg33">
              <a:extLst>
                <a:ext uri="{FF2B5EF4-FFF2-40B4-BE49-F238E27FC236}">
                  <a16:creationId xmlns:a16="http://schemas.microsoft.com/office/drawing/2014/main" id="{7155AA88-0394-B178-3068-163FE028F498}"/>
                </a:ext>
              </a:extLst>
            </p:cNvPr>
            <p:cNvSpPr/>
            <p:nvPr/>
          </p:nvSpPr>
          <p:spPr>
            <a:xfrm>
              <a:off x="462516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9" name="pg34">
              <a:extLst>
                <a:ext uri="{FF2B5EF4-FFF2-40B4-BE49-F238E27FC236}">
                  <a16:creationId xmlns:a16="http://schemas.microsoft.com/office/drawing/2014/main" id="{28712211-3A94-2C24-698B-602BBAECBCAD}"/>
                </a:ext>
              </a:extLst>
            </p:cNvPr>
            <p:cNvSpPr/>
            <p:nvPr/>
          </p:nvSpPr>
          <p:spPr>
            <a:xfrm>
              <a:off x="32974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0" name="pg35">
              <a:extLst>
                <a:ext uri="{FF2B5EF4-FFF2-40B4-BE49-F238E27FC236}">
                  <a16:creationId xmlns:a16="http://schemas.microsoft.com/office/drawing/2014/main" id="{249660E4-88EB-5BD4-EE60-CA52DE4F1B46}"/>
                </a:ext>
              </a:extLst>
            </p:cNvPr>
            <p:cNvSpPr/>
            <p:nvPr/>
          </p:nvSpPr>
          <p:spPr>
            <a:xfrm>
              <a:off x="331080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1" name="pg36">
              <a:extLst>
                <a:ext uri="{FF2B5EF4-FFF2-40B4-BE49-F238E27FC236}">
                  <a16:creationId xmlns:a16="http://schemas.microsoft.com/office/drawing/2014/main" id="{A8DD8143-D0E9-6E26-92E4-99072EBE7F26}"/>
                </a:ext>
              </a:extLst>
            </p:cNvPr>
            <p:cNvSpPr/>
            <p:nvPr/>
          </p:nvSpPr>
          <p:spPr>
            <a:xfrm>
              <a:off x="35083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2" name="pg37">
              <a:extLst>
                <a:ext uri="{FF2B5EF4-FFF2-40B4-BE49-F238E27FC236}">
                  <a16:creationId xmlns:a16="http://schemas.microsoft.com/office/drawing/2014/main" id="{E9BD5935-71D9-398A-5FBB-E956E0DFD0E7}"/>
                </a:ext>
              </a:extLst>
            </p:cNvPr>
            <p:cNvSpPr/>
            <p:nvPr/>
          </p:nvSpPr>
          <p:spPr>
            <a:xfrm>
              <a:off x="52978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3" name="pg38">
              <a:extLst>
                <a:ext uri="{FF2B5EF4-FFF2-40B4-BE49-F238E27FC236}">
                  <a16:creationId xmlns:a16="http://schemas.microsoft.com/office/drawing/2014/main" id="{DE6EBAA3-9418-467D-5E6E-A2AEB484580E}"/>
                </a:ext>
              </a:extLst>
            </p:cNvPr>
            <p:cNvSpPr/>
            <p:nvPr/>
          </p:nvSpPr>
          <p:spPr>
            <a:xfrm>
              <a:off x="453515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4" name="pg39">
              <a:extLst>
                <a:ext uri="{FF2B5EF4-FFF2-40B4-BE49-F238E27FC236}">
                  <a16:creationId xmlns:a16="http://schemas.microsoft.com/office/drawing/2014/main" id="{2C02156C-D88C-DAFE-1210-C56669C48128}"/>
                </a:ext>
              </a:extLst>
            </p:cNvPr>
            <p:cNvSpPr/>
            <p:nvPr/>
          </p:nvSpPr>
          <p:spPr>
            <a:xfrm>
              <a:off x="46283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5" name="pg40">
              <a:extLst>
                <a:ext uri="{FF2B5EF4-FFF2-40B4-BE49-F238E27FC236}">
                  <a16:creationId xmlns:a16="http://schemas.microsoft.com/office/drawing/2014/main" id="{3E49AB79-8E3F-A20D-11FA-C49B6D589335}"/>
                </a:ext>
              </a:extLst>
            </p:cNvPr>
            <p:cNvSpPr/>
            <p:nvPr/>
          </p:nvSpPr>
          <p:spPr>
            <a:xfrm>
              <a:off x="453240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6" name="pg41">
              <a:extLst>
                <a:ext uri="{FF2B5EF4-FFF2-40B4-BE49-F238E27FC236}">
                  <a16:creationId xmlns:a16="http://schemas.microsoft.com/office/drawing/2014/main" id="{65C3AB5E-881C-7E4F-3ABD-AA7229B960E4}"/>
                </a:ext>
              </a:extLst>
            </p:cNvPr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7" name="pg42">
              <a:extLst>
                <a:ext uri="{FF2B5EF4-FFF2-40B4-BE49-F238E27FC236}">
                  <a16:creationId xmlns:a16="http://schemas.microsoft.com/office/drawing/2014/main" id="{8C095C2F-3120-5F41-F7CC-F4C98750D270}"/>
                </a:ext>
              </a:extLst>
            </p:cNvPr>
            <p:cNvSpPr/>
            <p:nvPr/>
          </p:nvSpPr>
          <p:spPr>
            <a:xfrm>
              <a:off x="328400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8" name="pg43">
              <a:extLst>
                <a:ext uri="{FF2B5EF4-FFF2-40B4-BE49-F238E27FC236}">
                  <a16:creationId xmlns:a16="http://schemas.microsoft.com/office/drawing/2014/main" id="{61612E7E-9B08-DA89-2F89-F9BC340775A8}"/>
                </a:ext>
              </a:extLst>
            </p:cNvPr>
            <p:cNvSpPr/>
            <p:nvPr/>
          </p:nvSpPr>
          <p:spPr>
            <a:xfrm>
              <a:off x="368489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9" name="pg44">
              <a:extLst>
                <a:ext uri="{FF2B5EF4-FFF2-40B4-BE49-F238E27FC236}">
                  <a16:creationId xmlns:a16="http://schemas.microsoft.com/office/drawing/2014/main" id="{AB9DE395-F5BB-431B-48FB-E822F4538E56}"/>
                </a:ext>
              </a:extLst>
            </p:cNvPr>
            <p:cNvSpPr/>
            <p:nvPr/>
          </p:nvSpPr>
          <p:spPr>
            <a:xfrm>
              <a:off x="35206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0" name="pg45">
              <a:extLst>
                <a:ext uri="{FF2B5EF4-FFF2-40B4-BE49-F238E27FC236}">
                  <a16:creationId xmlns:a16="http://schemas.microsoft.com/office/drawing/2014/main" id="{CDE1600E-BEA5-795B-C3AA-EA3758DAF366}"/>
                </a:ext>
              </a:extLst>
            </p:cNvPr>
            <p:cNvSpPr/>
            <p:nvPr/>
          </p:nvSpPr>
          <p:spPr>
            <a:xfrm>
              <a:off x="470175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1" name="pt46">
              <a:extLst>
                <a:ext uri="{FF2B5EF4-FFF2-40B4-BE49-F238E27FC236}">
                  <a16:creationId xmlns:a16="http://schemas.microsoft.com/office/drawing/2014/main" id="{EC74A665-F0EF-017A-65C9-F737EF21C4AA}"/>
                </a:ext>
              </a:extLst>
            </p:cNvPr>
            <p:cNvSpPr/>
            <p:nvPr/>
          </p:nvSpPr>
          <p:spPr>
            <a:xfrm>
              <a:off x="24426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2" name="pt47">
              <a:extLst>
                <a:ext uri="{FF2B5EF4-FFF2-40B4-BE49-F238E27FC236}">
                  <a16:creationId xmlns:a16="http://schemas.microsoft.com/office/drawing/2014/main" id="{D3233F11-551A-CE32-CDB4-35D7F693BB98}"/>
                </a:ext>
              </a:extLst>
            </p:cNvPr>
            <p:cNvSpPr/>
            <p:nvPr/>
          </p:nvSpPr>
          <p:spPr>
            <a:xfrm>
              <a:off x="291217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3" name="pt48">
              <a:extLst>
                <a:ext uri="{FF2B5EF4-FFF2-40B4-BE49-F238E27FC236}">
                  <a16:creationId xmlns:a16="http://schemas.microsoft.com/office/drawing/2014/main" id="{A3F99C87-D968-D46C-3F77-20243D17E95C}"/>
                </a:ext>
              </a:extLst>
            </p:cNvPr>
            <p:cNvSpPr/>
            <p:nvPr/>
          </p:nvSpPr>
          <p:spPr>
            <a:xfrm>
              <a:off x="475968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4" name="pt49">
              <a:extLst>
                <a:ext uri="{FF2B5EF4-FFF2-40B4-BE49-F238E27FC236}">
                  <a16:creationId xmlns:a16="http://schemas.microsoft.com/office/drawing/2014/main" id="{7FD3EA4A-8076-F027-FE1E-980207AE96AB}"/>
                </a:ext>
              </a:extLst>
            </p:cNvPr>
            <p:cNvSpPr/>
            <p:nvPr/>
          </p:nvSpPr>
          <p:spPr>
            <a:xfrm>
              <a:off x="22963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5" name="pt50">
              <a:extLst>
                <a:ext uri="{FF2B5EF4-FFF2-40B4-BE49-F238E27FC236}">
                  <a16:creationId xmlns:a16="http://schemas.microsoft.com/office/drawing/2014/main" id="{7BA5DE3F-101B-97DF-6414-FAE14FB99851}"/>
                </a:ext>
              </a:extLst>
            </p:cNvPr>
            <p:cNvSpPr/>
            <p:nvPr/>
          </p:nvSpPr>
          <p:spPr>
            <a:xfrm>
              <a:off x="484218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6" name="pt51">
              <a:extLst>
                <a:ext uri="{FF2B5EF4-FFF2-40B4-BE49-F238E27FC236}">
                  <a16:creationId xmlns:a16="http://schemas.microsoft.com/office/drawing/2014/main" id="{B7EBF45C-67E3-35AD-A0BC-4FBE18A12199}"/>
                </a:ext>
              </a:extLst>
            </p:cNvPr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7" name="pt52">
              <a:extLst>
                <a:ext uri="{FF2B5EF4-FFF2-40B4-BE49-F238E27FC236}">
                  <a16:creationId xmlns:a16="http://schemas.microsoft.com/office/drawing/2014/main" id="{4B2B3D33-128A-D2B6-ED40-909769F5A752}"/>
                </a:ext>
              </a:extLst>
            </p:cNvPr>
            <p:cNvSpPr/>
            <p:nvPr/>
          </p:nvSpPr>
          <p:spPr>
            <a:xfrm>
              <a:off x="2308671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8" name="pt53">
              <a:extLst>
                <a:ext uri="{FF2B5EF4-FFF2-40B4-BE49-F238E27FC236}">
                  <a16:creationId xmlns:a16="http://schemas.microsoft.com/office/drawing/2014/main" id="{A399B56D-3262-B8D1-6C0E-774788B2BC2A}"/>
                </a:ext>
              </a:extLst>
            </p:cNvPr>
            <p:cNvSpPr/>
            <p:nvPr/>
          </p:nvSpPr>
          <p:spPr>
            <a:xfrm>
              <a:off x="3227722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9" name="pt54">
              <a:extLst>
                <a:ext uri="{FF2B5EF4-FFF2-40B4-BE49-F238E27FC236}">
                  <a16:creationId xmlns:a16="http://schemas.microsoft.com/office/drawing/2014/main" id="{7BC462BC-D424-9F5E-D7FE-3EB3668F1CB4}"/>
                </a:ext>
              </a:extLst>
            </p:cNvPr>
            <p:cNvSpPr/>
            <p:nvPr/>
          </p:nvSpPr>
          <p:spPr>
            <a:xfrm>
              <a:off x="46604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0" name="pt55">
              <a:extLst>
                <a:ext uri="{FF2B5EF4-FFF2-40B4-BE49-F238E27FC236}">
                  <a16:creationId xmlns:a16="http://schemas.microsoft.com/office/drawing/2014/main" id="{8CAD7327-0B57-C442-AB11-E17F5528CC27}"/>
                </a:ext>
              </a:extLst>
            </p:cNvPr>
            <p:cNvSpPr/>
            <p:nvPr/>
          </p:nvSpPr>
          <p:spPr>
            <a:xfrm>
              <a:off x="322772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1" name="pt56">
              <a:extLst>
                <a:ext uri="{FF2B5EF4-FFF2-40B4-BE49-F238E27FC236}">
                  <a16:creationId xmlns:a16="http://schemas.microsoft.com/office/drawing/2014/main" id="{E8A09EEE-FE49-E5E8-6F61-07178F29054D}"/>
                </a:ext>
              </a:extLst>
            </p:cNvPr>
            <p:cNvSpPr/>
            <p:nvPr/>
          </p:nvSpPr>
          <p:spPr>
            <a:xfrm>
              <a:off x="484212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2" name="pt57">
              <a:extLst>
                <a:ext uri="{FF2B5EF4-FFF2-40B4-BE49-F238E27FC236}">
                  <a16:creationId xmlns:a16="http://schemas.microsoft.com/office/drawing/2014/main" id="{61DF2870-9BF5-3BA5-11E4-13186EEA9562}"/>
                </a:ext>
              </a:extLst>
            </p:cNvPr>
            <p:cNvSpPr/>
            <p:nvPr/>
          </p:nvSpPr>
          <p:spPr>
            <a:xfrm>
              <a:off x="23071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3" name="pt58">
              <a:extLst>
                <a:ext uri="{FF2B5EF4-FFF2-40B4-BE49-F238E27FC236}">
                  <a16:creationId xmlns:a16="http://schemas.microsoft.com/office/drawing/2014/main" id="{388BDF6D-BE4F-0DD1-5344-A174A8267ECD}"/>
                </a:ext>
              </a:extLst>
            </p:cNvPr>
            <p:cNvSpPr/>
            <p:nvPr/>
          </p:nvSpPr>
          <p:spPr>
            <a:xfrm>
              <a:off x="229482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4" name="pt59">
              <a:extLst>
                <a:ext uri="{FF2B5EF4-FFF2-40B4-BE49-F238E27FC236}">
                  <a16:creationId xmlns:a16="http://schemas.microsoft.com/office/drawing/2014/main" id="{9DC83C82-311D-081C-E44E-1862E3CE8F01}"/>
                </a:ext>
              </a:extLst>
            </p:cNvPr>
            <p:cNvSpPr/>
            <p:nvPr/>
          </p:nvSpPr>
          <p:spPr>
            <a:xfrm>
              <a:off x="475975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5" name="pt60">
              <a:extLst>
                <a:ext uri="{FF2B5EF4-FFF2-40B4-BE49-F238E27FC236}">
                  <a16:creationId xmlns:a16="http://schemas.microsoft.com/office/drawing/2014/main" id="{93A035DF-6FB8-25CF-DE1D-192E51D305B9}"/>
                </a:ext>
              </a:extLst>
            </p:cNvPr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6" name="pt61">
              <a:extLst>
                <a:ext uri="{FF2B5EF4-FFF2-40B4-BE49-F238E27FC236}">
                  <a16:creationId xmlns:a16="http://schemas.microsoft.com/office/drawing/2014/main" id="{F7B23598-DF94-A719-ED1C-FC1D9B39EE53}"/>
                </a:ext>
              </a:extLst>
            </p:cNvPr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7" name="pt62">
              <a:extLst>
                <a:ext uri="{FF2B5EF4-FFF2-40B4-BE49-F238E27FC236}">
                  <a16:creationId xmlns:a16="http://schemas.microsoft.com/office/drawing/2014/main" id="{8CFA44D8-7B79-DA46-046A-0C8878675F03}"/>
                </a:ext>
              </a:extLst>
            </p:cNvPr>
            <p:cNvSpPr/>
            <p:nvPr/>
          </p:nvSpPr>
          <p:spPr>
            <a:xfrm>
              <a:off x="494029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8" name="pt63">
              <a:extLst>
                <a:ext uri="{FF2B5EF4-FFF2-40B4-BE49-F238E27FC236}">
                  <a16:creationId xmlns:a16="http://schemas.microsoft.com/office/drawing/2014/main" id="{91B3DBC4-2D7D-B82E-0E66-51310A65DF40}"/>
                </a:ext>
              </a:extLst>
            </p:cNvPr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9" name="pt64">
              <a:extLst>
                <a:ext uri="{FF2B5EF4-FFF2-40B4-BE49-F238E27FC236}">
                  <a16:creationId xmlns:a16="http://schemas.microsoft.com/office/drawing/2014/main" id="{9C338050-C4BC-9BD1-3000-841AB22F05D9}"/>
                </a:ext>
              </a:extLst>
            </p:cNvPr>
            <p:cNvSpPr/>
            <p:nvPr/>
          </p:nvSpPr>
          <p:spPr>
            <a:xfrm>
              <a:off x="466040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0" name="pt65">
              <a:extLst>
                <a:ext uri="{FF2B5EF4-FFF2-40B4-BE49-F238E27FC236}">
                  <a16:creationId xmlns:a16="http://schemas.microsoft.com/office/drawing/2014/main" id="{8F146B3E-3894-88BB-B45D-ADC33AB1F279}"/>
                </a:ext>
              </a:extLst>
            </p:cNvPr>
            <p:cNvSpPr/>
            <p:nvPr/>
          </p:nvSpPr>
          <p:spPr>
            <a:xfrm>
              <a:off x="317598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1" name="pt66">
              <a:extLst>
                <a:ext uri="{FF2B5EF4-FFF2-40B4-BE49-F238E27FC236}">
                  <a16:creationId xmlns:a16="http://schemas.microsoft.com/office/drawing/2014/main" id="{E2D7EE5A-20AB-2C51-D861-675C843CC606}"/>
                </a:ext>
              </a:extLst>
            </p:cNvPr>
            <p:cNvSpPr/>
            <p:nvPr/>
          </p:nvSpPr>
          <p:spPr>
            <a:xfrm>
              <a:off x="244547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2" name="pt67">
              <a:extLst>
                <a:ext uri="{FF2B5EF4-FFF2-40B4-BE49-F238E27FC236}">
                  <a16:creationId xmlns:a16="http://schemas.microsoft.com/office/drawing/2014/main" id="{9F0B4573-52FB-353E-546A-E16A578AE0C6}"/>
                </a:ext>
              </a:extLst>
            </p:cNvPr>
            <p:cNvSpPr/>
            <p:nvPr/>
          </p:nvSpPr>
          <p:spPr>
            <a:xfrm>
              <a:off x="48728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3" name="pt68">
              <a:extLst>
                <a:ext uri="{FF2B5EF4-FFF2-40B4-BE49-F238E27FC236}">
                  <a16:creationId xmlns:a16="http://schemas.microsoft.com/office/drawing/2014/main" id="{17AECEC6-B3D8-A90B-FFD6-D0F931809AFE}"/>
                </a:ext>
              </a:extLst>
            </p:cNvPr>
            <p:cNvSpPr/>
            <p:nvPr/>
          </p:nvSpPr>
          <p:spPr>
            <a:xfrm>
              <a:off x="547760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4" name="pt69">
              <a:extLst>
                <a:ext uri="{FF2B5EF4-FFF2-40B4-BE49-F238E27FC236}">
                  <a16:creationId xmlns:a16="http://schemas.microsoft.com/office/drawing/2014/main" id="{238F841A-306F-976D-AB1F-9919D2813F72}"/>
                </a:ext>
              </a:extLst>
            </p:cNvPr>
            <p:cNvSpPr/>
            <p:nvPr/>
          </p:nvSpPr>
          <p:spPr>
            <a:xfrm>
              <a:off x="29127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5" name="pg70">
              <a:extLst>
                <a:ext uri="{FF2B5EF4-FFF2-40B4-BE49-F238E27FC236}">
                  <a16:creationId xmlns:a16="http://schemas.microsoft.com/office/drawing/2014/main" id="{3788F641-2664-339E-276D-04AC610C8A49}"/>
                </a:ext>
              </a:extLst>
            </p:cNvPr>
            <p:cNvSpPr/>
            <p:nvPr/>
          </p:nvSpPr>
          <p:spPr>
            <a:xfrm>
              <a:off x="329383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6" name="pg71">
              <a:extLst>
                <a:ext uri="{FF2B5EF4-FFF2-40B4-BE49-F238E27FC236}">
                  <a16:creationId xmlns:a16="http://schemas.microsoft.com/office/drawing/2014/main" id="{1F709B5B-F199-C75F-7157-E93ED42D1CAD}"/>
                </a:ext>
              </a:extLst>
            </p:cNvPr>
            <p:cNvSpPr/>
            <p:nvPr/>
          </p:nvSpPr>
          <p:spPr>
            <a:xfrm>
              <a:off x="327894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7" name="pg72">
              <a:extLst>
                <a:ext uri="{FF2B5EF4-FFF2-40B4-BE49-F238E27FC236}">
                  <a16:creationId xmlns:a16="http://schemas.microsoft.com/office/drawing/2014/main" id="{385B2B03-2E0E-7745-D0A1-E22C457AE873}"/>
                </a:ext>
              </a:extLst>
            </p:cNvPr>
            <p:cNvSpPr/>
            <p:nvPr/>
          </p:nvSpPr>
          <p:spPr>
            <a:xfrm>
              <a:off x="4702066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8" name="pg73">
              <a:extLst>
                <a:ext uri="{FF2B5EF4-FFF2-40B4-BE49-F238E27FC236}">
                  <a16:creationId xmlns:a16="http://schemas.microsoft.com/office/drawing/2014/main" id="{0B3B29C1-9310-C774-08BA-7E09F305672D}"/>
                </a:ext>
              </a:extLst>
            </p:cNvPr>
            <p:cNvSpPr/>
            <p:nvPr/>
          </p:nvSpPr>
          <p:spPr>
            <a:xfrm>
              <a:off x="450382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9" name="pg74">
              <a:extLst>
                <a:ext uri="{FF2B5EF4-FFF2-40B4-BE49-F238E27FC236}">
                  <a16:creationId xmlns:a16="http://schemas.microsoft.com/office/drawing/2014/main" id="{35172341-75F3-F544-DA73-AE68ADBB634A}"/>
                </a:ext>
              </a:extLst>
            </p:cNvPr>
            <p:cNvSpPr/>
            <p:nvPr/>
          </p:nvSpPr>
          <p:spPr>
            <a:xfrm>
              <a:off x="476514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0" name="pg75">
              <a:extLst>
                <a:ext uri="{FF2B5EF4-FFF2-40B4-BE49-F238E27FC236}">
                  <a16:creationId xmlns:a16="http://schemas.microsoft.com/office/drawing/2014/main" id="{01ECD699-7C16-B06F-087F-A3397C7B10EF}"/>
                </a:ext>
              </a:extLst>
            </p:cNvPr>
            <p:cNvSpPr/>
            <p:nvPr/>
          </p:nvSpPr>
          <p:spPr>
            <a:xfrm>
              <a:off x="46701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1" name="pg76">
              <a:extLst>
                <a:ext uri="{FF2B5EF4-FFF2-40B4-BE49-F238E27FC236}">
                  <a16:creationId xmlns:a16="http://schemas.microsoft.com/office/drawing/2014/main" id="{BAECC602-918B-C10D-7049-182D37347E1A}"/>
                </a:ext>
              </a:extLst>
            </p:cNvPr>
            <p:cNvSpPr/>
            <p:nvPr/>
          </p:nvSpPr>
          <p:spPr>
            <a:xfrm>
              <a:off x="450113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2" name="pg77">
              <a:extLst>
                <a:ext uri="{FF2B5EF4-FFF2-40B4-BE49-F238E27FC236}">
                  <a16:creationId xmlns:a16="http://schemas.microsoft.com/office/drawing/2014/main" id="{652B282B-2499-50AB-CFF3-B5C6C4D6076C}"/>
                </a:ext>
              </a:extLst>
            </p:cNvPr>
            <p:cNvSpPr/>
            <p:nvPr/>
          </p:nvSpPr>
          <p:spPr>
            <a:xfrm>
              <a:off x="330777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3" name="pg78">
              <a:extLst>
                <a:ext uri="{FF2B5EF4-FFF2-40B4-BE49-F238E27FC236}">
                  <a16:creationId xmlns:a16="http://schemas.microsoft.com/office/drawing/2014/main" id="{28E24A72-FC3D-492C-EDAE-42FD4452D030}"/>
                </a:ext>
              </a:extLst>
            </p:cNvPr>
            <p:cNvSpPr/>
            <p:nvPr/>
          </p:nvSpPr>
          <p:spPr>
            <a:xfrm>
              <a:off x="469891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4" name="pg79">
              <a:extLst>
                <a:ext uri="{FF2B5EF4-FFF2-40B4-BE49-F238E27FC236}">
                  <a16:creationId xmlns:a16="http://schemas.microsoft.com/office/drawing/2014/main" id="{263A6A8C-6633-23D0-18CE-A32C614F355D}"/>
                </a:ext>
              </a:extLst>
            </p:cNvPr>
            <p:cNvSpPr/>
            <p:nvPr/>
          </p:nvSpPr>
          <p:spPr>
            <a:xfrm>
              <a:off x="366141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5" name="pg80">
              <a:extLst>
                <a:ext uri="{FF2B5EF4-FFF2-40B4-BE49-F238E27FC236}">
                  <a16:creationId xmlns:a16="http://schemas.microsoft.com/office/drawing/2014/main" id="{8B907DEE-82EA-E56A-A9D6-9F9F122C21E9}"/>
                </a:ext>
              </a:extLst>
            </p:cNvPr>
            <p:cNvSpPr/>
            <p:nvPr/>
          </p:nvSpPr>
          <p:spPr>
            <a:xfrm>
              <a:off x="32505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6" name="pg81">
              <a:extLst>
                <a:ext uri="{FF2B5EF4-FFF2-40B4-BE49-F238E27FC236}">
                  <a16:creationId xmlns:a16="http://schemas.microsoft.com/office/drawing/2014/main" id="{D4BB3389-0B87-1E12-25D2-1C1E21F5F723}"/>
                </a:ext>
              </a:extLst>
            </p:cNvPr>
            <p:cNvSpPr/>
            <p:nvPr/>
          </p:nvSpPr>
          <p:spPr>
            <a:xfrm>
              <a:off x="3689172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7" name="pg82">
              <a:extLst>
                <a:ext uri="{FF2B5EF4-FFF2-40B4-BE49-F238E27FC236}">
                  <a16:creationId xmlns:a16="http://schemas.microsoft.com/office/drawing/2014/main" id="{E1980FB1-76EC-194A-C5DD-85141F6F6181}"/>
                </a:ext>
              </a:extLst>
            </p:cNvPr>
            <p:cNvSpPr/>
            <p:nvPr/>
          </p:nvSpPr>
          <p:spPr>
            <a:xfrm>
              <a:off x="459560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8" name="pg83">
              <a:extLst>
                <a:ext uri="{FF2B5EF4-FFF2-40B4-BE49-F238E27FC236}">
                  <a16:creationId xmlns:a16="http://schemas.microsoft.com/office/drawing/2014/main" id="{1FFE6698-D5BE-849E-78AF-8F3FF3CC493D}"/>
                </a:ext>
              </a:extLst>
            </p:cNvPr>
            <p:cNvSpPr/>
            <p:nvPr/>
          </p:nvSpPr>
          <p:spPr>
            <a:xfrm>
              <a:off x="347348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9" name="pg84">
              <a:extLst>
                <a:ext uri="{FF2B5EF4-FFF2-40B4-BE49-F238E27FC236}">
                  <a16:creationId xmlns:a16="http://schemas.microsoft.com/office/drawing/2014/main" id="{8CECCB51-02B3-6E62-73C0-CB762B65A241}"/>
                </a:ext>
              </a:extLst>
            </p:cNvPr>
            <p:cNvSpPr/>
            <p:nvPr/>
          </p:nvSpPr>
          <p:spPr>
            <a:xfrm>
              <a:off x="32481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0" name="pg85">
              <a:extLst>
                <a:ext uri="{FF2B5EF4-FFF2-40B4-BE49-F238E27FC236}">
                  <a16:creationId xmlns:a16="http://schemas.microsoft.com/office/drawing/2014/main" id="{43A0692C-20B6-065A-9940-CF11BF43E986}"/>
                </a:ext>
              </a:extLst>
            </p:cNvPr>
            <p:cNvSpPr/>
            <p:nvPr/>
          </p:nvSpPr>
          <p:spPr>
            <a:xfrm>
              <a:off x="362604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1" name="pg86">
              <a:extLst>
                <a:ext uri="{FF2B5EF4-FFF2-40B4-BE49-F238E27FC236}">
                  <a16:creationId xmlns:a16="http://schemas.microsoft.com/office/drawing/2014/main" id="{31C144C8-50C1-2702-5C40-A35F5534FB43}"/>
                </a:ext>
              </a:extLst>
            </p:cNvPr>
            <p:cNvSpPr/>
            <p:nvPr/>
          </p:nvSpPr>
          <p:spPr>
            <a:xfrm>
              <a:off x="45966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2" name="pg87">
              <a:extLst>
                <a:ext uri="{FF2B5EF4-FFF2-40B4-BE49-F238E27FC236}">
                  <a16:creationId xmlns:a16="http://schemas.microsoft.com/office/drawing/2014/main" id="{F522E0F3-4085-A3FE-6AE3-8EB342146E75}"/>
                </a:ext>
              </a:extLst>
            </p:cNvPr>
            <p:cNvSpPr/>
            <p:nvPr/>
          </p:nvSpPr>
          <p:spPr>
            <a:xfrm>
              <a:off x="527616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3" name="pg88">
              <a:extLst>
                <a:ext uri="{FF2B5EF4-FFF2-40B4-BE49-F238E27FC236}">
                  <a16:creationId xmlns:a16="http://schemas.microsoft.com/office/drawing/2014/main" id="{7AFCFCE5-C1D4-ADB5-4B46-F1BE87B76F90}"/>
                </a:ext>
              </a:extLst>
            </p:cNvPr>
            <p:cNvSpPr/>
            <p:nvPr/>
          </p:nvSpPr>
          <p:spPr>
            <a:xfrm>
              <a:off x="527501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4" name="pg89">
              <a:extLst>
                <a:ext uri="{FF2B5EF4-FFF2-40B4-BE49-F238E27FC236}">
                  <a16:creationId xmlns:a16="http://schemas.microsoft.com/office/drawing/2014/main" id="{F31F60B3-6189-3364-11F9-0FB4204FC56C}"/>
                </a:ext>
              </a:extLst>
            </p:cNvPr>
            <p:cNvSpPr/>
            <p:nvPr/>
          </p:nvSpPr>
          <p:spPr>
            <a:xfrm>
              <a:off x="4673941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5" name="pg90">
              <a:extLst>
                <a:ext uri="{FF2B5EF4-FFF2-40B4-BE49-F238E27FC236}">
                  <a16:creationId xmlns:a16="http://schemas.microsoft.com/office/drawing/2014/main" id="{33CED56F-92F7-19D8-E392-6B49F764FC5A}"/>
                </a:ext>
              </a:extLst>
            </p:cNvPr>
            <p:cNvSpPr/>
            <p:nvPr/>
          </p:nvSpPr>
          <p:spPr>
            <a:xfrm>
              <a:off x="47625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6" name="pg91">
              <a:extLst>
                <a:ext uri="{FF2B5EF4-FFF2-40B4-BE49-F238E27FC236}">
                  <a16:creationId xmlns:a16="http://schemas.microsoft.com/office/drawing/2014/main" id="{3416DB85-BF17-904E-8A82-D2A80F599399}"/>
                </a:ext>
              </a:extLst>
            </p:cNvPr>
            <p:cNvSpPr/>
            <p:nvPr/>
          </p:nvSpPr>
          <p:spPr>
            <a:xfrm>
              <a:off x="367312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7" name="pg92">
              <a:extLst>
                <a:ext uri="{FF2B5EF4-FFF2-40B4-BE49-F238E27FC236}">
                  <a16:creationId xmlns:a16="http://schemas.microsoft.com/office/drawing/2014/main" id="{FDD8DF8A-810D-E432-7C80-0C9B900A80DC}"/>
                </a:ext>
              </a:extLst>
            </p:cNvPr>
            <p:cNvSpPr/>
            <p:nvPr/>
          </p:nvSpPr>
          <p:spPr>
            <a:xfrm>
              <a:off x="325022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8" name="pt93">
              <a:extLst>
                <a:ext uri="{FF2B5EF4-FFF2-40B4-BE49-F238E27FC236}">
                  <a16:creationId xmlns:a16="http://schemas.microsoft.com/office/drawing/2014/main" id="{439F93CB-029E-C75D-D88F-55C30C388A3C}"/>
                </a:ext>
              </a:extLst>
            </p:cNvPr>
            <p:cNvSpPr/>
            <p:nvPr/>
          </p:nvSpPr>
          <p:spPr>
            <a:xfrm>
              <a:off x="246703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9" name="pt94">
              <a:extLst>
                <a:ext uri="{FF2B5EF4-FFF2-40B4-BE49-F238E27FC236}">
                  <a16:creationId xmlns:a16="http://schemas.microsoft.com/office/drawing/2014/main" id="{D7E3D43A-B634-C6BC-103E-85BA1254AD81}"/>
                </a:ext>
              </a:extLst>
            </p:cNvPr>
            <p:cNvSpPr/>
            <p:nvPr/>
          </p:nvSpPr>
          <p:spPr>
            <a:xfrm>
              <a:off x="269722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0" name="pt95">
              <a:extLst>
                <a:ext uri="{FF2B5EF4-FFF2-40B4-BE49-F238E27FC236}">
                  <a16:creationId xmlns:a16="http://schemas.microsoft.com/office/drawing/2014/main" id="{84272C5D-0657-35EA-F2E5-FEDE34865DFB}"/>
                </a:ext>
              </a:extLst>
            </p:cNvPr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1" name="pt96">
              <a:extLst>
                <a:ext uri="{FF2B5EF4-FFF2-40B4-BE49-F238E27FC236}">
                  <a16:creationId xmlns:a16="http://schemas.microsoft.com/office/drawing/2014/main" id="{BD13651A-C12C-CE8B-1141-6688988889F3}"/>
                </a:ext>
              </a:extLst>
            </p:cNvPr>
            <p:cNvSpPr/>
            <p:nvPr/>
          </p:nvSpPr>
          <p:spPr>
            <a:xfrm>
              <a:off x="41928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2" name="pt97">
              <a:extLst>
                <a:ext uri="{FF2B5EF4-FFF2-40B4-BE49-F238E27FC236}">
                  <a16:creationId xmlns:a16="http://schemas.microsoft.com/office/drawing/2014/main" id="{CE1E708D-86EB-19C9-3E91-DCFAA8679630}"/>
                </a:ext>
              </a:extLst>
            </p:cNvPr>
            <p:cNvSpPr/>
            <p:nvPr/>
          </p:nvSpPr>
          <p:spPr>
            <a:xfrm>
              <a:off x="212317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3" name="pt98">
              <a:extLst>
                <a:ext uri="{FF2B5EF4-FFF2-40B4-BE49-F238E27FC236}">
                  <a16:creationId xmlns:a16="http://schemas.microsoft.com/office/drawing/2014/main" id="{2B4D9623-C66D-D876-CB7A-87171B52657E}"/>
                </a:ext>
              </a:extLst>
            </p:cNvPr>
            <p:cNvSpPr/>
            <p:nvPr/>
          </p:nvSpPr>
          <p:spPr>
            <a:xfrm>
              <a:off x="440241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4" name="pt99">
              <a:extLst>
                <a:ext uri="{FF2B5EF4-FFF2-40B4-BE49-F238E27FC236}">
                  <a16:creationId xmlns:a16="http://schemas.microsoft.com/office/drawing/2014/main" id="{3310DCFB-B2DF-2E3B-BC75-3F14D16F1D10}"/>
                </a:ext>
              </a:extLst>
            </p:cNvPr>
            <p:cNvSpPr/>
            <p:nvPr/>
          </p:nvSpPr>
          <p:spPr>
            <a:xfrm>
              <a:off x="27467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5" name="pt100">
              <a:extLst>
                <a:ext uri="{FF2B5EF4-FFF2-40B4-BE49-F238E27FC236}">
                  <a16:creationId xmlns:a16="http://schemas.microsoft.com/office/drawing/2014/main" id="{AC4AF2C9-570B-3712-E203-6B1AB5EE71ED}"/>
                </a:ext>
              </a:extLst>
            </p:cNvPr>
            <p:cNvSpPr/>
            <p:nvPr/>
          </p:nvSpPr>
          <p:spPr>
            <a:xfrm>
              <a:off x="207001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6" name="pt101">
              <a:extLst>
                <a:ext uri="{FF2B5EF4-FFF2-40B4-BE49-F238E27FC236}">
                  <a16:creationId xmlns:a16="http://schemas.microsoft.com/office/drawing/2014/main" id="{A900DFAF-965D-67F4-DE7C-D4C889653E47}"/>
                </a:ext>
              </a:extLst>
            </p:cNvPr>
            <p:cNvSpPr/>
            <p:nvPr/>
          </p:nvSpPr>
          <p:spPr>
            <a:xfrm>
              <a:off x="2697393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7" name="pt102">
              <a:extLst>
                <a:ext uri="{FF2B5EF4-FFF2-40B4-BE49-F238E27FC236}">
                  <a16:creationId xmlns:a16="http://schemas.microsoft.com/office/drawing/2014/main" id="{03341DEC-7670-D2C9-99E5-04FE40B67A54}"/>
                </a:ext>
              </a:extLst>
            </p:cNvPr>
            <p:cNvSpPr/>
            <p:nvPr/>
          </p:nvSpPr>
          <p:spPr>
            <a:xfrm>
              <a:off x="446505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8" name="pt103">
              <a:extLst>
                <a:ext uri="{FF2B5EF4-FFF2-40B4-BE49-F238E27FC236}">
                  <a16:creationId xmlns:a16="http://schemas.microsoft.com/office/drawing/2014/main" id="{94EA8028-26FC-7996-20E7-535541960DE1}"/>
                </a:ext>
              </a:extLst>
            </p:cNvPr>
            <p:cNvSpPr/>
            <p:nvPr/>
          </p:nvSpPr>
          <p:spPr>
            <a:xfrm>
              <a:off x="212349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9" name="pt104">
              <a:extLst>
                <a:ext uri="{FF2B5EF4-FFF2-40B4-BE49-F238E27FC236}">
                  <a16:creationId xmlns:a16="http://schemas.microsoft.com/office/drawing/2014/main" id="{75A15DE6-02C9-1D45-BDA7-B5AC15F6B922}"/>
                </a:ext>
              </a:extLst>
            </p:cNvPr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0" name="pt105">
              <a:extLst>
                <a:ext uri="{FF2B5EF4-FFF2-40B4-BE49-F238E27FC236}">
                  <a16:creationId xmlns:a16="http://schemas.microsoft.com/office/drawing/2014/main" id="{BCBE5FA6-F4F9-DE9D-CE01-C86F48CA081A}"/>
                </a:ext>
              </a:extLst>
            </p:cNvPr>
            <p:cNvSpPr/>
            <p:nvPr/>
          </p:nvSpPr>
          <p:spPr>
            <a:xfrm>
              <a:off x="429164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1" name="pt106">
              <a:extLst>
                <a:ext uri="{FF2B5EF4-FFF2-40B4-BE49-F238E27FC236}">
                  <a16:creationId xmlns:a16="http://schemas.microsoft.com/office/drawing/2014/main" id="{93FF33F9-5500-EC5E-3CBA-CB6CDC4F97DC}"/>
                </a:ext>
              </a:extLst>
            </p:cNvPr>
            <p:cNvSpPr/>
            <p:nvPr/>
          </p:nvSpPr>
          <p:spPr>
            <a:xfrm>
              <a:off x="274723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2" name="pt107">
              <a:extLst>
                <a:ext uri="{FF2B5EF4-FFF2-40B4-BE49-F238E27FC236}">
                  <a16:creationId xmlns:a16="http://schemas.microsoft.com/office/drawing/2014/main" id="{3768B8F0-B26E-E1CB-42D0-84CE1527472A}"/>
                </a:ext>
              </a:extLst>
            </p:cNvPr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3" name="pt108">
              <a:extLst>
                <a:ext uri="{FF2B5EF4-FFF2-40B4-BE49-F238E27FC236}">
                  <a16:creationId xmlns:a16="http://schemas.microsoft.com/office/drawing/2014/main" id="{FED6F022-D59E-780D-0E52-F05039C45025}"/>
                </a:ext>
              </a:extLst>
            </p:cNvPr>
            <p:cNvSpPr/>
            <p:nvPr/>
          </p:nvSpPr>
          <p:spPr>
            <a:xfrm>
              <a:off x="446538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4" name="pt109">
              <a:extLst>
                <a:ext uri="{FF2B5EF4-FFF2-40B4-BE49-F238E27FC236}">
                  <a16:creationId xmlns:a16="http://schemas.microsoft.com/office/drawing/2014/main" id="{A93DEBC0-95B6-257B-9B54-BD9845FE96B2}"/>
                </a:ext>
              </a:extLst>
            </p:cNvPr>
            <p:cNvSpPr/>
            <p:nvPr/>
          </p:nvSpPr>
          <p:spPr>
            <a:xfrm>
              <a:off x="207001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5" name="pt110">
              <a:extLst>
                <a:ext uri="{FF2B5EF4-FFF2-40B4-BE49-F238E27FC236}">
                  <a16:creationId xmlns:a16="http://schemas.microsoft.com/office/drawing/2014/main" id="{70B81A5C-D9BB-1CC6-FFE9-264D5D84D79C}"/>
                </a:ext>
              </a:extLst>
            </p:cNvPr>
            <p:cNvSpPr/>
            <p:nvPr/>
          </p:nvSpPr>
          <p:spPr>
            <a:xfrm>
              <a:off x="2466818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6" name="pt111">
              <a:extLst>
                <a:ext uri="{FF2B5EF4-FFF2-40B4-BE49-F238E27FC236}">
                  <a16:creationId xmlns:a16="http://schemas.microsoft.com/office/drawing/2014/main" id="{56DA6349-BDF9-7B9D-0C11-9BBABB7198FD}"/>
                </a:ext>
              </a:extLst>
            </p:cNvPr>
            <p:cNvSpPr/>
            <p:nvPr/>
          </p:nvSpPr>
          <p:spPr>
            <a:xfrm>
              <a:off x="42928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7" name="pt112">
              <a:extLst>
                <a:ext uri="{FF2B5EF4-FFF2-40B4-BE49-F238E27FC236}">
                  <a16:creationId xmlns:a16="http://schemas.microsoft.com/office/drawing/2014/main" id="{EACA5836-7353-41E6-8906-4CDE7B5E86A7}"/>
                </a:ext>
              </a:extLst>
            </p:cNvPr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8" name="pt113">
              <a:extLst>
                <a:ext uri="{FF2B5EF4-FFF2-40B4-BE49-F238E27FC236}">
                  <a16:creationId xmlns:a16="http://schemas.microsoft.com/office/drawing/2014/main" id="{6295861B-F407-09A5-6BE5-1DE368923B4C}"/>
                </a:ext>
              </a:extLst>
            </p:cNvPr>
            <p:cNvSpPr/>
            <p:nvPr/>
          </p:nvSpPr>
          <p:spPr>
            <a:xfrm>
              <a:off x="49856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9" name="pt114">
              <a:extLst>
                <a:ext uri="{FF2B5EF4-FFF2-40B4-BE49-F238E27FC236}">
                  <a16:creationId xmlns:a16="http://schemas.microsoft.com/office/drawing/2014/main" id="{3C6EF080-DDA1-9767-361C-7E17174E22EC}"/>
                </a:ext>
              </a:extLst>
            </p:cNvPr>
            <p:cNvSpPr/>
            <p:nvPr/>
          </p:nvSpPr>
          <p:spPr>
            <a:xfrm>
              <a:off x="207549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0" name="pt115">
              <a:extLst>
                <a:ext uri="{FF2B5EF4-FFF2-40B4-BE49-F238E27FC236}">
                  <a16:creationId xmlns:a16="http://schemas.microsoft.com/office/drawing/2014/main" id="{3A2B7B5B-3725-BCBA-BAA7-9262DA6200AB}"/>
                </a:ext>
              </a:extLst>
            </p:cNvPr>
            <p:cNvSpPr/>
            <p:nvPr/>
          </p:nvSpPr>
          <p:spPr>
            <a:xfrm>
              <a:off x="440255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1" name="pt116">
              <a:extLst>
                <a:ext uri="{FF2B5EF4-FFF2-40B4-BE49-F238E27FC236}">
                  <a16:creationId xmlns:a16="http://schemas.microsoft.com/office/drawing/2014/main" id="{DA86DB1C-8CF4-9C9E-6862-C0A351BEED67}"/>
                </a:ext>
              </a:extLst>
            </p:cNvPr>
            <p:cNvSpPr/>
            <p:nvPr/>
          </p:nvSpPr>
          <p:spPr>
            <a:xfrm>
              <a:off x="437106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2" name="pt117">
              <a:extLst>
                <a:ext uri="{FF2B5EF4-FFF2-40B4-BE49-F238E27FC236}">
                  <a16:creationId xmlns:a16="http://schemas.microsoft.com/office/drawing/2014/main" id="{D0224CC3-3944-E2E3-3063-5C61A3D6EC14}"/>
                </a:ext>
              </a:extLst>
            </p:cNvPr>
            <p:cNvSpPr/>
            <p:nvPr/>
          </p:nvSpPr>
          <p:spPr>
            <a:xfrm>
              <a:off x="472013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3" name="pt118">
              <a:extLst>
                <a:ext uri="{FF2B5EF4-FFF2-40B4-BE49-F238E27FC236}">
                  <a16:creationId xmlns:a16="http://schemas.microsoft.com/office/drawing/2014/main" id="{B0D61F92-8B92-2FD4-C0EC-F8F298779FFB}"/>
                </a:ext>
              </a:extLst>
            </p:cNvPr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4" name="pt119">
              <a:extLst>
                <a:ext uri="{FF2B5EF4-FFF2-40B4-BE49-F238E27FC236}">
                  <a16:creationId xmlns:a16="http://schemas.microsoft.com/office/drawing/2014/main" id="{600E92B1-54D2-5367-AAD1-41520D7EFC12}"/>
                </a:ext>
              </a:extLst>
            </p:cNvPr>
            <p:cNvSpPr/>
            <p:nvPr/>
          </p:nvSpPr>
          <p:spPr>
            <a:xfrm>
              <a:off x="242261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5" name="pt120">
              <a:extLst>
                <a:ext uri="{FF2B5EF4-FFF2-40B4-BE49-F238E27FC236}">
                  <a16:creationId xmlns:a16="http://schemas.microsoft.com/office/drawing/2014/main" id="{6DF5AA15-1D77-46ED-0731-4DF89B91FEC1}"/>
                </a:ext>
              </a:extLst>
            </p:cNvPr>
            <p:cNvSpPr/>
            <p:nvPr/>
          </p:nvSpPr>
          <p:spPr>
            <a:xfrm>
              <a:off x="472044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6" name="pt121">
              <a:extLst>
                <a:ext uri="{FF2B5EF4-FFF2-40B4-BE49-F238E27FC236}">
                  <a16:creationId xmlns:a16="http://schemas.microsoft.com/office/drawing/2014/main" id="{3A3CE9EB-7B1B-BF7E-BA59-725822CF7E72}"/>
                </a:ext>
              </a:extLst>
            </p:cNvPr>
            <p:cNvSpPr/>
            <p:nvPr/>
          </p:nvSpPr>
          <p:spPr>
            <a:xfrm>
              <a:off x="389453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7" name="pt122">
              <a:extLst>
                <a:ext uri="{FF2B5EF4-FFF2-40B4-BE49-F238E27FC236}">
                  <a16:creationId xmlns:a16="http://schemas.microsoft.com/office/drawing/2014/main" id="{157527CC-C323-D368-4684-0C66996DF9CF}"/>
                </a:ext>
              </a:extLst>
            </p:cNvPr>
            <p:cNvSpPr/>
            <p:nvPr/>
          </p:nvSpPr>
          <p:spPr>
            <a:xfrm>
              <a:off x="399326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8" name="pt123">
              <a:extLst>
                <a:ext uri="{FF2B5EF4-FFF2-40B4-BE49-F238E27FC236}">
                  <a16:creationId xmlns:a16="http://schemas.microsoft.com/office/drawing/2014/main" id="{0C4F427C-2B2F-5FB0-C6B6-668CF5F9E88F}"/>
                </a:ext>
              </a:extLst>
            </p:cNvPr>
            <p:cNvSpPr/>
            <p:nvPr/>
          </p:nvSpPr>
          <p:spPr>
            <a:xfrm>
              <a:off x="389470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9" name="pt124">
              <a:extLst>
                <a:ext uri="{FF2B5EF4-FFF2-40B4-BE49-F238E27FC236}">
                  <a16:creationId xmlns:a16="http://schemas.microsoft.com/office/drawing/2014/main" id="{2BF0710C-1C62-7379-9A48-2B7D1307FF56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0" name="pt125">
              <a:extLst>
                <a:ext uri="{FF2B5EF4-FFF2-40B4-BE49-F238E27FC236}">
                  <a16:creationId xmlns:a16="http://schemas.microsoft.com/office/drawing/2014/main" id="{1E94EC1F-7D52-D5A4-D1D1-AAA29C0281F6}"/>
                </a:ext>
              </a:extLst>
            </p:cNvPr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1" name="pt126">
              <a:extLst>
                <a:ext uri="{FF2B5EF4-FFF2-40B4-BE49-F238E27FC236}">
                  <a16:creationId xmlns:a16="http://schemas.microsoft.com/office/drawing/2014/main" id="{0FF1E918-9511-2480-568F-4E26D4498525}"/>
                </a:ext>
              </a:extLst>
            </p:cNvPr>
            <p:cNvSpPr/>
            <p:nvPr/>
          </p:nvSpPr>
          <p:spPr>
            <a:xfrm>
              <a:off x="410754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2" name="pt127">
              <a:extLst>
                <a:ext uri="{FF2B5EF4-FFF2-40B4-BE49-F238E27FC236}">
                  <a16:creationId xmlns:a16="http://schemas.microsoft.com/office/drawing/2014/main" id="{D8D31858-9B04-FF61-9040-D8919DEF44CD}"/>
                </a:ext>
              </a:extLst>
            </p:cNvPr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3" name="pt128">
              <a:extLst>
                <a:ext uri="{FF2B5EF4-FFF2-40B4-BE49-F238E27FC236}">
                  <a16:creationId xmlns:a16="http://schemas.microsoft.com/office/drawing/2014/main" id="{2FA874B2-C3BF-8348-D408-7005613128DB}"/>
                </a:ext>
              </a:extLst>
            </p:cNvPr>
            <p:cNvSpPr/>
            <p:nvPr/>
          </p:nvSpPr>
          <p:spPr>
            <a:xfrm>
              <a:off x="1662085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4" name="pt129">
              <a:extLst>
                <a:ext uri="{FF2B5EF4-FFF2-40B4-BE49-F238E27FC236}">
                  <a16:creationId xmlns:a16="http://schemas.microsoft.com/office/drawing/2014/main" id="{E61B7460-39CA-3350-6771-930B1D4E0DCE}"/>
                </a:ext>
              </a:extLst>
            </p:cNvPr>
            <p:cNvSpPr/>
            <p:nvPr/>
          </p:nvSpPr>
          <p:spPr>
            <a:xfrm>
              <a:off x="407695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5" name="pt130">
              <a:extLst>
                <a:ext uri="{FF2B5EF4-FFF2-40B4-BE49-F238E27FC236}">
                  <a16:creationId xmlns:a16="http://schemas.microsoft.com/office/drawing/2014/main" id="{E3587111-1559-F49C-DC06-596BEB2D5ED3}"/>
                </a:ext>
              </a:extLst>
            </p:cNvPr>
            <p:cNvSpPr/>
            <p:nvPr/>
          </p:nvSpPr>
          <p:spPr>
            <a:xfrm>
              <a:off x="4107379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6" name="pt131">
              <a:extLst>
                <a:ext uri="{FF2B5EF4-FFF2-40B4-BE49-F238E27FC236}">
                  <a16:creationId xmlns:a16="http://schemas.microsoft.com/office/drawing/2014/main" id="{C83E10BF-8600-147F-2F8C-1CF322E0724A}"/>
                </a:ext>
              </a:extLst>
            </p:cNvPr>
            <p:cNvSpPr/>
            <p:nvPr/>
          </p:nvSpPr>
          <p:spPr>
            <a:xfrm>
              <a:off x="214650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7" name="pt132">
              <a:extLst>
                <a:ext uri="{FF2B5EF4-FFF2-40B4-BE49-F238E27FC236}">
                  <a16:creationId xmlns:a16="http://schemas.microsoft.com/office/drawing/2014/main" id="{7237200F-6A6C-D46E-CD7A-5D9F93E856CF}"/>
                </a:ext>
              </a:extLst>
            </p:cNvPr>
            <p:cNvSpPr/>
            <p:nvPr/>
          </p:nvSpPr>
          <p:spPr>
            <a:xfrm>
              <a:off x="21462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8" name="pt133">
              <a:extLst>
                <a:ext uri="{FF2B5EF4-FFF2-40B4-BE49-F238E27FC236}">
                  <a16:creationId xmlns:a16="http://schemas.microsoft.com/office/drawing/2014/main" id="{BE0C79BD-1F5D-E0B4-D161-640630123361}"/>
                </a:ext>
              </a:extLst>
            </p:cNvPr>
            <p:cNvSpPr/>
            <p:nvPr/>
          </p:nvSpPr>
          <p:spPr>
            <a:xfrm>
              <a:off x="157833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9" name="pt134">
              <a:extLst>
                <a:ext uri="{FF2B5EF4-FFF2-40B4-BE49-F238E27FC236}">
                  <a16:creationId xmlns:a16="http://schemas.microsoft.com/office/drawing/2014/main" id="{E55F5251-58BE-22F4-8CD0-17FB8C37B4DC}"/>
                </a:ext>
              </a:extLst>
            </p:cNvPr>
            <p:cNvSpPr/>
            <p:nvPr/>
          </p:nvSpPr>
          <p:spPr>
            <a:xfrm>
              <a:off x="407726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0" name="pt135">
              <a:extLst>
                <a:ext uri="{FF2B5EF4-FFF2-40B4-BE49-F238E27FC236}">
                  <a16:creationId xmlns:a16="http://schemas.microsoft.com/office/drawing/2014/main" id="{9D142271-07A9-BF93-27A6-2E5B58148C10}"/>
                </a:ext>
              </a:extLst>
            </p:cNvPr>
            <p:cNvSpPr/>
            <p:nvPr/>
          </p:nvSpPr>
          <p:spPr>
            <a:xfrm>
              <a:off x="158816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1" name="pt136">
              <a:extLst>
                <a:ext uri="{FF2B5EF4-FFF2-40B4-BE49-F238E27FC236}">
                  <a16:creationId xmlns:a16="http://schemas.microsoft.com/office/drawing/2014/main" id="{97C00E6E-E244-8EFB-A4E7-2C83FDE481D9}"/>
                </a:ext>
              </a:extLst>
            </p:cNvPr>
            <p:cNvSpPr/>
            <p:nvPr/>
          </p:nvSpPr>
          <p:spPr>
            <a:xfrm>
              <a:off x="399344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2" name="pt137">
              <a:extLst>
                <a:ext uri="{FF2B5EF4-FFF2-40B4-BE49-F238E27FC236}">
                  <a16:creationId xmlns:a16="http://schemas.microsoft.com/office/drawing/2014/main" id="{508D524B-C766-EA3C-149F-3ECEAED4B8A1}"/>
                </a:ext>
              </a:extLst>
            </p:cNvPr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3" name="pt138">
              <a:extLst>
                <a:ext uri="{FF2B5EF4-FFF2-40B4-BE49-F238E27FC236}">
                  <a16:creationId xmlns:a16="http://schemas.microsoft.com/office/drawing/2014/main" id="{71E54668-00CE-A541-4BF9-1A39343075EA}"/>
                </a:ext>
              </a:extLst>
            </p:cNvPr>
            <p:cNvSpPr/>
            <p:nvPr/>
          </p:nvSpPr>
          <p:spPr>
            <a:xfrm>
              <a:off x="166208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4" name="pt139">
              <a:extLst>
                <a:ext uri="{FF2B5EF4-FFF2-40B4-BE49-F238E27FC236}">
                  <a16:creationId xmlns:a16="http://schemas.microsoft.com/office/drawing/2014/main" id="{02F395CB-CBDD-079D-2939-EBC6DEBA4581}"/>
                </a:ext>
              </a:extLst>
            </p:cNvPr>
            <p:cNvSpPr/>
            <p:nvPr/>
          </p:nvSpPr>
          <p:spPr>
            <a:xfrm>
              <a:off x="2474700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5" name="pt140">
              <a:extLst>
                <a:ext uri="{FF2B5EF4-FFF2-40B4-BE49-F238E27FC236}">
                  <a16:creationId xmlns:a16="http://schemas.microsoft.com/office/drawing/2014/main" id="{407A14EB-BB25-BE25-DB34-04F6347E4411}"/>
                </a:ext>
              </a:extLst>
            </p:cNvPr>
            <p:cNvSpPr/>
            <p:nvPr/>
          </p:nvSpPr>
          <p:spPr>
            <a:xfrm>
              <a:off x="41761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6" name="pt141">
              <a:extLst>
                <a:ext uri="{FF2B5EF4-FFF2-40B4-BE49-F238E27FC236}">
                  <a16:creationId xmlns:a16="http://schemas.microsoft.com/office/drawing/2014/main" id="{53EDC0E0-2E2A-924E-69C5-F1B99CD7E430}"/>
                </a:ext>
              </a:extLst>
            </p:cNvPr>
            <p:cNvSpPr/>
            <p:nvPr/>
          </p:nvSpPr>
          <p:spPr>
            <a:xfrm>
              <a:off x="190594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7" name="pt142">
              <a:extLst>
                <a:ext uri="{FF2B5EF4-FFF2-40B4-BE49-F238E27FC236}">
                  <a16:creationId xmlns:a16="http://schemas.microsoft.com/office/drawing/2014/main" id="{170A5C5A-D6A5-50B5-27F7-9DCEB6141AC3}"/>
                </a:ext>
              </a:extLst>
            </p:cNvPr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8" name="pt143">
              <a:extLst>
                <a:ext uri="{FF2B5EF4-FFF2-40B4-BE49-F238E27FC236}">
                  <a16:creationId xmlns:a16="http://schemas.microsoft.com/office/drawing/2014/main" id="{021DF6C6-C6F6-383D-DA1D-A6623BBA3693}"/>
                </a:ext>
              </a:extLst>
            </p:cNvPr>
            <p:cNvSpPr/>
            <p:nvPr/>
          </p:nvSpPr>
          <p:spPr>
            <a:xfrm>
              <a:off x="44023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9" name="pt144">
              <a:extLst>
                <a:ext uri="{FF2B5EF4-FFF2-40B4-BE49-F238E27FC236}">
                  <a16:creationId xmlns:a16="http://schemas.microsoft.com/office/drawing/2014/main" id="{FC7B0D08-62E9-017B-C299-5605713C04C2}"/>
                </a:ext>
              </a:extLst>
            </p:cNvPr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0" name="pt145">
              <a:extLst>
                <a:ext uri="{FF2B5EF4-FFF2-40B4-BE49-F238E27FC236}">
                  <a16:creationId xmlns:a16="http://schemas.microsoft.com/office/drawing/2014/main" id="{056E9F62-B82E-A6F8-8A42-9ADC95C8FFF8}"/>
                </a:ext>
              </a:extLst>
            </p:cNvPr>
            <p:cNvSpPr/>
            <p:nvPr/>
          </p:nvSpPr>
          <p:spPr>
            <a:xfrm>
              <a:off x="201277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1" name="pt146">
              <a:extLst>
                <a:ext uri="{FF2B5EF4-FFF2-40B4-BE49-F238E27FC236}">
                  <a16:creationId xmlns:a16="http://schemas.microsoft.com/office/drawing/2014/main" id="{2909011F-390F-AE1A-6ABF-02E97EFD4EB0}"/>
                </a:ext>
              </a:extLst>
            </p:cNvPr>
            <p:cNvSpPr/>
            <p:nvPr/>
          </p:nvSpPr>
          <p:spPr>
            <a:xfrm>
              <a:off x="4432146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2" name="pt147">
              <a:extLst>
                <a:ext uri="{FF2B5EF4-FFF2-40B4-BE49-F238E27FC236}">
                  <a16:creationId xmlns:a16="http://schemas.microsoft.com/office/drawing/2014/main" id="{15902F94-8D93-0F9D-86FB-4B51116918E1}"/>
                </a:ext>
              </a:extLst>
            </p:cNvPr>
            <p:cNvSpPr/>
            <p:nvPr/>
          </p:nvSpPr>
          <p:spPr>
            <a:xfrm>
              <a:off x="503569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3" name="pt148">
              <a:extLst>
                <a:ext uri="{FF2B5EF4-FFF2-40B4-BE49-F238E27FC236}">
                  <a16:creationId xmlns:a16="http://schemas.microsoft.com/office/drawing/2014/main" id="{13F0E507-9A1D-B6BB-16A6-6B77EB2CD9E0}"/>
                </a:ext>
              </a:extLst>
            </p:cNvPr>
            <p:cNvSpPr/>
            <p:nvPr/>
          </p:nvSpPr>
          <p:spPr>
            <a:xfrm>
              <a:off x="4221370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4" name="pt149">
              <a:extLst>
                <a:ext uri="{FF2B5EF4-FFF2-40B4-BE49-F238E27FC236}">
                  <a16:creationId xmlns:a16="http://schemas.microsoft.com/office/drawing/2014/main" id="{89C57491-6A9E-9B57-B371-101FFF1706EB}"/>
                </a:ext>
              </a:extLst>
            </p:cNvPr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5" name="pt150">
              <a:extLst>
                <a:ext uri="{FF2B5EF4-FFF2-40B4-BE49-F238E27FC236}">
                  <a16:creationId xmlns:a16="http://schemas.microsoft.com/office/drawing/2014/main" id="{D24F4B2B-6573-1FB9-7447-877BC5EF7652}"/>
                </a:ext>
              </a:extLst>
            </p:cNvPr>
            <p:cNvSpPr/>
            <p:nvPr/>
          </p:nvSpPr>
          <p:spPr>
            <a:xfrm>
              <a:off x="2016039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6" name="pt151">
              <a:extLst>
                <a:ext uri="{FF2B5EF4-FFF2-40B4-BE49-F238E27FC236}">
                  <a16:creationId xmlns:a16="http://schemas.microsoft.com/office/drawing/2014/main" id="{E6D06063-480E-4D05-4AF5-B0F567C20B08}"/>
                </a:ext>
              </a:extLst>
            </p:cNvPr>
            <p:cNvSpPr/>
            <p:nvPr/>
          </p:nvSpPr>
          <p:spPr>
            <a:xfrm>
              <a:off x="443265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7" name="pt152">
              <a:extLst>
                <a:ext uri="{FF2B5EF4-FFF2-40B4-BE49-F238E27FC236}">
                  <a16:creationId xmlns:a16="http://schemas.microsoft.com/office/drawing/2014/main" id="{6994BA04-36EE-2571-3B7E-811F020E26CC}"/>
                </a:ext>
              </a:extLst>
            </p:cNvPr>
            <p:cNvSpPr/>
            <p:nvPr/>
          </p:nvSpPr>
          <p:spPr>
            <a:xfrm>
              <a:off x="1900764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8" name="pt153">
              <a:extLst>
                <a:ext uri="{FF2B5EF4-FFF2-40B4-BE49-F238E27FC236}">
                  <a16:creationId xmlns:a16="http://schemas.microsoft.com/office/drawing/2014/main" id="{A9AF1B5D-619E-6746-6E2F-98468ED91C9F}"/>
                </a:ext>
              </a:extLst>
            </p:cNvPr>
            <p:cNvSpPr/>
            <p:nvPr/>
          </p:nvSpPr>
          <p:spPr>
            <a:xfrm>
              <a:off x="189667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9" name="pt154">
              <a:extLst>
                <a:ext uri="{FF2B5EF4-FFF2-40B4-BE49-F238E27FC236}">
                  <a16:creationId xmlns:a16="http://schemas.microsoft.com/office/drawing/2014/main" id="{D5AA8CA6-5903-3008-39C4-56E7B7F32F47}"/>
                </a:ext>
              </a:extLst>
            </p:cNvPr>
            <p:cNvSpPr/>
            <p:nvPr/>
          </p:nvSpPr>
          <p:spPr>
            <a:xfrm>
              <a:off x="24640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0" name="pt155">
              <a:extLst>
                <a:ext uri="{FF2B5EF4-FFF2-40B4-BE49-F238E27FC236}">
                  <a16:creationId xmlns:a16="http://schemas.microsoft.com/office/drawing/2014/main" id="{F7B43A2E-D4FD-4E05-E7F9-BD5E64A14DC7}"/>
                </a:ext>
              </a:extLst>
            </p:cNvPr>
            <p:cNvSpPr/>
            <p:nvPr/>
          </p:nvSpPr>
          <p:spPr>
            <a:xfrm>
              <a:off x="190593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1" name="pt156">
              <a:extLst>
                <a:ext uri="{FF2B5EF4-FFF2-40B4-BE49-F238E27FC236}">
                  <a16:creationId xmlns:a16="http://schemas.microsoft.com/office/drawing/2014/main" id="{A7B43B8E-D23F-E7F9-1C9D-4EB08BAD7654}"/>
                </a:ext>
              </a:extLst>
            </p:cNvPr>
            <p:cNvSpPr/>
            <p:nvPr/>
          </p:nvSpPr>
          <p:spPr>
            <a:xfrm>
              <a:off x="277769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2" name="pt157">
              <a:extLst>
                <a:ext uri="{FF2B5EF4-FFF2-40B4-BE49-F238E27FC236}">
                  <a16:creationId xmlns:a16="http://schemas.microsoft.com/office/drawing/2014/main" id="{35118220-B29B-C326-4377-53E4391472F6}"/>
                </a:ext>
              </a:extLst>
            </p:cNvPr>
            <p:cNvSpPr/>
            <p:nvPr/>
          </p:nvSpPr>
          <p:spPr>
            <a:xfrm>
              <a:off x="2777684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3" name="pt158">
              <a:extLst>
                <a:ext uri="{FF2B5EF4-FFF2-40B4-BE49-F238E27FC236}">
                  <a16:creationId xmlns:a16="http://schemas.microsoft.com/office/drawing/2014/main" id="{5970917D-FCB9-E198-AA07-A6EDF921EC52}"/>
                </a:ext>
              </a:extLst>
            </p:cNvPr>
            <p:cNvSpPr/>
            <p:nvPr/>
          </p:nvSpPr>
          <p:spPr>
            <a:xfrm>
              <a:off x="4319965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4" name="pt159">
              <a:extLst>
                <a:ext uri="{FF2B5EF4-FFF2-40B4-BE49-F238E27FC236}">
                  <a16:creationId xmlns:a16="http://schemas.microsoft.com/office/drawing/2014/main" id="{F18C5FB0-55D4-D407-8677-998301F07DBC}"/>
                </a:ext>
              </a:extLst>
            </p:cNvPr>
            <p:cNvSpPr/>
            <p:nvPr/>
          </p:nvSpPr>
          <p:spPr>
            <a:xfrm>
              <a:off x="2727182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5" name="pt160">
              <a:extLst>
                <a:ext uri="{FF2B5EF4-FFF2-40B4-BE49-F238E27FC236}">
                  <a16:creationId xmlns:a16="http://schemas.microsoft.com/office/drawing/2014/main" id="{28B86E53-E0C6-AB19-060C-E0FDF231E800}"/>
                </a:ext>
              </a:extLst>
            </p:cNvPr>
            <p:cNvSpPr/>
            <p:nvPr/>
          </p:nvSpPr>
          <p:spPr>
            <a:xfrm>
              <a:off x="2728626" y="1471114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6" name="pt161">
              <a:extLst>
                <a:ext uri="{FF2B5EF4-FFF2-40B4-BE49-F238E27FC236}">
                  <a16:creationId xmlns:a16="http://schemas.microsoft.com/office/drawing/2014/main" id="{1FD46513-1470-7AF6-63AD-3AA33B4F9755}"/>
                </a:ext>
              </a:extLst>
            </p:cNvPr>
            <p:cNvSpPr/>
            <p:nvPr/>
          </p:nvSpPr>
          <p:spPr>
            <a:xfrm>
              <a:off x="4499278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7" name="pt162">
              <a:extLst>
                <a:ext uri="{FF2B5EF4-FFF2-40B4-BE49-F238E27FC236}">
                  <a16:creationId xmlns:a16="http://schemas.microsoft.com/office/drawing/2014/main" id="{7F31916C-FE03-D626-0469-08E341FB6D7A}"/>
                </a:ext>
              </a:extLst>
            </p:cNvPr>
            <p:cNvSpPr/>
            <p:nvPr/>
          </p:nvSpPr>
          <p:spPr>
            <a:xfrm>
              <a:off x="4320333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8" name="pt163">
              <a:extLst>
                <a:ext uri="{FF2B5EF4-FFF2-40B4-BE49-F238E27FC236}">
                  <a16:creationId xmlns:a16="http://schemas.microsoft.com/office/drawing/2014/main" id="{E94B9B4F-6296-BBEB-9A52-7774689302D2}"/>
                </a:ext>
              </a:extLst>
            </p:cNvPr>
            <p:cNvSpPr/>
            <p:nvPr/>
          </p:nvSpPr>
          <p:spPr>
            <a:xfrm>
              <a:off x="4402017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9" name="pt164">
              <a:extLst>
                <a:ext uri="{FF2B5EF4-FFF2-40B4-BE49-F238E27FC236}">
                  <a16:creationId xmlns:a16="http://schemas.microsoft.com/office/drawing/2014/main" id="{0AE2B240-4529-8765-C684-4F5CB6FEE47D}"/>
                </a:ext>
              </a:extLst>
            </p:cNvPr>
            <p:cNvSpPr/>
            <p:nvPr/>
          </p:nvSpPr>
          <p:spPr>
            <a:xfrm>
              <a:off x="4499461" y="4000381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0" name="pg165">
              <a:extLst>
                <a:ext uri="{FF2B5EF4-FFF2-40B4-BE49-F238E27FC236}">
                  <a16:creationId xmlns:a16="http://schemas.microsoft.com/office/drawing/2014/main" id="{CEB5580E-B78E-439B-756C-9B0D09B74BD9}"/>
                </a:ext>
              </a:extLst>
            </p:cNvPr>
            <p:cNvSpPr/>
            <p:nvPr/>
          </p:nvSpPr>
          <p:spPr>
            <a:xfrm>
              <a:off x="480129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1" name="pg166">
              <a:extLst>
                <a:ext uri="{FF2B5EF4-FFF2-40B4-BE49-F238E27FC236}">
                  <a16:creationId xmlns:a16="http://schemas.microsoft.com/office/drawing/2014/main" id="{91CB1E51-E0E3-0F17-1658-6E02D41F05B5}"/>
                </a:ext>
              </a:extLst>
            </p:cNvPr>
            <p:cNvSpPr/>
            <p:nvPr/>
          </p:nvSpPr>
          <p:spPr>
            <a:xfrm>
              <a:off x="478334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2" name="pg167">
              <a:extLst>
                <a:ext uri="{FF2B5EF4-FFF2-40B4-BE49-F238E27FC236}">
                  <a16:creationId xmlns:a16="http://schemas.microsoft.com/office/drawing/2014/main" id="{654B6B06-10C6-C820-E886-209DEA5D6FDA}"/>
                </a:ext>
              </a:extLst>
            </p:cNvPr>
            <p:cNvSpPr/>
            <p:nvPr/>
          </p:nvSpPr>
          <p:spPr>
            <a:xfrm>
              <a:off x="4602508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3" name="pg168">
              <a:extLst>
                <a:ext uri="{FF2B5EF4-FFF2-40B4-BE49-F238E27FC236}">
                  <a16:creationId xmlns:a16="http://schemas.microsoft.com/office/drawing/2014/main" id="{B263A190-F4C7-9D54-E07A-6245D2A952C2}"/>
                </a:ext>
              </a:extLst>
            </p:cNvPr>
            <p:cNvSpPr/>
            <p:nvPr/>
          </p:nvSpPr>
          <p:spPr>
            <a:xfrm>
              <a:off x="536319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4" name="pg169">
              <a:extLst>
                <a:ext uri="{FF2B5EF4-FFF2-40B4-BE49-F238E27FC236}">
                  <a16:creationId xmlns:a16="http://schemas.microsoft.com/office/drawing/2014/main" id="{9164D54F-F257-1303-9474-8BF4C3C5F89B}"/>
                </a:ext>
              </a:extLst>
            </p:cNvPr>
            <p:cNvSpPr/>
            <p:nvPr/>
          </p:nvSpPr>
          <p:spPr>
            <a:xfrm>
              <a:off x="481562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5" name="pg170">
              <a:extLst>
                <a:ext uri="{FF2B5EF4-FFF2-40B4-BE49-F238E27FC236}">
                  <a16:creationId xmlns:a16="http://schemas.microsoft.com/office/drawing/2014/main" id="{13A1E2EA-D3BF-9621-8C2D-86A974F5F122}"/>
                </a:ext>
              </a:extLst>
            </p:cNvPr>
            <p:cNvSpPr/>
            <p:nvPr/>
          </p:nvSpPr>
          <p:spPr>
            <a:xfrm>
              <a:off x="461685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6" name="pg171">
              <a:extLst>
                <a:ext uri="{FF2B5EF4-FFF2-40B4-BE49-F238E27FC236}">
                  <a16:creationId xmlns:a16="http://schemas.microsoft.com/office/drawing/2014/main" id="{300B1222-B8D6-4495-BC7E-E0A3F51B8959}"/>
                </a:ext>
              </a:extLst>
            </p:cNvPr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7" name="pg172">
              <a:extLst>
                <a:ext uri="{FF2B5EF4-FFF2-40B4-BE49-F238E27FC236}">
                  <a16:creationId xmlns:a16="http://schemas.microsoft.com/office/drawing/2014/main" id="{73FF4106-460C-6FA0-E310-7B1656F2E505}"/>
                </a:ext>
              </a:extLst>
            </p:cNvPr>
            <p:cNvSpPr/>
            <p:nvPr/>
          </p:nvSpPr>
          <p:spPr>
            <a:xfrm>
              <a:off x="47069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8" name="pg173">
              <a:extLst>
                <a:ext uri="{FF2B5EF4-FFF2-40B4-BE49-F238E27FC236}">
                  <a16:creationId xmlns:a16="http://schemas.microsoft.com/office/drawing/2014/main" id="{B76F1DD1-8A81-4EBD-58F4-A50546197263}"/>
                </a:ext>
              </a:extLst>
            </p:cNvPr>
            <p:cNvSpPr/>
            <p:nvPr/>
          </p:nvSpPr>
          <p:spPr>
            <a:xfrm>
              <a:off x="32767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9" name="pg174">
              <a:extLst>
                <a:ext uri="{FF2B5EF4-FFF2-40B4-BE49-F238E27FC236}">
                  <a16:creationId xmlns:a16="http://schemas.microsoft.com/office/drawing/2014/main" id="{804BD473-980F-B287-66ED-AFB7478BD4BD}"/>
                </a:ext>
              </a:extLst>
            </p:cNvPr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0" name="pg175">
              <a:extLst>
                <a:ext uri="{FF2B5EF4-FFF2-40B4-BE49-F238E27FC236}">
                  <a16:creationId xmlns:a16="http://schemas.microsoft.com/office/drawing/2014/main" id="{ADB2D5F9-723F-34CD-DBFC-4DB700F82BC4}"/>
                </a:ext>
              </a:extLst>
            </p:cNvPr>
            <p:cNvSpPr/>
            <p:nvPr/>
          </p:nvSpPr>
          <p:spPr>
            <a:xfrm>
              <a:off x="47110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1" name="pg176">
              <a:extLst>
                <a:ext uri="{FF2B5EF4-FFF2-40B4-BE49-F238E27FC236}">
                  <a16:creationId xmlns:a16="http://schemas.microsoft.com/office/drawing/2014/main" id="{2F32194A-3047-9632-DF35-902A4E838BBA}"/>
                </a:ext>
              </a:extLst>
            </p:cNvPr>
            <p:cNvSpPr/>
            <p:nvPr/>
          </p:nvSpPr>
          <p:spPr>
            <a:xfrm>
              <a:off x="342683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2" name="pg177">
              <a:extLst>
                <a:ext uri="{FF2B5EF4-FFF2-40B4-BE49-F238E27FC236}">
                  <a16:creationId xmlns:a16="http://schemas.microsoft.com/office/drawing/2014/main" id="{7E64C978-FD06-511E-50C3-C15CC400312B}"/>
                </a:ext>
              </a:extLst>
            </p:cNvPr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3" name="pg178">
              <a:extLst>
                <a:ext uri="{FF2B5EF4-FFF2-40B4-BE49-F238E27FC236}">
                  <a16:creationId xmlns:a16="http://schemas.microsoft.com/office/drawing/2014/main" id="{611FBDD8-62AD-A8CF-6AE7-FCFCC55C5ABB}"/>
                </a:ext>
              </a:extLst>
            </p:cNvPr>
            <p:cNvSpPr/>
            <p:nvPr/>
          </p:nvSpPr>
          <p:spPr>
            <a:xfrm>
              <a:off x="3282287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4" name="pg179">
              <a:extLst>
                <a:ext uri="{FF2B5EF4-FFF2-40B4-BE49-F238E27FC236}">
                  <a16:creationId xmlns:a16="http://schemas.microsoft.com/office/drawing/2014/main" id="{68A46FCF-9FBC-963E-DCF2-3D4CB8808F23}"/>
                </a:ext>
              </a:extLst>
            </p:cNvPr>
            <p:cNvSpPr/>
            <p:nvPr/>
          </p:nvSpPr>
          <p:spPr>
            <a:xfrm>
              <a:off x="4872559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5" name="pg180">
              <a:extLst>
                <a:ext uri="{FF2B5EF4-FFF2-40B4-BE49-F238E27FC236}">
                  <a16:creationId xmlns:a16="http://schemas.microsoft.com/office/drawing/2014/main" id="{5BAD379C-5F36-FB8B-EB69-A19DCEDE3807}"/>
                </a:ext>
              </a:extLst>
            </p:cNvPr>
            <p:cNvSpPr/>
            <p:nvPr/>
          </p:nvSpPr>
          <p:spPr>
            <a:xfrm>
              <a:off x="304871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6" name="pg181">
              <a:extLst>
                <a:ext uri="{FF2B5EF4-FFF2-40B4-BE49-F238E27FC236}">
                  <a16:creationId xmlns:a16="http://schemas.microsoft.com/office/drawing/2014/main" id="{A3C65884-B32E-7050-9A54-C7BD91E6D4EC}"/>
                </a:ext>
              </a:extLst>
            </p:cNvPr>
            <p:cNvSpPr/>
            <p:nvPr/>
          </p:nvSpPr>
          <p:spPr>
            <a:xfrm>
              <a:off x="4775585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7" name="pg182">
              <a:extLst>
                <a:ext uri="{FF2B5EF4-FFF2-40B4-BE49-F238E27FC236}">
                  <a16:creationId xmlns:a16="http://schemas.microsoft.com/office/drawing/2014/main" id="{573A3329-7D7D-D707-DC1F-3ED7E04E95B8}"/>
                </a:ext>
              </a:extLst>
            </p:cNvPr>
            <p:cNvSpPr/>
            <p:nvPr/>
          </p:nvSpPr>
          <p:spPr>
            <a:xfrm>
              <a:off x="342199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8" name="pg183">
              <a:extLst>
                <a:ext uri="{FF2B5EF4-FFF2-40B4-BE49-F238E27FC236}">
                  <a16:creationId xmlns:a16="http://schemas.microsoft.com/office/drawing/2014/main" id="{ACF7D05D-7B78-BDB8-8F9C-EF2500DFE138}"/>
                </a:ext>
              </a:extLst>
            </p:cNvPr>
            <p:cNvSpPr/>
            <p:nvPr/>
          </p:nvSpPr>
          <p:spPr>
            <a:xfrm>
              <a:off x="345349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9" name="pg184">
              <a:extLst>
                <a:ext uri="{FF2B5EF4-FFF2-40B4-BE49-F238E27FC236}">
                  <a16:creationId xmlns:a16="http://schemas.microsoft.com/office/drawing/2014/main" id="{B00CC2A1-91FC-07EF-D437-BE86F70AD873}"/>
                </a:ext>
              </a:extLst>
            </p:cNvPr>
            <p:cNvSpPr/>
            <p:nvPr/>
          </p:nvSpPr>
          <p:spPr>
            <a:xfrm>
              <a:off x="306437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0" name="pg185">
              <a:extLst>
                <a:ext uri="{FF2B5EF4-FFF2-40B4-BE49-F238E27FC236}">
                  <a16:creationId xmlns:a16="http://schemas.microsoft.com/office/drawing/2014/main" id="{A01EA9F5-E309-0C09-1DBE-6CC2ACA38F1B}"/>
                </a:ext>
              </a:extLst>
            </p:cNvPr>
            <p:cNvSpPr/>
            <p:nvPr/>
          </p:nvSpPr>
          <p:spPr>
            <a:xfrm>
              <a:off x="300596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1" name="pg186">
              <a:extLst>
                <a:ext uri="{FF2B5EF4-FFF2-40B4-BE49-F238E27FC236}">
                  <a16:creationId xmlns:a16="http://schemas.microsoft.com/office/drawing/2014/main" id="{C122D435-3955-6F90-678D-7D083B0E9E54}"/>
                </a:ext>
              </a:extLst>
            </p:cNvPr>
            <p:cNvSpPr/>
            <p:nvPr/>
          </p:nvSpPr>
          <p:spPr>
            <a:xfrm>
              <a:off x="3014726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2" name="pg187">
              <a:extLst>
                <a:ext uri="{FF2B5EF4-FFF2-40B4-BE49-F238E27FC236}">
                  <a16:creationId xmlns:a16="http://schemas.microsoft.com/office/drawing/2014/main" id="{1B567304-8525-1811-07FB-352F5F13149A}"/>
                </a:ext>
              </a:extLst>
            </p:cNvPr>
            <p:cNvSpPr/>
            <p:nvPr/>
          </p:nvSpPr>
          <p:spPr>
            <a:xfrm>
              <a:off x="4870053" y="397531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3" name="pg188">
              <a:extLst>
                <a:ext uri="{FF2B5EF4-FFF2-40B4-BE49-F238E27FC236}">
                  <a16:creationId xmlns:a16="http://schemas.microsoft.com/office/drawing/2014/main" id="{4F8A25E3-66A7-D338-888A-8283726EC32E}"/>
                </a:ext>
              </a:extLst>
            </p:cNvPr>
            <p:cNvSpPr/>
            <p:nvPr/>
          </p:nvSpPr>
          <p:spPr>
            <a:xfrm>
              <a:off x="429348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4" name="pg189">
              <a:extLst>
                <a:ext uri="{FF2B5EF4-FFF2-40B4-BE49-F238E27FC236}">
                  <a16:creationId xmlns:a16="http://schemas.microsoft.com/office/drawing/2014/main" id="{EB885C98-32E9-20D1-0369-92310234AC02}"/>
                </a:ext>
              </a:extLst>
            </p:cNvPr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5" name="pg190">
              <a:extLst>
                <a:ext uri="{FF2B5EF4-FFF2-40B4-BE49-F238E27FC236}">
                  <a16:creationId xmlns:a16="http://schemas.microsoft.com/office/drawing/2014/main" id="{94BA1C2A-474C-C309-4383-FB418B124F7E}"/>
                </a:ext>
              </a:extLst>
            </p:cNvPr>
            <p:cNvSpPr/>
            <p:nvPr/>
          </p:nvSpPr>
          <p:spPr>
            <a:xfrm>
              <a:off x="429388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6" name="pg191">
              <a:extLst>
                <a:ext uri="{FF2B5EF4-FFF2-40B4-BE49-F238E27FC236}">
                  <a16:creationId xmlns:a16="http://schemas.microsoft.com/office/drawing/2014/main" id="{B9594B7D-59E1-16ED-1937-82F2CEF7639D}"/>
                </a:ext>
              </a:extLst>
            </p:cNvPr>
            <p:cNvSpPr/>
            <p:nvPr/>
          </p:nvSpPr>
          <p:spPr>
            <a:xfrm>
              <a:off x="267517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7" name="pg192">
              <a:extLst>
                <a:ext uri="{FF2B5EF4-FFF2-40B4-BE49-F238E27FC236}">
                  <a16:creationId xmlns:a16="http://schemas.microsoft.com/office/drawing/2014/main" id="{0A03C1CB-E489-9A0F-CB32-E5EDEBD3B5E1}"/>
                </a:ext>
              </a:extLst>
            </p:cNvPr>
            <p:cNvSpPr/>
            <p:nvPr/>
          </p:nvSpPr>
          <p:spPr>
            <a:xfrm>
              <a:off x="510302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8" name="pg193">
              <a:extLst>
                <a:ext uri="{FF2B5EF4-FFF2-40B4-BE49-F238E27FC236}">
                  <a16:creationId xmlns:a16="http://schemas.microsoft.com/office/drawing/2014/main" id="{F59D03D8-1C06-B153-8667-C14A163BC198}"/>
                </a:ext>
              </a:extLst>
            </p:cNvPr>
            <p:cNvSpPr/>
            <p:nvPr/>
          </p:nvSpPr>
          <p:spPr>
            <a:xfrm>
              <a:off x="318068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9" name="pg194">
              <a:extLst>
                <a:ext uri="{FF2B5EF4-FFF2-40B4-BE49-F238E27FC236}">
                  <a16:creationId xmlns:a16="http://schemas.microsoft.com/office/drawing/2014/main" id="{7B7D77BE-938E-A506-4D17-27AC65CB4087}"/>
                </a:ext>
              </a:extLst>
            </p:cNvPr>
            <p:cNvSpPr/>
            <p:nvPr/>
          </p:nvSpPr>
          <p:spPr>
            <a:xfrm>
              <a:off x="264560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0" name="pg195">
              <a:extLst>
                <a:ext uri="{FF2B5EF4-FFF2-40B4-BE49-F238E27FC236}">
                  <a16:creationId xmlns:a16="http://schemas.microsoft.com/office/drawing/2014/main" id="{373DA9B8-98C1-01A1-B62D-F0286954D6DE}"/>
                </a:ext>
              </a:extLst>
            </p:cNvPr>
            <p:cNvSpPr/>
            <p:nvPr/>
          </p:nvSpPr>
          <p:spPr>
            <a:xfrm>
              <a:off x="446986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1" name="pg196">
              <a:extLst>
                <a:ext uri="{FF2B5EF4-FFF2-40B4-BE49-F238E27FC236}">
                  <a16:creationId xmlns:a16="http://schemas.microsoft.com/office/drawing/2014/main" id="{B5F4B888-388E-8D07-BAD5-A1373B0691E5}"/>
                </a:ext>
              </a:extLst>
            </p:cNvPr>
            <p:cNvSpPr/>
            <p:nvPr/>
          </p:nvSpPr>
          <p:spPr>
            <a:xfrm>
              <a:off x="306747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2" name="pg197">
              <a:extLst>
                <a:ext uri="{FF2B5EF4-FFF2-40B4-BE49-F238E27FC236}">
                  <a16:creationId xmlns:a16="http://schemas.microsoft.com/office/drawing/2014/main" id="{6935424A-D605-C5B6-CD8C-C994A9EC19E8}"/>
                </a:ext>
              </a:extLst>
            </p:cNvPr>
            <p:cNvSpPr/>
            <p:nvPr/>
          </p:nvSpPr>
          <p:spPr>
            <a:xfrm>
              <a:off x="2720031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3" name="pg198">
              <a:extLst>
                <a:ext uri="{FF2B5EF4-FFF2-40B4-BE49-F238E27FC236}">
                  <a16:creationId xmlns:a16="http://schemas.microsoft.com/office/drawing/2014/main" id="{1A5BEC5F-F7B2-B83B-190A-1BFFD7F5BF96}"/>
                </a:ext>
              </a:extLst>
            </p:cNvPr>
            <p:cNvSpPr/>
            <p:nvPr/>
          </p:nvSpPr>
          <p:spPr>
            <a:xfrm>
              <a:off x="43911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4" name="pg199">
              <a:extLst>
                <a:ext uri="{FF2B5EF4-FFF2-40B4-BE49-F238E27FC236}">
                  <a16:creationId xmlns:a16="http://schemas.microsoft.com/office/drawing/2014/main" id="{CF0C0045-A155-62FF-975E-668F1E156E0B}"/>
                </a:ext>
              </a:extLst>
            </p:cNvPr>
            <p:cNvSpPr/>
            <p:nvPr/>
          </p:nvSpPr>
          <p:spPr>
            <a:xfrm>
              <a:off x="2967703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5" name="pg200">
              <a:extLst>
                <a:ext uri="{FF2B5EF4-FFF2-40B4-BE49-F238E27FC236}">
                  <a16:creationId xmlns:a16="http://schemas.microsoft.com/office/drawing/2014/main" id="{C79AC923-BB8A-0403-0CB7-EFCC425F27F8}"/>
                </a:ext>
              </a:extLst>
            </p:cNvPr>
            <p:cNvSpPr/>
            <p:nvPr/>
          </p:nvSpPr>
          <p:spPr>
            <a:xfrm>
              <a:off x="43892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6" name="pg201">
              <a:extLst>
                <a:ext uri="{FF2B5EF4-FFF2-40B4-BE49-F238E27FC236}">
                  <a16:creationId xmlns:a16="http://schemas.microsoft.com/office/drawing/2014/main" id="{9BB3C8C0-EA80-01C5-8A0A-DC1CDB0CADDB}"/>
                </a:ext>
              </a:extLst>
            </p:cNvPr>
            <p:cNvSpPr/>
            <p:nvPr/>
          </p:nvSpPr>
          <p:spPr>
            <a:xfrm>
              <a:off x="319892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7" name="pg202">
              <a:extLst>
                <a:ext uri="{FF2B5EF4-FFF2-40B4-BE49-F238E27FC236}">
                  <a16:creationId xmlns:a16="http://schemas.microsoft.com/office/drawing/2014/main" id="{47BF410A-37B9-43A2-51C5-422A5B283F9B}"/>
                </a:ext>
              </a:extLst>
            </p:cNvPr>
            <p:cNvSpPr/>
            <p:nvPr/>
          </p:nvSpPr>
          <p:spPr>
            <a:xfrm>
              <a:off x="4471572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8" name="pg203">
              <a:extLst>
                <a:ext uri="{FF2B5EF4-FFF2-40B4-BE49-F238E27FC236}">
                  <a16:creationId xmlns:a16="http://schemas.microsoft.com/office/drawing/2014/main" id="{49CA0D1F-6BE3-362F-0C70-275CB604FB5F}"/>
                </a:ext>
              </a:extLst>
            </p:cNvPr>
            <p:cNvSpPr/>
            <p:nvPr/>
          </p:nvSpPr>
          <p:spPr>
            <a:xfrm>
              <a:off x="2983229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9" name="pg204">
              <a:extLst>
                <a:ext uri="{FF2B5EF4-FFF2-40B4-BE49-F238E27FC236}">
                  <a16:creationId xmlns:a16="http://schemas.microsoft.com/office/drawing/2014/main" id="{A554BFCB-8B3C-9D0E-FA27-EC7B3A206C1F}"/>
                </a:ext>
              </a:extLst>
            </p:cNvPr>
            <p:cNvSpPr/>
            <p:nvPr/>
          </p:nvSpPr>
          <p:spPr>
            <a:xfrm>
              <a:off x="3176947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0" name="pg205">
              <a:extLst>
                <a:ext uri="{FF2B5EF4-FFF2-40B4-BE49-F238E27FC236}">
                  <a16:creationId xmlns:a16="http://schemas.microsoft.com/office/drawing/2014/main" id="{E4B99EC3-D9E1-F06E-D928-05D1183949C5}"/>
                </a:ext>
              </a:extLst>
            </p:cNvPr>
            <p:cNvSpPr/>
            <p:nvPr/>
          </p:nvSpPr>
          <p:spPr>
            <a:xfrm>
              <a:off x="265886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1" name="pg206">
              <a:extLst>
                <a:ext uri="{FF2B5EF4-FFF2-40B4-BE49-F238E27FC236}">
                  <a16:creationId xmlns:a16="http://schemas.microsoft.com/office/drawing/2014/main" id="{8E64E3EC-8377-29BB-C1C6-DC15DD13A17D}"/>
                </a:ext>
              </a:extLst>
            </p:cNvPr>
            <p:cNvSpPr/>
            <p:nvPr/>
          </p:nvSpPr>
          <p:spPr>
            <a:xfrm>
              <a:off x="450091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2" name="pg207">
              <a:extLst>
                <a:ext uri="{FF2B5EF4-FFF2-40B4-BE49-F238E27FC236}">
                  <a16:creationId xmlns:a16="http://schemas.microsoft.com/office/drawing/2014/main" id="{41E589D2-C7C1-DC16-C633-1A73D6EEBDB2}"/>
                </a:ext>
              </a:extLst>
            </p:cNvPr>
            <p:cNvSpPr/>
            <p:nvPr/>
          </p:nvSpPr>
          <p:spPr>
            <a:xfrm>
              <a:off x="45641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3" name="pg208">
              <a:extLst>
                <a:ext uri="{FF2B5EF4-FFF2-40B4-BE49-F238E27FC236}">
                  <a16:creationId xmlns:a16="http://schemas.microsoft.com/office/drawing/2014/main" id="{46123F61-E60F-0D4F-046C-3AB1FF22FFCF}"/>
                </a:ext>
              </a:extLst>
            </p:cNvPr>
            <p:cNvSpPr/>
            <p:nvPr/>
          </p:nvSpPr>
          <p:spPr>
            <a:xfrm>
              <a:off x="2707305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4" name="pg209">
              <a:extLst>
                <a:ext uri="{FF2B5EF4-FFF2-40B4-BE49-F238E27FC236}">
                  <a16:creationId xmlns:a16="http://schemas.microsoft.com/office/drawing/2014/main" id="{51571589-F555-D4A0-93E8-4F01D41DE298}"/>
                </a:ext>
              </a:extLst>
            </p:cNvPr>
            <p:cNvSpPr/>
            <p:nvPr/>
          </p:nvSpPr>
          <p:spPr>
            <a:xfrm>
              <a:off x="2661888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5" name="pg210">
              <a:extLst>
                <a:ext uri="{FF2B5EF4-FFF2-40B4-BE49-F238E27FC236}">
                  <a16:creationId xmlns:a16="http://schemas.microsoft.com/office/drawing/2014/main" id="{BC1B4EB8-D7BC-EEDB-DF48-0356A54986F0}"/>
                </a:ext>
              </a:extLst>
            </p:cNvPr>
            <p:cNvSpPr/>
            <p:nvPr/>
          </p:nvSpPr>
          <p:spPr>
            <a:xfrm>
              <a:off x="4569284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6" name="pg211">
              <a:extLst>
                <a:ext uri="{FF2B5EF4-FFF2-40B4-BE49-F238E27FC236}">
                  <a16:creationId xmlns:a16="http://schemas.microsoft.com/office/drawing/2014/main" id="{B79F7E28-3D5E-327B-2A68-90B5E3711BE1}"/>
                </a:ext>
              </a:extLst>
            </p:cNvPr>
            <p:cNvSpPr/>
            <p:nvPr/>
          </p:nvSpPr>
          <p:spPr>
            <a:xfrm>
              <a:off x="4498890" y="1446049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7" name="pg212">
              <a:extLst>
                <a:ext uri="{FF2B5EF4-FFF2-40B4-BE49-F238E27FC236}">
                  <a16:creationId xmlns:a16="http://schemas.microsoft.com/office/drawing/2014/main" id="{96B12BA2-DA06-A9AC-A248-F73356EF07D0}"/>
                </a:ext>
              </a:extLst>
            </p:cNvPr>
            <p:cNvSpPr/>
            <p:nvPr/>
          </p:nvSpPr>
          <p:spPr>
            <a:xfrm>
              <a:off x="1623483" y="1979602"/>
              <a:ext cx="3899276" cy="2050123"/>
            </a:xfrm>
            <a:custGeom>
              <a:avLst/>
              <a:gdLst/>
              <a:ahLst/>
              <a:cxnLst/>
              <a:rect l="0" t="0" r="0" b="0"/>
              <a:pathLst>
                <a:path w="3899276" h="205012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  <a:lnTo>
                    <a:pt x="3899276" y="2050123"/>
                  </a:lnTo>
                  <a:lnTo>
                    <a:pt x="3849918" y="2048847"/>
                  </a:lnTo>
                  <a:lnTo>
                    <a:pt x="3800560" y="2047470"/>
                  </a:lnTo>
                  <a:lnTo>
                    <a:pt x="3751202" y="2045984"/>
                  </a:lnTo>
                  <a:lnTo>
                    <a:pt x="3701844" y="2044380"/>
                  </a:lnTo>
                  <a:lnTo>
                    <a:pt x="3652486" y="2042651"/>
                  </a:lnTo>
                  <a:lnTo>
                    <a:pt x="3603128" y="2040785"/>
                  </a:lnTo>
                  <a:lnTo>
                    <a:pt x="3553770" y="2038774"/>
                  </a:lnTo>
                  <a:lnTo>
                    <a:pt x="3504412" y="2036606"/>
                  </a:lnTo>
                  <a:lnTo>
                    <a:pt x="3455055" y="2034269"/>
                  </a:lnTo>
                  <a:lnTo>
                    <a:pt x="3405697" y="2031752"/>
                  </a:lnTo>
                  <a:lnTo>
                    <a:pt x="3356339" y="2029041"/>
                  </a:lnTo>
                  <a:lnTo>
                    <a:pt x="3306981" y="2026121"/>
                  </a:lnTo>
                  <a:lnTo>
                    <a:pt x="3257623" y="2022979"/>
                  </a:lnTo>
                  <a:lnTo>
                    <a:pt x="3208265" y="2019599"/>
                  </a:lnTo>
                  <a:lnTo>
                    <a:pt x="3158907" y="2015963"/>
                  </a:lnTo>
                  <a:lnTo>
                    <a:pt x="3109549" y="2012054"/>
                  </a:lnTo>
                  <a:lnTo>
                    <a:pt x="3060191" y="2007854"/>
                  </a:lnTo>
                  <a:lnTo>
                    <a:pt x="3010833" y="2003343"/>
                  </a:lnTo>
                  <a:lnTo>
                    <a:pt x="2961475" y="1998501"/>
                  </a:lnTo>
                  <a:lnTo>
                    <a:pt x="2912117" y="1993307"/>
                  </a:lnTo>
                  <a:lnTo>
                    <a:pt x="2862759" y="1987737"/>
                  </a:lnTo>
                  <a:lnTo>
                    <a:pt x="2813401" y="1981769"/>
                  </a:lnTo>
                  <a:lnTo>
                    <a:pt x="2764044" y="1975379"/>
                  </a:lnTo>
                  <a:lnTo>
                    <a:pt x="2714686" y="1968542"/>
                  </a:lnTo>
                  <a:lnTo>
                    <a:pt x="2665328" y="1961233"/>
                  </a:lnTo>
                  <a:lnTo>
                    <a:pt x="2615970" y="1953425"/>
                  </a:lnTo>
                  <a:lnTo>
                    <a:pt x="2566612" y="1945093"/>
                  </a:lnTo>
                  <a:lnTo>
                    <a:pt x="2517254" y="1936210"/>
                  </a:lnTo>
                  <a:lnTo>
                    <a:pt x="2467896" y="1926750"/>
                  </a:lnTo>
                  <a:lnTo>
                    <a:pt x="2418538" y="1916687"/>
                  </a:lnTo>
                  <a:lnTo>
                    <a:pt x="2369180" y="1905995"/>
                  </a:lnTo>
                  <a:lnTo>
                    <a:pt x="2319822" y="1894649"/>
                  </a:lnTo>
                  <a:lnTo>
                    <a:pt x="2270464" y="1882628"/>
                  </a:lnTo>
                  <a:lnTo>
                    <a:pt x="2221106" y="1869909"/>
                  </a:lnTo>
                  <a:lnTo>
                    <a:pt x="2171748" y="1856473"/>
                  </a:lnTo>
                  <a:lnTo>
                    <a:pt x="2122390" y="1842305"/>
                  </a:lnTo>
                  <a:lnTo>
                    <a:pt x="2073033" y="1827391"/>
                  </a:lnTo>
                  <a:lnTo>
                    <a:pt x="2023675" y="1811722"/>
                  </a:lnTo>
                  <a:lnTo>
                    <a:pt x="1974317" y="1795295"/>
                  </a:lnTo>
                  <a:lnTo>
                    <a:pt x="1924959" y="1778110"/>
                  </a:lnTo>
                  <a:lnTo>
                    <a:pt x="1875601" y="1760173"/>
                  </a:lnTo>
                  <a:lnTo>
                    <a:pt x="1826243" y="1741496"/>
                  </a:lnTo>
                  <a:lnTo>
                    <a:pt x="1776885" y="1722100"/>
                  </a:lnTo>
                  <a:lnTo>
                    <a:pt x="1727527" y="1702009"/>
                  </a:lnTo>
                  <a:lnTo>
                    <a:pt x="1678169" y="1681255"/>
                  </a:lnTo>
                  <a:lnTo>
                    <a:pt x="1628811" y="1659880"/>
                  </a:lnTo>
                  <a:lnTo>
                    <a:pt x="1579453" y="1637927"/>
                  </a:lnTo>
                  <a:lnTo>
                    <a:pt x="1530095" y="1615449"/>
                  </a:lnTo>
                  <a:lnTo>
                    <a:pt x="1480737" y="1592502"/>
                  </a:lnTo>
                  <a:lnTo>
                    <a:pt x="1431379" y="1569148"/>
                  </a:lnTo>
                  <a:lnTo>
                    <a:pt x="1382022" y="1545448"/>
                  </a:lnTo>
                  <a:lnTo>
                    <a:pt x="1332664" y="1521469"/>
                  </a:lnTo>
                  <a:lnTo>
                    <a:pt x="1283306" y="1497273"/>
                  </a:lnTo>
                  <a:lnTo>
                    <a:pt x="1233948" y="1472923"/>
                  </a:lnTo>
                  <a:lnTo>
                    <a:pt x="1184590" y="1448479"/>
                  </a:lnTo>
                  <a:lnTo>
                    <a:pt x="1135232" y="1423995"/>
                  </a:lnTo>
                  <a:lnTo>
                    <a:pt x="1085874" y="1399520"/>
                  </a:lnTo>
                  <a:lnTo>
                    <a:pt x="1036516" y="1375099"/>
                  </a:lnTo>
                  <a:lnTo>
                    <a:pt x="987158" y="1350768"/>
                  </a:lnTo>
                  <a:lnTo>
                    <a:pt x="937800" y="1326558"/>
                  </a:lnTo>
                  <a:lnTo>
                    <a:pt x="888442" y="1302493"/>
                  </a:lnTo>
                  <a:lnTo>
                    <a:pt x="839084" y="1278593"/>
                  </a:lnTo>
                  <a:lnTo>
                    <a:pt x="789726" y="1254870"/>
                  </a:lnTo>
                  <a:lnTo>
                    <a:pt x="740368" y="1231334"/>
                  </a:lnTo>
                  <a:lnTo>
                    <a:pt x="691011" y="1207991"/>
                  </a:lnTo>
                  <a:lnTo>
                    <a:pt x="641653" y="1184841"/>
                  </a:lnTo>
                  <a:lnTo>
                    <a:pt x="592295" y="1161885"/>
                  </a:lnTo>
                  <a:lnTo>
                    <a:pt x="542937" y="1139120"/>
                  </a:lnTo>
                  <a:lnTo>
                    <a:pt x="493579" y="1116543"/>
                  </a:lnTo>
                  <a:lnTo>
                    <a:pt x="444221" y="1094149"/>
                  </a:lnTo>
                  <a:lnTo>
                    <a:pt x="394863" y="1071933"/>
                  </a:lnTo>
                  <a:lnTo>
                    <a:pt x="345505" y="1049891"/>
                  </a:lnTo>
                  <a:lnTo>
                    <a:pt x="296147" y="1028016"/>
                  </a:lnTo>
                  <a:lnTo>
                    <a:pt x="246789" y="1006304"/>
                  </a:lnTo>
                  <a:lnTo>
                    <a:pt x="197431" y="984751"/>
                  </a:lnTo>
                  <a:lnTo>
                    <a:pt x="148073" y="963351"/>
                  </a:lnTo>
                  <a:lnTo>
                    <a:pt x="98715" y="942102"/>
                  </a:lnTo>
                  <a:lnTo>
                    <a:pt x="49357" y="921000"/>
                  </a:lnTo>
                  <a:lnTo>
                    <a:pt x="0" y="900043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708" name="pl213">
              <a:extLst>
                <a:ext uri="{FF2B5EF4-FFF2-40B4-BE49-F238E27FC236}">
                  <a16:creationId xmlns:a16="http://schemas.microsoft.com/office/drawing/2014/main" id="{EF5C6168-F23A-4D36-E415-49D0113416D8}"/>
                </a:ext>
              </a:extLst>
            </p:cNvPr>
            <p:cNvSpPr/>
            <p:nvPr/>
          </p:nvSpPr>
          <p:spPr>
            <a:xfrm>
              <a:off x="1623483" y="1979602"/>
              <a:ext cx="3899276" cy="1784173"/>
            </a:xfrm>
            <a:custGeom>
              <a:avLst/>
              <a:gdLst/>
              <a:ahLst/>
              <a:cxnLst/>
              <a:rect l="0" t="0" r="0" b="0"/>
              <a:pathLst>
                <a:path w="3899276" h="1784173">
                  <a:moveTo>
                    <a:pt x="0" y="0"/>
                  </a:moveTo>
                  <a:lnTo>
                    <a:pt x="49357" y="28663"/>
                  </a:lnTo>
                  <a:lnTo>
                    <a:pt x="98715" y="58512"/>
                  </a:lnTo>
                  <a:lnTo>
                    <a:pt x="148073" y="89523"/>
                  </a:lnTo>
                  <a:lnTo>
                    <a:pt x="197431" y="121663"/>
                  </a:lnTo>
                  <a:lnTo>
                    <a:pt x="246789" y="154889"/>
                  </a:lnTo>
                  <a:lnTo>
                    <a:pt x="296147" y="189147"/>
                  </a:lnTo>
                  <a:lnTo>
                    <a:pt x="345505" y="224373"/>
                  </a:lnTo>
                  <a:lnTo>
                    <a:pt x="394863" y="260491"/>
                  </a:lnTo>
                  <a:lnTo>
                    <a:pt x="444221" y="297417"/>
                  </a:lnTo>
                  <a:lnTo>
                    <a:pt x="493579" y="335055"/>
                  </a:lnTo>
                  <a:lnTo>
                    <a:pt x="542937" y="373299"/>
                  </a:lnTo>
                  <a:lnTo>
                    <a:pt x="592295" y="412037"/>
                  </a:lnTo>
                  <a:lnTo>
                    <a:pt x="641653" y="451149"/>
                  </a:lnTo>
                  <a:lnTo>
                    <a:pt x="691011" y="490509"/>
                  </a:lnTo>
                  <a:lnTo>
                    <a:pt x="740368" y="529988"/>
                  </a:lnTo>
                  <a:lnTo>
                    <a:pt x="789726" y="569454"/>
                  </a:lnTo>
                  <a:lnTo>
                    <a:pt x="839084" y="608775"/>
                  </a:lnTo>
                  <a:lnTo>
                    <a:pt x="888442" y="647823"/>
                  </a:lnTo>
                  <a:lnTo>
                    <a:pt x="937800" y="686473"/>
                  </a:lnTo>
                  <a:lnTo>
                    <a:pt x="987158" y="724608"/>
                  </a:lnTo>
                  <a:lnTo>
                    <a:pt x="1036516" y="762120"/>
                  </a:lnTo>
                  <a:lnTo>
                    <a:pt x="1085874" y="798910"/>
                  </a:lnTo>
                  <a:lnTo>
                    <a:pt x="1135232" y="834894"/>
                  </a:lnTo>
                  <a:lnTo>
                    <a:pt x="1184590" y="870000"/>
                  </a:lnTo>
                  <a:lnTo>
                    <a:pt x="1233948" y="904169"/>
                  </a:lnTo>
                  <a:lnTo>
                    <a:pt x="1283306" y="937359"/>
                  </a:lnTo>
                  <a:lnTo>
                    <a:pt x="1332664" y="969540"/>
                  </a:lnTo>
                  <a:lnTo>
                    <a:pt x="1382022" y="1000695"/>
                  </a:lnTo>
                  <a:lnTo>
                    <a:pt x="1431379" y="1030822"/>
                  </a:lnTo>
                  <a:lnTo>
                    <a:pt x="1480737" y="1059927"/>
                  </a:lnTo>
                  <a:lnTo>
                    <a:pt x="1530095" y="1088026"/>
                  </a:lnTo>
                  <a:lnTo>
                    <a:pt x="1579453" y="1115143"/>
                  </a:lnTo>
                  <a:lnTo>
                    <a:pt x="1628811" y="1141308"/>
                  </a:lnTo>
                  <a:lnTo>
                    <a:pt x="1678169" y="1166553"/>
                  </a:lnTo>
                  <a:lnTo>
                    <a:pt x="1727527" y="1190917"/>
                  </a:lnTo>
                  <a:lnTo>
                    <a:pt x="1776885" y="1214437"/>
                  </a:lnTo>
                  <a:lnTo>
                    <a:pt x="1826243" y="1237152"/>
                  </a:lnTo>
                  <a:lnTo>
                    <a:pt x="1875601" y="1259101"/>
                  </a:lnTo>
                  <a:lnTo>
                    <a:pt x="1924959" y="1280323"/>
                  </a:lnTo>
                  <a:lnTo>
                    <a:pt x="1974317" y="1300854"/>
                  </a:lnTo>
                  <a:lnTo>
                    <a:pt x="2023675" y="1320730"/>
                  </a:lnTo>
                  <a:lnTo>
                    <a:pt x="2073033" y="1339983"/>
                  </a:lnTo>
                  <a:lnTo>
                    <a:pt x="2122390" y="1358645"/>
                  </a:lnTo>
                  <a:lnTo>
                    <a:pt x="2171748" y="1376746"/>
                  </a:lnTo>
                  <a:lnTo>
                    <a:pt x="2221106" y="1394312"/>
                  </a:lnTo>
                  <a:lnTo>
                    <a:pt x="2270464" y="1411370"/>
                  </a:lnTo>
                  <a:lnTo>
                    <a:pt x="2319822" y="1427943"/>
                  </a:lnTo>
                  <a:lnTo>
                    <a:pt x="2369180" y="1444053"/>
                  </a:lnTo>
                  <a:lnTo>
                    <a:pt x="2418538" y="1459719"/>
                  </a:lnTo>
                  <a:lnTo>
                    <a:pt x="2467896" y="1474962"/>
                  </a:lnTo>
                  <a:lnTo>
                    <a:pt x="2517254" y="1489798"/>
                  </a:lnTo>
                  <a:lnTo>
                    <a:pt x="2566612" y="1504243"/>
                  </a:lnTo>
                  <a:lnTo>
                    <a:pt x="2615970" y="1518313"/>
                  </a:lnTo>
                  <a:lnTo>
                    <a:pt x="2665328" y="1532020"/>
                  </a:lnTo>
                  <a:lnTo>
                    <a:pt x="2714686" y="1545379"/>
                  </a:lnTo>
                  <a:lnTo>
                    <a:pt x="2764044" y="1558400"/>
                  </a:lnTo>
                  <a:lnTo>
                    <a:pt x="2813401" y="1571096"/>
                  </a:lnTo>
                  <a:lnTo>
                    <a:pt x="2862759" y="1583476"/>
                  </a:lnTo>
                  <a:lnTo>
                    <a:pt x="2912117" y="1595550"/>
                  </a:lnTo>
                  <a:lnTo>
                    <a:pt x="2961475" y="1607328"/>
                  </a:lnTo>
                  <a:lnTo>
                    <a:pt x="3010833" y="1618818"/>
                  </a:lnTo>
                  <a:lnTo>
                    <a:pt x="3060191" y="1630029"/>
                  </a:lnTo>
                  <a:lnTo>
                    <a:pt x="3109549" y="1640968"/>
                  </a:lnTo>
                  <a:lnTo>
                    <a:pt x="3158907" y="1651643"/>
                  </a:lnTo>
                  <a:lnTo>
                    <a:pt x="3208265" y="1662060"/>
                  </a:lnTo>
                  <a:lnTo>
                    <a:pt x="3257623" y="1672226"/>
                  </a:lnTo>
                  <a:lnTo>
                    <a:pt x="3306981" y="1682148"/>
                  </a:lnTo>
                  <a:lnTo>
                    <a:pt x="3356339" y="1691832"/>
                  </a:lnTo>
                  <a:lnTo>
                    <a:pt x="3405697" y="1701284"/>
                  </a:lnTo>
                  <a:lnTo>
                    <a:pt x="3455055" y="1710509"/>
                  </a:lnTo>
                  <a:lnTo>
                    <a:pt x="3504412" y="1719513"/>
                  </a:lnTo>
                  <a:lnTo>
                    <a:pt x="3553770" y="1728301"/>
                  </a:lnTo>
                  <a:lnTo>
                    <a:pt x="3603128" y="1736877"/>
                  </a:lnTo>
                  <a:lnTo>
                    <a:pt x="3652486" y="1745248"/>
                  </a:lnTo>
                  <a:lnTo>
                    <a:pt x="3701844" y="1753418"/>
                  </a:lnTo>
                  <a:lnTo>
                    <a:pt x="3751202" y="1761391"/>
                  </a:lnTo>
                  <a:lnTo>
                    <a:pt x="3800560" y="1769171"/>
                  </a:lnTo>
                  <a:lnTo>
                    <a:pt x="3849918" y="1776764"/>
                  </a:lnTo>
                  <a:lnTo>
                    <a:pt x="3899276" y="1784173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709" name="pl214">
              <a:extLst>
                <a:ext uri="{FF2B5EF4-FFF2-40B4-BE49-F238E27FC236}">
                  <a16:creationId xmlns:a16="http://schemas.microsoft.com/office/drawing/2014/main" id="{A3D0D92F-07B3-415F-1D7D-B540EBC43CE5}"/>
                </a:ext>
              </a:extLst>
            </p:cNvPr>
            <p:cNvSpPr/>
            <p:nvPr/>
          </p:nvSpPr>
          <p:spPr>
            <a:xfrm>
              <a:off x="1623483" y="2879645"/>
              <a:ext cx="3899276" cy="1150080"/>
            </a:xfrm>
            <a:custGeom>
              <a:avLst/>
              <a:gdLst/>
              <a:ahLst/>
              <a:cxnLst/>
              <a:rect l="0" t="0" r="0" b="0"/>
              <a:pathLst>
                <a:path w="3899276" h="1150080">
                  <a:moveTo>
                    <a:pt x="3899276" y="1150080"/>
                  </a:moveTo>
                  <a:lnTo>
                    <a:pt x="3849918" y="1148804"/>
                  </a:lnTo>
                  <a:lnTo>
                    <a:pt x="3800560" y="1147427"/>
                  </a:lnTo>
                  <a:lnTo>
                    <a:pt x="3751202" y="1145941"/>
                  </a:lnTo>
                  <a:lnTo>
                    <a:pt x="3701844" y="1144337"/>
                  </a:lnTo>
                  <a:lnTo>
                    <a:pt x="3652486" y="1142608"/>
                  </a:lnTo>
                  <a:lnTo>
                    <a:pt x="3603128" y="1140742"/>
                  </a:lnTo>
                  <a:lnTo>
                    <a:pt x="3553770" y="1138731"/>
                  </a:lnTo>
                  <a:lnTo>
                    <a:pt x="3504412" y="1136563"/>
                  </a:lnTo>
                  <a:lnTo>
                    <a:pt x="3455055" y="1134226"/>
                  </a:lnTo>
                  <a:lnTo>
                    <a:pt x="3405697" y="1131709"/>
                  </a:lnTo>
                  <a:lnTo>
                    <a:pt x="3356339" y="1128997"/>
                  </a:lnTo>
                  <a:lnTo>
                    <a:pt x="3306981" y="1126078"/>
                  </a:lnTo>
                  <a:lnTo>
                    <a:pt x="3257623" y="1122936"/>
                  </a:lnTo>
                  <a:lnTo>
                    <a:pt x="3208265" y="1119555"/>
                  </a:lnTo>
                  <a:lnTo>
                    <a:pt x="3158907" y="1115920"/>
                  </a:lnTo>
                  <a:lnTo>
                    <a:pt x="3109549" y="1112011"/>
                  </a:lnTo>
                  <a:lnTo>
                    <a:pt x="3060191" y="1107811"/>
                  </a:lnTo>
                  <a:lnTo>
                    <a:pt x="3010833" y="1103300"/>
                  </a:lnTo>
                  <a:lnTo>
                    <a:pt x="2961475" y="1098458"/>
                  </a:lnTo>
                  <a:lnTo>
                    <a:pt x="2912117" y="1093264"/>
                  </a:lnTo>
                  <a:lnTo>
                    <a:pt x="2862759" y="1087694"/>
                  </a:lnTo>
                  <a:lnTo>
                    <a:pt x="2813401" y="1081726"/>
                  </a:lnTo>
                  <a:lnTo>
                    <a:pt x="2764044" y="1075336"/>
                  </a:lnTo>
                  <a:lnTo>
                    <a:pt x="2714686" y="1068499"/>
                  </a:lnTo>
                  <a:lnTo>
                    <a:pt x="2665328" y="1061190"/>
                  </a:lnTo>
                  <a:lnTo>
                    <a:pt x="2615970" y="1053382"/>
                  </a:lnTo>
                  <a:lnTo>
                    <a:pt x="2566612" y="1045050"/>
                  </a:lnTo>
                  <a:lnTo>
                    <a:pt x="2517254" y="1036167"/>
                  </a:lnTo>
                  <a:lnTo>
                    <a:pt x="2467896" y="1026707"/>
                  </a:lnTo>
                  <a:lnTo>
                    <a:pt x="2418538" y="1016644"/>
                  </a:lnTo>
                  <a:lnTo>
                    <a:pt x="2369180" y="1005952"/>
                  </a:lnTo>
                  <a:lnTo>
                    <a:pt x="2319822" y="994606"/>
                  </a:lnTo>
                  <a:lnTo>
                    <a:pt x="2270464" y="982585"/>
                  </a:lnTo>
                  <a:lnTo>
                    <a:pt x="2221106" y="969866"/>
                  </a:lnTo>
                  <a:lnTo>
                    <a:pt x="2171748" y="956430"/>
                  </a:lnTo>
                  <a:lnTo>
                    <a:pt x="2122390" y="942262"/>
                  </a:lnTo>
                  <a:lnTo>
                    <a:pt x="2073033" y="927348"/>
                  </a:lnTo>
                  <a:lnTo>
                    <a:pt x="2023675" y="911679"/>
                  </a:lnTo>
                  <a:lnTo>
                    <a:pt x="1974317" y="895252"/>
                  </a:lnTo>
                  <a:lnTo>
                    <a:pt x="1924959" y="878067"/>
                  </a:lnTo>
                  <a:lnTo>
                    <a:pt x="1875601" y="860130"/>
                  </a:lnTo>
                  <a:lnTo>
                    <a:pt x="1826243" y="841453"/>
                  </a:lnTo>
                  <a:lnTo>
                    <a:pt x="1776885" y="822057"/>
                  </a:lnTo>
                  <a:lnTo>
                    <a:pt x="1727527" y="801966"/>
                  </a:lnTo>
                  <a:lnTo>
                    <a:pt x="1678169" y="781212"/>
                  </a:lnTo>
                  <a:lnTo>
                    <a:pt x="1628811" y="759836"/>
                  </a:lnTo>
                  <a:lnTo>
                    <a:pt x="1579453" y="737884"/>
                  </a:lnTo>
                  <a:lnTo>
                    <a:pt x="1530095" y="715406"/>
                  </a:lnTo>
                  <a:lnTo>
                    <a:pt x="1480737" y="692459"/>
                  </a:lnTo>
                  <a:lnTo>
                    <a:pt x="1431379" y="669105"/>
                  </a:lnTo>
                  <a:lnTo>
                    <a:pt x="1382022" y="645405"/>
                  </a:lnTo>
                  <a:lnTo>
                    <a:pt x="1332664" y="621426"/>
                  </a:lnTo>
                  <a:lnTo>
                    <a:pt x="1283306" y="597230"/>
                  </a:lnTo>
                  <a:lnTo>
                    <a:pt x="1233948" y="572880"/>
                  </a:lnTo>
                  <a:lnTo>
                    <a:pt x="1184590" y="548436"/>
                  </a:lnTo>
                  <a:lnTo>
                    <a:pt x="1135232" y="523951"/>
                  </a:lnTo>
                  <a:lnTo>
                    <a:pt x="1085874" y="499477"/>
                  </a:lnTo>
                  <a:lnTo>
                    <a:pt x="1036516" y="475056"/>
                  </a:lnTo>
                  <a:lnTo>
                    <a:pt x="987158" y="450725"/>
                  </a:lnTo>
                  <a:lnTo>
                    <a:pt x="937800" y="426515"/>
                  </a:lnTo>
                  <a:lnTo>
                    <a:pt x="888442" y="402450"/>
                  </a:lnTo>
                  <a:lnTo>
                    <a:pt x="839084" y="378550"/>
                  </a:lnTo>
                  <a:lnTo>
                    <a:pt x="789726" y="354827"/>
                  </a:lnTo>
                  <a:lnTo>
                    <a:pt x="740368" y="331291"/>
                  </a:lnTo>
                  <a:lnTo>
                    <a:pt x="691011" y="307948"/>
                  </a:lnTo>
                  <a:lnTo>
                    <a:pt x="641653" y="284798"/>
                  </a:lnTo>
                  <a:lnTo>
                    <a:pt x="592295" y="261842"/>
                  </a:lnTo>
                  <a:lnTo>
                    <a:pt x="542937" y="239077"/>
                  </a:lnTo>
                  <a:lnTo>
                    <a:pt x="493579" y="216500"/>
                  </a:lnTo>
                  <a:lnTo>
                    <a:pt x="444221" y="194106"/>
                  </a:lnTo>
                  <a:lnTo>
                    <a:pt x="394863" y="171890"/>
                  </a:lnTo>
                  <a:lnTo>
                    <a:pt x="345505" y="149848"/>
                  </a:lnTo>
                  <a:lnTo>
                    <a:pt x="296147" y="127973"/>
                  </a:lnTo>
                  <a:lnTo>
                    <a:pt x="246789" y="106261"/>
                  </a:lnTo>
                  <a:lnTo>
                    <a:pt x="197431" y="84708"/>
                  </a:lnTo>
                  <a:lnTo>
                    <a:pt x="148073" y="63308"/>
                  </a:lnTo>
                  <a:lnTo>
                    <a:pt x="98715" y="42059"/>
                  </a:lnTo>
                  <a:lnTo>
                    <a:pt x="49357" y="2095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710" name="pl215">
              <a:extLst>
                <a:ext uri="{FF2B5EF4-FFF2-40B4-BE49-F238E27FC236}">
                  <a16:creationId xmlns:a16="http://schemas.microsoft.com/office/drawing/2014/main" id="{F8301BD4-F652-A0A3-DB1F-AECD5BEB720E}"/>
                </a:ext>
              </a:extLst>
            </p:cNvPr>
            <p:cNvSpPr/>
            <p:nvPr/>
          </p:nvSpPr>
          <p:spPr>
            <a:xfrm>
              <a:off x="1623483" y="2372867"/>
              <a:ext cx="3899276" cy="1603585"/>
            </a:xfrm>
            <a:custGeom>
              <a:avLst/>
              <a:gdLst/>
              <a:ahLst/>
              <a:cxnLst/>
              <a:rect l="0" t="0" r="0" b="0"/>
              <a:pathLst>
                <a:path w="3899276" h="1603585">
                  <a:moveTo>
                    <a:pt x="0" y="0"/>
                  </a:moveTo>
                  <a:lnTo>
                    <a:pt x="49357" y="30676"/>
                  </a:lnTo>
                  <a:lnTo>
                    <a:pt x="98715" y="61847"/>
                  </a:lnTo>
                  <a:lnTo>
                    <a:pt x="148073" y="93480"/>
                  </a:lnTo>
                  <a:lnTo>
                    <a:pt x="197431" y="125538"/>
                  </a:lnTo>
                  <a:lnTo>
                    <a:pt x="246789" y="157983"/>
                  </a:lnTo>
                  <a:lnTo>
                    <a:pt x="296147" y="190775"/>
                  </a:lnTo>
                  <a:lnTo>
                    <a:pt x="345505" y="223870"/>
                  </a:lnTo>
                  <a:lnTo>
                    <a:pt x="394863" y="257224"/>
                  </a:lnTo>
                  <a:lnTo>
                    <a:pt x="444221" y="290793"/>
                  </a:lnTo>
                  <a:lnTo>
                    <a:pt x="493579" y="324530"/>
                  </a:lnTo>
                  <a:lnTo>
                    <a:pt x="542937" y="358386"/>
                  </a:lnTo>
                  <a:lnTo>
                    <a:pt x="592295" y="392314"/>
                  </a:lnTo>
                  <a:lnTo>
                    <a:pt x="641653" y="426264"/>
                  </a:lnTo>
                  <a:lnTo>
                    <a:pt x="691011" y="460188"/>
                  </a:lnTo>
                  <a:lnTo>
                    <a:pt x="740368" y="494037"/>
                  </a:lnTo>
                  <a:lnTo>
                    <a:pt x="789726" y="527762"/>
                  </a:lnTo>
                  <a:lnTo>
                    <a:pt x="839084" y="561317"/>
                  </a:lnTo>
                  <a:lnTo>
                    <a:pt x="888442" y="594654"/>
                  </a:lnTo>
                  <a:lnTo>
                    <a:pt x="937800" y="627728"/>
                  </a:lnTo>
                  <a:lnTo>
                    <a:pt x="987158" y="660495"/>
                  </a:lnTo>
                  <a:lnTo>
                    <a:pt x="1036516" y="692913"/>
                  </a:lnTo>
                  <a:lnTo>
                    <a:pt x="1085874" y="724941"/>
                  </a:lnTo>
                  <a:lnTo>
                    <a:pt x="1135232" y="756541"/>
                  </a:lnTo>
                  <a:lnTo>
                    <a:pt x="1184590" y="787677"/>
                  </a:lnTo>
                  <a:lnTo>
                    <a:pt x="1233948" y="818315"/>
                  </a:lnTo>
                  <a:lnTo>
                    <a:pt x="1283306" y="848424"/>
                  </a:lnTo>
                  <a:lnTo>
                    <a:pt x="1332664" y="877976"/>
                  </a:lnTo>
                  <a:lnTo>
                    <a:pt x="1382022" y="906944"/>
                  </a:lnTo>
                  <a:lnTo>
                    <a:pt x="1431379" y="935305"/>
                  </a:lnTo>
                  <a:lnTo>
                    <a:pt x="1480737" y="963038"/>
                  </a:lnTo>
                  <a:lnTo>
                    <a:pt x="1530095" y="990125"/>
                  </a:lnTo>
                  <a:lnTo>
                    <a:pt x="1579453" y="1016551"/>
                  </a:lnTo>
                  <a:lnTo>
                    <a:pt x="1628811" y="1042303"/>
                  </a:lnTo>
                  <a:lnTo>
                    <a:pt x="1678169" y="1067372"/>
                  </a:lnTo>
                  <a:lnTo>
                    <a:pt x="1727527" y="1091748"/>
                  </a:lnTo>
                  <a:lnTo>
                    <a:pt x="1776885" y="1115427"/>
                  </a:lnTo>
                  <a:lnTo>
                    <a:pt x="1826243" y="1138405"/>
                  </a:lnTo>
                  <a:lnTo>
                    <a:pt x="1875601" y="1160682"/>
                  </a:lnTo>
                  <a:lnTo>
                    <a:pt x="1924959" y="1182258"/>
                  </a:lnTo>
                  <a:lnTo>
                    <a:pt x="1974317" y="1203137"/>
                  </a:lnTo>
                  <a:lnTo>
                    <a:pt x="2023675" y="1223322"/>
                  </a:lnTo>
                  <a:lnTo>
                    <a:pt x="2073033" y="1242821"/>
                  </a:lnTo>
                  <a:lnTo>
                    <a:pt x="2122390" y="1261641"/>
                  </a:lnTo>
                  <a:lnTo>
                    <a:pt x="2171748" y="1279791"/>
                  </a:lnTo>
                  <a:lnTo>
                    <a:pt x="2221106" y="1297282"/>
                  </a:lnTo>
                  <a:lnTo>
                    <a:pt x="2270464" y="1314125"/>
                  </a:lnTo>
                  <a:lnTo>
                    <a:pt x="2319822" y="1330332"/>
                  </a:lnTo>
                  <a:lnTo>
                    <a:pt x="2369180" y="1345917"/>
                  </a:lnTo>
                  <a:lnTo>
                    <a:pt x="2418538" y="1360893"/>
                  </a:lnTo>
                  <a:lnTo>
                    <a:pt x="2467896" y="1375276"/>
                  </a:lnTo>
                  <a:lnTo>
                    <a:pt x="2517254" y="1389080"/>
                  </a:lnTo>
                  <a:lnTo>
                    <a:pt x="2566612" y="1402321"/>
                  </a:lnTo>
                  <a:lnTo>
                    <a:pt x="2615970" y="1415015"/>
                  </a:lnTo>
                  <a:lnTo>
                    <a:pt x="2665328" y="1427177"/>
                  </a:lnTo>
                  <a:lnTo>
                    <a:pt x="2714686" y="1438824"/>
                  </a:lnTo>
                  <a:lnTo>
                    <a:pt x="2764044" y="1449973"/>
                  </a:lnTo>
                  <a:lnTo>
                    <a:pt x="2813401" y="1460639"/>
                  </a:lnTo>
                  <a:lnTo>
                    <a:pt x="2862759" y="1470839"/>
                  </a:lnTo>
                  <a:lnTo>
                    <a:pt x="2912117" y="1480589"/>
                  </a:lnTo>
                  <a:lnTo>
                    <a:pt x="2961475" y="1489905"/>
                  </a:lnTo>
                  <a:lnTo>
                    <a:pt x="3010833" y="1498803"/>
                  </a:lnTo>
                  <a:lnTo>
                    <a:pt x="3060191" y="1507298"/>
                  </a:lnTo>
                  <a:lnTo>
                    <a:pt x="3109549" y="1515406"/>
                  </a:lnTo>
                  <a:lnTo>
                    <a:pt x="3158907" y="1523141"/>
                  </a:lnTo>
                  <a:lnTo>
                    <a:pt x="3208265" y="1530519"/>
                  </a:lnTo>
                  <a:lnTo>
                    <a:pt x="3257623" y="1537553"/>
                  </a:lnTo>
                  <a:lnTo>
                    <a:pt x="3306981" y="1544258"/>
                  </a:lnTo>
                  <a:lnTo>
                    <a:pt x="3356339" y="1550647"/>
                  </a:lnTo>
                  <a:lnTo>
                    <a:pt x="3405697" y="1556734"/>
                  </a:lnTo>
                  <a:lnTo>
                    <a:pt x="3455055" y="1562531"/>
                  </a:lnTo>
                  <a:lnTo>
                    <a:pt x="3504412" y="1568050"/>
                  </a:lnTo>
                  <a:lnTo>
                    <a:pt x="3553770" y="1573304"/>
                  </a:lnTo>
                  <a:lnTo>
                    <a:pt x="3603128" y="1578305"/>
                  </a:lnTo>
                  <a:lnTo>
                    <a:pt x="3652486" y="1583063"/>
                  </a:lnTo>
                  <a:lnTo>
                    <a:pt x="3701844" y="1587590"/>
                  </a:lnTo>
                  <a:lnTo>
                    <a:pt x="3751202" y="1591896"/>
                  </a:lnTo>
                  <a:lnTo>
                    <a:pt x="3800560" y="1595990"/>
                  </a:lnTo>
                  <a:lnTo>
                    <a:pt x="3849918" y="1599884"/>
                  </a:lnTo>
                  <a:lnTo>
                    <a:pt x="3899276" y="1603585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1" name="pg216">
              <a:extLst>
                <a:ext uri="{FF2B5EF4-FFF2-40B4-BE49-F238E27FC236}">
                  <a16:creationId xmlns:a16="http://schemas.microsoft.com/office/drawing/2014/main" id="{9673353A-8E05-51FE-BDEC-FB243EA46906}"/>
                </a:ext>
              </a:extLst>
            </p:cNvPr>
            <p:cNvSpPr/>
            <p:nvPr/>
          </p:nvSpPr>
          <p:spPr>
            <a:xfrm>
              <a:off x="2706411" y="1525266"/>
              <a:ext cx="2717591" cy="1991199"/>
            </a:xfrm>
            <a:custGeom>
              <a:avLst/>
              <a:gdLst/>
              <a:ahLst/>
              <a:cxnLst/>
              <a:rect l="0" t="0" r="0" b="0"/>
              <a:pathLst>
                <a:path w="2717591" h="1991199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  <a:lnTo>
                    <a:pt x="2717591" y="1991199"/>
                  </a:lnTo>
                  <a:lnTo>
                    <a:pt x="2683191" y="1957288"/>
                  </a:lnTo>
                  <a:lnTo>
                    <a:pt x="2648791" y="1922013"/>
                  </a:lnTo>
                  <a:lnTo>
                    <a:pt x="2614391" y="1885422"/>
                  </a:lnTo>
                  <a:lnTo>
                    <a:pt x="2579991" y="1847577"/>
                  </a:lnTo>
                  <a:lnTo>
                    <a:pt x="2545591" y="1808552"/>
                  </a:lnTo>
                  <a:lnTo>
                    <a:pt x="2511192" y="1768438"/>
                  </a:lnTo>
                  <a:lnTo>
                    <a:pt x="2476792" y="1727339"/>
                  </a:lnTo>
                  <a:lnTo>
                    <a:pt x="2442392" y="1685371"/>
                  </a:lnTo>
                  <a:lnTo>
                    <a:pt x="2407992" y="1642665"/>
                  </a:lnTo>
                  <a:lnTo>
                    <a:pt x="2373592" y="1599363"/>
                  </a:lnTo>
                  <a:lnTo>
                    <a:pt x="2339192" y="1555618"/>
                  </a:lnTo>
                  <a:lnTo>
                    <a:pt x="2304792" y="1511590"/>
                  </a:lnTo>
                  <a:lnTo>
                    <a:pt x="2270392" y="1467448"/>
                  </a:lnTo>
                  <a:lnTo>
                    <a:pt x="2235992" y="1423362"/>
                  </a:lnTo>
                  <a:lnTo>
                    <a:pt x="2201593" y="1379505"/>
                  </a:lnTo>
                  <a:lnTo>
                    <a:pt x="2167193" y="1336050"/>
                  </a:lnTo>
                  <a:lnTo>
                    <a:pt x="2132793" y="1293164"/>
                  </a:lnTo>
                  <a:lnTo>
                    <a:pt x="2098393" y="1251008"/>
                  </a:lnTo>
                  <a:lnTo>
                    <a:pt x="2063993" y="1209731"/>
                  </a:lnTo>
                  <a:lnTo>
                    <a:pt x="2029593" y="1169472"/>
                  </a:lnTo>
                  <a:lnTo>
                    <a:pt x="1995193" y="1130352"/>
                  </a:lnTo>
                  <a:lnTo>
                    <a:pt x="1960793" y="1092476"/>
                  </a:lnTo>
                  <a:lnTo>
                    <a:pt x="1926393" y="1055927"/>
                  </a:lnTo>
                  <a:lnTo>
                    <a:pt x="1891994" y="1020769"/>
                  </a:lnTo>
                  <a:lnTo>
                    <a:pt x="1857594" y="987046"/>
                  </a:lnTo>
                  <a:lnTo>
                    <a:pt x="1823194" y="954779"/>
                  </a:lnTo>
                  <a:lnTo>
                    <a:pt x="1788794" y="923969"/>
                  </a:lnTo>
                  <a:lnTo>
                    <a:pt x="1754394" y="894602"/>
                  </a:lnTo>
                  <a:lnTo>
                    <a:pt x="1719994" y="866645"/>
                  </a:lnTo>
                  <a:lnTo>
                    <a:pt x="1685594" y="840052"/>
                  </a:lnTo>
                  <a:lnTo>
                    <a:pt x="1651194" y="814769"/>
                  </a:lnTo>
                  <a:lnTo>
                    <a:pt x="1616794" y="790733"/>
                  </a:lnTo>
                  <a:lnTo>
                    <a:pt x="1582395" y="767875"/>
                  </a:lnTo>
                  <a:lnTo>
                    <a:pt x="1547995" y="746125"/>
                  </a:lnTo>
                  <a:lnTo>
                    <a:pt x="1513595" y="725412"/>
                  </a:lnTo>
                  <a:lnTo>
                    <a:pt x="1479195" y="705665"/>
                  </a:lnTo>
                  <a:lnTo>
                    <a:pt x="1444795" y="686817"/>
                  </a:lnTo>
                  <a:lnTo>
                    <a:pt x="1410395" y="668804"/>
                  </a:lnTo>
                  <a:lnTo>
                    <a:pt x="1375995" y="651564"/>
                  </a:lnTo>
                  <a:lnTo>
                    <a:pt x="1341595" y="635041"/>
                  </a:lnTo>
                  <a:lnTo>
                    <a:pt x="1307195" y="619183"/>
                  </a:lnTo>
                  <a:lnTo>
                    <a:pt x="1272795" y="603940"/>
                  </a:lnTo>
                  <a:lnTo>
                    <a:pt x="1238396" y="589270"/>
                  </a:lnTo>
                  <a:lnTo>
                    <a:pt x="1203996" y="575132"/>
                  </a:lnTo>
                  <a:lnTo>
                    <a:pt x="1169596" y="561490"/>
                  </a:lnTo>
                  <a:lnTo>
                    <a:pt x="1135196" y="548309"/>
                  </a:lnTo>
                  <a:lnTo>
                    <a:pt x="1100796" y="535560"/>
                  </a:lnTo>
                  <a:lnTo>
                    <a:pt x="1066396" y="523216"/>
                  </a:lnTo>
                  <a:lnTo>
                    <a:pt x="1031996" y="511252"/>
                  </a:lnTo>
                  <a:lnTo>
                    <a:pt x="997596" y="499646"/>
                  </a:lnTo>
                  <a:lnTo>
                    <a:pt x="963196" y="488376"/>
                  </a:lnTo>
                  <a:lnTo>
                    <a:pt x="928797" y="477426"/>
                  </a:lnTo>
                  <a:lnTo>
                    <a:pt x="894397" y="466777"/>
                  </a:lnTo>
                  <a:lnTo>
                    <a:pt x="859997" y="456415"/>
                  </a:lnTo>
                  <a:lnTo>
                    <a:pt x="825597" y="446326"/>
                  </a:lnTo>
                  <a:lnTo>
                    <a:pt x="791197" y="436497"/>
                  </a:lnTo>
                  <a:lnTo>
                    <a:pt x="756797" y="426916"/>
                  </a:lnTo>
                  <a:lnTo>
                    <a:pt x="722397" y="417573"/>
                  </a:lnTo>
                  <a:lnTo>
                    <a:pt x="687997" y="408458"/>
                  </a:lnTo>
                  <a:lnTo>
                    <a:pt x="653597" y="399561"/>
                  </a:lnTo>
                  <a:lnTo>
                    <a:pt x="619198" y="390874"/>
                  </a:lnTo>
                  <a:lnTo>
                    <a:pt x="584798" y="382390"/>
                  </a:lnTo>
                  <a:lnTo>
                    <a:pt x="550398" y="374101"/>
                  </a:lnTo>
                  <a:lnTo>
                    <a:pt x="515998" y="366001"/>
                  </a:lnTo>
                  <a:lnTo>
                    <a:pt x="481598" y="358083"/>
                  </a:lnTo>
                  <a:lnTo>
                    <a:pt x="447198" y="350342"/>
                  </a:lnTo>
                  <a:lnTo>
                    <a:pt x="412798" y="342772"/>
                  </a:lnTo>
                  <a:lnTo>
                    <a:pt x="378398" y="335367"/>
                  </a:lnTo>
                  <a:lnTo>
                    <a:pt x="343998" y="328124"/>
                  </a:lnTo>
                  <a:lnTo>
                    <a:pt x="309599" y="321036"/>
                  </a:lnTo>
                  <a:lnTo>
                    <a:pt x="275199" y="314101"/>
                  </a:lnTo>
                  <a:lnTo>
                    <a:pt x="240799" y="307314"/>
                  </a:lnTo>
                  <a:lnTo>
                    <a:pt x="206399" y="300671"/>
                  </a:lnTo>
                  <a:lnTo>
                    <a:pt x="171999" y="294169"/>
                  </a:lnTo>
                  <a:lnTo>
                    <a:pt x="137599" y="287803"/>
                  </a:lnTo>
                  <a:lnTo>
                    <a:pt x="103199" y="281571"/>
                  </a:lnTo>
                  <a:lnTo>
                    <a:pt x="68799" y="275469"/>
                  </a:lnTo>
                  <a:lnTo>
                    <a:pt x="34399" y="269494"/>
                  </a:lnTo>
                  <a:lnTo>
                    <a:pt x="0" y="263644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712" name="pl217">
              <a:extLst>
                <a:ext uri="{FF2B5EF4-FFF2-40B4-BE49-F238E27FC236}">
                  <a16:creationId xmlns:a16="http://schemas.microsoft.com/office/drawing/2014/main" id="{E0B19040-F183-1DD8-29B8-C1D10C91A67D}"/>
                </a:ext>
              </a:extLst>
            </p:cNvPr>
            <p:cNvSpPr/>
            <p:nvPr/>
          </p:nvSpPr>
          <p:spPr>
            <a:xfrm>
              <a:off x="2706411" y="1525266"/>
              <a:ext cx="2717591" cy="877894"/>
            </a:xfrm>
            <a:custGeom>
              <a:avLst/>
              <a:gdLst/>
              <a:ahLst/>
              <a:cxnLst/>
              <a:rect l="0" t="0" r="0" b="0"/>
              <a:pathLst>
                <a:path w="2717591" h="877894">
                  <a:moveTo>
                    <a:pt x="0" y="0"/>
                  </a:moveTo>
                  <a:lnTo>
                    <a:pt x="34399" y="778"/>
                  </a:lnTo>
                  <a:lnTo>
                    <a:pt x="68799" y="1623"/>
                  </a:lnTo>
                  <a:lnTo>
                    <a:pt x="103199" y="2540"/>
                  </a:lnTo>
                  <a:lnTo>
                    <a:pt x="137599" y="3536"/>
                  </a:lnTo>
                  <a:lnTo>
                    <a:pt x="171999" y="4615"/>
                  </a:lnTo>
                  <a:lnTo>
                    <a:pt x="206399" y="5786"/>
                  </a:lnTo>
                  <a:lnTo>
                    <a:pt x="240799" y="7056"/>
                  </a:lnTo>
                  <a:lnTo>
                    <a:pt x="275199" y="8433"/>
                  </a:lnTo>
                  <a:lnTo>
                    <a:pt x="309599" y="9925"/>
                  </a:lnTo>
                  <a:lnTo>
                    <a:pt x="343998" y="11542"/>
                  </a:lnTo>
                  <a:lnTo>
                    <a:pt x="378398" y="13294"/>
                  </a:lnTo>
                  <a:lnTo>
                    <a:pt x="412798" y="15192"/>
                  </a:lnTo>
                  <a:lnTo>
                    <a:pt x="447198" y="17247"/>
                  </a:lnTo>
                  <a:lnTo>
                    <a:pt x="481598" y="19471"/>
                  </a:lnTo>
                  <a:lnTo>
                    <a:pt x="515998" y="21877"/>
                  </a:lnTo>
                  <a:lnTo>
                    <a:pt x="550398" y="24480"/>
                  </a:lnTo>
                  <a:lnTo>
                    <a:pt x="584798" y="27295"/>
                  </a:lnTo>
                  <a:lnTo>
                    <a:pt x="619198" y="30336"/>
                  </a:lnTo>
                  <a:lnTo>
                    <a:pt x="653597" y="33622"/>
                  </a:lnTo>
                  <a:lnTo>
                    <a:pt x="687997" y="37169"/>
                  </a:lnTo>
                  <a:lnTo>
                    <a:pt x="722397" y="40997"/>
                  </a:lnTo>
                  <a:lnTo>
                    <a:pt x="756797" y="45124"/>
                  </a:lnTo>
                  <a:lnTo>
                    <a:pt x="791197" y="49573"/>
                  </a:lnTo>
                  <a:lnTo>
                    <a:pt x="825597" y="54364"/>
                  </a:lnTo>
                  <a:lnTo>
                    <a:pt x="859997" y="59520"/>
                  </a:lnTo>
                  <a:lnTo>
                    <a:pt x="894397" y="65064"/>
                  </a:lnTo>
                  <a:lnTo>
                    <a:pt x="928797" y="71021"/>
                  </a:lnTo>
                  <a:lnTo>
                    <a:pt x="963196" y="77414"/>
                  </a:lnTo>
                  <a:lnTo>
                    <a:pt x="997596" y="84269"/>
                  </a:lnTo>
                  <a:lnTo>
                    <a:pt x="1031996" y="91611"/>
                  </a:lnTo>
                  <a:lnTo>
                    <a:pt x="1066396" y="99465"/>
                  </a:lnTo>
                  <a:lnTo>
                    <a:pt x="1100796" y="107856"/>
                  </a:lnTo>
                  <a:lnTo>
                    <a:pt x="1135196" y="116808"/>
                  </a:lnTo>
                  <a:lnTo>
                    <a:pt x="1169596" y="126343"/>
                  </a:lnTo>
                  <a:lnTo>
                    <a:pt x="1203996" y="136483"/>
                  </a:lnTo>
                  <a:lnTo>
                    <a:pt x="1238396" y="147247"/>
                  </a:lnTo>
                  <a:lnTo>
                    <a:pt x="1272795" y="158651"/>
                  </a:lnTo>
                  <a:lnTo>
                    <a:pt x="1307195" y="170708"/>
                  </a:lnTo>
                  <a:lnTo>
                    <a:pt x="1341595" y="183426"/>
                  </a:lnTo>
                  <a:lnTo>
                    <a:pt x="1375995" y="196810"/>
                  </a:lnTo>
                  <a:lnTo>
                    <a:pt x="1410395" y="210855"/>
                  </a:lnTo>
                  <a:lnTo>
                    <a:pt x="1444795" y="225556"/>
                  </a:lnTo>
                  <a:lnTo>
                    <a:pt x="1479195" y="240895"/>
                  </a:lnTo>
                  <a:lnTo>
                    <a:pt x="1513595" y="256851"/>
                  </a:lnTo>
                  <a:lnTo>
                    <a:pt x="1547995" y="273391"/>
                  </a:lnTo>
                  <a:lnTo>
                    <a:pt x="1582395" y="290479"/>
                  </a:lnTo>
                  <a:lnTo>
                    <a:pt x="1616794" y="308066"/>
                  </a:lnTo>
                  <a:lnTo>
                    <a:pt x="1651194" y="326101"/>
                  </a:lnTo>
                  <a:lnTo>
                    <a:pt x="1685594" y="344524"/>
                  </a:lnTo>
                  <a:lnTo>
                    <a:pt x="1719994" y="363270"/>
                  </a:lnTo>
                  <a:lnTo>
                    <a:pt x="1754394" y="382273"/>
                  </a:lnTo>
                  <a:lnTo>
                    <a:pt x="1788794" y="401464"/>
                  </a:lnTo>
                  <a:lnTo>
                    <a:pt x="1823194" y="420778"/>
                  </a:lnTo>
                  <a:lnTo>
                    <a:pt x="1857594" y="440149"/>
                  </a:lnTo>
                  <a:lnTo>
                    <a:pt x="1891994" y="459519"/>
                  </a:lnTo>
                  <a:lnTo>
                    <a:pt x="1926393" y="478835"/>
                  </a:lnTo>
                  <a:lnTo>
                    <a:pt x="1960793" y="498052"/>
                  </a:lnTo>
                  <a:lnTo>
                    <a:pt x="1995193" y="517132"/>
                  </a:lnTo>
                  <a:lnTo>
                    <a:pt x="2029593" y="536047"/>
                  </a:lnTo>
                  <a:lnTo>
                    <a:pt x="2063993" y="554775"/>
                  </a:lnTo>
                  <a:lnTo>
                    <a:pt x="2098393" y="573302"/>
                  </a:lnTo>
                  <a:lnTo>
                    <a:pt x="2132793" y="591621"/>
                  </a:lnTo>
                  <a:lnTo>
                    <a:pt x="2167193" y="609729"/>
                  </a:lnTo>
                  <a:lnTo>
                    <a:pt x="2201593" y="627629"/>
                  </a:lnTo>
                  <a:lnTo>
                    <a:pt x="2235992" y="645327"/>
                  </a:lnTo>
                  <a:lnTo>
                    <a:pt x="2270392" y="662831"/>
                  </a:lnTo>
                  <a:lnTo>
                    <a:pt x="2304792" y="680151"/>
                  </a:lnTo>
                  <a:lnTo>
                    <a:pt x="2339192" y="697299"/>
                  </a:lnTo>
                  <a:lnTo>
                    <a:pt x="2373592" y="714288"/>
                  </a:lnTo>
                  <a:lnTo>
                    <a:pt x="2407992" y="731129"/>
                  </a:lnTo>
                  <a:lnTo>
                    <a:pt x="2442392" y="747834"/>
                  </a:lnTo>
                  <a:lnTo>
                    <a:pt x="2476792" y="764417"/>
                  </a:lnTo>
                  <a:lnTo>
                    <a:pt x="2511192" y="780887"/>
                  </a:lnTo>
                  <a:lnTo>
                    <a:pt x="2545591" y="797255"/>
                  </a:lnTo>
                  <a:lnTo>
                    <a:pt x="2579991" y="813532"/>
                  </a:lnTo>
                  <a:lnTo>
                    <a:pt x="2614391" y="829726"/>
                  </a:lnTo>
                  <a:lnTo>
                    <a:pt x="2648791" y="845847"/>
                  </a:lnTo>
                  <a:lnTo>
                    <a:pt x="2683191" y="861900"/>
                  </a:lnTo>
                  <a:lnTo>
                    <a:pt x="2717591" y="877894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713" name="pl218">
              <a:extLst>
                <a:ext uri="{FF2B5EF4-FFF2-40B4-BE49-F238E27FC236}">
                  <a16:creationId xmlns:a16="http://schemas.microsoft.com/office/drawing/2014/main" id="{803F247D-DBC0-8A38-F829-F9CBAE90FCBC}"/>
                </a:ext>
              </a:extLst>
            </p:cNvPr>
            <p:cNvSpPr/>
            <p:nvPr/>
          </p:nvSpPr>
          <p:spPr>
            <a:xfrm>
              <a:off x="2706411" y="1788910"/>
              <a:ext cx="2717591" cy="1727555"/>
            </a:xfrm>
            <a:custGeom>
              <a:avLst/>
              <a:gdLst/>
              <a:ahLst/>
              <a:cxnLst/>
              <a:rect l="0" t="0" r="0" b="0"/>
              <a:pathLst>
                <a:path w="2717591" h="1727555">
                  <a:moveTo>
                    <a:pt x="2717591" y="1727555"/>
                  </a:moveTo>
                  <a:lnTo>
                    <a:pt x="2683191" y="1693644"/>
                  </a:lnTo>
                  <a:lnTo>
                    <a:pt x="2648791" y="1658369"/>
                  </a:lnTo>
                  <a:lnTo>
                    <a:pt x="2614391" y="1621778"/>
                  </a:lnTo>
                  <a:lnTo>
                    <a:pt x="2579991" y="1583933"/>
                  </a:lnTo>
                  <a:lnTo>
                    <a:pt x="2545591" y="1544908"/>
                  </a:lnTo>
                  <a:lnTo>
                    <a:pt x="2511192" y="1504794"/>
                  </a:lnTo>
                  <a:lnTo>
                    <a:pt x="2476792" y="1463695"/>
                  </a:lnTo>
                  <a:lnTo>
                    <a:pt x="2442392" y="1421727"/>
                  </a:lnTo>
                  <a:lnTo>
                    <a:pt x="2407992" y="1379021"/>
                  </a:lnTo>
                  <a:lnTo>
                    <a:pt x="2373592" y="1335719"/>
                  </a:lnTo>
                  <a:lnTo>
                    <a:pt x="2339192" y="1291974"/>
                  </a:lnTo>
                  <a:lnTo>
                    <a:pt x="2304792" y="1247946"/>
                  </a:lnTo>
                  <a:lnTo>
                    <a:pt x="2270392" y="1203804"/>
                  </a:lnTo>
                  <a:lnTo>
                    <a:pt x="2235992" y="1159718"/>
                  </a:lnTo>
                  <a:lnTo>
                    <a:pt x="2201593" y="1115861"/>
                  </a:lnTo>
                  <a:lnTo>
                    <a:pt x="2167193" y="1072406"/>
                  </a:lnTo>
                  <a:lnTo>
                    <a:pt x="2132793" y="1029520"/>
                  </a:lnTo>
                  <a:lnTo>
                    <a:pt x="2098393" y="987364"/>
                  </a:lnTo>
                  <a:lnTo>
                    <a:pt x="2063993" y="946087"/>
                  </a:lnTo>
                  <a:lnTo>
                    <a:pt x="2029593" y="905828"/>
                  </a:lnTo>
                  <a:lnTo>
                    <a:pt x="1995193" y="866708"/>
                  </a:lnTo>
                  <a:lnTo>
                    <a:pt x="1960793" y="828832"/>
                  </a:lnTo>
                  <a:lnTo>
                    <a:pt x="1926393" y="792283"/>
                  </a:lnTo>
                  <a:lnTo>
                    <a:pt x="1891994" y="757125"/>
                  </a:lnTo>
                  <a:lnTo>
                    <a:pt x="1857594" y="723402"/>
                  </a:lnTo>
                  <a:lnTo>
                    <a:pt x="1823194" y="691135"/>
                  </a:lnTo>
                  <a:lnTo>
                    <a:pt x="1788794" y="660325"/>
                  </a:lnTo>
                  <a:lnTo>
                    <a:pt x="1754394" y="630958"/>
                  </a:lnTo>
                  <a:lnTo>
                    <a:pt x="1719994" y="603000"/>
                  </a:lnTo>
                  <a:lnTo>
                    <a:pt x="1685594" y="576408"/>
                  </a:lnTo>
                  <a:lnTo>
                    <a:pt x="1651194" y="551125"/>
                  </a:lnTo>
                  <a:lnTo>
                    <a:pt x="1616794" y="527089"/>
                  </a:lnTo>
                  <a:lnTo>
                    <a:pt x="1582395" y="504231"/>
                  </a:lnTo>
                  <a:lnTo>
                    <a:pt x="1547995" y="482481"/>
                  </a:lnTo>
                  <a:lnTo>
                    <a:pt x="1513595" y="461768"/>
                  </a:lnTo>
                  <a:lnTo>
                    <a:pt x="1479195" y="442021"/>
                  </a:lnTo>
                  <a:lnTo>
                    <a:pt x="1444795" y="423173"/>
                  </a:lnTo>
                  <a:lnTo>
                    <a:pt x="1410395" y="405160"/>
                  </a:lnTo>
                  <a:lnTo>
                    <a:pt x="1375995" y="387920"/>
                  </a:lnTo>
                  <a:lnTo>
                    <a:pt x="1341595" y="371397"/>
                  </a:lnTo>
                  <a:lnTo>
                    <a:pt x="1307195" y="355539"/>
                  </a:lnTo>
                  <a:lnTo>
                    <a:pt x="1272795" y="340296"/>
                  </a:lnTo>
                  <a:lnTo>
                    <a:pt x="1238396" y="325626"/>
                  </a:lnTo>
                  <a:lnTo>
                    <a:pt x="1203996" y="311488"/>
                  </a:lnTo>
                  <a:lnTo>
                    <a:pt x="1169596" y="297845"/>
                  </a:lnTo>
                  <a:lnTo>
                    <a:pt x="1135196" y="284665"/>
                  </a:lnTo>
                  <a:lnTo>
                    <a:pt x="1100796" y="271916"/>
                  </a:lnTo>
                  <a:lnTo>
                    <a:pt x="1066396" y="259572"/>
                  </a:lnTo>
                  <a:lnTo>
                    <a:pt x="1031996" y="247608"/>
                  </a:lnTo>
                  <a:lnTo>
                    <a:pt x="997596" y="236002"/>
                  </a:lnTo>
                  <a:lnTo>
                    <a:pt x="963196" y="224732"/>
                  </a:lnTo>
                  <a:lnTo>
                    <a:pt x="928797" y="213782"/>
                  </a:lnTo>
                  <a:lnTo>
                    <a:pt x="894397" y="203133"/>
                  </a:lnTo>
                  <a:lnTo>
                    <a:pt x="859997" y="192771"/>
                  </a:lnTo>
                  <a:lnTo>
                    <a:pt x="825597" y="182682"/>
                  </a:lnTo>
                  <a:lnTo>
                    <a:pt x="791197" y="172853"/>
                  </a:lnTo>
                  <a:lnTo>
                    <a:pt x="756797" y="163272"/>
                  </a:lnTo>
                  <a:lnTo>
                    <a:pt x="722397" y="153929"/>
                  </a:lnTo>
                  <a:lnTo>
                    <a:pt x="687997" y="144814"/>
                  </a:lnTo>
                  <a:lnTo>
                    <a:pt x="653597" y="135917"/>
                  </a:lnTo>
                  <a:lnTo>
                    <a:pt x="619198" y="127230"/>
                  </a:lnTo>
                  <a:lnTo>
                    <a:pt x="584798" y="118746"/>
                  </a:lnTo>
                  <a:lnTo>
                    <a:pt x="550398" y="110457"/>
                  </a:lnTo>
                  <a:lnTo>
                    <a:pt x="515998" y="102357"/>
                  </a:lnTo>
                  <a:lnTo>
                    <a:pt x="481598" y="94439"/>
                  </a:lnTo>
                  <a:lnTo>
                    <a:pt x="447198" y="86698"/>
                  </a:lnTo>
                  <a:lnTo>
                    <a:pt x="412798" y="79128"/>
                  </a:lnTo>
                  <a:lnTo>
                    <a:pt x="378398" y="71723"/>
                  </a:lnTo>
                  <a:lnTo>
                    <a:pt x="343998" y="64479"/>
                  </a:lnTo>
                  <a:lnTo>
                    <a:pt x="309599" y="57392"/>
                  </a:lnTo>
                  <a:lnTo>
                    <a:pt x="275199" y="50457"/>
                  </a:lnTo>
                  <a:lnTo>
                    <a:pt x="240799" y="43670"/>
                  </a:lnTo>
                  <a:lnTo>
                    <a:pt x="206399" y="37027"/>
                  </a:lnTo>
                  <a:lnTo>
                    <a:pt x="171999" y="30525"/>
                  </a:lnTo>
                  <a:lnTo>
                    <a:pt x="137599" y="24159"/>
                  </a:lnTo>
                  <a:lnTo>
                    <a:pt x="103199" y="17927"/>
                  </a:lnTo>
                  <a:lnTo>
                    <a:pt x="68799" y="11825"/>
                  </a:lnTo>
                  <a:lnTo>
                    <a:pt x="34399" y="585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714" name="pl219">
              <a:extLst>
                <a:ext uri="{FF2B5EF4-FFF2-40B4-BE49-F238E27FC236}">
                  <a16:creationId xmlns:a16="http://schemas.microsoft.com/office/drawing/2014/main" id="{84AACA33-F8EB-C9BB-8552-97607ED25F56}"/>
                </a:ext>
              </a:extLst>
            </p:cNvPr>
            <p:cNvSpPr/>
            <p:nvPr/>
          </p:nvSpPr>
          <p:spPr>
            <a:xfrm>
              <a:off x="2706411" y="1567733"/>
              <a:ext cx="2717591" cy="1436448"/>
            </a:xfrm>
            <a:custGeom>
              <a:avLst/>
              <a:gdLst/>
              <a:ahLst/>
              <a:cxnLst/>
              <a:rect l="0" t="0" r="0" b="0"/>
              <a:pathLst>
                <a:path w="2717591" h="1436448">
                  <a:moveTo>
                    <a:pt x="0" y="0"/>
                  </a:moveTo>
                  <a:lnTo>
                    <a:pt x="34399" y="2770"/>
                  </a:lnTo>
                  <a:lnTo>
                    <a:pt x="68799" y="5687"/>
                  </a:lnTo>
                  <a:lnTo>
                    <a:pt x="103199" y="8757"/>
                  </a:lnTo>
                  <a:lnTo>
                    <a:pt x="137599" y="11987"/>
                  </a:lnTo>
                  <a:lnTo>
                    <a:pt x="171999" y="15386"/>
                  </a:lnTo>
                  <a:lnTo>
                    <a:pt x="206399" y="18961"/>
                  </a:lnTo>
                  <a:lnTo>
                    <a:pt x="240799" y="22723"/>
                  </a:lnTo>
                  <a:lnTo>
                    <a:pt x="275199" y="26678"/>
                  </a:lnTo>
                  <a:lnTo>
                    <a:pt x="309599" y="30838"/>
                  </a:lnTo>
                  <a:lnTo>
                    <a:pt x="343998" y="35211"/>
                  </a:lnTo>
                  <a:lnTo>
                    <a:pt x="378398" y="39808"/>
                  </a:lnTo>
                  <a:lnTo>
                    <a:pt x="412798" y="44639"/>
                  </a:lnTo>
                  <a:lnTo>
                    <a:pt x="447198" y="49715"/>
                  </a:lnTo>
                  <a:lnTo>
                    <a:pt x="481598" y="55047"/>
                  </a:lnTo>
                  <a:lnTo>
                    <a:pt x="515998" y="60647"/>
                  </a:lnTo>
                  <a:lnTo>
                    <a:pt x="550398" y="66528"/>
                  </a:lnTo>
                  <a:lnTo>
                    <a:pt x="584798" y="72701"/>
                  </a:lnTo>
                  <a:lnTo>
                    <a:pt x="619198" y="79180"/>
                  </a:lnTo>
                  <a:lnTo>
                    <a:pt x="653597" y="85977"/>
                  </a:lnTo>
                  <a:lnTo>
                    <a:pt x="687997" y="93107"/>
                  </a:lnTo>
                  <a:lnTo>
                    <a:pt x="722397" y="100583"/>
                  </a:lnTo>
                  <a:lnTo>
                    <a:pt x="756797" y="108419"/>
                  </a:lnTo>
                  <a:lnTo>
                    <a:pt x="791197" y="116631"/>
                  </a:lnTo>
                  <a:lnTo>
                    <a:pt x="825597" y="125234"/>
                  </a:lnTo>
                  <a:lnTo>
                    <a:pt x="859997" y="134241"/>
                  </a:lnTo>
                  <a:lnTo>
                    <a:pt x="894397" y="143670"/>
                  </a:lnTo>
                  <a:lnTo>
                    <a:pt x="928797" y="153536"/>
                  </a:lnTo>
                  <a:lnTo>
                    <a:pt x="963196" y="163855"/>
                  </a:lnTo>
                  <a:lnTo>
                    <a:pt x="997596" y="174642"/>
                  </a:lnTo>
                  <a:lnTo>
                    <a:pt x="1031996" y="185915"/>
                  </a:lnTo>
                  <a:lnTo>
                    <a:pt x="1066396" y="197689"/>
                  </a:lnTo>
                  <a:lnTo>
                    <a:pt x="1100796" y="209980"/>
                  </a:lnTo>
                  <a:lnTo>
                    <a:pt x="1135196" y="222804"/>
                  </a:lnTo>
                  <a:lnTo>
                    <a:pt x="1169596" y="236178"/>
                  </a:lnTo>
                  <a:lnTo>
                    <a:pt x="1203996" y="250116"/>
                  </a:lnTo>
                  <a:lnTo>
                    <a:pt x="1238396" y="264635"/>
                  </a:lnTo>
                  <a:lnTo>
                    <a:pt x="1272795" y="279749"/>
                  </a:lnTo>
                  <a:lnTo>
                    <a:pt x="1307195" y="295472"/>
                  </a:lnTo>
                  <a:lnTo>
                    <a:pt x="1341595" y="311818"/>
                  </a:lnTo>
                  <a:lnTo>
                    <a:pt x="1375995" y="328800"/>
                  </a:lnTo>
                  <a:lnTo>
                    <a:pt x="1410395" y="346430"/>
                  </a:lnTo>
                  <a:lnTo>
                    <a:pt x="1444795" y="364719"/>
                  </a:lnTo>
                  <a:lnTo>
                    <a:pt x="1479195" y="383678"/>
                  </a:lnTo>
                  <a:lnTo>
                    <a:pt x="1513595" y="403313"/>
                  </a:lnTo>
                  <a:lnTo>
                    <a:pt x="1547995" y="423634"/>
                  </a:lnTo>
                  <a:lnTo>
                    <a:pt x="1582395" y="444646"/>
                  </a:lnTo>
                  <a:lnTo>
                    <a:pt x="1616794" y="466353"/>
                  </a:lnTo>
                  <a:lnTo>
                    <a:pt x="1651194" y="488757"/>
                  </a:lnTo>
                  <a:lnTo>
                    <a:pt x="1685594" y="511859"/>
                  </a:lnTo>
                  <a:lnTo>
                    <a:pt x="1719994" y="535658"/>
                  </a:lnTo>
                  <a:lnTo>
                    <a:pt x="1754394" y="560149"/>
                  </a:lnTo>
                  <a:lnTo>
                    <a:pt x="1788794" y="585327"/>
                  </a:lnTo>
                  <a:lnTo>
                    <a:pt x="1823194" y="611183"/>
                  </a:lnTo>
                  <a:lnTo>
                    <a:pt x="1857594" y="637706"/>
                  </a:lnTo>
                  <a:lnTo>
                    <a:pt x="1891994" y="664884"/>
                  </a:lnTo>
                  <a:lnTo>
                    <a:pt x="1926393" y="692700"/>
                  </a:lnTo>
                  <a:lnTo>
                    <a:pt x="1960793" y="721136"/>
                  </a:lnTo>
                  <a:lnTo>
                    <a:pt x="1995193" y="750170"/>
                  </a:lnTo>
                  <a:lnTo>
                    <a:pt x="2029593" y="779779"/>
                  </a:lnTo>
                  <a:lnTo>
                    <a:pt x="2063993" y="809937"/>
                  </a:lnTo>
                  <a:lnTo>
                    <a:pt x="2098393" y="840614"/>
                  </a:lnTo>
                  <a:lnTo>
                    <a:pt x="2132793" y="871779"/>
                  </a:lnTo>
                  <a:lnTo>
                    <a:pt x="2167193" y="903397"/>
                  </a:lnTo>
                  <a:lnTo>
                    <a:pt x="2201593" y="935433"/>
                  </a:lnTo>
                  <a:lnTo>
                    <a:pt x="2235992" y="967848"/>
                  </a:lnTo>
                  <a:lnTo>
                    <a:pt x="2270392" y="1000601"/>
                  </a:lnTo>
                  <a:lnTo>
                    <a:pt x="2304792" y="1033650"/>
                  </a:lnTo>
                  <a:lnTo>
                    <a:pt x="2339192" y="1066952"/>
                  </a:lnTo>
                  <a:lnTo>
                    <a:pt x="2373592" y="1100460"/>
                  </a:lnTo>
                  <a:lnTo>
                    <a:pt x="2407992" y="1134129"/>
                  </a:lnTo>
                  <a:lnTo>
                    <a:pt x="2442392" y="1167910"/>
                  </a:lnTo>
                  <a:lnTo>
                    <a:pt x="2476792" y="1201756"/>
                  </a:lnTo>
                  <a:lnTo>
                    <a:pt x="2511192" y="1235619"/>
                  </a:lnTo>
                  <a:lnTo>
                    <a:pt x="2545591" y="1269449"/>
                  </a:lnTo>
                  <a:lnTo>
                    <a:pt x="2579991" y="1303199"/>
                  </a:lnTo>
                  <a:lnTo>
                    <a:pt x="2614391" y="1336821"/>
                  </a:lnTo>
                  <a:lnTo>
                    <a:pt x="2648791" y="1370267"/>
                  </a:lnTo>
                  <a:lnTo>
                    <a:pt x="2683191" y="1403491"/>
                  </a:lnTo>
                  <a:lnTo>
                    <a:pt x="2717591" y="1436448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5" name="tx220">
              <a:extLst>
                <a:ext uri="{FF2B5EF4-FFF2-40B4-BE49-F238E27FC236}">
                  <a16:creationId xmlns:a16="http://schemas.microsoft.com/office/drawing/2014/main" id="{6F3C5968-2DDF-05B7-DEA6-D6D87497A462}"/>
                </a:ext>
              </a:extLst>
            </p:cNvPr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16" name="tx221">
              <a:extLst>
                <a:ext uri="{FF2B5EF4-FFF2-40B4-BE49-F238E27FC236}">
                  <a16:creationId xmlns:a16="http://schemas.microsoft.com/office/drawing/2014/main" id="{484E6779-C204-6F59-84E7-7186160CBC7E}"/>
                </a:ext>
              </a:extLst>
            </p:cNvPr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717" name="tx222">
              <a:extLst>
                <a:ext uri="{FF2B5EF4-FFF2-40B4-BE49-F238E27FC236}">
                  <a16:creationId xmlns:a16="http://schemas.microsoft.com/office/drawing/2014/main" id="{E8FDE098-A9A5-59A9-F930-4943711B64D1}"/>
                </a:ext>
              </a:extLst>
            </p:cNvPr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718" name="tx223">
              <a:extLst>
                <a:ext uri="{FF2B5EF4-FFF2-40B4-BE49-F238E27FC236}">
                  <a16:creationId xmlns:a16="http://schemas.microsoft.com/office/drawing/2014/main" id="{FEDD8088-13F4-5F27-F385-8F365D2645EE}"/>
                </a:ext>
              </a:extLst>
            </p:cNvPr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719" name="tx224">
              <a:extLst>
                <a:ext uri="{FF2B5EF4-FFF2-40B4-BE49-F238E27FC236}">
                  <a16:creationId xmlns:a16="http://schemas.microsoft.com/office/drawing/2014/main" id="{508218DD-4DEC-6E4C-0B26-AAC612C940D3}"/>
                </a:ext>
              </a:extLst>
            </p:cNvPr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20" name="tx225">
              <a:extLst>
                <a:ext uri="{FF2B5EF4-FFF2-40B4-BE49-F238E27FC236}">
                  <a16:creationId xmlns:a16="http://schemas.microsoft.com/office/drawing/2014/main" id="{ADF7E8D8-43F5-4A90-53C2-DC4EFFD12E24}"/>
                </a:ext>
              </a:extLst>
            </p:cNvPr>
            <p:cNvSpPr/>
            <p:nvPr/>
          </p:nvSpPr>
          <p:spPr>
            <a:xfrm>
              <a:off x="135247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0.000</a:t>
              </a:r>
            </a:p>
          </p:txBody>
        </p:sp>
        <p:sp>
          <p:nvSpPr>
            <p:cNvPr id="721" name="tx226">
              <a:extLst>
                <a:ext uri="{FF2B5EF4-FFF2-40B4-BE49-F238E27FC236}">
                  <a16:creationId xmlns:a16="http://schemas.microsoft.com/office/drawing/2014/main" id="{87AEDC0C-4F50-BD2D-76D1-1BC2EA2EF684}"/>
                </a:ext>
              </a:extLst>
            </p:cNvPr>
            <p:cNvSpPr/>
            <p:nvPr/>
          </p:nvSpPr>
          <p:spPr>
            <a:xfrm>
              <a:off x="249366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0.025</a:t>
              </a:r>
            </a:p>
          </p:txBody>
        </p:sp>
        <p:sp>
          <p:nvSpPr>
            <p:cNvPr id="722" name="tx227">
              <a:extLst>
                <a:ext uri="{FF2B5EF4-FFF2-40B4-BE49-F238E27FC236}">
                  <a16:creationId xmlns:a16="http://schemas.microsoft.com/office/drawing/2014/main" id="{B6D4BE72-A985-FA57-5279-6AD44117F8D2}"/>
                </a:ext>
              </a:extLst>
            </p:cNvPr>
            <p:cNvSpPr/>
            <p:nvPr/>
          </p:nvSpPr>
          <p:spPr>
            <a:xfrm>
              <a:off x="3634861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0.050</a:t>
              </a:r>
            </a:p>
          </p:txBody>
        </p:sp>
        <p:sp>
          <p:nvSpPr>
            <p:cNvPr id="723" name="tx228">
              <a:extLst>
                <a:ext uri="{FF2B5EF4-FFF2-40B4-BE49-F238E27FC236}">
                  <a16:creationId xmlns:a16="http://schemas.microsoft.com/office/drawing/2014/main" id="{854AB889-CFE1-9D4A-5C64-2C476D25473E}"/>
                </a:ext>
              </a:extLst>
            </p:cNvPr>
            <p:cNvSpPr/>
            <p:nvPr/>
          </p:nvSpPr>
          <p:spPr>
            <a:xfrm>
              <a:off x="4776054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0.075</a:t>
              </a:r>
            </a:p>
          </p:txBody>
        </p:sp>
        <p:sp>
          <p:nvSpPr>
            <p:cNvPr id="724" name="tx229">
              <a:extLst>
                <a:ext uri="{FF2B5EF4-FFF2-40B4-BE49-F238E27FC236}">
                  <a16:creationId xmlns:a16="http://schemas.microsoft.com/office/drawing/2014/main" id="{2DCCDCE8-2607-8DCA-5365-B0EE414B6DE4}"/>
                </a:ext>
              </a:extLst>
            </p:cNvPr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725" name="tx230">
              <a:extLst>
                <a:ext uri="{FF2B5EF4-FFF2-40B4-BE49-F238E27FC236}">
                  <a16:creationId xmlns:a16="http://schemas.microsoft.com/office/drawing/2014/main" id="{376264B7-0383-C6CB-1808-2841DE9BCA24}"/>
                </a:ext>
              </a:extLst>
            </p:cNvPr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735" name="tx240">
              <a:extLst>
                <a:ext uri="{FF2B5EF4-FFF2-40B4-BE49-F238E27FC236}">
                  <a16:creationId xmlns:a16="http://schemas.microsoft.com/office/drawing/2014/main" id="{A10A66A2-4BA8-8B0F-15CE-F85FA6EDC6D0}"/>
                </a:ext>
              </a:extLst>
            </p:cNvPr>
            <p:cNvSpPr/>
            <p:nvPr/>
          </p:nvSpPr>
          <p:spPr>
            <a:xfrm>
              <a:off x="1503426" y="98398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in Current and Future Treatments vs </a:t>
              </a:r>
            </a:p>
          </p:txBody>
        </p:sp>
        <p:sp>
          <p:nvSpPr>
            <p:cNvPr id="736" name="tx241">
              <a:extLst>
                <a:ext uri="{FF2B5EF4-FFF2-40B4-BE49-F238E27FC236}">
                  <a16:creationId xmlns:a16="http://schemas.microsoft.com/office/drawing/2014/main" id="{D7604769-B714-DA57-E973-844183809F4B}"/>
                </a:ext>
              </a:extLst>
            </p:cNvPr>
            <p:cNvSpPr/>
            <p:nvPr/>
          </p:nvSpPr>
          <p:spPr>
            <a:xfrm>
              <a:off x="1567927" y="1165040"/>
              <a:ext cx="72301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</p:grpSp>
      <p:grpSp>
        <p:nvGrpSpPr>
          <p:cNvPr id="972" name="Group 971">
            <a:extLst>
              <a:ext uri="{FF2B5EF4-FFF2-40B4-BE49-F238E27FC236}">
                <a16:creationId xmlns:a16="http://schemas.microsoft.com/office/drawing/2014/main" id="{CBA5E09F-183F-B7EA-69C9-56121E000401}"/>
              </a:ext>
            </a:extLst>
          </p:cNvPr>
          <p:cNvGrpSpPr/>
          <p:nvPr/>
        </p:nvGrpSpPr>
        <p:grpSpPr>
          <a:xfrm>
            <a:off x="6307586" y="9555480"/>
            <a:ext cx="4818234" cy="3556433"/>
            <a:chOff x="6388092" y="5159349"/>
            <a:chExt cx="4733735" cy="3556433"/>
          </a:xfrm>
        </p:grpSpPr>
        <p:sp>
          <p:nvSpPr>
            <p:cNvPr id="740" name="pl5">
              <a:extLst>
                <a:ext uri="{FF2B5EF4-FFF2-40B4-BE49-F238E27FC236}">
                  <a16:creationId xmlns:a16="http://schemas.microsoft.com/office/drawing/2014/main" id="{DE95F263-6720-75CA-FF46-45901ECCC357}"/>
                </a:ext>
              </a:extLst>
            </p:cNvPr>
            <p:cNvSpPr/>
            <p:nvPr/>
          </p:nvSpPr>
          <p:spPr>
            <a:xfrm>
              <a:off x="6832623" y="797219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1" name="pl6">
              <a:extLst>
                <a:ext uri="{FF2B5EF4-FFF2-40B4-BE49-F238E27FC236}">
                  <a16:creationId xmlns:a16="http://schemas.microsoft.com/office/drawing/2014/main" id="{787DD97C-3407-2A42-394C-E95EB65951FE}"/>
                </a:ext>
              </a:extLst>
            </p:cNvPr>
            <p:cNvSpPr/>
            <p:nvPr/>
          </p:nvSpPr>
          <p:spPr>
            <a:xfrm>
              <a:off x="6832623" y="73398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2" name="pl7">
              <a:extLst>
                <a:ext uri="{FF2B5EF4-FFF2-40B4-BE49-F238E27FC236}">
                  <a16:creationId xmlns:a16="http://schemas.microsoft.com/office/drawing/2014/main" id="{7F3C862D-694B-683A-C0FA-B92BC00134F3}"/>
                </a:ext>
              </a:extLst>
            </p:cNvPr>
            <p:cNvSpPr/>
            <p:nvPr/>
          </p:nvSpPr>
          <p:spPr>
            <a:xfrm>
              <a:off x="6832623" y="670755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3" name="pl8">
              <a:extLst>
                <a:ext uri="{FF2B5EF4-FFF2-40B4-BE49-F238E27FC236}">
                  <a16:creationId xmlns:a16="http://schemas.microsoft.com/office/drawing/2014/main" id="{6B178A00-195D-AF24-E71F-F40B39D86CD6}"/>
                </a:ext>
              </a:extLst>
            </p:cNvPr>
            <p:cNvSpPr/>
            <p:nvPr/>
          </p:nvSpPr>
          <p:spPr>
            <a:xfrm>
              <a:off x="6832623" y="607524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4" name="pl9">
              <a:extLst>
                <a:ext uri="{FF2B5EF4-FFF2-40B4-BE49-F238E27FC236}">
                  <a16:creationId xmlns:a16="http://schemas.microsoft.com/office/drawing/2014/main" id="{1D9AD3FF-A14F-9675-41C6-1EEE1845C90C}"/>
                </a:ext>
              </a:extLst>
            </p:cNvPr>
            <p:cNvSpPr/>
            <p:nvPr/>
          </p:nvSpPr>
          <p:spPr>
            <a:xfrm>
              <a:off x="7553574" y="563261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5" name="pl10">
              <a:extLst>
                <a:ext uri="{FF2B5EF4-FFF2-40B4-BE49-F238E27FC236}">
                  <a16:creationId xmlns:a16="http://schemas.microsoft.com/office/drawing/2014/main" id="{DA31BEC9-4616-393F-84C1-96B0AE497C72}"/>
                </a:ext>
              </a:extLst>
            </p:cNvPr>
            <p:cNvSpPr/>
            <p:nvPr/>
          </p:nvSpPr>
          <p:spPr>
            <a:xfrm>
              <a:off x="8999517" y="563261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6" name="pl11">
              <a:extLst>
                <a:ext uri="{FF2B5EF4-FFF2-40B4-BE49-F238E27FC236}">
                  <a16:creationId xmlns:a16="http://schemas.microsoft.com/office/drawing/2014/main" id="{C43F25C1-9F8D-2933-8DAD-EF84E7F05CA1}"/>
                </a:ext>
              </a:extLst>
            </p:cNvPr>
            <p:cNvSpPr/>
            <p:nvPr/>
          </p:nvSpPr>
          <p:spPr>
            <a:xfrm>
              <a:off x="10445460" y="563261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7" name="pl12">
              <a:extLst>
                <a:ext uri="{FF2B5EF4-FFF2-40B4-BE49-F238E27FC236}">
                  <a16:creationId xmlns:a16="http://schemas.microsoft.com/office/drawing/2014/main" id="{9AE6B09D-6424-F13A-006D-AB7FBB6EA1BE}"/>
                </a:ext>
              </a:extLst>
            </p:cNvPr>
            <p:cNvSpPr/>
            <p:nvPr/>
          </p:nvSpPr>
          <p:spPr>
            <a:xfrm>
              <a:off x="6832623" y="828834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8" name="pl13">
              <a:extLst>
                <a:ext uri="{FF2B5EF4-FFF2-40B4-BE49-F238E27FC236}">
                  <a16:creationId xmlns:a16="http://schemas.microsoft.com/office/drawing/2014/main" id="{C71E23CE-C682-E8E5-820F-127D97FA5B17}"/>
                </a:ext>
              </a:extLst>
            </p:cNvPr>
            <p:cNvSpPr/>
            <p:nvPr/>
          </p:nvSpPr>
          <p:spPr>
            <a:xfrm>
              <a:off x="6832623" y="765603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9" name="pl14">
              <a:extLst>
                <a:ext uri="{FF2B5EF4-FFF2-40B4-BE49-F238E27FC236}">
                  <a16:creationId xmlns:a16="http://schemas.microsoft.com/office/drawing/2014/main" id="{FD55AC3B-890D-D49D-DE20-32C7116917F0}"/>
                </a:ext>
              </a:extLst>
            </p:cNvPr>
            <p:cNvSpPr/>
            <p:nvPr/>
          </p:nvSpPr>
          <p:spPr>
            <a:xfrm>
              <a:off x="6832623" y="702371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0" name="pl15">
              <a:extLst>
                <a:ext uri="{FF2B5EF4-FFF2-40B4-BE49-F238E27FC236}">
                  <a16:creationId xmlns:a16="http://schemas.microsoft.com/office/drawing/2014/main" id="{8467FCCE-679F-1F00-B022-71C21E4009C1}"/>
                </a:ext>
              </a:extLst>
            </p:cNvPr>
            <p:cNvSpPr/>
            <p:nvPr/>
          </p:nvSpPr>
          <p:spPr>
            <a:xfrm>
              <a:off x="6832623" y="639139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1" name="pl16">
              <a:extLst>
                <a:ext uri="{FF2B5EF4-FFF2-40B4-BE49-F238E27FC236}">
                  <a16:creationId xmlns:a16="http://schemas.microsoft.com/office/drawing/2014/main" id="{8A08D435-D519-B5A4-C2E2-449FA60FC3ED}"/>
                </a:ext>
              </a:extLst>
            </p:cNvPr>
            <p:cNvSpPr/>
            <p:nvPr/>
          </p:nvSpPr>
          <p:spPr>
            <a:xfrm>
              <a:off x="6832623" y="575908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2" name="pl17">
              <a:extLst>
                <a:ext uri="{FF2B5EF4-FFF2-40B4-BE49-F238E27FC236}">
                  <a16:creationId xmlns:a16="http://schemas.microsoft.com/office/drawing/2014/main" id="{E6EC97A9-5C81-DF6C-E13A-AEDE43F75646}"/>
                </a:ext>
              </a:extLst>
            </p:cNvPr>
            <p:cNvSpPr/>
            <p:nvPr/>
          </p:nvSpPr>
          <p:spPr>
            <a:xfrm>
              <a:off x="8276546" y="563261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3" name="pl18">
              <a:extLst>
                <a:ext uri="{FF2B5EF4-FFF2-40B4-BE49-F238E27FC236}">
                  <a16:creationId xmlns:a16="http://schemas.microsoft.com/office/drawing/2014/main" id="{FE06C58C-C79E-393D-7F4A-3CA10FC9EC63}"/>
                </a:ext>
              </a:extLst>
            </p:cNvPr>
            <p:cNvSpPr/>
            <p:nvPr/>
          </p:nvSpPr>
          <p:spPr>
            <a:xfrm>
              <a:off x="9722489" y="5632618"/>
              <a:ext cx="0" cy="2782194"/>
            </a:xfrm>
            <a:custGeom>
              <a:avLst/>
              <a:gdLst/>
              <a:ahLst/>
              <a:cxnLst/>
              <a:rect l="0" t="0" r="0" b="0"/>
              <a:pathLst>
                <a:path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4" name="pg19">
              <a:extLst>
                <a:ext uri="{FF2B5EF4-FFF2-40B4-BE49-F238E27FC236}">
                  <a16:creationId xmlns:a16="http://schemas.microsoft.com/office/drawing/2014/main" id="{4958FD1C-0E93-56D2-5D35-13AE65D532D3}"/>
                </a:ext>
              </a:extLst>
            </p:cNvPr>
            <p:cNvSpPr/>
            <p:nvPr/>
          </p:nvSpPr>
          <p:spPr>
            <a:xfrm>
              <a:off x="849534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5" name="pg20">
              <a:extLst>
                <a:ext uri="{FF2B5EF4-FFF2-40B4-BE49-F238E27FC236}">
                  <a16:creationId xmlns:a16="http://schemas.microsoft.com/office/drawing/2014/main" id="{F947438F-C312-4DC1-4CFC-E3483A69E9C5}"/>
                </a:ext>
              </a:extLst>
            </p:cNvPr>
            <p:cNvSpPr/>
            <p:nvPr/>
          </p:nvSpPr>
          <p:spPr>
            <a:xfrm>
              <a:off x="9990276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6" name="pg21">
              <a:extLst>
                <a:ext uri="{FF2B5EF4-FFF2-40B4-BE49-F238E27FC236}">
                  <a16:creationId xmlns:a16="http://schemas.microsoft.com/office/drawing/2014/main" id="{F47A3E21-D978-B935-DF30-1D93194E54A4}"/>
                </a:ext>
              </a:extLst>
            </p:cNvPr>
            <p:cNvSpPr/>
            <p:nvPr/>
          </p:nvSpPr>
          <p:spPr>
            <a:xfrm>
              <a:off x="999722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7" name="pg22">
              <a:extLst>
                <a:ext uri="{FF2B5EF4-FFF2-40B4-BE49-F238E27FC236}">
                  <a16:creationId xmlns:a16="http://schemas.microsoft.com/office/drawing/2014/main" id="{D73A300E-9E6D-BD3C-6411-C2C69F225383}"/>
                </a:ext>
              </a:extLst>
            </p:cNvPr>
            <p:cNvSpPr/>
            <p:nvPr/>
          </p:nvSpPr>
          <p:spPr>
            <a:xfrm>
              <a:off x="10055933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8" name="pg23">
              <a:extLst>
                <a:ext uri="{FF2B5EF4-FFF2-40B4-BE49-F238E27FC236}">
                  <a16:creationId xmlns:a16="http://schemas.microsoft.com/office/drawing/2014/main" id="{0522E419-047D-2113-8E98-5048F8EBC4C6}"/>
                </a:ext>
              </a:extLst>
            </p:cNvPr>
            <p:cNvSpPr/>
            <p:nvPr/>
          </p:nvSpPr>
          <p:spPr>
            <a:xfrm>
              <a:off x="1005250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9" name="pg24">
              <a:extLst>
                <a:ext uri="{FF2B5EF4-FFF2-40B4-BE49-F238E27FC236}">
                  <a16:creationId xmlns:a16="http://schemas.microsoft.com/office/drawing/2014/main" id="{521E240B-C256-85B7-DA44-712E483425C3}"/>
                </a:ext>
              </a:extLst>
            </p:cNvPr>
            <p:cNvSpPr/>
            <p:nvPr/>
          </p:nvSpPr>
          <p:spPr>
            <a:xfrm>
              <a:off x="883014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0" name="pg25">
              <a:extLst>
                <a:ext uri="{FF2B5EF4-FFF2-40B4-BE49-F238E27FC236}">
                  <a16:creationId xmlns:a16="http://schemas.microsoft.com/office/drawing/2014/main" id="{9A5EC6D2-0BB3-669B-8E8D-BA1CBC9535A9}"/>
                </a:ext>
              </a:extLst>
            </p:cNvPr>
            <p:cNvSpPr/>
            <p:nvPr/>
          </p:nvSpPr>
          <p:spPr>
            <a:xfrm>
              <a:off x="849534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1" name="pg26">
              <a:extLst>
                <a:ext uri="{FF2B5EF4-FFF2-40B4-BE49-F238E27FC236}">
                  <a16:creationId xmlns:a16="http://schemas.microsoft.com/office/drawing/2014/main" id="{DA2EEEE5-EEBB-2D55-FB5C-131FE33E1AB7}"/>
                </a:ext>
              </a:extLst>
            </p:cNvPr>
            <p:cNvSpPr/>
            <p:nvPr/>
          </p:nvSpPr>
          <p:spPr>
            <a:xfrm>
              <a:off x="1055232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2" name="pg27">
              <a:extLst>
                <a:ext uri="{FF2B5EF4-FFF2-40B4-BE49-F238E27FC236}">
                  <a16:creationId xmlns:a16="http://schemas.microsoft.com/office/drawing/2014/main" id="{0836C534-F2E3-C1DB-8238-02A9FFF09A40}"/>
                </a:ext>
              </a:extLst>
            </p:cNvPr>
            <p:cNvSpPr/>
            <p:nvPr/>
          </p:nvSpPr>
          <p:spPr>
            <a:xfrm>
              <a:off x="8862326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3" name="pg28">
              <a:extLst>
                <a:ext uri="{FF2B5EF4-FFF2-40B4-BE49-F238E27FC236}">
                  <a16:creationId xmlns:a16="http://schemas.microsoft.com/office/drawing/2014/main" id="{A3F0B39E-1075-C796-7012-56EB03D5C90D}"/>
                </a:ext>
              </a:extLst>
            </p:cNvPr>
            <p:cNvSpPr/>
            <p:nvPr/>
          </p:nvSpPr>
          <p:spPr>
            <a:xfrm>
              <a:off x="988805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4" name="pg29">
              <a:extLst>
                <a:ext uri="{FF2B5EF4-FFF2-40B4-BE49-F238E27FC236}">
                  <a16:creationId xmlns:a16="http://schemas.microsoft.com/office/drawing/2014/main" id="{0BE2A5FD-BC7E-3782-3587-63E5C7FAB920}"/>
                </a:ext>
              </a:extLst>
            </p:cNvPr>
            <p:cNvSpPr/>
            <p:nvPr/>
          </p:nvSpPr>
          <p:spPr>
            <a:xfrm>
              <a:off x="995846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5" name="pg30">
              <a:extLst>
                <a:ext uri="{FF2B5EF4-FFF2-40B4-BE49-F238E27FC236}">
                  <a16:creationId xmlns:a16="http://schemas.microsoft.com/office/drawing/2014/main" id="{96ECBC5F-ECEB-399D-D6EB-B08885573BD7}"/>
                </a:ext>
              </a:extLst>
            </p:cNvPr>
            <p:cNvSpPr/>
            <p:nvPr/>
          </p:nvSpPr>
          <p:spPr>
            <a:xfrm>
              <a:off x="851918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6" name="pg31">
              <a:extLst>
                <a:ext uri="{FF2B5EF4-FFF2-40B4-BE49-F238E27FC236}">
                  <a16:creationId xmlns:a16="http://schemas.microsoft.com/office/drawing/2014/main" id="{1DB57786-DD49-6AED-9051-500E9E58CA0C}"/>
                </a:ext>
              </a:extLst>
            </p:cNvPr>
            <p:cNvSpPr/>
            <p:nvPr/>
          </p:nvSpPr>
          <p:spPr>
            <a:xfrm>
              <a:off x="867376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7" name="pg32">
              <a:extLst>
                <a:ext uri="{FF2B5EF4-FFF2-40B4-BE49-F238E27FC236}">
                  <a16:creationId xmlns:a16="http://schemas.microsoft.com/office/drawing/2014/main" id="{ABD8E44D-87BD-8F16-F8C0-08BB3826E5F8}"/>
                </a:ext>
              </a:extLst>
            </p:cNvPr>
            <p:cNvSpPr/>
            <p:nvPr/>
          </p:nvSpPr>
          <p:spPr>
            <a:xfrm>
              <a:off x="978954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8" name="pg33">
              <a:extLst>
                <a:ext uri="{FF2B5EF4-FFF2-40B4-BE49-F238E27FC236}">
                  <a16:creationId xmlns:a16="http://schemas.microsoft.com/office/drawing/2014/main" id="{652B285B-119A-A369-1B64-AB0DED4FFCF0}"/>
                </a:ext>
              </a:extLst>
            </p:cNvPr>
            <p:cNvSpPr/>
            <p:nvPr/>
          </p:nvSpPr>
          <p:spPr>
            <a:xfrm>
              <a:off x="9884468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9" name="pg34">
              <a:extLst>
                <a:ext uri="{FF2B5EF4-FFF2-40B4-BE49-F238E27FC236}">
                  <a16:creationId xmlns:a16="http://schemas.microsoft.com/office/drawing/2014/main" id="{522B4B5A-B5BE-D2C2-C066-8B00B6E4B7BD}"/>
                </a:ext>
              </a:extLst>
            </p:cNvPr>
            <p:cNvSpPr/>
            <p:nvPr/>
          </p:nvSpPr>
          <p:spPr>
            <a:xfrm>
              <a:off x="1054938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0" name="pg35">
              <a:extLst>
                <a:ext uri="{FF2B5EF4-FFF2-40B4-BE49-F238E27FC236}">
                  <a16:creationId xmlns:a16="http://schemas.microsoft.com/office/drawing/2014/main" id="{AD6F6C23-967D-81C3-C3C2-C5E25D8B243B}"/>
                </a:ext>
              </a:extLst>
            </p:cNvPr>
            <p:cNvSpPr/>
            <p:nvPr/>
          </p:nvSpPr>
          <p:spPr>
            <a:xfrm>
              <a:off x="850863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1" name="pg36">
              <a:extLst>
                <a:ext uri="{FF2B5EF4-FFF2-40B4-BE49-F238E27FC236}">
                  <a16:creationId xmlns:a16="http://schemas.microsoft.com/office/drawing/2014/main" id="{F545DBDD-440C-79CA-DB49-975B1286794E}"/>
                </a:ext>
              </a:extLst>
            </p:cNvPr>
            <p:cNvSpPr/>
            <p:nvPr/>
          </p:nvSpPr>
          <p:spPr>
            <a:xfrm>
              <a:off x="8474816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2" name="pg37">
              <a:extLst>
                <a:ext uri="{FF2B5EF4-FFF2-40B4-BE49-F238E27FC236}">
                  <a16:creationId xmlns:a16="http://schemas.microsoft.com/office/drawing/2014/main" id="{0A77CA91-87E0-A057-4205-9554FA1BE848}"/>
                </a:ext>
              </a:extLst>
            </p:cNvPr>
            <p:cNvSpPr/>
            <p:nvPr/>
          </p:nvSpPr>
          <p:spPr>
            <a:xfrm>
              <a:off x="883014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3" name="pg38">
              <a:extLst>
                <a:ext uri="{FF2B5EF4-FFF2-40B4-BE49-F238E27FC236}">
                  <a16:creationId xmlns:a16="http://schemas.microsoft.com/office/drawing/2014/main" id="{4BA10153-6B46-1CE9-9DCD-C2044DE15B2B}"/>
                </a:ext>
              </a:extLst>
            </p:cNvPr>
            <p:cNvSpPr/>
            <p:nvPr/>
          </p:nvSpPr>
          <p:spPr>
            <a:xfrm>
              <a:off x="9785858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4" name="pg39">
              <a:extLst>
                <a:ext uri="{FF2B5EF4-FFF2-40B4-BE49-F238E27FC236}">
                  <a16:creationId xmlns:a16="http://schemas.microsoft.com/office/drawing/2014/main" id="{F51A2417-E3BC-C99D-8B48-D489619EC91F}"/>
                </a:ext>
              </a:extLst>
            </p:cNvPr>
            <p:cNvSpPr/>
            <p:nvPr/>
          </p:nvSpPr>
          <p:spPr>
            <a:xfrm>
              <a:off x="878828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5" name="pg40">
              <a:extLst>
                <a:ext uri="{FF2B5EF4-FFF2-40B4-BE49-F238E27FC236}">
                  <a16:creationId xmlns:a16="http://schemas.microsoft.com/office/drawing/2014/main" id="{21DA3068-8476-6ED6-E126-830ED6031AD8}"/>
                </a:ext>
              </a:extLst>
            </p:cNvPr>
            <p:cNvSpPr/>
            <p:nvPr/>
          </p:nvSpPr>
          <p:spPr>
            <a:xfrm>
              <a:off x="866409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6" name="pg41">
              <a:extLst>
                <a:ext uri="{FF2B5EF4-FFF2-40B4-BE49-F238E27FC236}">
                  <a16:creationId xmlns:a16="http://schemas.microsoft.com/office/drawing/2014/main" id="{BDFDCE79-FBA1-EFC6-8736-BFCCDA2C1075}"/>
                </a:ext>
              </a:extLst>
            </p:cNvPr>
            <p:cNvSpPr/>
            <p:nvPr/>
          </p:nvSpPr>
          <p:spPr>
            <a:xfrm>
              <a:off x="848524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7" name="pg42">
              <a:extLst>
                <a:ext uri="{FF2B5EF4-FFF2-40B4-BE49-F238E27FC236}">
                  <a16:creationId xmlns:a16="http://schemas.microsoft.com/office/drawing/2014/main" id="{664C7CE5-5067-2EA0-572F-96AC779BC07D}"/>
                </a:ext>
              </a:extLst>
            </p:cNvPr>
            <p:cNvSpPr/>
            <p:nvPr/>
          </p:nvSpPr>
          <p:spPr>
            <a:xfrm>
              <a:off x="995847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8" name="pt43">
              <a:extLst>
                <a:ext uri="{FF2B5EF4-FFF2-40B4-BE49-F238E27FC236}">
                  <a16:creationId xmlns:a16="http://schemas.microsoft.com/office/drawing/2014/main" id="{749050AB-7F44-E964-881B-8CF696F47B5F}"/>
                </a:ext>
              </a:extLst>
            </p:cNvPr>
            <p:cNvSpPr/>
            <p:nvPr/>
          </p:nvSpPr>
          <p:spPr>
            <a:xfrm>
              <a:off x="8599318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9" name="pt44">
              <a:extLst>
                <a:ext uri="{FF2B5EF4-FFF2-40B4-BE49-F238E27FC236}">
                  <a16:creationId xmlns:a16="http://schemas.microsoft.com/office/drawing/2014/main" id="{F4AAD3EE-C061-80BD-E96B-A3E95A3F32FC}"/>
                </a:ext>
              </a:extLst>
            </p:cNvPr>
            <p:cNvSpPr/>
            <p:nvPr/>
          </p:nvSpPr>
          <p:spPr>
            <a:xfrm>
              <a:off x="1017637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0" name="pt45">
              <a:extLst>
                <a:ext uri="{FF2B5EF4-FFF2-40B4-BE49-F238E27FC236}">
                  <a16:creationId xmlns:a16="http://schemas.microsoft.com/office/drawing/2014/main" id="{999971FA-B309-842E-E2DC-192FD66D9AED}"/>
                </a:ext>
              </a:extLst>
            </p:cNvPr>
            <p:cNvSpPr/>
            <p:nvPr/>
          </p:nvSpPr>
          <p:spPr>
            <a:xfrm>
              <a:off x="7837880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1" name="pt46">
              <a:extLst>
                <a:ext uri="{FF2B5EF4-FFF2-40B4-BE49-F238E27FC236}">
                  <a16:creationId xmlns:a16="http://schemas.microsoft.com/office/drawing/2014/main" id="{AC9D1879-DBAA-1B7E-8F6B-9ECA3CC37B56}"/>
                </a:ext>
              </a:extLst>
            </p:cNvPr>
            <p:cNvSpPr/>
            <p:nvPr/>
          </p:nvSpPr>
          <p:spPr>
            <a:xfrm>
              <a:off x="783364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2" name="pt47">
              <a:extLst>
                <a:ext uri="{FF2B5EF4-FFF2-40B4-BE49-F238E27FC236}">
                  <a16:creationId xmlns:a16="http://schemas.microsoft.com/office/drawing/2014/main" id="{C0CA4326-669A-746A-3B60-BC95255E562F}"/>
                </a:ext>
              </a:extLst>
            </p:cNvPr>
            <p:cNvSpPr/>
            <p:nvPr/>
          </p:nvSpPr>
          <p:spPr>
            <a:xfrm>
              <a:off x="7938426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3" name="pt48">
              <a:extLst>
                <a:ext uri="{FF2B5EF4-FFF2-40B4-BE49-F238E27FC236}">
                  <a16:creationId xmlns:a16="http://schemas.microsoft.com/office/drawing/2014/main" id="{95DE5631-7B94-D8DD-8A1F-E8129922543E}"/>
                </a:ext>
              </a:extLst>
            </p:cNvPr>
            <p:cNvSpPr/>
            <p:nvPr/>
          </p:nvSpPr>
          <p:spPr>
            <a:xfrm>
              <a:off x="1017606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4" name="pt49">
              <a:extLst>
                <a:ext uri="{FF2B5EF4-FFF2-40B4-BE49-F238E27FC236}">
                  <a16:creationId xmlns:a16="http://schemas.microsoft.com/office/drawing/2014/main" id="{F096E2D3-9088-66A2-A363-C77C734C7CA0}"/>
                </a:ext>
              </a:extLst>
            </p:cNvPr>
            <p:cNvSpPr/>
            <p:nvPr/>
          </p:nvSpPr>
          <p:spPr>
            <a:xfrm>
              <a:off x="1088171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5" name="pt50">
              <a:extLst>
                <a:ext uri="{FF2B5EF4-FFF2-40B4-BE49-F238E27FC236}">
                  <a16:creationId xmlns:a16="http://schemas.microsoft.com/office/drawing/2014/main" id="{2F2EF840-9F53-D6D2-66FE-888E48D2A222}"/>
                </a:ext>
              </a:extLst>
            </p:cNvPr>
            <p:cNvSpPr/>
            <p:nvPr/>
          </p:nvSpPr>
          <p:spPr>
            <a:xfrm>
              <a:off x="828870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6" name="pt51">
              <a:extLst>
                <a:ext uri="{FF2B5EF4-FFF2-40B4-BE49-F238E27FC236}">
                  <a16:creationId xmlns:a16="http://schemas.microsoft.com/office/drawing/2014/main" id="{E6081A48-BF71-1254-3204-A0A7C354EF37}"/>
                </a:ext>
              </a:extLst>
            </p:cNvPr>
            <p:cNvSpPr/>
            <p:nvPr/>
          </p:nvSpPr>
          <p:spPr>
            <a:xfrm>
              <a:off x="859931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7" name="pt52">
              <a:extLst>
                <a:ext uri="{FF2B5EF4-FFF2-40B4-BE49-F238E27FC236}">
                  <a16:creationId xmlns:a16="http://schemas.microsoft.com/office/drawing/2014/main" id="{3530AB75-78E3-3A88-719D-FAEA92465389}"/>
                </a:ext>
              </a:extLst>
            </p:cNvPr>
            <p:cNvSpPr/>
            <p:nvPr/>
          </p:nvSpPr>
          <p:spPr>
            <a:xfrm>
              <a:off x="1025625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8" name="pt53">
              <a:extLst>
                <a:ext uri="{FF2B5EF4-FFF2-40B4-BE49-F238E27FC236}">
                  <a16:creationId xmlns:a16="http://schemas.microsoft.com/office/drawing/2014/main" id="{9939E45C-D0F8-23C5-8D1A-4BE45540A807}"/>
                </a:ext>
              </a:extLst>
            </p:cNvPr>
            <p:cNvSpPr/>
            <p:nvPr/>
          </p:nvSpPr>
          <p:spPr>
            <a:xfrm>
              <a:off x="1007227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9" name="pt54">
              <a:extLst>
                <a:ext uri="{FF2B5EF4-FFF2-40B4-BE49-F238E27FC236}">
                  <a16:creationId xmlns:a16="http://schemas.microsoft.com/office/drawing/2014/main" id="{D2F97258-821F-95AA-8EF3-A22D39653B50}"/>
                </a:ext>
              </a:extLst>
            </p:cNvPr>
            <p:cNvSpPr/>
            <p:nvPr/>
          </p:nvSpPr>
          <p:spPr>
            <a:xfrm>
              <a:off x="1007195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0" name="pt55">
              <a:extLst>
                <a:ext uri="{FF2B5EF4-FFF2-40B4-BE49-F238E27FC236}">
                  <a16:creationId xmlns:a16="http://schemas.microsoft.com/office/drawing/2014/main" id="{58A94EC9-2721-4593-E83C-0C16E726C4FB}"/>
                </a:ext>
              </a:extLst>
            </p:cNvPr>
            <p:cNvSpPr/>
            <p:nvPr/>
          </p:nvSpPr>
          <p:spPr>
            <a:xfrm>
              <a:off x="1035310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1" name="pt56">
              <a:extLst>
                <a:ext uri="{FF2B5EF4-FFF2-40B4-BE49-F238E27FC236}">
                  <a16:creationId xmlns:a16="http://schemas.microsoft.com/office/drawing/2014/main" id="{9F74CEAD-EA27-1620-578B-27025052AE4E}"/>
                </a:ext>
              </a:extLst>
            </p:cNvPr>
            <p:cNvSpPr/>
            <p:nvPr/>
          </p:nvSpPr>
          <p:spPr>
            <a:xfrm>
              <a:off x="1035310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2" name="pt57">
              <a:extLst>
                <a:ext uri="{FF2B5EF4-FFF2-40B4-BE49-F238E27FC236}">
                  <a16:creationId xmlns:a16="http://schemas.microsoft.com/office/drawing/2014/main" id="{26E13E6F-B530-3DC3-063E-B0A2754918F4}"/>
                </a:ext>
              </a:extLst>
            </p:cNvPr>
            <p:cNvSpPr/>
            <p:nvPr/>
          </p:nvSpPr>
          <p:spPr>
            <a:xfrm>
              <a:off x="1025595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3" name="pt58">
              <a:extLst>
                <a:ext uri="{FF2B5EF4-FFF2-40B4-BE49-F238E27FC236}">
                  <a16:creationId xmlns:a16="http://schemas.microsoft.com/office/drawing/2014/main" id="{8C1DD382-445C-302C-7136-D325ABC5BC0A}"/>
                </a:ext>
              </a:extLst>
            </p:cNvPr>
            <p:cNvSpPr/>
            <p:nvPr/>
          </p:nvSpPr>
          <p:spPr>
            <a:xfrm>
              <a:off x="1028909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4" name="pt59">
              <a:extLst>
                <a:ext uri="{FF2B5EF4-FFF2-40B4-BE49-F238E27FC236}">
                  <a16:creationId xmlns:a16="http://schemas.microsoft.com/office/drawing/2014/main" id="{A8323A76-EE4E-2DA6-4858-DC933528C5A7}"/>
                </a:ext>
              </a:extLst>
            </p:cNvPr>
            <p:cNvSpPr/>
            <p:nvPr/>
          </p:nvSpPr>
          <p:spPr>
            <a:xfrm>
              <a:off x="783128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5" name="pt60">
              <a:extLst>
                <a:ext uri="{FF2B5EF4-FFF2-40B4-BE49-F238E27FC236}">
                  <a16:creationId xmlns:a16="http://schemas.microsoft.com/office/drawing/2014/main" id="{0B2FCA22-0986-6B25-8C4A-A73F05398255}"/>
                </a:ext>
              </a:extLst>
            </p:cNvPr>
            <p:cNvSpPr/>
            <p:nvPr/>
          </p:nvSpPr>
          <p:spPr>
            <a:xfrm>
              <a:off x="854760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6" name="pt61">
              <a:extLst>
                <a:ext uri="{FF2B5EF4-FFF2-40B4-BE49-F238E27FC236}">
                  <a16:creationId xmlns:a16="http://schemas.microsoft.com/office/drawing/2014/main" id="{15E6EEEE-3490-9B4B-F3D7-E6165A61D1C3}"/>
                </a:ext>
              </a:extLst>
            </p:cNvPr>
            <p:cNvSpPr/>
            <p:nvPr/>
          </p:nvSpPr>
          <p:spPr>
            <a:xfrm>
              <a:off x="1088171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7" name="pt62">
              <a:extLst>
                <a:ext uri="{FF2B5EF4-FFF2-40B4-BE49-F238E27FC236}">
                  <a16:creationId xmlns:a16="http://schemas.microsoft.com/office/drawing/2014/main" id="{C6F19A7F-1D41-2843-BCBB-628E8BF03A28}"/>
                </a:ext>
              </a:extLst>
            </p:cNvPr>
            <p:cNvSpPr/>
            <p:nvPr/>
          </p:nvSpPr>
          <p:spPr>
            <a:xfrm>
              <a:off x="829104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8" name="pt63">
              <a:extLst>
                <a:ext uri="{FF2B5EF4-FFF2-40B4-BE49-F238E27FC236}">
                  <a16:creationId xmlns:a16="http://schemas.microsoft.com/office/drawing/2014/main" id="{DBB88E3C-5934-A213-41F5-F0F4157970A3}"/>
                </a:ext>
              </a:extLst>
            </p:cNvPr>
            <p:cNvSpPr/>
            <p:nvPr/>
          </p:nvSpPr>
          <p:spPr>
            <a:xfrm>
              <a:off x="1028909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9" name="pt64">
              <a:extLst>
                <a:ext uri="{FF2B5EF4-FFF2-40B4-BE49-F238E27FC236}">
                  <a16:creationId xmlns:a16="http://schemas.microsoft.com/office/drawing/2014/main" id="{2479A78B-1CD9-6741-0D84-BB367013B397}"/>
                </a:ext>
              </a:extLst>
            </p:cNvPr>
            <p:cNvSpPr/>
            <p:nvPr/>
          </p:nvSpPr>
          <p:spPr>
            <a:xfrm>
              <a:off x="794772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0" name="pt65">
              <a:extLst>
                <a:ext uri="{FF2B5EF4-FFF2-40B4-BE49-F238E27FC236}">
                  <a16:creationId xmlns:a16="http://schemas.microsoft.com/office/drawing/2014/main" id="{BF7A52AD-7ABE-8B8E-64C9-7677F19AF650}"/>
                </a:ext>
              </a:extLst>
            </p:cNvPr>
            <p:cNvSpPr/>
            <p:nvPr/>
          </p:nvSpPr>
          <p:spPr>
            <a:xfrm>
              <a:off x="783010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1" name="pt66">
              <a:extLst>
                <a:ext uri="{FF2B5EF4-FFF2-40B4-BE49-F238E27FC236}">
                  <a16:creationId xmlns:a16="http://schemas.microsoft.com/office/drawing/2014/main" id="{B452F8A8-158F-A225-58FB-7AEE9CB5F80D}"/>
                </a:ext>
              </a:extLst>
            </p:cNvPr>
            <p:cNvSpPr/>
            <p:nvPr/>
          </p:nvSpPr>
          <p:spPr>
            <a:xfrm>
              <a:off x="854760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2" name="pg67">
              <a:extLst>
                <a:ext uri="{FF2B5EF4-FFF2-40B4-BE49-F238E27FC236}">
                  <a16:creationId xmlns:a16="http://schemas.microsoft.com/office/drawing/2014/main" id="{3957CA7E-24D9-6A6F-124A-7EA09F538BFC}"/>
                </a:ext>
              </a:extLst>
            </p:cNvPr>
            <p:cNvSpPr/>
            <p:nvPr/>
          </p:nvSpPr>
          <p:spPr>
            <a:xfrm>
              <a:off x="847793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3" name="pg68">
              <a:extLst>
                <a:ext uri="{FF2B5EF4-FFF2-40B4-BE49-F238E27FC236}">
                  <a16:creationId xmlns:a16="http://schemas.microsoft.com/office/drawing/2014/main" id="{FED6CE87-29C9-9ADB-3A71-74E4001B1A34}"/>
                </a:ext>
              </a:extLst>
            </p:cNvPr>
            <p:cNvSpPr/>
            <p:nvPr/>
          </p:nvSpPr>
          <p:spPr>
            <a:xfrm>
              <a:off x="983449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4" name="pg69">
              <a:extLst>
                <a:ext uri="{FF2B5EF4-FFF2-40B4-BE49-F238E27FC236}">
                  <a16:creationId xmlns:a16="http://schemas.microsoft.com/office/drawing/2014/main" id="{A80E69E1-E9DE-DE07-93FB-6725C5300963}"/>
                </a:ext>
              </a:extLst>
            </p:cNvPr>
            <p:cNvSpPr/>
            <p:nvPr/>
          </p:nvSpPr>
          <p:spPr>
            <a:xfrm>
              <a:off x="1003821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5" name="pg70">
              <a:extLst>
                <a:ext uri="{FF2B5EF4-FFF2-40B4-BE49-F238E27FC236}">
                  <a16:creationId xmlns:a16="http://schemas.microsoft.com/office/drawing/2014/main" id="{3CE082F7-92DC-9BD8-E99E-57C7AD9B034C}"/>
                </a:ext>
              </a:extLst>
            </p:cNvPr>
            <p:cNvSpPr/>
            <p:nvPr/>
          </p:nvSpPr>
          <p:spPr>
            <a:xfrm>
              <a:off x="9831113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6" name="pg71">
              <a:extLst>
                <a:ext uri="{FF2B5EF4-FFF2-40B4-BE49-F238E27FC236}">
                  <a16:creationId xmlns:a16="http://schemas.microsoft.com/office/drawing/2014/main" id="{9D8E9F19-1423-61A7-5770-C11198B43104}"/>
                </a:ext>
              </a:extLst>
            </p:cNvPr>
            <p:cNvSpPr/>
            <p:nvPr/>
          </p:nvSpPr>
          <p:spPr>
            <a:xfrm>
              <a:off x="10041408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7" name="pg72">
              <a:extLst>
                <a:ext uri="{FF2B5EF4-FFF2-40B4-BE49-F238E27FC236}">
                  <a16:creationId xmlns:a16="http://schemas.microsoft.com/office/drawing/2014/main" id="{56CAB0E6-5C6E-6F9A-2952-E2E5F5BD71FF}"/>
                </a:ext>
              </a:extLst>
            </p:cNvPr>
            <p:cNvSpPr/>
            <p:nvPr/>
          </p:nvSpPr>
          <p:spPr>
            <a:xfrm>
              <a:off x="883615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8" name="pg73">
              <a:extLst>
                <a:ext uri="{FF2B5EF4-FFF2-40B4-BE49-F238E27FC236}">
                  <a16:creationId xmlns:a16="http://schemas.microsoft.com/office/drawing/2014/main" id="{43C00B7B-9C02-A73B-7504-677CC74B883E}"/>
                </a:ext>
              </a:extLst>
            </p:cNvPr>
            <p:cNvSpPr/>
            <p:nvPr/>
          </p:nvSpPr>
          <p:spPr>
            <a:xfrm>
              <a:off x="848831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9" name="pg74">
              <a:extLst>
                <a:ext uri="{FF2B5EF4-FFF2-40B4-BE49-F238E27FC236}">
                  <a16:creationId xmlns:a16="http://schemas.microsoft.com/office/drawing/2014/main" id="{6D4C01FF-5B49-5AF7-DCF2-47C8E94B8653}"/>
                </a:ext>
              </a:extLst>
            </p:cNvPr>
            <p:cNvSpPr/>
            <p:nvPr/>
          </p:nvSpPr>
          <p:spPr>
            <a:xfrm>
              <a:off x="880116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0" name="pg75">
              <a:extLst>
                <a:ext uri="{FF2B5EF4-FFF2-40B4-BE49-F238E27FC236}">
                  <a16:creationId xmlns:a16="http://schemas.microsoft.com/office/drawing/2014/main" id="{60533A3E-AE51-DD71-6061-CD8453A9FCA8}"/>
                </a:ext>
              </a:extLst>
            </p:cNvPr>
            <p:cNvSpPr/>
            <p:nvPr/>
          </p:nvSpPr>
          <p:spPr>
            <a:xfrm>
              <a:off x="864295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1" name="pg76">
              <a:extLst>
                <a:ext uri="{FF2B5EF4-FFF2-40B4-BE49-F238E27FC236}">
                  <a16:creationId xmlns:a16="http://schemas.microsoft.com/office/drawing/2014/main" id="{D1AE21FC-8C8C-F655-C1C1-3B357F30AF76}"/>
                </a:ext>
              </a:extLst>
            </p:cNvPr>
            <p:cNvSpPr/>
            <p:nvPr/>
          </p:nvSpPr>
          <p:spPr>
            <a:xfrm>
              <a:off x="993323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2" name="pg77">
              <a:extLst>
                <a:ext uri="{FF2B5EF4-FFF2-40B4-BE49-F238E27FC236}">
                  <a16:creationId xmlns:a16="http://schemas.microsoft.com/office/drawing/2014/main" id="{47F0AF87-F373-316E-AEDE-4EC4867BE8EB}"/>
                </a:ext>
              </a:extLst>
            </p:cNvPr>
            <p:cNvSpPr/>
            <p:nvPr/>
          </p:nvSpPr>
          <p:spPr>
            <a:xfrm>
              <a:off x="1000671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3" name="pg78">
              <a:extLst>
                <a:ext uri="{FF2B5EF4-FFF2-40B4-BE49-F238E27FC236}">
                  <a16:creationId xmlns:a16="http://schemas.microsoft.com/office/drawing/2014/main" id="{FBA2807D-9949-CEB4-DB0D-4CAEDAD9C8AD}"/>
                </a:ext>
              </a:extLst>
            </p:cNvPr>
            <p:cNvSpPr/>
            <p:nvPr/>
          </p:nvSpPr>
          <p:spPr>
            <a:xfrm>
              <a:off x="8863841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4" name="pg79">
              <a:extLst>
                <a:ext uri="{FF2B5EF4-FFF2-40B4-BE49-F238E27FC236}">
                  <a16:creationId xmlns:a16="http://schemas.microsoft.com/office/drawing/2014/main" id="{78B22AEE-C0F8-2A97-3482-5A1754A4B5A9}"/>
                </a:ext>
              </a:extLst>
            </p:cNvPr>
            <p:cNvSpPr/>
            <p:nvPr/>
          </p:nvSpPr>
          <p:spPr>
            <a:xfrm>
              <a:off x="10009962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5" name="pg80">
              <a:extLst>
                <a:ext uri="{FF2B5EF4-FFF2-40B4-BE49-F238E27FC236}">
                  <a16:creationId xmlns:a16="http://schemas.microsoft.com/office/drawing/2014/main" id="{93063476-F31C-DF12-3BCC-B7C7EE40F586}"/>
                </a:ext>
              </a:extLst>
            </p:cNvPr>
            <p:cNvSpPr/>
            <p:nvPr/>
          </p:nvSpPr>
          <p:spPr>
            <a:xfrm>
              <a:off x="1010295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6" name="pg81">
              <a:extLst>
                <a:ext uri="{FF2B5EF4-FFF2-40B4-BE49-F238E27FC236}">
                  <a16:creationId xmlns:a16="http://schemas.microsoft.com/office/drawing/2014/main" id="{DB3EFE17-A6E3-17B3-A2AE-6BA5A4A205CF}"/>
                </a:ext>
              </a:extLst>
            </p:cNvPr>
            <p:cNvSpPr/>
            <p:nvPr/>
          </p:nvSpPr>
          <p:spPr>
            <a:xfrm>
              <a:off x="843257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7" name="pg82">
              <a:extLst>
                <a:ext uri="{FF2B5EF4-FFF2-40B4-BE49-F238E27FC236}">
                  <a16:creationId xmlns:a16="http://schemas.microsoft.com/office/drawing/2014/main" id="{691EE9AE-5E9D-F785-CB2A-F734B3763C5B}"/>
                </a:ext>
              </a:extLst>
            </p:cNvPr>
            <p:cNvSpPr/>
            <p:nvPr/>
          </p:nvSpPr>
          <p:spPr>
            <a:xfrm>
              <a:off x="1061501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8" name="pg83">
              <a:extLst>
                <a:ext uri="{FF2B5EF4-FFF2-40B4-BE49-F238E27FC236}">
                  <a16:creationId xmlns:a16="http://schemas.microsoft.com/office/drawing/2014/main" id="{5D361AB6-67D4-5844-2BAE-FC1DE7C6923F}"/>
                </a:ext>
              </a:extLst>
            </p:cNvPr>
            <p:cNvSpPr/>
            <p:nvPr/>
          </p:nvSpPr>
          <p:spPr>
            <a:xfrm>
              <a:off x="1061235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9" name="pg84">
              <a:extLst>
                <a:ext uri="{FF2B5EF4-FFF2-40B4-BE49-F238E27FC236}">
                  <a16:creationId xmlns:a16="http://schemas.microsoft.com/office/drawing/2014/main" id="{AAE1CDF4-7CCD-5525-15F7-53FE879AB4E7}"/>
                </a:ext>
              </a:extLst>
            </p:cNvPr>
            <p:cNvSpPr/>
            <p:nvPr/>
          </p:nvSpPr>
          <p:spPr>
            <a:xfrm>
              <a:off x="843139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0" name="pg85">
              <a:extLst>
                <a:ext uri="{FF2B5EF4-FFF2-40B4-BE49-F238E27FC236}">
                  <a16:creationId xmlns:a16="http://schemas.microsoft.com/office/drawing/2014/main" id="{6767AF33-19C6-70A5-D480-1E4C571BF1EB}"/>
                </a:ext>
              </a:extLst>
            </p:cNvPr>
            <p:cNvSpPr/>
            <p:nvPr/>
          </p:nvSpPr>
          <p:spPr>
            <a:xfrm>
              <a:off x="884480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1" name="pg86">
              <a:extLst>
                <a:ext uri="{FF2B5EF4-FFF2-40B4-BE49-F238E27FC236}">
                  <a16:creationId xmlns:a16="http://schemas.microsoft.com/office/drawing/2014/main" id="{6A588D96-0A0A-FB31-E3A8-9EF0235E2BF4}"/>
                </a:ext>
              </a:extLst>
            </p:cNvPr>
            <p:cNvSpPr/>
            <p:nvPr/>
          </p:nvSpPr>
          <p:spPr>
            <a:xfrm>
              <a:off x="845389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2" name="pg87">
              <a:extLst>
                <a:ext uri="{FF2B5EF4-FFF2-40B4-BE49-F238E27FC236}">
                  <a16:creationId xmlns:a16="http://schemas.microsoft.com/office/drawing/2014/main" id="{4B52B4E1-BAC3-B295-DD0F-BD5615FCB0F5}"/>
                </a:ext>
              </a:extLst>
            </p:cNvPr>
            <p:cNvSpPr/>
            <p:nvPr/>
          </p:nvSpPr>
          <p:spPr>
            <a:xfrm>
              <a:off x="1009983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3" name="pg88">
              <a:extLst>
                <a:ext uri="{FF2B5EF4-FFF2-40B4-BE49-F238E27FC236}">
                  <a16:creationId xmlns:a16="http://schemas.microsoft.com/office/drawing/2014/main" id="{A2CF4464-6418-CE4F-A093-4CFC27F4396B}"/>
                </a:ext>
              </a:extLst>
            </p:cNvPr>
            <p:cNvSpPr/>
            <p:nvPr/>
          </p:nvSpPr>
          <p:spPr>
            <a:xfrm>
              <a:off x="843107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4" name="pg89">
              <a:extLst>
                <a:ext uri="{FF2B5EF4-FFF2-40B4-BE49-F238E27FC236}">
                  <a16:creationId xmlns:a16="http://schemas.microsoft.com/office/drawing/2014/main" id="{C598D070-DD46-6596-DAD7-B5E2E71047CB}"/>
                </a:ext>
              </a:extLst>
            </p:cNvPr>
            <p:cNvSpPr/>
            <p:nvPr/>
          </p:nvSpPr>
          <p:spPr>
            <a:xfrm>
              <a:off x="993328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5" name="pt90">
              <a:extLst>
                <a:ext uri="{FF2B5EF4-FFF2-40B4-BE49-F238E27FC236}">
                  <a16:creationId xmlns:a16="http://schemas.microsoft.com/office/drawing/2014/main" id="{F5EA5B1A-9D18-6C1E-C7C5-46E2137E3DAF}"/>
                </a:ext>
              </a:extLst>
            </p:cNvPr>
            <p:cNvSpPr/>
            <p:nvPr/>
          </p:nvSpPr>
          <p:spPr>
            <a:xfrm>
              <a:off x="975745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6" name="pt91">
              <a:extLst>
                <a:ext uri="{FF2B5EF4-FFF2-40B4-BE49-F238E27FC236}">
                  <a16:creationId xmlns:a16="http://schemas.microsoft.com/office/drawing/2014/main" id="{85435A69-E191-9EF1-8EF6-82A0751FAB73}"/>
                </a:ext>
              </a:extLst>
            </p:cNvPr>
            <p:cNvSpPr/>
            <p:nvPr/>
          </p:nvSpPr>
          <p:spPr>
            <a:xfrm>
              <a:off x="8017535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7" name="pt92">
              <a:extLst>
                <a:ext uri="{FF2B5EF4-FFF2-40B4-BE49-F238E27FC236}">
                  <a16:creationId xmlns:a16="http://schemas.microsoft.com/office/drawing/2014/main" id="{0314FF3E-D045-DAEF-C639-71D14EDC6493}"/>
                </a:ext>
              </a:extLst>
            </p:cNvPr>
            <p:cNvSpPr/>
            <p:nvPr/>
          </p:nvSpPr>
          <p:spPr>
            <a:xfrm>
              <a:off x="801504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8" name="pt93">
              <a:extLst>
                <a:ext uri="{FF2B5EF4-FFF2-40B4-BE49-F238E27FC236}">
                  <a16:creationId xmlns:a16="http://schemas.microsoft.com/office/drawing/2014/main" id="{246D9CF6-1D53-71A4-C34E-AD65DF45FBB0}"/>
                </a:ext>
              </a:extLst>
            </p:cNvPr>
            <p:cNvSpPr/>
            <p:nvPr/>
          </p:nvSpPr>
          <p:spPr>
            <a:xfrm>
              <a:off x="806762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9" name="pt94">
              <a:extLst>
                <a:ext uri="{FF2B5EF4-FFF2-40B4-BE49-F238E27FC236}">
                  <a16:creationId xmlns:a16="http://schemas.microsoft.com/office/drawing/2014/main" id="{924D1DA4-66C7-9B06-1AB1-3C09C7BD13E4}"/>
                </a:ext>
              </a:extLst>
            </p:cNvPr>
            <p:cNvSpPr/>
            <p:nvPr/>
          </p:nvSpPr>
          <p:spPr>
            <a:xfrm>
              <a:off x="975745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0" name="pt95">
              <a:extLst>
                <a:ext uri="{FF2B5EF4-FFF2-40B4-BE49-F238E27FC236}">
                  <a16:creationId xmlns:a16="http://schemas.microsoft.com/office/drawing/2014/main" id="{0EB82C6E-D67F-C214-D1F2-9C6E747F7A83}"/>
                </a:ext>
              </a:extLst>
            </p:cNvPr>
            <p:cNvSpPr/>
            <p:nvPr/>
          </p:nvSpPr>
          <p:spPr>
            <a:xfrm>
              <a:off x="984811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1" name="pt96">
              <a:extLst>
                <a:ext uri="{FF2B5EF4-FFF2-40B4-BE49-F238E27FC236}">
                  <a16:creationId xmlns:a16="http://schemas.microsoft.com/office/drawing/2014/main" id="{93636149-9CEF-5448-66B2-E76A9673B6D1}"/>
                </a:ext>
              </a:extLst>
            </p:cNvPr>
            <p:cNvSpPr/>
            <p:nvPr/>
          </p:nvSpPr>
          <p:spPr>
            <a:xfrm>
              <a:off x="781061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2" name="pt97">
              <a:extLst>
                <a:ext uri="{FF2B5EF4-FFF2-40B4-BE49-F238E27FC236}">
                  <a16:creationId xmlns:a16="http://schemas.microsoft.com/office/drawing/2014/main" id="{D70DDD54-A71C-50B9-224E-EBADF1F12BAD}"/>
                </a:ext>
              </a:extLst>
            </p:cNvPr>
            <p:cNvSpPr/>
            <p:nvPr/>
          </p:nvSpPr>
          <p:spPr>
            <a:xfrm>
              <a:off x="979187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3" name="pt98">
              <a:extLst>
                <a:ext uri="{FF2B5EF4-FFF2-40B4-BE49-F238E27FC236}">
                  <a16:creationId xmlns:a16="http://schemas.microsoft.com/office/drawing/2014/main" id="{69442821-8776-ECF9-1FAB-BDA5C86A4386}"/>
                </a:ext>
              </a:extLst>
            </p:cNvPr>
            <p:cNvSpPr/>
            <p:nvPr/>
          </p:nvSpPr>
          <p:spPr>
            <a:xfrm>
              <a:off x="806497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4" name="pt99">
              <a:extLst>
                <a:ext uri="{FF2B5EF4-FFF2-40B4-BE49-F238E27FC236}">
                  <a16:creationId xmlns:a16="http://schemas.microsoft.com/office/drawing/2014/main" id="{C5E070F7-F8F6-F77B-B36E-D3C2E2F4DCDB}"/>
                </a:ext>
              </a:extLst>
            </p:cNvPr>
            <p:cNvSpPr/>
            <p:nvPr/>
          </p:nvSpPr>
          <p:spPr>
            <a:xfrm>
              <a:off x="7526799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5" name="pt100">
              <a:extLst>
                <a:ext uri="{FF2B5EF4-FFF2-40B4-BE49-F238E27FC236}">
                  <a16:creationId xmlns:a16="http://schemas.microsoft.com/office/drawing/2014/main" id="{946E78AC-10DF-A916-6908-DB070A585497}"/>
                </a:ext>
              </a:extLst>
            </p:cNvPr>
            <p:cNvSpPr/>
            <p:nvPr/>
          </p:nvSpPr>
          <p:spPr>
            <a:xfrm>
              <a:off x="1034913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6" name="pt101">
              <a:extLst>
                <a:ext uri="{FF2B5EF4-FFF2-40B4-BE49-F238E27FC236}">
                  <a16:creationId xmlns:a16="http://schemas.microsoft.com/office/drawing/2014/main" id="{184D88E3-5486-39D0-C30A-EB7ADA6497E8}"/>
                </a:ext>
              </a:extLst>
            </p:cNvPr>
            <p:cNvSpPr/>
            <p:nvPr/>
          </p:nvSpPr>
          <p:spPr>
            <a:xfrm>
              <a:off x="957897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7" name="pt102">
              <a:extLst>
                <a:ext uri="{FF2B5EF4-FFF2-40B4-BE49-F238E27FC236}">
                  <a16:creationId xmlns:a16="http://schemas.microsoft.com/office/drawing/2014/main" id="{713EAC86-1D2E-8047-A0D6-CBD188E330A8}"/>
                </a:ext>
              </a:extLst>
            </p:cNvPr>
            <p:cNvSpPr/>
            <p:nvPr/>
          </p:nvSpPr>
          <p:spPr>
            <a:xfrm>
              <a:off x="968312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8" name="pt103">
              <a:extLst>
                <a:ext uri="{FF2B5EF4-FFF2-40B4-BE49-F238E27FC236}">
                  <a16:creationId xmlns:a16="http://schemas.microsoft.com/office/drawing/2014/main" id="{4E225330-9541-D9FB-3F2C-DBB0F85337D4}"/>
                </a:ext>
              </a:extLst>
            </p:cNvPr>
            <p:cNvSpPr/>
            <p:nvPr/>
          </p:nvSpPr>
          <p:spPr>
            <a:xfrm>
              <a:off x="780902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9" name="pt104">
              <a:extLst>
                <a:ext uri="{FF2B5EF4-FFF2-40B4-BE49-F238E27FC236}">
                  <a16:creationId xmlns:a16="http://schemas.microsoft.com/office/drawing/2014/main" id="{BADEB926-E294-E5CF-4032-161B2EE4C91E}"/>
                </a:ext>
              </a:extLst>
            </p:cNvPr>
            <p:cNvSpPr/>
            <p:nvPr/>
          </p:nvSpPr>
          <p:spPr>
            <a:xfrm>
              <a:off x="7571782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0" name="pt105">
              <a:extLst>
                <a:ext uri="{FF2B5EF4-FFF2-40B4-BE49-F238E27FC236}">
                  <a16:creationId xmlns:a16="http://schemas.microsoft.com/office/drawing/2014/main" id="{01F2580E-54A2-88C3-A79D-E0DA36D96F24}"/>
                </a:ext>
              </a:extLst>
            </p:cNvPr>
            <p:cNvSpPr/>
            <p:nvPr/>
          </p:nvSpPr>
          <p:spPr>
            <a:xfrm>
              <a:off x="7537035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1" name="pt106">
              <a:extLst>
                <a:ext uri="{FF2B5EF4-FFF2-40B4-BE49-F238E27FC236}">
                  <a16:creationId xmlns:a16="http://schemas.microsoft.com/office/drawing/2014/main" id="{E38F86F2-CF47-E53F-FDDC-60AF8368B917}"/>
                </a:ext>
              </a:extLst>
            </p:cNvPr>
            <p:cNvSpPr/>
            <p:nvPr/>
          </p:nvSpPr>
          <p:spPr>
            <a:xfrm>
              <a:off x="7519897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2" name="pt107">
              <a:extLst>
                <a:ext uri="{FF2B5EF4-FFF2-40B4-BE49-F238E27FC236}">
                  <a16:creationId xmlns:a16="http://schemas.microsoft.com/office/drawing/2014/main" id="{51CF9326-BCF4-0021-005D-341720D41A93}"/>
                </a:ext>
              </a:extLst>
            </p:cNvPr>
            <p:cNvSpPr/>
            <p:nvPr/>
          </p:nvSpPr>
          <p:spPr>
            <a:xfrm>
              <a:off x="984850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3" name="pt108">
              <a:extLst>
                <a:ext uri="{FF2B5EF4-FFF2-40B4-BE49-F238E27FC236}">
                  <a16:creationId xmlns:a16="http://schemas.microsoft.com/office/drawing/2014/main" id="{74DAB801-B2D3-B532-F90C-3CE88D029296}"/>
                </a:ext>
              </a:extLst>
            </p:cNvPr>
            <p:cNvSpPr/>
            <p:nvPr/>
          </p:nvSpPr>
          <p:spPr>
            <a:xfrm>
              <a:off x="7537035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4" name="pt109">
              <a:extLst>
                <a:ext uri="{FF2B5EF4-FFF2-40B4-BE49-F238E27FC236}">
                  <a16:creationId xmlns:a16="http://schemas.microsoft.com/office/drawing/2014/main" id="{B5D47C75-1889-D4BF-B418-7AC9CD364793}"/>
                </a:ext>
              </a:extLst>
            </p:cNvPr>
            <p:cNvSpPr/>
            <p:nvPr/>
          </p:nvSpPr>
          <p:spPr>
            <a:xfrm>
              <a:off x="757385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5" name="pt110">
              <a:extLst>
                <a:ext uri="{FF2B5EF4-FFF2-40B4-BE49-F238E27FC236}">
                  <a16:creationId xmlns:a16="http://schemas.microsoft.com/office/drawing/2014/main" id="{EE4A9AE4-04D1-BE50-9C30-60682A20F97D}"/>
                </a:ext>
              </a:extLst>
            </p:cNvPr>
            <p:cNvSpPr/>
            <p:nvPr/>
          </p:nvSpPr>
          <p:spPr>
            <a:xfrm>
              <a:off x="968435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6" name="pt111">
              <a:extLst>
                <a:ext uri="{FF2B5EF4-FFF2-40B4-BE49-F238E27FC236}">
                  <a16:creationId xmlns:a16="http://schemas.microsoft.com/office/drawing/2014/main" id="{9E19C124-BB6D-E425-9301-F41EB3171902}"/>
                </a:ext>
              </a:extLst>
            </p:cNvPr>
            <p:cNvSpPr/>
            <p:nvPr/>
          </p:nvSpPr>
          <p:spPr>
            <a:xfrm>
              <a:off x="1034913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7" name="pt112">
              <a:extLst>
                <a:ext uri="{FF2B5EF4-FFF2-40B4-BE49-F238E27FC236}">
                  <a16:creationId xmlns:a16="http://schemas.microsoft.com/office/drawing/2014/main" id="{9B0F2CE6-58B8-F280-E888-8E9F63B119F3}"/>
                </a:ext>
              </a:extLst>
            </p:cNvPr>
            <p:cNvSpPr/>
            <p:nvPr/>
          </p:nvSpPr>
          <p:spPr>
            <a:xfrm>
              <a:off x="979193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8" name="pt113">
              <a:extLst>
                <a:ext uri="{FF2B5EF4-FFF2-40B4-BE49-F238E27FC236}">
                  <a16:creationId xmlns:a16="http://schemas.microsoft.com/office/drawing/2014/main" id="{3A614FF5-1E89-95D5-87E1-18198B633C86}"/>
                </a:ext>
              </a:extLst>
            </p:cNvPr>
            <p:cNvSpPr/>
            <p:nvPr/>
          </p:nvSpPr>
          <p:spPr>
            <a:xfrm>
              <a:off x="957897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9" name="pt114">
              <a:extLst>
                <a:ext uri="{FF2B5EF4-FFF2-40B4-BE49-F238E27FC236}">
                  <a16:creationId xmlns:a16="http://schemas.microsoft.com/office/drawing/2014/main" id="{2EECC711-EE00-8450-4856-85CAF8AF63B8}"/>
                </a:ext>
              </a:extLst>
            </p:cNvPr>
            <p:cNvSpPr/>
            <p:nvPr/>
          </p:nvSpPr>
          <p:spPr>
            <a:xfrm>
              <a:off x="734451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0" name="pt115">
              <a:extLst>
                <a:ext uri="{FF2B5EF4-FFF2-40B4-BE49-F238E27FC236}">
                  <a16:creationId xmlns:a16="http://schemas.microsoft.com/office/drawing/2014/main" id="{EF8233C3-615C-B90A-CC83-82C2C2EAA7B0}"/>
                </a:ext>
              </a:extLst>
            </p:cNvPr>
            <p:cNvSpPr/>
            <p:nvPr/>
          </p:nvSpPr>
          <p:spPr>
            <a:xfrm>
              <a:off x="9959502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1" name="pt116">
              <a:extLst>
                <a:ext uri="{FF2B5EF4-FFF2-40B4-BE49-F238E27FC236}">
                  <a16:creationId xmlns:a16="http://schemas.microsoft.com/office/drawing/2014/main" id="{17198E87-3EB2-9450-6A4A-A3E216580F7F}"/>
                </a:ext>
              </a:extLst>
            </p:cNvPr>
            <p:cNvSpPr/>
            <p:nvPr/>
          </p:nvSpPr>
          <p:spPr>
            <a:xfrm>
              <a:off x="761017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2" name="pt117">
              <a:extLst>
                <a:ext uri="{FF2B5EF4-FFF2-40B4-BE49-F238E27FC236}">
                  <a16:creationId xmlns:a16="http://schemas.microsoft.com/office/drawing/2014/main" id="{513F399F-01FD-8789-112C-F4C0D649D841}"/>
                </a:ext>
              </a:extLst>
            </p:cNvPr>
            <p:cNvSpPr/>
            <p:nvPr/>
          </p:nvSpPr>
          <p:spPr>
            <a:xfrm>
              <a:off x="698243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3" name="pt118">
              <a:extLst>
                <a:ext uri="{FF2B5EF4-FFF2-40B4-BE49-F238E27FC236}">
                  <a16:creationId xmlns:a16="http://schemas.microsoft.com/office/drawing/2014/main" id="{C6B12E73-2436-E98A-F926-65F818DBB4F8}"/>
                </a:ext>
              </a:extLst>
            </p:cNvPr>
            <p:cNvSpPr/>
            <p:nvPr/>
          </p:nvSpPr>
          <p:spPr>
            <a:xfrm>
              <a:off x="7610179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4" name="pt119">
              <a:extLst>
                <a:ext uri="{FF2B5EF4-FFF2-40B4-BE49-F238E27FC236}">
                  <a16:creationId xmlns:a16="http://schemas.microsoft.com/office/drawing/2014/main" id="{1DEAA2AA-3A0B-5273-F249-5D456C75170F}"/>
                </a:ext>
              </a:extLst>
            </p:cNvPr>
            <p:cNvSpPr/>
            <p:nvPr/>
          </p:nvSpPr>
          <p:spPr>
            <a:xfrm>
              <a:off x="925279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5" name="pt120">
              <a:extLst>
                <a:ext uri="{FF2B5EF4-FFF2-40B4-BE49-F238E27FC236}">
                  <a16:creationId xmlns:a16="http://schemas.microsoft.com/office/drawing/2014/main" id="{90C45616-0D6B-9658-7E38-4F540DE284AD}"/>
                </a:ext>
              </a:extLst>
            </p:cNvPr>
            <p:cNvSpPr/>
            <p:nvPr/>
          </p:nvSpPr>
          <p:spPr>
            <a:xfrm>
              <a:off x="936617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6" name="pt121">
              <a:extLst>
                <a:ext uri="{FF2B5EF4-FFF2-40B4-BE49-F238E27FC236}">
                  <a16:creationId xmlns:a16="http://schemas.microsoft.com/office/drawing/2014/main" id="{EE734753-1F66-20AB-0401-202441134557}"/>
                </a:ext>
              </a:extLst>
            </p:cNvPr>
            <p:cNvSpPr/>
            <p:nvPr/>
          </p:nvSpPr>
          <p:spPr>
            <a:xfrm>
              <a:off x="7017581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7" name="pt122">
              <a:extLst>
                <a:ext uri="{FF2B5EF4-FFF2-40B4-BE49-F238E27FC236}">
                  <a16:creationId xmlns:a16="http://schemas.microsoft.com/office/drawing/2014/main" id="{8D1972F2-785C-D87F-98C6-EE40B21037FA}"/>
                </a:ext>
              </a:extLst>
            </p:cNvPr>
            <p:cNvSpPr/>
            <p:nvPr/>
          </p:nvSpPr>
          <p:spPr>
            <a:xfrm>
              <a:off x="914877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8" name="pt123">
              <a:extLst>
                <a:ext uri="{FF2B5EF4-FFF2-40B4-BE49-F238E27FC236}">
                  <a16:creationId xmlns:a16="http://schemas.microsoft.com/office/drawing/2014/main" id="{D5471725-6194-F44F-14A5-567DF96953F1}"/>
                </a:ext>
              </a:extLst>
            </p:cNvPr>
            <p:cNvSpPr/>
            <p:nvPr/>
          </p:nvSpPr>
          <p:spPr>
            <a:xfrm>
              <a:off x="9332460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9" name="pt124">
              <a:extLst>
                <a:ext uri="{FF2B5EF4-FFF2-40B4-BE49-F238E27FC236}">
                  <a16:creationId xmlns:a16="http://schemas.microsoft.com/office/drawing/2014/main" id="{1DD82D99-42D9-06FD-1F90-2FBDCF63F196}"/>
                </a:ext>
              </a:extLst>
            </p:cNvPr>
            <p:cNvSpPr/>
            <p:nvPr/>
          </p:nvSpPr>
          <p:spPr>
            <a:xfrm>
              <a:off x="7660954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0" name="pt125">
              <a:extLst>
                <a:ext uri="{FF2B5EF4-FFF2-40B4-BE49-F238E27FC236}">
                  <a16:creationId xmlns:a16="http://schemas.microsoft.com/office/drawing/2014/main" id="{DCEE5A92-E04A-368E-7505-B8BC5E89E773}"/>
                </a:ext>
              </a:extLst>
            </p:cNvPr>
            <p:cNvSpPr/>
            <p:nvPr/>
          </p:nvSpPr>
          <p:spPr>
            <a:xfrm>
              <a:off x="925335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1" name="pt126">
              <a:extLst>
                <a:ext uri="{FF2B5EF4-FFF2-40B4-BE49-F238E27FC236}">
                  <a16:creationId xmlns:a16="http://schemas.microsoft.com/office/drawing/2014/main" id="{0F8045F9-3913-473F-7DFC-5A9BDB120D96}"/>
                </a:ext>
              </a:extLst>
            </p:cNvPr>
            <p:cNvSpPr/>
            <p:nvPr/>
          </p:nvSpPr>
          <p:spPr>
            <a:xfrm>
              <a:off x="9365639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2" name="pt127">
              <a:extLst>
                <a:ext uri="{FF2B5EF4-FFF2-40B4-BE49-F238E27FC236}">
                  <a16:creationId xmlns:a16="http://schemas.microsoft.com/office/drawing/2014/main" id="{6D27D55F-8EC0-1E5B-3228-9EE9C27B7CA2}"/>
                </a:ext>
              </a:extLst>
            </p:cNvPr>
            <p:cNvSpPr/>
            <p:nvPr/>
          </p:nvSpPr>
          <p:spPr>
            <a:xfrm>
              <a:off x="995884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3" name="pt128">
              <a:extLst>
                <a:ext uri="{FF2B5EF4-FFF2-40B4-BE49-F238E27FC236}">
                  <a16:creationId xmlns:a16="http://schemas.microsoft.com/office/drawing/2014/main" id="{1F9F325D-4B6C-4597-60FB-58FB1286189B}"/>
                </a:ext>
              </a:extLst>
            </p:cNvPr>
            <p:cNvSpPr/>
            <p:nvPr/>
          </p:nvSpPr>
          <p:spPr>
            <a:xfrm>
              <a:off x="9332639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4" name="pt129">
              <a:extLst>
                <a:ext uri="{FF2B5EF4-FFF2-40B4-BE49-F238E27FC236}">
                  <a16:creationId xmlns:a16="http://schemas.microsoft.com/office/drawing/2014/main" id="{F4200C27-F89A-DB10-F3A4-3C5CBD8AF217}"/>
                </a:ext>
              </a:extLst>
            </p:cNvPr>
            <p:cNvSpPr/>
            <p:nvPr/>
          </p:nvSpPr>
          <p:spPr>
            <a:xfrm>
              <a:off x="7346953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5" name="pt130">
              <a:extLst>
                <a:ext uri="{FF2B5EF4-FFF2-40B4-BE49-F238E27FC236}">
                  <a16:creationId xmlns:a16="http://schemas.microsoft.com/office/drawing/2014/main" id="{8035E8E6-E0B1-78E2-DEB4-FF47A882857E}"/>
                </a:ext>
              </a:extLst>
            </p:cNvPr>
            <p:cNvSpPr/>
            <p:nvPr/>
          </p:nvSpPr>
          <p:spPr>
            <a:xfrm>
              <a:off x="698243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6" name="pt131">
              <a:extLst>
                <a:ext uri="{FF2B5EF4-FFF2-40B4-BE49-F238E27FC236}">
                  <a16:creationId xmlns:a16="http://schemas.microsoft.com/office/drawing/2014/main" id="{F5203B81-A674-DEDC-0B94-923D7E9E63C6}"/>
                </a:ext>
              </a:extLst>
            </p:cNvPr>
            <p:cNvSpPr/>
            <p:nvPr/>
          </p:nvSpPr>
          <p:spPr>
            <a:xfrm>
              <a:off x="6992353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7" name="pt132">
              <a:extLst>
                <a:ext uri="{FF2B5EF4-FFF2-40B4-BE49-F238E27FC236}">
                  <a16:creationId xmlns:a16="http://schemas.microsoft.com/office/drawing/2014/main" id="{6C82EACD-5C28-2407-FF4A-1462BC24745D}"/>
                </a:ext>
              </a:extLst>
            </p:cNvPr>
            <p:cNvSpPr/>
            <p:nvPr/>
          </p:nvSpPr>
          <p:spPr>
            <a:xfrm>
              <a:off x="6986292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8" name="pt133">
              <a:extLst>
                <a:ext uri="{FF2B5EF4-FFF2-40B4-BE49-F238E27FC236}">
                  <a16:creationId xmlns:a16="http://schemas.microsoft.com/office/drawing/2014/main" id="{05B4AEC8-FEBD-087C-85D3-B44DB3331206}"/>
                </a:ext>
              </a:extLst>
            </p:cNvPr>
            <p:cNvSpPr/>
            <p:nvPr/>
          </p:nvSpPr>
          <p:spPr>
            <a:xfrm>
              <a:off x="702284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9" name="pt134">
              <a:extLst>
                <a:ext uri="{FF2B5EF4-FFF2-40B4-BE49-F238E27FC236}">
                  <a16:creationId xmlns:a16="http://schemas.microsoft.com/office/drawing/2014/main" id="{7A742715-45E1-AA37-72AE-C682C93A9878}"/>
                </a:ext>
              </a:extLst>
            </p:cNvPr>
            <p:cNvSpPr/>
            <p:nvPr/>
          </p:nvSpPr>
          <p:spPr>
            <a:xfrm>
              <a:off x="942893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0" name="pt135">
              <a:extLst>
                <a:ext uri="{FF2B5EF4-FFF2-40B4-BE49-F238E27FC236}">
                  <a16:creationId xmlns:a16="http://schemas.microsoft.com/office/drawing/2014/main" id="{9FF9CF58-8304-1119-9827-0495BD069848}"/>
                </a:ext>
              </a:extLst>
            </p:cNvPr>
            <p:cNvSpPr/>
            <p:nvPr/>
          </p:nvSpPr>
          <p:spPr>
            <a:xfrm>
              <a:off x="942893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1" name="pt136">
              <a:extLst>
                <a:ext uri="{FF2B5EF4-FFF2-40B4-BE49-F238E27FC236}">
                  <a16:creationId xmlns:a16="http://schemas.microsoft.com/office/drawing/2014/main" id="{06C6B5B7-133F-4F73-B33F-6F878C3A55B3}"/>
                </a:ext>
              </a:extLst>
            </p:cNvPr>
            <p:cNvSpPr/>
            <p:nvPr/>
          </p:nvSpPr>
          <p:spPr>
            <a:xfrm>
              <a:off x="914887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2" name="pt137">
              <a:extLst>
                <a:ext uri="{FF2B5EF4-FFF2-40B4-BE49-F238E27FC236}">
                  <a16:creationId xmlns:a16="http://schemas.microsoft.com/office/drawing/2014/main" id="{16DE026D-2D2F-421A-7043-3178D6E38F79}"/>
                </a:ext>
              </a:extLst>
            </p:cNvPr>
            <p:cNvSpPr/>
            <p:nvPr/>
          </p:nvSpPr>
          <p:spPr>
            <a:xfrm>
              <a:off x="7662364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3" name="pt138">
              <a:extLst>
                <a:ext uri="{FF2B5EF4-FFF2-40B4-BE49-F238E27FC236}">
                  <a16:creationId xmlns:a16="http://schemas.microsoft.com/office/drawing/2014/main" id="{471B906B-E7BF-A761-0ABA-72198186BDBA}"/>
                </a:ext>
              </a:extLst>
            </p:cNvPr>
            <p:cNvSpPr/>
            <p:nvPr/>
          </p:nvSpPr>
          <p:spPr>
            <a:xfrm>
              <a:off x="7256822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4" name="pt139">
              <a:extLst>
                <a:ext uri="{FF2B5EF4-FFF2-40B4-BE49-F238E27FC236}">
                  <a16:creationId xmlns:a16="http://schemas.microsoft.com/office/drawing/2014/main" id="{11FF071A-22AB-4A61-6C07-649333C2D84D}"/>
                </a:ext>
              </a:extLst>
            </p:cNvPr>
            <p:cNvSpPr/>
            <p:nvPr/>
          </p:nvSpPr>
          <p:spPr>
            <a:xfrm>
              <a:off x="951043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5" name="pt140">
              <a:extLst>
                <a:ext uri="{FF2B5EF4-FFF2-40B4-BE49-F238E27FC236}">
                  <a16:creationId xmlns:a16="http://schemas.microsoft.com/office/drawing/2014/main" id="{F28A657F-A100-7F4D-5AFC-B0940FF712B7}"/>
                </a:ext>
              </a:extLst>
            </p:cNvPr>
            <p:cNvSpPr/>
            <p:nvPr/>
          </p:nvSpPr>
          <p:spPr>
            <a:xfrm>
              <a:off x="969385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6" name="pt141">
              <a:extLst>
                <a:ext uri="{FF2B5EF4-FFF2-40B4-BE49-F238E27FC236}">
                  <a16:creationId xmlns:a16="http://schemas.microsoft.com/office/drawing/2014/main" id="{4707E7EA-C22C-3CEB-34B8-9BBE784F9B2E}"/>
                </a:ext>
              </a:extLst>
            </p:cNvPr>
            <p:cNvSpPr/>
            <p:nvPr/>
          </p:nvSpPr>
          <p:spPr>
            <a:xfrm>
              <a:off x="734633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7" name="pt142">
              <a:extLst>
                <a:ext uri="{FF2B5EF4-FFF2-40B4-BE49-F238E27FC236}">
                  <a16:creationId xmlns:a16="http://schemas.microsoft.com/office/drawing/2014/main" id="{DDE4EFDF-C5FC-8304-798B-350F7EE6827C}"/>
                </a:ext>
              </a:extLst>
            </p:cNvPr>
            <p:cNvSpPr/>
            <p:nvPr/>
          </p:nvSpPr>
          <p:spPr>
            <a:xfrm>
              <a:off x="1031268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8" name="pt143">
              <a:extLst>
                <a:ext uri="{FF2B5EF4-FFF2-40B4-BE49-F238E27FC236}">
                  <a16:creationId xmlns:a16="http://schemas.microsoft.com/office/drawing/2014/main" id="{788F8E1A-E398-B51D-55F6-ACC4BCE622CA}"/>
                </a:ext>
              </a:extLst>
            </p:cNvPr>
            <p:cNvSpPr/>
            <p:nvPr/>
          </p:nvSpPr>
          <p:spPr>
            <a:xfrm>
              <a:off x="951043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9" name="pt144">
              <a:extLst>
                <a:ext uri="{FF2B5EF4-FFF2-40B4-BE49-F238E27FC236}">
                  <a16:creationId xmlns:a16="http://schemas.microsoft.com/office/drawing/2014/main" id="{6C06532B-D7AB-0296-729E-7A0BF512139D}"/>
                </a:ext>
              </a:extLst>
            </p:cNvPr>
            <p:cNvSpPr/>
            <p:nvPr/>
          </p:nvSpPr>
          <p:spPr>
            <a:xfrm>
              <a:off x="725683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0" name="pt145">
              <a:extLst>
                <a:ext uri="{FF2B5EF4-FFF2-40B4-BE49-F238E27FC236}">
                  <a16:creationId xmlns:a16="http://schemas.microsoft.com/office/drawing/2014/main" id="{772C2323-911F-4AE5-51DB-0902CDBA2BBE}"/>
                </a:ext>
              </a:extLst>
            </p:cNvPr>
            <p:cNvSpPr/>
            <p:nvPr/>
          </p:nvSpPr>
          <p:spPr>
            <a:xfrm>
              <a:off x="10312685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1" name="pt146">
              <a:extLst>
                <a:ext uri="{FF2B5EF4-FFF2-40B4-BE49-F238E27FC236}">
                  <a16:creationId xmlns:a16="http://schemas.microsoft.com/office/drawing/2014/main" id="{336E8BF0-D4CE-C043-7BB1-19B53979B4F8}"/>
                </a:ext>
              </a:extLst>
            </p:cNvPr>
            <p:cNvSpPr/>
            <p:nvPr/>
          </p:nvSpPr>
          <p:spPr>
            <a:xfrm>
              <a:off x="768430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2" name="pt147">
              <a:extLst>
                <a:ext uri="{FF2B5EF4-FFF2-40B4-BE49-F238E27FC236}">
                  <a16:creationId xmlns:a16="http://schemas.microsoft.com/office/drawing/2014/main" id="{D4CDC633-9FEC-CD72-2AB9-C680DF6A4B5B}"/>
                </a:ext>
              </a:extLst>
            </p:cNvPr>
            <p:cNvSpPr/>
            <p:nvPr/>
          </p:nvSpPr>
          <p:spPr>
            <a:xfrm>
              <a:off x="7995195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3" name="pt148">
              <a:extLst>
                <a:ext uri="{FF2B5EF4-FFF2-40B4-BE49-F238E27FC236}">
                  <a16:creationId xmlns:a16="http://schemas.microsoft.com/office/drawing/2014/main" id="{30BCC9C2-A56B-B925-AC36-CD751D748834}"/>
                </a:ext>
              </a:extLst>
            </p:cNvPr>
            <p:cNvSpPr/>
            <p:nvPr/>
          </p:nvSpPr>
          <p:spPr>
            <a:xfrm>
              <a:off x="725668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4" name="pt149">
              <a:extLst>
                <a:ext uri="{FF2B5EF4-FFF2-40B4-BE49-F238E27FC236}">
                  <a16:creationId xmlns:a16="http://schemas.microsoft.com/office/drawing/2014/main" id="{B76A7C45-30E0-FD84-7A1F-9B3B3EEAB544}"/>
                </a:ext>
              </a:extLst>
            </p:cNvPr>
            <p:cNvSpPr/>
            <p:nvPr/>
          </p:nvSpPr>
          <p:spPr>
            <a:xfrm>
              <a:off x="978792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5" name="pt150">
              <a:extLst>
                <a:ext uri="{FF2B5EF4-FFF2-40B4-BE49-F238E27FC236}">
                  <a16:creationId xmlns:a16="http://schemas.microsoft.com/office/drawing/2014/main" id="{E7911F67-5D4A-F71D-6453-2646F9A0D291}"/>
                </a:ext>
              </a:extLst>
            </p:cNvPr>
            <p:cNvSpPr/>
            <p:nvPr/>
          </p:nvSpPr>
          <p:spPr>
            <a:xfrm>
              <a:off x="7346813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6" name="pt151">
              <a:extLst>
                <a:ext uri="{FF2B5EF4-FFF2-40B4-BE49-F238E27FC236}">
                  <a16:creationId xmlns:a16="http://schemas.microsoft.com/office/drawing/2014/main" id="{EAFFDD0E-E6DF-43F6-182B-F59E87FEC2B1}"/>
                </a:ext>
              </a:extLst>
            </p:cNvPr>
            <p:cNvSpPr/>
            <p:nvPr/>
          </p:nvSpPr>
          <p:spPr>
            <a:xfrm>
              <a:off x="9614303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7" name="pt152">
              <a:extLst>
                <a:ext uri="{FF2B5EF4-FFF2-40B4-BE49-F238E27FC236}">
                  <a16:creationId xmlns:a16="http://schemas.microsoft.com/office/drawing/2014/main" id="{EC7835C1-DD92-6369-4D4A-7F20A68B7DB6}"/>
                </a:ext>
              </a:extLst>
            </p:cNvPr>
            <p:cNvSpPr/>
            <p:nvPr/>
          </p:nvSpPr>
          <p:spPr>
            <a:xfrm>
              <a:off x="9725344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8" name="pt153">
              <a:extLst>
                <a:ext uri="{FF2B5EF4-FFF2-40B4-BE49-F238E27FC236}">
                  <a16:creationId xmlns:a16="http://schemas.microsoft.com/office/drawing/2014/main" id="{15AB0B71-C5A9-F54E-F172-C51B82A5AABF}"/>
                </a:ext>
              </a:extLst>
            </p:cNvPr>
            <p:cNvSpPr/>
            <p:nvPr/>
          </p:nvSpPr>
          <p:spPr>
            <a:xfrm>
              <a:off x="9615247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9" name="pt154">
              <a:extLst>
                <a:ext uri="{FF2B5EF4-FFF2-40B4-BE49-F238E27FC236}">
                  <a16:creationId xmlns:a16="http://schemas.microsoft.com/office/drawing/2014/main" id="{E6B308AA-4144-F979-C111-3245945E9CBB}"/>
                </a:ext>
              </a:extLst>
            </p:cNvPr>
            <p:cNvSpPr/>
            <p:nvPr/>
          </p:nvSpPr>
          <p:spPr>
            <a:xfrm>
              <a:off x="794249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0" name="pt155">
              <a:extLst>
                <a:ext uri="{FF2B5EF4-FFF2-40B4-BE49-F238E27FC236}">
                  <a16:creationId xmlns:a16="http://schemas.microsoft.com/office/drawing/2014/main" id="{B81976DD-84CF-075C-AA41-C2B22280CD33}"/>
                </a:ext>
              </a:extLst>
            </p:cNvPr>
            <p:cNvSpPr/>
            <p:nvPr/>
          </p:nvSpPr>
          <p:spPr>
            <a:xfrm>
              <a:off x="9726209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1" name="pt156">
              <a:extLst>
                <a:ext uri="{FF2B5EF4-FFF2-40B4-BE49-F238E27FC236}">
                  <a16:creationId xmlns:a16="http://schemas.microsoft.com/office/drawing/2014/main" id="{2BF72948-3B50-A180-2717-0B4DFE8AA60E}"/>
                </a:ext>
              </a:extLst>
            </p:cNvPr>
            <p:cNvSpPr/>
            <p:nvPr/>
          </p:nvSpPr>
          <p:spPr>
            <a:xfrm>
              <a:off x="7684308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2" name="pt157">
              <a:extLst>
                <a:ext uri="{FF2B5EF4-FFF2-40B4-BE49-F238E27FC236}">
                  <a16:creationId xmlns:a16="http://schemas.microsoft.com/office/drawing/2014/main" id="{5CA4B1F8-1CFE-D42A-3ACB-3518AD2E1EA2}"/>
                </a:ext>
              </a:extLst>
            </p:cNvPr>
            <p:cNvSpPr/>
            <p:nvPr/>
          </p:nvSpPr>
          <p:spPr>
            <a:xfrm>
              <a:off x="7255611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3" name="pt158">
              <a:extLst>
                <a:ext uri="{FF2B5EF4-FFF2-40B4-BE49-F238E27FC236}">
                  <a16:creationId xmlns:a16="http://schemas.microsoft.com/office/drawing/2014/main" id="{1BF61569-9EBA-B9C3-EACB-AB5998DE8826}"/>
                </a:ext>
              </a:extLst>
            </p:cNvPr>
            <p:cNvSpPr/>
            <p:nvPr/>
          </p:nvSpPr>
          <p:spPr>
            <a:xfrm>
              <a:off x="7994773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4" name="pt159">
              <a:extLst>
                <a:ext uri="{FF2B5EF4-FFF2-40B4-BE49-F238E27FC236}">
                  <a16:creationId xmlns:a16="http://schemas.microsoft.com/office/drawing/2014/main" id="{70E09C02-8DA6-01A4-C429-95F83EA637D9}"/>
                </a:ext>
              </a:extLst>
            </p:cNvPr>
            <p:cNvSpPr/>
            <p:nvPr/>
          </p:nvSpPr>
          <p:spPr>
            <a:xfrm>
              <a:off x="9692940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5" name="pt160">
              <a:extLst>
                <a:ext uri="{FF2B5EF4-FFF2-40B4-BE49-F238E27FC236}">
                  <a16:creationId xmlns:a16="http://schemas.microsoft.com/office/drawing/2014/main" id="{9002AFB3-917B-7623-A460-CC63E0FA0E95}"/>
                </a:ext>
              </a:extLst>
            </p:cNvPr>
            <p:cNvSpPr/>
            <p:nvPr/>
          </p:nvSpPr>
          <p:spPr>
            <a:xfrm>
              <a:off x="9788646" y="8243197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6" name="pt161">
              <a:extLst>
                <a:ext uri="{FF2B5EF4-FFF2-40B4-BE49-F238E27FC236}">
                  <a16:creationId xmlns:a16="http://schemas.microsoft.com/office/drawing/2014/main" id="{D81CC989-DF08-D318-8527-664AC220CFFC}"/>
                </a:ext>
              </a:extLst>
            </p:cNvPr>
            <p:cNvSpPr/>
            <p:nvPr/>
          </p:nvSpPr>
          <p:spPr>
            <a:xfrm>
              <a:off x="7942721" y="5713930"/>
              <a:ext cx="90303" cy="90303"/>
            </a:xfrm>
            <a:prstGeom prst="ellipse">
              <a:avLst/>
            </a:prstGeom>
            <a:solidFill>
              <a:srgbClr val="2B991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7" name="pg162">
              <a:extLst>
                <a:ext uri="{FF2B5EF4-FFF2-40B4-BE49-F238E27FC236}">
                  <a16:creationId xmlns:a16="http://schemas.microsoft.com/office/drawing/2014/main" id="{C5CDA72D-A4D3-E1B8-78D6-6840CD124D25}"/>
                </a:ext>
              </a:extLst>
            </p:cNvPr>
            <p:cNvSpPr/>
            <p:nvPr/>
          </p:nvSpPr>
          <p:spPr>
            <a:xfrm>
              <a:off x="1020137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8" name="pg163">
              <a:extLst>
                <a:ext uri="{FF2B5EF4-FFF2-40B4-BE49-F238E27FC236}">
                  <a16:creationId xmlns:a16="http://schemas.microsoft.com/office/drawing/2014/main" id="{B263E368-1FAE-49AB-FCEC-AD82B1D2B415}"/>
                </a:ext>
              </a:extLst>
            </p:cNvPr>
            <p:cNvSpPr/>
            <p:nvPr/>
          </p:nvSpPr>
          <p:spPr>
            <a:xfrm>
              <a:off x="9999477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9" name="pg164">
              <a:extLst>
                <a:ext uri="{FF2B5EF4-FFF2-40B4-BE49-F238E27FC236}">
                  <a16:creationId xmlns:a16="http://schemas.microsoft.com/office/drawing/2014/main" id="{45C8D622-9D5E-C310-8DFF-898E117A5E4A}"/>
                </a:ext>
              </a:extLst>
            </p:cNvPr>
            <p:cNvSpPr/>
            <p:nvPr/>
          </p:nvSpPr>
          <p:spPr>
            <a:xfrm>
              <a:off x="1019841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0" name="pg165">
              <a:extLst>
                <a:ext uri="{FF2B5EF4-FFF2-40B4-BE49-F238E27FC236}">
                  <a16:creationId xmlns:a16="http://schemas.microsoft.com/office/drawing/2014/main" id="{77575614-AE75-B9CF-411E-6DA5BFB7B1AC}"/>
                </a:ext>
              </a:extLst>
            </p:cNvPr>
            <p:cNvSpPr/>
            <p:nvPr/>
          </p:nvSpPr>
          <p:spPr>
            <a:xfrm>
              <a:off x="999615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1" name="pg166">
              <a:extLst>
                <a:ext uri="{FF2B5EF4-FFF2-40B4-BE49-F238E27FC236}">
                  <a16:creationId xmlns:a16="http://schemas.microsoft.com/office/drawing/2014/main" id="{5617AD49-1E8D-7122-D579-78C7A25FAE24}"/>
                </a:ext>
              </a:extLst>
            </p:cNvPr>
            <p:cNvSpPr/>
            <p:nvPr/>
          </p:nvSpPr>
          <p:spPr>
            <a:xfrm>
              <a:off x="877152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2" name="pg167">
              <a:extLst>
                <a:ext uri="{FF2B5EF4-FFF2-40B4-BE49-F238E27FC236}">
                  <a16:creationId xmlns:a16="http://schemas.microsoft.com/office/drawing/2014/main" id="{F0B197B5-D737-8364-AD10-D64BDA43B96B}"/>
                </a:ext>
              </a:extLst>
            </p:cNvPr>
            <p:cNvSpPr/>
            <p:nvPr/>
          </p:nvSpPr>
          <p:spPr>
            <a:xfrm>
              <a:off x="839999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3" name="pg168">
              <a:extLst>
                <a:ext uri="{FF2B5EF4-FFF2-40B4-BE49-F238E27FC236}">
                  <a16:creationId xmlns:a16="http://schemas.microsoft.com/office/drawing/2014/main" id="{F15F37E2-41A7-0062-0ECF-9AB1BA3C2681}"/>
                </a:ext>
              </a:extLst>
            </p:cNvPr>
            <p:cNvSpPr/>
            <p:nvPr/>
          </p:nvSpPr>
          <p:spPr>
            <a:xfrm>
              <a:off x="1009572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4" name="pg169">
              <a:extLst>
                <a:ext uri="{FF2B5EF4-FFF2-40B4-BE49-F238E27FC236}">
                  <a16:creationId xmlns:a16="http://schemas.microsoft.com/office/drawing/2014/main" id="{CEC22B7A-91AA-C566-EE96-92C7EE5259BC}"/>
                </a:ext>
              </a:extLst>
            </p:cNvPr>
            <p:cNvSpPr/>
            <p:nvPr/>
          </p:nvSpPr>
          <p:spPr>
            <a:xfrm>
              <a:off x="10095411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5" name="pg170">
              <a:extLst>
                <a:ext uri="{FF2B5EF4-FFF2-40B4-BE49-F238E27FC236}">
                  <a16:creationId xmlns:a16="http://schemas.microsoft.com/office/drawing/2014/main" id="{5B41D0F5-E697-14DF-76CF-7DE9C0216437}"/>
                </a:ext>
              </a:extLst>
            </p:cNvPr>
            <p:cNvSpPr/>
            <p:nvPr/>
          </p:nvSpPr>
          <p:spPr>
            <a:xfrm>
              <a:off x="10168231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6" name="pg171">
              <a:extLst>
                <a:ext uri="{FF2B5EF4-FFF2-40B4-BE49-F238E27FC236}">
                  <a16:creationId xmlns:a16="http://schemas.microsoft.com/office/drawing/2014/main" id="{308077F1-7E76-6611-B7D8-EFBF4B87E809}"/>
                </a:ext>
              </a:extLst>
            </p:cNvPr>
            <p:cNvSpPr/>
            <p:nvPr/>
          </p:nvSpPr>
          <p:spPr>
            <a:xfrm>
              <a:off x="861894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7" name="pg172">
              <a:extLst>
                <a:ext uri="{FF2B5EF4-FFF2-40B4-BE49-F238E27FC236}">
                  <a16:creationId xmlns:a16="http://schemas.microsoft.com/office/drawing/2014/main" id="{460B44ED-503C-6464-1679-8180EE162BC9}"/>
                </a:ext>
              </a:extLst>
            </p:cNvPr>
            <p:cNvSpPr/>
            <p:nvPr/>
          </p:nvSpPr>
          <p:spPr>
            <a:xfrm>
              <a:off x="879353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8" name="pg173">
              <a:extLst>
                <a:ext uri="{FF2B5EF4-FFF2-40B4-BE49-F238E27FC236}">
                  <a16:creationId xmlns:a16="http://schemas.microsoft.com/office/drawing/2014/main" id="{7A669D5C-AB8D-A509-F22B-80F84EF75FBE}"/>
                </a:ext>
              </a:extLst>
            </p:cNvPr>
            <p:cNvSpPr/>
            <p:nvPr/>
          </p:nvSpPr>
          <p:spPr>
            <a:xfrm>
              <a:off x="10746937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9" name="pg174">
              <a:extLst>
                <a:ext uri="{FF2B5EF4-FFF2-40B4-BE49-F238E27FC236}">
                  <a16:creationId xmlns:a16="http://schemas.microsoft.com/office/drawing/2014/main" id="{EDBDF303-21CB-E7FE-8131-4FCC09EDC6D6}"/>
                </a:ext>
              </a:extLst>
            </p:cNvPr>
            <p:cNvSpPr/>
            <p:nvPr/>
          </p:nvSpPr>
          <p:spPr>
            <a:xfrm>
              <a:off x="8625987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0" name="pg175">
              <a:extLst>
                <a:ext uri="{FF2B5EF4-FFF2-40B4-BE49-F238E27FC236}">
                  <a16:creationId xmlns:a16="http://schemas.microsoft.com/office/drawing/2014/main" id="{4DD3C723-609B-517B-7552-1100EB6AE15D}"/>
                </a:ext>
              </a:extLst>
            </p:cNvPr>
            <p:cNvSpPr/>
            <p:nvPr/>
          </p:nvSpPr>
          <p:spPr>
            <a:xfrm>
              <a:off x="879353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1" name="pg176">
              <a:extLst>
                <a:ext uri="{FF2B5EF4-FFF2-40B4-BE49-F238E27FC236}">
                  <a16:creationId xmlns:a16="http://schemas.microsoft.com/office/drawing/2014/main" id="{E297068F-8BE9-27A8-08D1-1E194CA56FB0}"/>
                </a:ext>
              </a:extLst>
            </p:cNvPr>
            <p:cNvSpPr/>
            <p:nvPr/>
          </p:nvSpPr>
          <p:spPr>
            <a:xfrm>
              <a:off x="1025749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2" name="pg177">
              <a:extLst>
                <a:ext uri="{FF2B5EF4-FFF2-40B4-BE49-F238E27FC236}">
                  <a16:creationId xmlns:a16="http://schemas.microsoft.com/office/drawing/2014/main" id="{A254959E-6D9E-CC08-E719-BF21BD43168E}"/>
                </a:ext>
              </a:extLst>
            </p:cNvPr>
            <p:cNvSpPr/>
            <p:nvPr/>
          </p:nvSpPr>
          <p:spPr>
            <a:xfrm>
              <a:off x="844006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3" name="pg178">
              <a:extLst>
                <a:ext uri="{FF2B5EF4-FFF2-40B4-BE49-F238E27FC236}">
                  <a16:creationId xmlns:a16="http://schemas.microsoft.com/office/drawing/2014/main" id="{8621583F-8E19-07C9-EA92-63904B306AE5}"/>
                </a:ext>
              </a:extLst>
            </p:cNvPr>
            <p:cNvSpPr/>
            <p:nvPr/>
          </p:nvSpPr>
          <p:spPr>
            <a:xfrm>
              <a:off x="876545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4" name="pg179">
              <a:extLst>
                <a:ext uri="{FF2B5EF4-FFF2-40B4-BE49-F238E27FC236}">
                  <a16:creationId xmlns:a16="http://schemas.microsoft.com/office/drawing/2014/main" id="{88DE5906-E9B9-EE0C-0DA5-00402BCE0DDD}"/>
                </a:ext>
              </a:extLst>
            </p:cNvPr>
            <p:cNvSpPr/>
            <p:nvPr/>
          </p:nvSpPr>
          <p:spPr>
            <a:xfrm>
              <a:off x="845589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5" name="pg180">
              <a:extLst>
                <a:ext uri="{FF2B5EF4-FFF2-40B4-BE49-F238E27FC236}">
                  <a16:creationId xmlns:a16="http://schemas.microsoft.com/office/drawing/2014/main" id="{28959D03-8551-E54D-68AB-A429A2A0B7F2}"/>
                </a:ext>
              </a:extLst>
            </p:cNvPr>
            <p:cNvSpPr/>
            <p:nvPr/>
          </p:nvSpPr>
          <p:spPr>
            <a:xfrm>
              <a:off x="1016883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6" name="pg181">
              <a:extLst>
                <a:ext uri="{FF2B5EF4-FFF2-40B4-BE49-F238E27FC236}">
                  <a16:creationId xmlns:a16="http://schemas.microsoft.com/office/drawing/2014/main" id="{4308A37E-1FED-A264-787A-D5E1C8E8FC11}"/>
                </a:ext>
              </a:extLst>
            </p:cNvPr>
            <p:cNvSpPr/>
            <p:nvPr/>
          </p:nvSpPr>
          <p:spPr>
            <a:xfrm>
              <a:off x="839999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7" name="pg182">
              <a:extLst>
                <a:ext uri="{FF2B5EF4-FFF2-40B4-BE49-F238E27FC236}">
                  <a16:creationId xmlns:a16="http://schemas.microsoft.com/office/drawing/2014/main" id="{E23E0B4E-5D94-1C2F-F8E9-9D401F6B5220}"/>
                </a:ext>
              </a:extLst>
            </p:cNvPr>
            <p:cNvSpPr/>
            <p:nvPr/>
          </p:nvSpPr>
          <p:spPr>
            <a:xfrm>
              <a:off x="840570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8" name="pg183">
              <a:extLst>
                <a:ext uri="{FF2B5EF4-FFF2-40B4-BE49-F238E27FC236}">
                  <a16:creationId xmlns:a16="http://schemas.microsoft.com/office/drawing/2014/main" id="{69CA88A8-8713-7C14-2049-CD92119CFE1C}"/>
                </a:ext>
              </a:extLst>
            </p:cNvPr>
            <p:cNvSpPr/>
            <p:nvPr/>
          </p:nvSpPr>
          <p:spPr>
            <a:xfrm>
              <a:off x="10255279" y="821813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9" name="pg184">
              <a:extLst>
                <a:ext uri="{FF2B5EF4-FFF2-40B4-BE49-F238E27FC236}">
                  <a16:creationId xmlns:a16="http://schemas.microsoft.com/office/drawing/2014/main" id="{6653BC9F-CCA3-3E1A-1976-C44D539EA9CA}"/>
                </a:ext>
              </a:extLst>
            </p:cNvPr>
            <p:cNvSpPr/>
            <p:nvPr/>
          </p:nvSpPr>
          <p:spPr>
            <a:xfrm>
              <a:off x="840570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0" name="pg185">
              <a:extLst>
                <a:ext uri="{FF2B5EF4-FFF2-40B4-BE49-F238E27FC236}">
                  <a16:creationId xmlns:a16="http://schemas.microsoft.com/office/drawing/2014/main" id="{15BD79B8-75B0-3A92-62CB-5D28C7574610}"/>
                </a:ext>
              </a:extLst>
            </p:cNvPr>
            <p:cNvSpPr/>
            <p:nvPr/>
          </p:nvSpPr>
          <p:spPr>
            <a:xfrm>
              <a:off x="791913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1" name="pg186">
              <a:extLst>
                <a:ext uri="{FF2B5EF4-FFF2-40B4-BE49-F238E27FC236}">
                  <a16:creationId xmlns:a16="http://schemas.microsoft.com/office/drawing/2014/main" id="{F39F186D-A49C-C1C2-65AC-B5533500D6A7}"/>
                </a:ext>
              </a:extLst>
            </p:cNvPr>
            <p:cNvSpPr/>
            <p:nvPr/>
          </p:nvSpPr>
          <p:spPr>
            <a:xfrm>
              <a:off x="958126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2" name="pg187">
              <a:extLst>
                <a:ext uri="{FF2B5EF4-FFF2-40B4-BE49-F238E27FC236}">
                  <a16:creationId xmlns:a16="http://schemas.microsoft.com/office/drawing/2014/main" id="{AA14ED48-298B-5503-2075-2DC1D8CA7931}"/>
                </a:ext>
              </a:extLst>
            </p:cNvPr>
            <p:cNvSpPr/>
            <p:nvPr/>
          </p:nvSpPr>
          <p:spPr>
            <a:xfrm>
              <a:off x="815983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3" name="pg188">
              <a:extLst>
                <a:ext uri="{FF2B5EF4-FFF2-40B4-BE49-F238E27FC236}">
                  <a16:creationId xmlns:a16="http://schemas.microsoft.com/office/drawing/2014/main" id="{31115F08-D105-C86B-95E4-4AB8724814BF}"/>
                </a:ext>
              </a:extLst>
            </p:cNvPr>
            <p:cNvSpPr/>
            <p:nvPr/>
          </p:nvSpPr>
          <p:spPr>
            <a:xfrm>
              <a:off x="957957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4" name="pg189">
              <a:extLst>
                <a:ext uri="{FF2B5EF4-FFF2-40B4-BE49-F238E27FC236}">
                  <a16:creationId xmlns:a16="http://schemas.microsoft.com/office/drawing/2014/main" id="{9E323A97-EA5E-AE2A-D22B-3AADEF03BB42}"/>
                </a:ext>
              </a:extLst>
            </p:cNvPr>
            <p:cNvSpPr/>
            <p:nvPr/>
          </p:nvSpPr>
          <p:spPr>
            <a:xfrm>
              <a:off x="789651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5" name="pg190">
              <a:extLst>
                <a:ext uri="{FF2B5EF4-FFF2-40B4-BE49-F238E27FC236}">
                  <a16:creationId xmlns:a16="http://schemas.microsoft.com/office/drawing/2014/main" id="{489B1CCA-2CD5-54BF-2871-AD0C13FD3774}"/>
                </a:ext>
              </a:extLst>
            </p:cNvPr>
            <p:cNvSpPr/>
            <p:nvPr/>
          </p:nvSpPr>
          <p:spPr>
            <a:xfrm>
              <a:off x="825861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6" name="pg191">
              <a:extLst>
                <a:ext uri="{FF2B5EF4-FFF2-40B4-BE49-F238E27FC236}">
                  <a16:creationId xmlns:a16="http://schemas.microsoft.com/office/drawing/2014/main" id="{1B9FF84F-0938-966C-EA44-7345E200C3C9}"/>
                </a:ext>
              </a:extLst>
            </p:cNvPr>
            <p:cNvSpPr/>
            <p:nvPr/>
          </p:nvSpPr>
          <p:spPr>
            <a:xfrm>
              <a:off x="968174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7" name="pg192">
              <a:extLst>
                <a:ext uri="{FF2B5EF4-FFF2-40B4-BE49-F238E27FC236}">
                  <a16:creationId xmlns:a16="http://schemas.microsoft.com/office/drawing/2014/main" id="{C1EC1715-0C1D-4C7B-181A-592BA93ADAA4}"/>
                </a:ext>
              </a:extLst>
            </p:cNvPr>
            <p:cNvSpPr/>
            <p:nvPr/>
          </p:nvSpPr>
          <p:spPr>
            <a:xfrm>
              <a:off x="976172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8" name="pg193">
              <a:extLst>
                <a:ext uri="{FF2B5EF4-FFF2-40B4-BE49-F238E27FC236}">
                  <a16:creationId xmlns:a16="http://schemas.microsoft.com/office/drawing/2014/main" id="{C2EF9327-4F7C-9731-959A-F2F750B9CDBB}"/>
                </a:ext>
              </a:extLst>
            </p:cNvPr>
            <p:cNvSpPr/>
            <p:nvPr/>
          </p:nvSpPr>
          <p:spPr>
            <a:xfrm>
              <a:off x="837012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9" name="pg194">
              <a:extLst>
                <a:ext uri="{FF2B5EF4-FFF2-40B4-BE49-F238E27FC236}">
                  <a16:creationId xmlns:a16="http://schemas.microsoft.com/office/drawing/2014/main" id="{9E913D99-3AAF-A995-A339-50FFE1C79235}"/>
                </a:ext>
              </a:extLst>
            </p:cNvPr>
            <p:cNvSpPr/>
            <p:nvPr/>
          </p:nvSpPr>
          <p:spPr>
            <a:xfrm>
              <a:off x="837058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0" name="pg195">
              <a:extLst>
                <a:ext uri="{FF2B5EF4-FFF2-40B4-BE49-F238E27FC236}">
                  <a16:creationId xmlns:a16="http://schemas.microsoft.com/office/drawing/2014/main" id="{2200F562-C94A-667F-D3D5-BB46FAC5B874}"/>
                </a:ext>
              </a:extLst>
            </p:cNvPr>
            <p:cNvSpPr/>
            <p:nvPr/>
          </p:nvSpPr>
          <p:spPr>
            <a:xfrm>
              <a:off x="838950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1" name="pg196">
              <a:extLst>
                <a:ext uri="{FF2B5EF4-FFF2-40B4-BE49-F238E27FC236}">
                  <a16:creationId xmlns:a16="http://schemas.microsoft.com/office/drawing/2014/main" id="{1A2CB4CD-539A-49B1-C8BE-375868EA98FD}"/>
                </a:ext>
              </a:extLst>
            </p:cNvPr>
            <p:cNvSpPr/>
            <p:nvPr/>
          </p:nvSpPr>
          <p:spPr>
            <a:xfrm>
              <a:off x="1038880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2" name="pg197">
              <a:extLst>
                <a:ext uri="{FF2B5EF4-FFF2-40B4-BE49-F238E27FC236}">
                  <a16:creationId xmlns:a16="http://schemas.microsoft.com/office/drawing/2014/main" id="{C735BE39-AF20-D6C9-0CAB-3B9DACC1D926}"/>
                </a:ext>
              </a:extLst>
            </p:cNvPr>
            <p:cNvSpPr/>
            <p:nvPr/>
          </p:nvSpPr>
          <p:spPr>
            <a:xfrm>
              <a:off x="7906798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3" name="pg198">
              <a:extLst>
                <a:ext uri="{FF2B5EF4-FFF2-40B4-BE49-F238E27FC236}">
                  <a16:creationId xmlns:a16="http://schemas.microsoft.com/office/drawing/2014/main" id="{FE88B4C2-5B1F-E71E-AB7D-9D83E3FC8CC9}"/>
                </a:ext>
              </a:extLst>
            </p:cNvPr>
            <p:cNvSpPr/>
            <p:nvPr/>
          </p:nvSpPr>
          <p:spPr>
            <a:xfrm>
              <a:off x="817557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4" name="pg199">
              <a:extLst>
                <a:ext uri="{FF2B5EF4-FFF2-40B4-BE49-F238E27FC236}">
                  <a16:creationId xmlns:a16="http://schemas.microsoft.com/office/drawing/2014/main" id="{737A4268-AE47-4EB0-49E6-0FFA5DD2F9BF}"/>
                </a:ext>
              </a:extLst>
            </p:cNvPr>
            <p:cNvSpPr/>
            <p:nvPr/>
          </p:nvSpPr>
          <p:spPr>
            <a:xfrm>
              <a:off x="9761851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5" name="pg200">
              <a:extLst>
                <a:ext uri="{FF2B5EF4-FFF2-40B4-BE49-F238E27FC236}">
                  <a16:creationId xmlns:a16="http://schemas.microsoft.com/office/drawing/2014/main" id="{339F14B5-CE96-4A05-1E01-30DC4D641493}"/>
                </a:ext>
              </a:extLst>
            </p:cNvPr>
            <p:cNvSpPr/>
            <p:nvPr/>
          </p:nvSpPr>
          <p:spPr>
            <a:xfrm>
              <a:off x="9681612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6" name="pg201">
              <a:extLst>
                <a:ext uri="{FF2B5EF4-FFF2-40B4-BE49-F238E27FC236}">
                  <a16:creationId xmlns:a16="http://schemas.microsoft.com/office/drawing/2014/main" id="{5E3CD321-A67E-3E7C-E602-B2EC903B62FF}"/>
                </a:ext>
              </a:extLst>
            </p:cNvPr>
            <p:cNvSpPr/>
            <p:nvPr/>
          </p:nvSpPr>
          <p:spPr>
            <a:xfrm>
              <a:off x="796245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7" name="pg202">
              <a:extLst>
                <a:ext uri="{FF2B5EF4-FFF2-40B4-BE49-F238E27FC236}">
                  <a16:creationId xmlns:a16="http://schemas.microsoft.com/office/drawing/2014/main" id="{2659F8C2-B765-3FB5-72CC-F042BB0D4ECC}"/>
                </a:ext>
              </a:extLst>
            </p:cNvPr>
            <p:cNvSpPr/>
            <p:nvPr/>
          </p:nvSpPr>
          <p:spPr>
            <a:xfrm>
              <a:off x="9858313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8" name="pg203">
              <a:extLst>
                <a:ext uri="{FF2B5EF4-FFF2-40B4-BE49-F238E27FC236}">
                  <a16:creationId xmlns:a16="http://schemas.microsoft.com/office/drawing/2014/main" id="{9702DB78-E73F-5A82-4A1B-396F14CE1DEC}"/>
                </a:ext>
              </a:extLst>
            </p:cNvPr>
            <p:cNvSpPr/>
            <p:nvPr/>
          </p:nvSpPr>
          <p:spPr>
            <a:xfrm>
              <a:off x="795264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9" name="pg204">
              <a:extLst>
                <a:ext uri="{FF2B5EF4-FFF2-40B4-BE49-F238E27FC236}">
                  <a16:creationId xmlns:a16="http://schemas.microsoft.com/office/drawing/2014/main" id="{C4D97C9A-B938-C054-E845-A6F8617AB67D}"/>
                </a:ext>
              </a:extLst>
            </p:cNvPr>
            <p:cNvSpPr/>
            <p:nvPr/>
          </p:nvSpPr>
          <p:spPr>
            <a:xfrm>
              <a:off x="10388805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0" name="pg205">
              <a:extLst>
                <a:ext uri="{FF2B5EF4-FFF2-40B4-BE49-F238E27FC236}">
                  <a16:creationId xmlns:a16="http://schemas.microsoft.com/office/drawing/2014/main" id="{381BD4B1-1BEE-DD2B-7755-5A4F3E6423E6}"/>
                </a:ext>
              </a:extLst>
            </p:cNvPr>
            <p:cNvSpPr/>
            <p:nvPr/>
          </p:nvSpPr>
          <p:spPr>
            <a:xfrm>
              <a:off x="9792437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1" name="pg206">
              <a:extLst>
                <a:ext uri="{FF2B5EF4-FFF2-40B4-BE49-F238E27FC236}">
                  <a16:creationId xmlns:a16="http://schemas.microsoft.com/office/drawing/2014/main" id="{5C98B3A6-6EB2-5CF2-CD70-74C2EB68A92B}"/>
                </a:ext>
              </a:extLst>
            </p:cNvPr>
            <p:cNvSpPr/>
            <p:nvPr/>
          </p:nvSpPr>
          <p:spPr>
            <a:xfrm>
              <a:off x="9794094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2" name="pg207">
              <a:extLst>
                <a:ext uri="{FF2B5EF4-FFF2-40B4-BE49-F238E27FC236}">
                  <a16:creationId xmlns:a16="http://schemas.microsoft.com/office/drawing/2014/main" id="{EDBF5E21-0497-A733-9D15-987C5B70E73F}"/>
                </a:ext>
              </a:extLst>
            </p:cNvPr>
            <p:cNvSpPr/>
            <p:nvPr/>
          </p:nvSpPr>
          <p:spPr>
            <a:xfrm>
              <a:off x="9860210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3" name="pg208">
              <a:extLst>
                <a:ext uri="{FF2B5EF4-FFF2-40B4-BE49-F238E27FC236}">
                  <a16:creationId xmlns:a16="http://schemas.microsoft.com/office/drawing/2014/main" id="{AB0F0BAE-4F11-02A1-84EB-886B01849E89}"/>
                </a:ext>
              </a:extLst>
            </p:cNvPr>
            <p:cNvSpPr/>
            <p:nvPr/>
          </p:nvSpPr>
          <p:spPr>
            <a:xfrm>
              <a:off x="7908849" y="568886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1F46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4" name="pg209">
              <a:extLst>
                <a:ext uri="{FF2B5EF4-FFF2-40B4-BE49-F238E27FC236}">
                  <a16:creationId xmlns:a16="http://schemas.microsoft.com/office/drawing/2014/main" id="{0D0DDA88-4021-3DC7-5045-E75EFBB35C94}"/>
                </a:ext>
              </a:extLst>
            </p:cNvPr>
            <p:cNvSpPr/>
            <p:nvPr/>
          </p:nvSpPr>
          <p:spPr>
            <a:xfrm>
              <a:off x="7027587" y="6231739"/>
              <a:ext cx="3899276" cy="2044641"/>
            </a:xfrm>
            <a:custGeom>
              <a:avLst/>
              <a:gdLst/>
              <a:ahLst/>
              <a:cxnLst/>
              <a:rect l="0" t="0" r="0" b="0"/>
              <a:pathLst>
                <a:path w="3899276" h="204464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  <a:lnTo>
                    <a:pt x="3899276" y="2044641"/>
                  </a:lnTo>
                  <a:lnTo>
                    <a:pt x="3849918" y="2043630"/>
                  </a:lnTo>
                  <a:lnTo>
                    <a:pt x="3800560" y="2042535"/>
                  </a:lnTo>
                  <a:lnTo>
                    <a:pt x="3751202" y="2041350"/>
                  </a:lnTo>
                  <a:lnTo>
                    <a:pt x="3701844" y="2040065"/>
                  </a:lnTo>
                  <a:lnTo>
                    <a:pt x="3652486" y="2038675"/>
                  </a:lnTo>
                  <a:lnTo>
                    <a:pt x="3603128" y="2037170"/>
                  </a:lnTo>
                  <a:lnTo>
                    <a:pt x="3553770" y="2035541"/>
                  </a:lnTo>
                  <a:lnTo>
                    <a:pt x="3504412" y="2033778"/>
                  </a:lnTo>
                  <a:lnTo>
                    <a:pt x="3455055" y="2031871"/>
                  </a:lnTo>
                  <a:lnTo>
                    <a:pt x="3405697" y="2029809"/>
                  </a:lnTo>
                  <a:lnTo>
                    <a:pt x="3356339" y="2027579"/>
                  </a:lnTo>
                  <a:lnTo>
                    <a:pt x="3306981" y="2025168"/>
                  </a:lnTo>
                  <a:lnTo>
                    <a:pt x="3257623" y="2022563"/>
                  </a:lnTo>
                  <a:lnTo>
                    <a:pt x="3208265" y="2019748"/>
                  </a:lnTo>
                  <a:lnTo>
                    <a:pt x="3158907" y="2016709"/>
                  </a:lnTo>
                  <a:lnTo>
                    <a:pt x="3109549" y="2013428"/>
                  </a:lnTo>
                  <a:lnTo>
                    <a:pt x="3060191" y="2009888"/>
                  </a:lnTo>
                  <a:lnTo>
                    <a:pt x="3010833" y="2006069"/>
                  </a:lnTo>
                  <a:lnTo>
                    <a:pt x="2961475" y="2001952"/>
                  </a:lnTo>
                  <a:lnTo>
                    <a:pt x="2912117" y="1997516"/>
                  </a:lnTo>
                  <a:lnTo>
                    <a:pt x="2862759" y="1992738"/>
                  </a:lnTo>
                  <a:lnTo>
                    <a:pt x="2813401" y="1987595"/>
                  </a:lnTo>
                  <a:lnTo>
                    <a:pt x="2764044" y="1982063"/>
                  </a:lnTo>
                  <a:lnTo>
                    <a:pt x="2714686" y="1976116"/>
                  </a:lnTo>
                  <a:lnTo>
                    <a:pt x="2665328" y="1969727"/>
                  </a:lnTo>
                  <a:lnTo>
                    <a:pt x="2615970" y="1962870"/>
                  </a:lnTo>
                  <a:lnTo>
                    <a:pt x="2566612" y="1955515"/>
                  </a:lnTo>
                  <a:lnTo>
                    <a:pt x="2517254" y="1947635"/>
                  </a:lnTo>
                  <a:lnTo>
                    <a:pt x="2467896" y="1939199"/>
                  </a:lnTo>
                  <a:lnTo>
                    <a:pt x="2418538" y="1930177"/>
                  </a:lnTo>
                  <a:lnTo>
                    <a:pt x="2369180" y="1920540"/>
                  </a:lnTo>
                  <a:lnTo>
                    <a:pt x="2319822" y="1910257"/>
                  </a:lnTo>
                  <a:lnTo>
                    <a:pt x="2270464" y="1899300"/>
                  </a:lnTo>
                  <a:lnTo>
                    <a:pt x="2221106" y="1887641"/>
                  </a:lnTo>
                  <a:lnTo>
                    <a:pt x="2171748" y="1875252"/>
                  </a:lnTo>
                  <a:lnTo>
                    <a:pt x="2122390" y="1862109"/>
                  </a:lnTo>
                  <a:lnTo>
                    <a:pt x="2073033" y="1848190"/>
                  </a:lnTo>
                  <a:lnTo>
                    <a:pt x="2023675" y="1833474"/>
                  </a:lnTo>
                  <a:lnTo>
                    <a:pt x="1974317" y="1817948"/>
                  </a:lnTo>
                  <a:lnTo>
                    <a:pt x="1924959" y="1801599"/>
                  </a:lnTo>
                  <a:lnTo>
                    <a:pt x="1875601" y="1784422"/>
                  </a:lnTo>
                  <a:lnTo>
                    <a:pt x="1826243" y="1766417"/>
                  </a:lnTo>
                  <a:lnTo>
                    <a:pt x="1776885" y="1747592"/>
                  </a:lnTo>
                  <a:lnTo>
                    <a:pt x="1727527" y="1727958"/>
                  </a:lnTo>
                  <a:lnTo>
                    <a:pt x="1678169" y="1707539"/>
                  </a:lnTo>
                  <a:lnTo>
                    <a:pt x="1628811" y="1686362"/>
                  </a:lnTo>
                  <a:lnTo>
                    <a:pt x="1579453" y="1664466"/>
                  </a:lnTo>
                  <a:lnTo>
                    <a:pt x="1530095" y="1641895"/>
                  </a:lnTo>
                  <a:lnTo>
                    <a:pt x="1480737" y="1618702"/>
                  </a:lnTo>
                  <a:lnTo>
                    <a:pt x="1431379" y="1594947"/>
                  </a:lnTo>
                  <a:lnTo>
                    <a:pt x="1382022" y="1570693"/>
                  </a:lnTo>
                  <a:lnTo>
                    <a:pt x="1332664" y="1546009"/>
                  </a:lnTo>
                  <a:lnTo>
                    <a:pt x="1283306" y="1520969"/>
                  </a:lnTo>
                  <a:lnTo>
                    <a:pt x="1233948" y="1495645"/>
                  </a:lnTo>
                  <a:lnTo>
                    <a:pt x="1184590" y="1470107"/>
                  </a:lnTo>
                  <a:lnTo>
                    <a:pt x="1135232" y="1444426"/>
                  </a:lnTo>
                  <a:lnTo>
                    <a:pt x="1085874" y="1418667"/>
                  </a:lnTo>
                  <a:lnTo>
                    <a:pt x="1036516" y="1392889"/>
                  </a:lnTo>
                  <a:lnTo>
                    <a:pt x="987158" y="1367145"/>
                  </a:lnTo>
                  <a:lnTo>
                    <a:pt x="937800" y="1341480"/>
                  </a:lnTo>
                  <a:lnTo>
                    <a:pt x="888442" y="1315933"/>
                  </a:lnTo>
                  <a:lnTo>
                    <a:pt x="839084" y="1290534"/>
                  </a:lnTo>
                  <a:lnTo>
                    <a:pt x="789726" y="1265308"/>
                  </a:lnTo>
                  <a:lnTo>
                    <a:pt x="740368" y="1240273"/>
                  </a:lnTo>
                  <a:lnTo>
                    <a:pt x="691011" y="1215440"/>
                  </a:lnTo>
                  <a:lnTo>
                    <a:pt x="641653" y="1190817"/>
                  </a:lnTo>
                  <a:lnTo>
                    <a:pt x="592295" y="1166408"/>
                  </a:lnTo>
                  <a:lnTo>
                    <a:pt x="542937" y="1142214"/>
                  </a:lnTo>
                  <a:lnTo>
                    <a:pt x="493579" y="1118232"/>
                  </a:lnTo>
                  <a:lnTo>
                    <a:pt x="444221" y="1094460"/>
                  </a:lnTo>
                  <a:lnTo>
                    <a:pt x="394863" y="1070892"/>
                  </a:lnTo>
                  <a:lnTo>
                    <a:pt x="345505" y="1047524"/>
                  </a:lnTo>
                  <a:lnTo>
                    <a:pt x="296147" y="1024350"/>
                  </a:lnTo>
                  <a:lnTo>
                    <a:pt x="246789" y="1001365"/>
                  </a:lnTo>
                  <a:lnTo>
                    <a:pt x="197431" y="978564"/>
                  </a:lnTo>
                  <a:lnTo>
                    <a:pt x="148073" y="955941"/>
                  </a:lnTo>
                  <a:lnTo>
                    <a:pt x="98715" y="933492"/>
                  </a:lnTo>
                  <a:lnTo>
                    <a:pt x="49357" y="911215"/>
                  </a:lnTo>
                  <a:lnTo>
                    <a:pt x="0" y="889105"/>
                  </a:lnTo>
                  <a:close/>
                </a:path>
              </a:pathLst>
            </a:custGeom>
            <a:solidFill>
              <a:srgbClr val="2B991F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945" name="pl210">
              <a:extLst>
                <a:ext uri="{FF2B5EF4-FFF2-40B4-BE49-F238E27FC236}">
                  <a16:creationId xmlns:a16="http://schemas.microsoft.com/office/drawing/2014/main" id="{30823A18-EA5B-B46E-10EF-44411225266F}"/>
                </a:ext>
              </a:extLst>
            </p:cNvPr>
            <p:cNvSpPr/>
            <p:nvPr/>
          </p:nvSpPr>
          <p:spPr>
            <a:xfrm>
              <a:off x="7027587" y="6231739"/>
              <a:ext cx="3899276" cy="1799091"/>
            </a:xfrm>
            <a:custGeom>
              <a:avLst/>
              <a:gdLst/>
              <a:ahLst/>
              <a:cxnLst/>
              <a:rect l="0" t="0" r="0" b="0"/>
              <a:pathLst>
                <a:path w="3899276" h="1799091">
                  <a:moveTo>
                    <a:pt x="0" y="0"/>
                  </a:moveTo>
                  <a:lnTo>
                    <a:pt x="49357" y="30189"/>
                  </a:lnTo>
                  <a:lnTo>
                    <a:pt x="98715" y="61643"/>
                  </a:lnTo>
                  <a:lnTo>
                    <a:pt x="148073" y="94330"/>
                  </a:lnTo>
                  <a:lnTo>
                    <a:pt x="197431" y="128208"/>
                  </a:lnTo>
                  <a:lnTo>
                    <a:pt x="246789" y="163221"/>
                  </a:lnTo>
                  <a:lnTo>
                    <a:pt x="296147" y="199303"/>
                  </a:lnTo>
                  <a:lnTo>
                    <a:pt x="345505" y="236374"/>
                  </a:lnTo>
                  <a:lnTo>
                    <a:pt x="394863" y="274342"/>
                  </a:lnTo>
                  <a:lnTo>
                    <a:pt x="444221" y="313102"/>
                  </a:lnTo>
                  <a:lnTo>
                    <a:pt x="493579" y="352542"/>
                  </a:lnTo>
                  <a:lnTo>
                    <a:pt x="542937" y="392536"/>
                  </a:lnTo>
                  <a:lnTo>
                    <a:pt x="592295" y="432951"/>
                  </a:lnTo>
                  <a:lnTo>
                    <a:pt x="641653" y="473649"/>
                  </a:lnTo>
                  <a:lnTo>
                    <a:pt x="691011" y="514485"/>
                  </a:lnTo>
                  <a:lnTo>
                    <a:pt x="740368" y="555312"/>
                  </a:lnTo>
                  <a:lnTo>
                    <a:pt x="789726" y="595986"/>
                  </a:lnTo>
                  <a:lnTo>
                    <a:pt x="839084" y="636363"/>
                  </a:lnTo>
                  <a:lnTo>
                    <a:pt x="888442" y="676306"/>
                  </a:lnTo>
                  <a:lnTo>
                    <a:pt x="937800" y="715686"/>
                  </a:lnTo>
                  <a:lnTo>
                    <a:pt x="987158" y="754385"/>
                  </a:lnTo>
                  <a:lnTo>
                    <a:pt x="1036516" y="792299"/>
                  </a:lnTo>
                  <a:lnTo>
                    <a:pt x="1085874" y="829337"/>
                  </a:lnTo>
                  <a:lnTo>
                    <a:pt x="1135232" y="865423"/>
                  </a:lnTo>
                  <a:lnTo>
                    <a:pt x="1184590" y="900501"/>
                  </a:lnTo>
                  <a:lnTo>
                    <a:pt x="1233948" y="934527"/>
                  </a:lnTo>
                  <a:lnTo>
                    <a:pt x="1283306" y="967476"/>
                  </a:lnTo>
                  <a:lnTo>
                    <a:pt x="1332664" y="999335"/>
                  </a:lnTo>
                  <a:lnTo>
                    <a:pt x="1382022" y="1030107"/>
                  </a:lnTo>
                  <a:lnTo>
                    <a:pt x="1431379" y="1059804"/>
                  </a:lnTo>
                  <a:lnTo>
                    <a:pt x="1480737" y="1088448"/>
                  </a:lnTo>
                  <a:lnTo>
                    <a:pt x="1530095" y="1116069"/>
                  </a:lnTo>
                  <a:lnTo>
                    <a:pt x="1579453" y="1142701"/>
                  </a:lnTo>
                  <a:lnTo>
                    <a:pt x="1628811" y="1168384"/>
                  </a:lnTo>
                  <a:lnTo>
                    <a:pt x="1678169" y="1193158"/>
                  </a:lnTo>
                  <a:lnTo>
                    <a:pt x="1727527" y="1217065"/>
                  </a:lnTo>
                  <a:lnTo>
                    <a:pt x="1776885" y="1240148"/>
                  </a:lnTo>
                  <a:lnTo>
                    <a:pt x="1826243" y="1262449"/>
                  </a:lnTo>
                  <a:lnTo>
                    <a:pt x="1875601" y="1284006"/>
                  </a:lnTo>
                  <a:lnTo>
                    <a:pt x="1924959" y="1304859"/>
                  </a:lnTo>
                  <a:lnTo>
                    <a:pt x="1974317" y="1325043"/>
                  </a:lnTo>
                  <a:lnTo>
                    <a:pt x="2023675" y="1344593"/>
                  </a:lnTo>
                  <a:lnTo>
                    <a:pt x="2073033" y="1363541"/>
                  </a:lnTo>
                  <a:lnTo>
                    <a:pt x="2122390" y="1381916"/>
                  </a:lnTo>
                  <a:lnTo>
                    <a:pt x="2171748" y="1399746"/>
                  </a:lnTo>
                  <a:lnTo>
                    <a:pt x="2221106" y="1417056"/>
                  </a:lnTo>
                  <a:lnTo>
                    <a:pt x="2270464" y="1433870"/>
                  </a:lnTo>
                  <a:lnTo>
                    <a:pt x="2319822" y="1450211"/>
                  </a:lnTo>
                  <a:lnTo>
                    <a:pt x="2369180" y="1466097"/>
                  </a:lnTo>
                  <a:lnTo>
                    <a:pt x="2418538" y="1481547"/>
                  </a:lnTo>
                  <a:lnTo>
                    <a:pt x="2467896" y="1496580"/>
                  </a:lnTo>
                  <a:lnTo>
                    <a:pt x="2517254" y="1511210"/>
                  </a:lnTo>
                  <a:lnTo>
                    <a:pt x="2566612" y="1525452"/>
                  </a:lnTo>
                  <a:lnTo>
                    <a:pt x="2615970" y="1539321"/>
                  </a:lnTo>
                  <a:lnTo>
                    <a:pt x="2665328" y="1552829"/>
                  </a:lnTo>
                  <a:lnTo>
                    <a:pt x="2714686" y="1565988"/>
                  </a:lnTo>
                  <a:lnTo>
                    <a:pt x="2764044" y="1578810"/>
                  </a:lnTo>
                  <a:lnTo>
                    <a:pt x="2813401" y="1591304"/>
                  </a:lnTo>
                  <a:lnTo>
                    <a:pt x="2862759" y="1603480"/>
                  </a:lnTo>
                  <a:lnTo>
                    <a:pt x="2912117" y="1615349"/>
                  </a:lnTo>
                  <a:lnTo>
                    <a:pt x="2961475" y="1626918"/>
                  </a:lnTo>
                  <a:lnTo>
                    <a:pt x="3010833" y="1638196"/>
                  </a:lnTo>
                  <a:lnTo>
                    <a:pt x="3060191" y="1649192"/>
                  </a:lnTo>
                  <a:lnTo>
                    <a:pt x="3109549" y="1659911"/>
                  </a:lnTo>
                  <a:lnTo>
                    <a:pt x="3158907" y="1670363"/>
                  </a:lnTo>
                  <a:lnTo>
                    <a:pt x="3208265" y="1680553"/>
                  </a:lnTo>
                  <a:lnTo>
                    <a:pt x="3257623" y="1690489"/>
                  </a:lnTo>
                  <a:lnTo>
                    <a:pt x="3306981" y="1700176"/>
                  </a:lnTo>
                  <a:lnTo>
                    <a:pt x="3356339" y="1709621"/>
                  </a:lnTo>
                  <a:lnTo>
                    <a:pt x="3405697" y="1718829"/>
                  </a:lnTo>
                  <a:lnTo>
                    <a:pt x="3455055" y="1727807"/>
                  </a:lnTo>
                  <a:lnTo>
                    <a:pt x="3504412" y="1736560"/>
                  </a:lnTo>
                  <a:lnTo>
                    <a:pt x="3553770" y="1745093"/>
                  </a:lnTo>
                  <a:lnTo>
                    <a:pt x="3603128" y="1753411"/>
                  </a:lnTo>
                  <a:lnTo>
                    <a:pt x="3652486" y="1761520"/>
                  </a:lnTo>
                  <a:lnTo>
                    <a:pt x="3701844" y="1769425"/>
                  </a:lnTo>
                  <a:lnTo>
                    <a:pt x="3751202" y="1777130"/>
                  </a:lnTo>
                  <a:lnTo>
                    <a:pt x="3800560" y="1784639"/>
                  </a:lnTo>
                  <a:lnTo>
                    <a:pt x="3849918" y="1791958"/>
                  </a:lnTo>
                  <a:lnTo>
                    <a:pt x="3899276" y="179909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946" name="pl211">
              <a:extLst>
                <a:ext uri="{FF2B5EF4-FFF2-40B4-BE49-F238E27FC236}">
                  <a16:creationId xmlns:a16="http://schemas.microsoft.com/office/drawing/2014/main" id="{2E502E20-F992-1D2A-A100-120C96132A18}"/>
                </a:ext>
              </a:extLst>
            </p:cNvPr>
            <p:cNvSpPr/>
            <p:nvPr/>
          </p:nvSpPr>
          <p:spPr>
            <a:xfrm>
              <a:off x="7027587" y="7120844"/>
              <a:ext cx="3899276" cy="1155536"/>
            </a:xfrm>
            <a:custGeom>
              <a:avLst/>
              <a:gdLst/>
              <a:ahLst/>
              <a:cxnLst/>
              <a:rect l="0" t="0" r="0" b="0"/>
              <a:pathLst>
                <a:path w="3899276" h="1155536">
                  <a:moveTo>
                    <a:pt x="3899276" y="1155536"/>
                  </a:moveTo>
                  <a:lnTo>
                    <a:pt x="3849918" y="1154525"/>
                  </a:lnTo>
                  <a:lnTo>
                    <a:pt x="3800560" y="1153430"/>
                  </a:lnTo>
                  <a:lnTo>
                    <a:pt x="3751202" y="1152245"/>
                  </a:lnTo>
                  <a:lnTo>
                    <a:pt x="3701844" y="1150960"/>
                  </a:lnTo>
                  <a:lnTo>
                    <a:pt x="3652486" y="1149570"/>
                  </a:lnTo>
                  <a:lnTo>
                    <a:pt x="3603128" y="1148065"/>
                  </a:lnTo>
                  <a:lnTo>
                    <a:pt x="3553770" y="1146436"/>
                  </a:lnTo>
                  <a:lnTo>
                    <a:pt x="3504412" y="1144673"/>
                  </a:lnTo>
                  <a:lnTo>
                    <a:pt x="3455055" y="1142766"/>
                  </a:lnTo>
                  <a:lnTo>
                    <a:pt x="3405697" y="1140704"/>
                  </a:lnTo>
                  <a:lnTo>
                    <a:pt x="3356339" y="1138474"/>
                  </a:lnTo>
                  <a:lnTo>
                    <a:pt x="3306981" y="1136063"/>
                  </a:lnTo>
                  <a:lnTo>
                    <a:pt x="3257623" y="1133458"/>
                  </a:lnTo>
                  <a:lnTo>
                    <a:pt x="3208265" y="1130643"/>
                  </a:lnTo>
                  <a:lnTo>
                    <a:pt x="3158907" y="1127604"/>
                  </a:lnTo>
                  <a:lnTo>
                    <a:pt x="3109549" y="1124323"/>
                  </a:lnTo>
                  <a:lnTo>
                    <a:pt x="3060191" y="1120783"/>
                  </a:lnTo>
                  <a:lnTo>
                    <a:pt x="3010833" y="1116964"/>
                  </a:lnTo>
                  <a:lnTo>
                    <a:pt x="2961475" y="1112847"/>
                  </a:lnTo>
                  <a:lnTo>
                    <a:pt x="2912117" y="1108411"/>
                  </a:lnTo>
                  <a:lnTo>
                    <a:pt x="2862759" y="1103633"/>
                  </a:lnTo>
                  <a:lnTo>
                    <a:pt x="2813401" y="1098490"/>
                  </a:lnTo>
                  <a:lnTo>
                    <a:pt x="2764044" y="1092958"/>
                  </a:lnTo>
                  <a:lnTo>
                    <a:pt x="2714686" y="1087011"/>
                  </a:lnTo>
                  <a:lnTo>
                    <a:pt x="2665328" y="1080622"/>
                  </a:lnTo>
                  <a:lnTo>
                    <a:pt x="2615970" y="1073765"/>
                  </a:lnTo>
                  <a:lnTo>
                    <a:pt x="2566612" y="1066410"/>
                  </a:lnTo>
                  <a:lnTo>
                    <a:pt x="2517254" y="1058530"/>
                  </a:lnTo>
                  <a:lnTo>
                    <a:pt x="2467896" y="1050094"/>
                  </a:lnTo>
                  <a:lnTo>
                    <a:pt x="2418538" y="1041072"/>
                  </a:lnTo>
                  <a:lnTo>
                    <a:pt x="2369180" y="1031435"/>
                  </a:lnTo>
                  <a:lnTo>
                    <a:pt x="2319822" y="1021152"/>
                  </a:lnTo>
                  <a:lnTo>
                    <a:pt x="2270464" y="1010195"/>
                  </a:lnTo>
                  <a:lnTo>
                    <a:pt x="2221106" y="998536"/>
                  </a:lnTo>
                  <a:lnTo>
                    <a:pt x="2171748" y="986147"/>
                  </a:lnTo>
                  <a:lnTo>
                    <a:pt x="2122390" y="973004"/>
                  </a:lnTo>
                  <a:lnTo>
                    <a:pt x="2073033" y="959084"/>
                  </a:lnTo>
                  <a:lnTo>
                    <a:pt x="2023675" y="944369"/>
                  </a:lnTo>
                  <a:lnTo>
                    <a:pt x="1974317" y="928843"/>
                  </a:lnTo>
                  <a:lnTo>
                    <a:pt x="1924959" y="912494"/>
                  </a:lnTo>
                  <a:lnTo>
                    <a:pt x="1875601" y="895317"/>
                  </a:lnTo>
                  <a:lnTo>
                    <a:pt x="1826243" y="877312"/>
                  </a:lnTo>
                  <a:lnTo>
                    <a:pt x="1776885" y="858487"/>
                  </a:lnTo>
                  <a:lnTo>
                    <a:pt x="1727527" y="838853"/>
                  </a:lnTo>
                  <a:lnTo>
                    <a:pt x="1678169" y="818434"/>
                  </a:lnTo>
                  <a:lnTo>
                    <a:pt x="1628811" y="797257"/>
                  </a:lnTo>
                  <a:lnTo>
                    <a:pt x="1579453" y="775361"/>
                  </a:lnTo>
                  <a:lnTo>
                    <a:pt x="1530095" y="752790"/>
                  </a:lnTo>
                  <a:lnTo>
                    <a:pt x="1480737" y="729597"/>
                  </a:lnTo>
                  <a:lnTo>
                    <a:pt x="1431379" y="705841"/>
                  </a:lnTo>
                  <a:lnTo>
                    <a:pt x="1382022" y="681587"/>
                  </a:lnTo>
                  <a:lnTo>
                    <a:pt x="1332664" y="656904"/>
                  </a:lnTo>
                  <a:lnTo>
                    <a:pt x="1283306" y="631864"/>
                  </a:lnTo>
                  <a:lnTo>
                    <a:pt x="1233948" y="606540"/>
                  </a:lnTo>
                  <a:lnTo>
                    <a:pt x="1184590" y="581002"/>
                  </a:lnTo>
                  <a:lnTo>
                    <a:pt x="1135232" y="555321"/>
                  </a:lnTo>
                  <a:lnTo>
                    <a:pt x="1085874" y="529562"/>
                  </a:lnTo>
                  <a:lnTo>
                    <a:pt x="1036516" y="503784"/>
                  </a:lnTo>
                  <a:lnTo>
                    <a:pt x="987158" y="478040"/>
                  </a:lnTo>
                  <a:lnTo>
                    <a:pt x="937800" y="452375"/>
                  </a:lnTo>
                  <a:lnTo>
                    <a:pt x="888442" y="426828"/>
                  </a:lnTo>
                  <a:lnTo>
                    <a:pt x="839084" y="401429"/>
                  </a:lnTo>
                  <a:lnTo>
                    <a:pt x="789726" y="376203"/>
                  </a:lnTo>
                  <a:lnTo>
                    <a:pt x="740368" y="351168"/>
                  </a:lnTo>
                  <a:lnTo>
                    <a:pt x="691011" y="326335"/>
                  </a:lnTo>
                  <a:lnTo>
                    <a:pt x="641653" y="301712"/>
                  </a:lnTo>
                  <a:lnTo>
                    <a:pt x="592295" y="277303"/>
                  </a:lnTo>
                  <a:lnTo>
                    <a:pt x="542937" y="253109"/>
                  </a:lnTo>
                  <a:lnTo>
                    <a:pt x="493579" y="229127"/>
                  </a:lnTo>
                  <a:lnTo>
                    <a:pt x="444221" y="205355"/>
                  </a:lnTo>
                  <a:lnTo>
                    <a:pt x="394863" y="181787"/>
                  </a:lnTo>
                  <a:lnTo>
                    <a:pt x="345505" y="158419"/>
                  </a:lnTo>
                  <a:lnTo>
                    <a:pt x="296147" y="135245"/>
                  </a:lnTo>
                  <a:lnTo>
                    <a:pt x="246789" y="112260"/>
                  </a:lnTo>
                  <a:lnTo>
                    <a:pt x="197431" y="89458"/>
                  </a:lnTo>
                  <a:lnTo>
                    <a:pt x="148073" y="66836"/>
                  </a:lnTo>
                  <a:lnTo>
                    <a:pt x="98715" y="44387"/>
                  </a:lnTo>
                  <a:lnTo>
                    <a:pt x="49357" y="221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947" name="pl212">
              <a:extLst>
                <a:ext uri="{FF2B5EF4-FFF2-40B4-BE49-F238E27FC236}">
                  <a16:creationId xmlns:a16="http://schemas.microsoft.com/office/drawing/2014/main" id="{FC7B7D8A-9D2A-802B-2094-C11A54A79F6B}"/>
                </a:ext>
              </a:extLst>
            </p:cNvPr>
            <p:cNvSpPr/>
            <p:nvPr/>
          </p:nvSpPr>
          <p:spPr>
            <a:xfrm>
              <a:off x="7027587" y="6621888"/>
              <a:ext cx="3899276" cy="1609073"/>
            </a:xfrm>
            <a:custGeom>
              <a:avLst/>
              <a:gdLst/>
              <a:ahLst/>
              <a:cxnLst/>
              <a:rect l="0" t="0" r="0" b="0"/>
              <a:pathLst>
                <a:path w="3899276" h="1609073">
                  <a:moveTo>
                    <a:pt x="0" y="0"/>
                  </a:moveTo>
                  <a:lnTo>
                    <a:pt x="49357" y="32091"/>
                  </a:lnTo>
                  <a:lnTo>
                    <a:pt x="98715" y="64711"/>
                  </a:lnTo>
                  <a:lnTo>
                    <a:pt x="148073" y="97822"/>
                  </a:lnTo>
                  <a:lnTo>
                    <a:pt x="197431" y="131381"/>
                  </a:lnTo>
                  <a:lnTo>
                    <a:pt x="246789" y="165344"/>
                  </a:lnTo>
                  <a:lnTo>
                    <a:pt x="296147" y="199665"/>
                  </a:lnTo>
                  <a:lnTo>
                    <a:pt x="345505" y="234293"/>
                  </a:lnTo>
                  <a:lnTo>
                    <a:pt x="394863" y="269180"/>
                  </a:lnTo>
                  <a:lnTo>
                    <a:pt x="444221" y="304271"/>
                  </a:lnTo>
                  <a:lnTo>
                    <a:pt x="493579" y="339514"/>
                  </a:lnTo>
                  <a:lnTo>
                    <a:pt x="542937" y="374855"/>
                  </a:lnTo>
                  <a:lnTo>
                    <a:pt x="592295" y="410238"/>
                  </a:lnTo>
                  <a:lnTo>
                    <a:pt x="641653" y="445608"/>
                  </a:lnTo>
                  <a:lnTo>
                    <a:pt x="691011" y="480909"/>
                  </a:lnTo>
                  <a:lnTo>
                    <a:pt x="740368" y="516087"/>
                  </a:lnTo>
                  <a:lnTo>
                    <a:pt x="789726" y="551087"/>
                  </a:lnTo>
                  <a:lnTo>
                    <a:pt x="839084" y="585858"/>
                  </a:lnTo>
                  <a:lnTo>
                    <a:pt x="888442" y="620346"/>
                  </a:lnTo>
                  <a:lnTo>
                    <a:pt x="937800" y="654502"/>
                  </a:lnTo>
                  <a:lnTo>
                    <a:pt x="987158" y="688279"/>
                  </a:lnTo>
                  <a:lnTo>
                    <a:pt x="1036516" y="721630"/>
                  </a:lnTo>
                  <a:lnTo>
                    <a:pt x="1085874" y="754513"/>
                  </a:lnTo>
                  <a:lnTo>
                    <a:pt x="1135232" y="786887"/>
                  </a:lnTo>
                  <a:lnTo>
                    <a:pt x="1184590" y="818714"/>
                  </a:lnTo>
                  <a:lnTo>
                    <a:pt x="1233948" y="849959"/>
                  </a:lnTo>
                  <a:lnTo>
                    <a:pt x="1283306" y="880591"/>
                  </a:lnTo>
                  <a:lnTo>
                    <a:pt x="1332664" y="910581"/>
                  </a:lnTo>
                  <a:lnTo>
                    <a:pt x="1382022" y="939903"/>
                  </a:lnTo>
                  <a:lnTo>
                    <a:pt x="1431379" y="968535"/>
                  </a:lnTo>
                  <a:lnTo>
                    <a:pt x="1480737" y="996459"/>
                  </a:lnTo>
                  <a:lnTo>
                    <a:pt x="1530095" y="1023657"/>
                  </a:lnTo>
                  <a:lnTo>
                    <a:pt x="1579453" y="1050118"/>
                  </a:lnTo>
                  <a:lnTo>
                    <a:pt x="1628811" y="1075830"/>
                  </a:lnTo>
                  <a:lnTo>
                    <a:pt x="1678169" y="1100786"/>
                  </a:lnTo>
                  <a:lnTo>
                    <a:pt x="1727527" y="1124983"/>
                  </a:lnTo>
                  <a:lnTo>
                    <a:pt x="1776885" y="1148418"/>
                  </a:lnTo>
                  <a:lnTo>
                    <a:pt x="1826243" y="1171091"/>
                  </a:lnTo>
                  <a:lnTo>
                    <a:pt x="1875601" y="1193006"/>
                  </a:lnTo>
                  <a:lnTo>
                    <a:pt x="1924959" y="1214166"/>
                  </a:lnTo>
                  <a:lnTo>
                    <a:pt x="1974317" y="1234580"/>
                  </a:lnTo>
                  <a:lnTo>
                    <a:pt x="2023675" y="1254255"/>
                  </a:lnTo>
                  <a:lnTo>
                    <a:pt x="2073033" y="1273202"/>
                  </a:lnTo>
                  <a:lnTo>
                    <a:pt x="2122390" y="1291432"/>
                  </a:lnTo>
                  <a:lnTo>
                    <a:pt x="2171748" y="1308959"/>
                  </a:lnTo>
                  <a:lnTo>
                    <a:pt x="2221106" y="1325796"/>
                  </a:lnTo>
                  <a:lnTo>
                    <a:pt x="2270464" y="1341958"/>
                  </a:lnTo>
                  <a:lnTo>
                    <a:pt x="2319822" y="1357462"/>
                  </a:lnTo>
                  <a:lnTo>
                    <a:pt x="2369180" y="1372324"/>
                  </a:lnTo>
                  <a:lnTo>
                    <a:pt x="2418538" y="1386561"/>
                  </a:lnTo>
                  <a:lnTo>
                    <a:pt x="2467896" y="1400192"/>
                  </a:lnTo>
                  <a:lnTo>
                    <a:pt x="2517254" y="1413233"/>
                  </a:lnTo>
                  <a:lnTo>
                    <a:pt x="2566612" y="1425704"/>
                  </a:lnTo>
                  <a:lnTo>
                    <a:pt x="2615970" y="1437622"/>
                  </a:lnTo>
                  <a:lnTo>
                    <a:pt x="2665328" y="1449006"/>
                  </a:lnTo>
                  <a:lnTo>
                    <a:pt x="2714686" y="1459875"/>
                  </a:lnTo>
                  <a:lnTo>
                    <a:pt x="2764044" y="1470246"/>
                  </a:lnTo>
                  <a:lnTo>
                    <a:pt x="2813401" y="1480139"/>
                  </a:lnTo>
                  <a:lnTo>
                    <a:pt x="2862759" y="1489571"/>
                  </a:lnTo>
                  <a:lnTo>
                    <a:pt x="2912117" y="1498559"/>
                  </a:lnTo>
                  <a:lnTo>
                    <a:pt x="2961475" y="1507122"/>
                  </a:lnTo>
                  <a:lnTo>
                    <a:pt x="3010833" y="1515276"/>
                  </a:lnTo>
                  <a:lnTo>
                    <a:pt x="3060191" y="1523038"/>
                  </a:lnTo>
                  <a:lnTo>
                    <a:pt x="3109549" y="1530424"/>
                  </a:lnTo>
                  <a:lnTo>
                    <a:pt x="3158907" y="1537450"/>
                  </a:lnTo>
                  <a:lnTo>
                    <a:pt x="3208265" y="1544132"/>
                  </a:lnTo>
                  <a:lnTo>
                    <a:pt x="3257623" y="1550485"/>
                  </a:lnTo>
                  <a:lnTo>
                    <a:pt x="3306981" y="1556523"/>
                  </a:lnTo>
                  <a:lnTo>
                    <a:pt x="3356339" y="1562260"/>
                  </a:lnTo>
                  <a:lnTo>
                    <a:pt x="3405697" y="1567710"/>
                  </a:lnTo>
                  <a:lnTo>
                    <a:pt x="3455055" y="1572886"/>
                  </a:lnTo>
                  <a:lnTo>
                    <a:pt x="3504412" y="1577800"/>
                  </a:lnTo>
                  <a:lnTo>
                    <a:pt x="3553770" y="1582465"/>
                  </a:lnTo>
                  <a:lnTo>
                    <a:pt x="3603128" y="1586893"/>
                  </a:lnTo>
                  <a:lnTo>
                    <a:pt x="3652486" y="1591095"/>
                  </a:lnTo>
                  <a:lnTo>
                    <a:pt x="3701844" y="1595081"/>
                  </a:lnTo>
                  <a:lnTo>
                    <a:pt x="3751202" y="1598862"/>
                  </a:lnTo>
                  <a:lnTo>
                    <a:pt x="3800560" y="1602448"/>
                  </a:lnTo>
                  <a:lnTo>
                    <a:pt x="3849918" y="1605849"/>
                  </a:lnTo>
                  <a:lnTo>
                    <a:pt x="3899276" y="1609073"/>
                  </a:lnTo>
                </a:path>
              </a:pathLst>
            </a:custGeom>
            <a:ln w="27101" cap="flat">
              <a:solidFill>
                <a:srgbClr val="2B99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8" name="pg213">
              <a:extLst>
                <a:ext uri="{FF2B5EF4-FFF2-40B4-BE49-F238E27FC236}">
                  <a16:creationId xmlns:a16="http://schemas.microsoft.com/office/drawing/2014/main" id="{6B0849E4-04A8-1D1B-BF1F-366AEA5625AC}"/>
                </a:ext>
              </a:extLst>
            </p:cNvPr>
            <p:cNvSpPr/>
            <p:nvPr/>
          </p:nvSpPr>
          <p:spPr>
            <a:xfrm>
              <a:off x="7957322" y="5767088"/>
              <a:ext cx="2850424" cy="2058179"/>
            </a:xfrm>
            <a:custGeom>
              <a:avLst/>
              <a:gdLst/>
              <a:ahLst/>
              <a:cxnLst/>
              <a:rect l="0" t="0" r="0" b="0"/>
              <a:pathLst>
                <a:path w="2850424" h="2058179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  <a:lnTo>
                    <a:pt x="2850424" y="2058179"/>
                  </a:lnTo>
                  <a:lnTo>
                    <a:pt x="2814342" y="2025942"/>
                  </a:lnTo>
                  <a:lnTo>
                    <a:pt x="2778261" y="1992178"/>
                  </a:lnTo>
                  <a:lnTo>
                    <a:pt x="2742180" y="1956913"/>
                  </a:lnTo>
                  <a:lnTo>
                    <a:pt x="2706098" y="1920187"/>
                  </a:lnTo>
                  <a:lnTo>
                    <a:pt x="2670017" y="1882057"/>
                  </a:lnTo>
                  <a:lnTo>
                    <a:pt x="2633936" y="1842595"/>
                  </a:lnTo>
                  <a:lnTo>
                    <a:pt x="2597854" y="1801891"/>
                  </a:lnTo>
                  <a:lnTo>
                    <a:pt x="2561773" y="1760049"/>
                  </a:lnTo>
                  <a:lnTo>
                    <a:pt x="2525692" y="1717191"/>
                  </a:lnTo>
                  <a:lnTo>
                    <a:pt x="2489611" y="1673456"/>
                  </a:lnTo>
                  <a:lnTo>
                    <a:pt x="2453529" y="1628994"/>
                  </a:lnTo>
                  <a:lnTo>
                    <a:pt x="2417448" y="1583971"/>
                  </a:lnTo>
                  <a:lnTo>
                    <a:pt x="2381367" y="1538562"/>
                  </a:lnTo>
                  <a:lnTo>
                    <a:pt x="2345285" y="1492951"/>
                  </a:lnTo>
                  <a:lnTo>
                    <a:pt x="2309204" y="1447327"/>
                  </a:lnTo>
                  <a:lnTo>
                    <a:pt x="2273123" y="1401883"/>
                  </a:lnTo>
                  <a:lnTo>
                    <a:pt x="2237041" y="1356810"/>
                  </a:lnTo>
                  <a:lnTo>
                    <a:pt x="2200960" y="1312295"/>
                  </a:lnTo>
                  <a:lnTo>
                    <a:pt x="2164879" y="1268516"/>
                  </a:lnTo>
                  <a:lnTo>
                    <a:pt x="2128797" y="1225643"/>
                  </a:lnTo>
                  <a:lnTo>
                    <a:pt x="2092716" y="1183826"/>
                  </a:lnTo>
                  <a:lnTo>
                    <a:pt x="2056635" y="1143200"/>
                  </a:lnTo>
                  <a:lnTo>
                    <a:pt x="2020553" y="1103879"/>
                  </a:lnTo>
                  <a:lnTo>
                    <a:pt x="1984472" y="1065954"/>
                  </a:lnTo>
                  <a:lnTo>
                    <a:pt x="1948391" y="1029493"/>
                  </a:lnTo>
                  <a:lnTo>
                    <a:pt x="1912309" y="994538"/>
                  </a:lnTo>
                  <a:lnTo>
                    <a:pt x="1876228" y="961111"/>
                  </a:lnTo>
                  <a:lnTo>
                    <a:pt x="1840147" y="929209"/>
                  </a:lnTo>
                  <a:lnTo>
                    <a:pt x="1804065" y="898811"/>
                  </a:lnTo>
                  <a:lnTo>
                    <a:pt x="1767984" y="869880"/>
                  </a:lnTo>
                  <a:lnTo>
                    <a:pt x="1731903" y="842364"/>
                  </a:lnTo>
                  <a:lnTo>
                    <a:pt x="1695821" y="816201"/>
                  </a:lnTo>
                  <a:lnTo>
                    <a:pt x="1659740" y="791322"/>
                  </a:lnTo>
                  <a:lnTo>
                    <a:pt x="1623659" y="767654"/>
                  </a:lnTo>
                  <a:lnTo>
                    <a:pt x="1587578" y="745121"/>
                  </a:lnTo>
                  <a:lnTo>
                    <a:pt x="1551496" y="723650"/>
                  </a:lnTo>
                  <a:lnTo>
                    <a:pt x="1515415" y="703167"/>
                  </a:lnTo>
                  <a:lnTo>
                    <a:pt x="1479334" y="683602"/>
                  </a:lnTo>
                  <a:lnTo>
                    <a:pt x="1443252" y="664889"/>
                  </a:lnTo>
                  <a:lnTo>
                    <a:pt x="1407171" y="646966"/>
                  </a:lnTo>
                  <a:lnTo>
                    <a:pt x="1371090" y="629776"/>
                  </a:lnTo>
                  <a:lnTo>
                    <a:pt x="1335008" y="613265"/>
                  </a:lnTo>
                  <a:lnTo>
                    <a:pt x="1298927" y="597386"/>
                  </a:lnTo>
                  <a:lnTo>
                    <a:pt x="1262846" y="582094"/>
                  </a:lnTo>
                  <a:lnTo>
                    <a:pt x="1226764" y="567350"/>
                  </a:lnTo>
                  <a:lnTo>
                    <a:pt x="1190683" y="553116"/>
                  </a:lnTo>
                  <a:lnTo>
                    <a:pt x="1154602" y="539360"/>
                  </a:lnTo>
                  <a:lnTo>
                    <a:pt x="1118520" y="526053"/>
                  </a:lnTo>
                  <a:lnTo>
                    <a:pt x="1082439" y="513166"/>
                  </a:lnTo>
                  <a:lnTo>
                    <a:pt x="1046358" y="500676"/>
                  </a:lnTo>
                  <a:lnTo>
                    <a:pt x="1010276" y="488560"/>
                  </a:lnTo>
                  <a:lnTo>
                    <a:pt x="974195" y="476798"/>
                  </a:lnTo>
                  <a:lnTo>
                    <a:pt x="938114" y="465372"/>
                  </a:lnTo>
                  <a:lnTo>
                    <a:pt x="902032" y="454265"/>
                  </a:lnTo>
                  <a:lnTo>
                    <a:pt x="865951" y="443462"/>
                  </a:lnTo>
                  <a:lnTo>
                    <a:pt x="829870" y="432948"/>
                  </a:lnTo>
                  <a:lnTo>
                    <a:pt x="793789" y="422712"/>
                  </a:lnTo>
                  <a:lnTo>
                    <a:pt x="757707" y="412741"/>
                  </a:lnTo>
                  <a:lnTo>
                    <a:pt x="721626" y="403025"/>
                  </a:lnTo>
                  <a:lnTo>
                    <a:pt x="685545" y="393553"/>
                  </a:lnTo>
                  <a:lnTo>
                    <a:pt x="649463" y="384317"/>
                  </a:lnTo>
                  <a:lnTo>
                    <a:pt x="613382" y="375308"/>
                  </a:lnTo>
                  <a:lnTo>
                    <a:pt x="577301" y="366517"/>
                  </a:lnTo>
                  <a:lnTo>
                    <a:pt x="541219" y="357938"/>
                  </a:lnTo>
                  <a:lnTo>
                    <a:pt x="505138" y="349564"/>
                  </a:lnTo>
                  <a:lnTo>
                    <a:pt x="469057" y="341387"/>
                  </a:lnTo>
                  <a:lnTo>
                    <a:pt x="432975" y="333403"/>
                  </a:lnTo>
                  <a:lnTo>
                    <a:pt x="396894" y="325605"/>
                  </a:lnTo>
                  <a:lnTo>
                    <a:pt x="360813" y="317987"/>
                  </a:lnTo>
                  <a:lnTo>
                    <a:pt x="324731" y="310545"/>
                  </a:lnTo>
                  <a:lnTo>
                    <a:pt x="288650" y="303274"/>
                  </a:lnTo>
                  <a:lnTo>
                    <a:pt x="252569" y="296169"/>
                  </a:lnTo>
                  <a:lnTo>
                    <a:pt x="216487" y="289226"/>
                  </a:lnTo>
                  <a:lnTo>
                    <a:pt x="180406" y="282440"/>
                  </a:lnTo>
                  <a:lnTo>
                    <a:pt x="144325" y="275808"/>
                  </a:lnTo>
                  <a:lnTo>
                    <a:pt x="108243" y="269325"/>
                  </a:lnTo>
                  <a:lnTo>
                    <a:pt x="72162" y="262988"/>
                  </a:lnTo>
                  <a:lnTo>
                    <a:pt x="36081" y="256794"/>
                  </a:lnTo>
                  <a:lnTo>
                    <a:pt x="0" y="250738"/>
                  </a:lnTo>
                  <a:close/>
                </a:path>
              </a:pathLst>
            </a:custGeom>
            <a:solidFill>
              <a:srgbClr val="1F46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949" name="pl214">
              <a:extLst>
                <a:ext uri="{FF2B5EF4-FFF2-40B4-BE49-F238E27FC236}">
                  <a16:creationId xmlns:a16="http://schemas.microsoft.com/office/drawing/2014/main" id="{DAC4EA8B-53B2-C5A0-549E-A67E904CAC46}"/>
                </a:ext>
              </a:extLst>
            </p:cNvPr>
            <p:cNvSpPr/>
            <p:nvPr/>
          </p:nvSpPr>
          <p:spPr>
            <a:xfrm>
              <a:off x="7957322" y="5767088"/>
              <a:ext cx="2850424" cy="937660"/>
            </a:xfrm>
            <a:custGeom>
              <a:avLst/>
              <a:gdLst/>
              <a:ahLst/>
              <a:cxnLst/>
              <a:rect l="0" t="0" r="0" b="0"/>
              <a:pathLst>
                <a:path w="2850424" h="937660">
                  <a:moveTo>
                    <a:pt x="0" y="0"/>
                  </a:moveTo>
                  <a:lnTo>
                    <a:pt x="36081" y="724"/>
                  </a:lnTo>
                  <a:lnTo>
                    <a:pt x="72162" y="1513"/>
                  </a:lnTo>
                  <a:lnTo>
                    <a:pt x="108243" y="2373"/>
                  </a:lnTo>
                  <a:lnTo>
                    <a:pt x="144325" y="3309"/>
                  </a:lnTo>
                  <a:lnTo>
                    <a:pt x="180406" y="4328"/>
                  </a:lnTo>
                  <a:lnTo>
                    <a:pt x="216487" y="5437"/>
                  </a:lnTo>
                  <a:lnTo>
                    <a:pt x="252569" y="6645"/>
                  </a:lnTo>
                  <a:lnTo>
                    <a:pt x="288650" y="7959"/>
                  </a:lnTo>
                  <a:lnTo>
                    <a:pt x="324731" y="9389"/>
                  </a:lnTo>
                  <a:lnTo>
                    <a:pt x="360813" y="10944"/>
                  </a:lnTo>
                  <a:lnTo>
                    <a:pt x="396894" y="12635"/>
                  </a:lnTo>
                  <a:lnTo>
                    <a:pt x="432975" y="14474"/>
                  </a:lnTo>
                  <a:lnTo>
                    <a:pt x="469057" y="16472"/>
                  </a:lnTo>
                  <a:lnTo>
                    <a:pt x="505138" y="18642"/>
                  </a:lnTo>
                  <a:lnTo>
                    <a:pt x="541219" y="20999"/>
                  </a:lnTo>
                  <a:lnTo>
                    <a:pt x="577301" y="23558"/>
                  </a:lnTo>
                  <a:lnTo>
                    <a:pt x="613382" y="26335"/>
                  </a:lnTo>
                  <a:lnTo>
                    <a:pt x="649463" y="29346"/>
                  </a:lnTo>
                  <a:lnTo>
                    <a:pt x="685545" y="32611"/>
                  </a:lnTo>
                  <a:lnTo>
                    <a:pt x="721626" y="36149"/>
                  </a:lnTo>
                  <a:lnTo>
                    <a:pt x="757707" y="39980"/>
                  </a:lnTo>
                  <a:lnTo>
                    <a:pt x="793789" y="44127"/>
                  </a:lnTo>
                  <a:lnTo>
                    <a:pt x="829870" y="48612"/>
                  </a:lnTo>
                  <a:lnTo>
                    <a:pt x="865951" y="53458"/>
                  </a:lnTo>
                  <a:lnTo>
                    <a:pt x="902032" y="58693"/>
                  </a:lnTo>
                  <a:lnTo>
                    <a:pt x="938114" y="64341"/>
                  </a:lnTo>
                  <a:lnTo>
                    <a:pt x="974195" y="70430"/>
                  </a:lnTo>
                  <a:lnTo>
                    <a:pt x="1010276" y="76987"/>
                  </a:lnTo>
                  <a:lnTo>
                    <a:pt x="1046358" y="84042"/>
                  </a:lnTo>
                  <a:lnTo>
                    <a:pt x="1082439" y="91623"/>
                  </a:lnTo>
                  <a:lnTo>
                    <a:pt x="1118520" y="99758"/>
                  </a:lnTo>
                  <a:lnTo>
                    <a:pt x="1154602" y="108477"/>
                  </a:lnTo>
                  <a:lnTo>
                    <a:pt x="1190683" y="117807"/>
                  </a:lnTo>
                  <a:lnTo>
                    <a:pt x="1226764" y="127775"/>
                  </a:lnTo>
                  <a:lnTo>
                    <a:pt x="1262846" y="138406"/>
                  </a:lnTo>
                  <a:lnTo>
                    <a:pt x="1298927" y="149723"/>
                  </a:lnTo>
                  <a:lnTo>
                    <a:pt x="1335008" y="161744"/>
                  </a:lnTo>
                  <a:lnTo>
                    <a:pt x="1371090" y="174486"/>
                  </a:lnTo>
                  <a:lnTo>
                    <a:pt x="1407171" y="187959"/>
                  </a:lnTo>
                  <a:lnTo>
                    <a:pt x="1443252" y="202168"/>
                  </a:lnTo>
                  <a:lnTo>
                    <a:pt x="1479334" y="217111"/>
                  </a:lnTo>
                  <a:lnTo>
                    <a:pt x="1515415" y="232780"/>
                  </a:lnTo>
                  <a:lnTo>
                    <a:pt x="1551496" y="249158"/>
                  </a:lnTo>
                  <a:lnTo>
                    <a:pt x="1587578" y="266219"/>
                  </a:lnTo>
                  <a:lnTo>
                    <a:pt x="1623659" y="283929"/>
                  </a:lnTo>
                  <a:lnTo>
                    <a:pt x="1659740" y="302243"/>
                  </a:lnTo>
                  <a:lnTo>
                    <a:pt x="1695821" y="321111"/>
                  </a:lnTo>
                  <a:lnTo>
                    <a:pt x="1731903" y="340472"/>
                  </a:lnTo>
                  <a:lnTo>
                    <a:pt x="1767984" y="360258"/>
                  </a:lnTo>
                  <a:lnTo>
                    <a:pt x="1804065" y="380400"/>
                  </a:lnTo>
                  <a:lnTo>
                    <a:pt x="1840147" y="400821"/>
                  </a:lnTo>
                  <a:lnTo>
                    <a:pt x="1876228" y="421448"/>
                  </a:lnTo>
                  <a:lnTo>
                    <a:pt x="1912309" y="442207"/>
                  </a:lnTo>
                  <a:lnTo>
                    <a:pt x="1948391" y="463030"/>
                  </a:lnTo>
                  <a:lnTo>
                    <a:pt x="1984472" y="483853"/>
                  </a:lnTo>
                  <a:lnTo>
                    <a:pt x="2020553" y="504622"/>
                  </a:lnTo>
                  <a:lnTo>
                    <a:pt x="2056635" y="525289"/>
                  </a:lnTo>
                  <a:lnTo>
                    <a:pt x="2092716" y="545816"/>
                  </a:lnTo>
                  <a:lnTo>
                    <a:pt x="2128797" y="566175"/>
                  </a:lnTo>
                  <a:lnTo>
                    <a:pt x="2164879" y="586346"/>
                  </a:lnTo>
                  <a:lnTo>
                    <a:pt x="2200960" y="606316"/>
                  </a:lnTo>
                  <a:lnTo>
                    <a:pt x="2237041" y="626078"/>
                  </a:lnTo>
                  <a:lnTo>
                    <a:pt x="2273123" y="645632"/>
                  </a:lnTo>
                  <a:lnTo>
                    <a:pt x="2309204" y="664982"/>
                  </a:lnTo>
                  <a:lnTo>
                    <a:pt x="2345285" y="684135"/>
                  </a:lnTo>
                  <a:lnTo>
                    <a:pt x="2381367" y="703099"/>
                  </a:lnTo>
                  <a:lnTo>
                    <a:pt x="2417448" y="721886"/>
                  </a:lnTo>
                  <a:lnTo>
                    <a:pt x="2453529" y="740508"/>
                  </a:lnTo>
                  <a:lnTo>
                    <a:pt x="2489611" y="758976"/>
                  </a:lnTo>
                  <a:lnTo>
                    <a:pt x="2525692" y="777304"/>
                  </a:lnTo>
                  <a:lnTo>
                    <a:pt x="2561773" y="795503"/>
                  </a:lnTo>
                  <a:lnTo>
                    <a:pt x="2597854" y="813585"/>
                  </a:lnTo>
                  <a:lnTo>
                    <a:pt x="2633936" y="831559"/>
                  </a:lnTo>
                  <a:lnTo>
                    <a:pt x="2670017" y="849437"/>
                  </a:lnTo>
                  <a:lnTo>
                    <a:pt x="2706098" y="867227"/>
                  </a:lnTo>
                  <a:lnTo>
                    <a:pt x="2742180" y="884937"/>
                  </a:lnTo>
                  <a:lnTo>
                    <a:pt x="2778261" y="902575"/>
                  </a:lnTo>
                  <a:lnTo>
                    <a:pt x="2814342" y="920148"/>
                  </a:lnTo>
                  <a:lnTo>
                    <a:pt x="2850424" y="93766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950" name="pl215">
              <a:extLst>
                <a:ext uri="{FF2B5EF4-FFF2-40B4-BE49-F238E27FC236}">
                  <a16:creationId xmlns:a16="http://schemas.microsoft.com/office/drawing/2014/main" id="{4B319012-1841-79BE-3A09-D9913CF49D62}"/>
                </a:ext>
              </a:extLst>
            </p:cNvPr>
            <p:cNvSpPr/>
            <p:nvPr/>
          </p:nvSpPr>
          <p:spPr>
            <a:xfrm>
              <a:off x="7957322" y="6017826"/>
              <a:ext cx="2850424" cy="1807440"/>
            </a:xfrm>
            <a:custGeom>
              <a:avLst/>
              <a:gdLst/>
              <a:ahLst/>
              <a:cxnLst/>
              <a:rect l="0" t="0" r="0" b="0"/>
              <a:pathLst>
                <a:path w="2850424" h="1807440">
                  <a:moveTo>
                    <a:pt x="2850424" y="1807440"/>
                  </a:moveTo>
                  <a:lnTo>
                    <a:pt x="2814342" y="1775203"/>
                  </a:lnTo>
                  <a:lnTo>
                    <a:pt x="2778261" y="1741439"/>
                  </a:lnTo>
                  <a:lnTo>
                    <a:pt x="2742180" y="1706174"/>
                  </a:lnTo>
                  <a:lnTo>
                    <a:pt x="2706098" y="1669448"/>
                  </a:lnTo>
                  <a:lnTo>
                    <a:pt x="2670017" y="1631318"/>
                  </a:lnTo>
                  <a:lnTo>
                    <a:pt x="2633936" y="1591857"/>
                  </a:lnTo>
                  <a:lnTo>
                    <a:pt x="2597854" y="1551152"/>
                  </a:lnTo>
                  <a:lnTo>
                    <a:pt x="2561773" y="1509310"/>
                  </a:lnTo>
                  <a:lnTo>
                    <a:pt x="2525692" y="1466453"/>
                  </a:lnTo>
                  <a:lnTo>
                    <a:pt x="2489611" y="1422717"/>
                  </a:lnTo>
                  <a:lnTo>
                    <a:pt x="2453529" y="1378256"/>
                  </a:lnTo>
                  <a:lnTo>
                    <a:pt x="2417448" y="1333232"/>
                  </a:lnTo>
                  <a:lnTo>
                    <a:pt x="2381367" y="1287823"/>
                  </a:lnTo>
                  <a:lnTo>
                    <a:pt x="2345285" y="1242212"/>
                  </a:lnTo>
                  <a:lnTo>
                    <a:pt x="2309204" y="1196588"/>
                  </a:lnTo>
                  <a:lnTo>
                    <a:pt x="2273123" y="1151144"/>
                  </a:lnTo>
                  <a:lnTo>
                    <a:pt x="2237041" y="1106071"/>
                  </a:lnTo>
                  <a:lnTo>
                    <a:pt x="2200960" y="1061556"/>
                  </a:lnTo>
                  <a:lnTo>
                    <a:pt x="2164879" y="1017778"/>
                  </a:lnTo>
                  <a:lnTo>
                    <a:pt x="2128797" y="974904"/>
                  </a:lnTo>
                  <a:lnTo>
                    <a:pt x="2092716" y="933087"/>
                  </a:lnTo>
                  <a:lnTo>
                    <a:pt x="2056635" y="892461"/>
                  </a:lnTo>
                  <a:lnTo>
                    <a:pt x="2020553" y="853140"/>
                  </a:lnTo>
                  <a:lnTo>
                    <a:pt x="1984472" y="815215"/>
                  </a:lnTo>
                  <a:lnTo>
                    <a:pt x="1948391" y="778754"/>
                  </a:lnTo>
                  <a:lnTo>
                    <a:pt x="1912309" y="743799"/>
                  </a:lnTo>
                  <a:lnTo>
                    <a:pt x="1876228" y="710372"/>
                  </a:lnTo>
                  <a:lnTo>
                    <a:pt x="1840147" y="678470"/>
                  </a:lnTo>
                  <a:lnTo>
                    <a:pt x="1804065" y="648072"/>
                  </a:lnTo>
                  <a:lnTo>
                    <a:pt x="1767984" y="619141"/>
                  </a:lnTo>
                  <a:lnTo>
                    <a:pt x="1731903" y="591625"/>
                  </a:lnTo>
                  <a:lnTo>
                    <a:pt x="1695821" y="565462"/>
                  </a:lnTo>
                  <a:lnTo>
                    <a:pt x="1659740" y="540583"/>
                  </a:lnTo>
                  <a:lnTo>
                    <a:pt x="1623659" y="516915"/>
                  </a:lnTo>
                  <a:lnTo>
                    <a:pt x="1587578" y="494383"/>
                  </a:lnTo>
                  <a:lnTo>
                    <a:pt x="1551496" y="472912"/>
                  </a:lnTo>
                  <a:lnTo>
                    <a:pt x="1515415" y="452429"/>
                  </a:lnTo>
                  <a:lnTo>
                    <a:pt x="1479334" y="432864"/>
                  </a:lnTo>
                  <a:lnTo>
                    <a:pt x="1443252" y="414150"/>
                  </a:lnTo>
                  <a:lnTo>
                    <a:pt x="1407171" y="396227"/>
                  </a:lnTo>
                  <a:lnTo>
                    <a:pt x="1371090" y="379037"/>
                  </a:lnTo>
                  <a:lnTo>
                    <a:pt x="1335008" y="362526"/>
                  </a:lnTo>
                  <a:lnTo>
                    <a:pt x="1298927" y="346647"/>
                  </a:lnTo>
                  <a:lnTo>
                    <a:pt x="1262846" y="331355"/>
                  </a:lnTo>
                  <a:lnTo>
                    <a:pt x="1226764" y="316611"/>
                  </a:lnTo>
                  <a:lnTo>
                    <a:pt x="1190683" y="302377"/>
                  </a:lnTo>
                  <a:lnTo>
                    <a:pt x="1154602" y="288622"/>
                  </a:lnTo>
                  <a:lnTo>
                    <a:pt x="1118520" y="275314"/>
                  </a:lnTo>
                  <a:lnTo>
                    <a:pt x="1082439" y="262427"/>
                  </a:lnTo>
                  <a:lnTo>
                    <a:pt x="1046358" y="249937"/>
                  </a:lnTo>
                  <a:lnTo>
                    <a:pt x="1010276" y="237821"/>
                  </a:lnTo>
                  <a:lnTo>
                    <a:pt x="974195" y="226059"/>
                  </a:lnTo>
                  <a:lnTo>
                    <a:pt x="938114" y="214633"/>
                  </a:lnTo>
                  <a:lnTo>
                    <a:pt x="902032" y="203526"/>
                  </a:lnTo>
                  <a:lnTo>
                    <a:pt x="865951" y="192723"/>
                  </a:lnTo>
                  <a:lnTo>
                    <a:pt x="829870" y="182210"/>
                  </a:lnTo>
                  <a:lnTo>
                    <a:pt x="793789" y="171973"/>
                  </a:lnTo>
                  <a:lnTo>
                    <a:pt x="757707" y="162002"/>
                  </a:lnTo>
                  <a:lnTo>
                    <a:pt x="721626" y="152286"/>
                  </a:lnTo>
                  <a:lnTo>
                    <a:pt x="685545" y="142815"/>
                  </a:lnTo>
                  <a:lnTo>
                    <a:pt x="649463" y="133578"/>
                  </a:lnTo>
                  <a:lnTo>
                    <a:pt x="613382" y="124569"/>
                  </a:lnTo>
                  <a:lnTo>
                    <a:pt x="577301" y="115779"/>
                  </a:lnTo>
                  <a:lnTo>
                    <a:pt x="541219" y="107200"/>
                  </a:lnTo>
                  <a:lnTo>
                    <a:pt x="505138" y="98825"/>
                  </a:lnTo>
                  <a:lnTo>
                    <a:pt x="469057" y="90649"/>
                  </a:lnTo>
                  <a:lnTo>
                    <a:pt x="432975" y="82664"/>
                  </a:lnTo>
                  <a:lnTo>
                    <a:pt x="396894" y="74866"/>
                  </a:lnTo>
                  <a:lnTo>
                    <a:pt x="360813" y="67249"/>
                  </a:lnTo>
                  <a:lnTo>
                    <a:pt x="324731" y="59807"/>
                  </a:lnTo>
                  <a:lnTo>
                    <a:pt x="288650" y="52535"/>
                  </a:lnTo>
                  <a:lnTo>
                    <a:pt x="252569" y="45430"/>
                  </a:lnTo>
                  <a:lnTo>
                    <a:pt x="216487" y="38487"/>
                  </a:lnTo>
                  <a:lnTo>
                    <a:pt x="180406" y="31701"/>
                  </a:lnTo>
                  <a:lnTo>
                    <a:pt x="144325" y="25069"/>
                  </a:lnTo>
                  <a:lnTo>
                    <a:pt x="108243" y="18586"/>
                  </a:lnTo>
                  <a:lnTo>
                    <a:pt x="72162" y="12249"/>
                  </a:lnTo>
                  <a:lnTo>
                    <a:pt x="36081" y="60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951" name="pl216">
              <a:extLst>
                <a:ext uri="{FF2B5EF4-FFF2-40B4-BE49-F238E27FC236}">
                  <a16:creationId xmlns:a16="http://schemas.microsoft.com/office/drawing/2014/main" id="{0E793276-1524-53A9-1BCB-E670CB352A8A}"/>
                </a:ext>
              </a:extLst>
            </p:cNvPr>
            <p:cNvSpPr/>
            <p:nvPr/>
          </p:nvSpPr>
          <p:spPr>
            <a:xfrm>
              <a:off x="7957322" y="5806297"/>
              <a:ext cx="2850424" cy="1521196"/>
            </a:xfrm>
            <a:custGeom>
              <a:avLst/>
              <a:gdLst/>
              <a:ahLst/>
              <a:cxnLst/>
              <a:rect l="0" t="0" r="0" b="0"/>
              <a:pathLst>
                <a:path w="2850424" h="1521196">
                  <a:moveTo>
                    <a:pt x="0" y="0"/>
                  </a:moveTo>
                  <a:lnTo>
                    <a:pt x="36081" y="2683"/>
                  </a:lnTo>
                  <a:lnTo>
                    <a:pt x="72162" y="5515"/>
                  </a:lnTo>
                  <a:lnTo>
                    <a:pt x="108243" y="8505"/>
                  </a:lnTo>
                  <a:lnTo>
                    <a:pt x="144325" y="11660"/>
                  </a:lnTo>
                  <a:lnTo>
                    <a:pt x="180406" y="14989"/>
                  </a:lnTo>
                  <a:lnTo>
                    <a:pt x="216487" y="18502"/>
                  </a:lnTo>
                  <a:lnTo>
                    <a:pt x="252569" y="22207"/>
                  </a:lnTo>
                  <a:lnTo>
                    <a:pt x="288650" y="26115"/>
                  </a:lnTo>
                  <a:lnTo>
                    <a:pt x="324731" y="30236"/>
                  </a:lnTo>
                  <a:lnTo>
                    <a:pt x="360813" y="34581"/>
                  </a:lnTo>
                  <a:lnTo>
                    <a:pt x="396894" y="39162"/>
                  </a:lnTo>
                  <a:lnTo>
                    <a:pt x="432975" y="43989"/>
                  </a:lnTo>
                  <a:lnTo>
                    <a:pt x="469057" y="49075"/>
                  </a:lnTo>
                  <a:lnTo>
                    <a:pt x="505138" y="54433"/>
                  </a:lnTo>
                  <a:lnTo>
                    <a:pt x="541219" y="60076"/>
                  </a:lnTo>
                  <a:lnTo>
                    <a:pt x="577301" y="66017"/>
                  </a:lnTo>
                  <a:lnTo>
                    <a:pt x="613382" y="72272"/>
                  </a:lnTo>
                  <a:lnTo>
                    <a:pt x="649463" y="78854"/>
                  </a:lnTo>
                  <a:lnTo>
                    <a:pt x="685545" y="85778"/>
                  </a:lnTo>
                  <a:lnTo>
                    <a:pt x="721626" y="93061"/>
                  </a:lnTo>
                  <a:lnTo>
                    <a:pt x="757707" y="100718"/>
                  </a:lnTo>
                  <a:lnTo>
                    <a:pt x="793789" y="108765"/>
                  </a:lnTo>
                  <a:lnTo>
                    <a:pt x="829870" y="117220"/>
                  </a:lnTo>
                  <a:lnTo>
                    <a:pt x="865951" y="126100"/>
                  </a:lnTo>
                  <a:lnTo>
                    <a:pt x="902032" y="135422"/>
                  </a:lnTo>
                  <a:lnTo>
                    <a:pt x="938114" y="145205"/>
                  </a:lnTo>
                  <a:lnTo>
                    <a:pt x="974195" y="155466"/>
                  </a:lnTo>
                  <a:lnTo>
                    <a:pt x="1010276" y="166225"/>
                  </a:lnTo>
                  <a:lnTo>
                    <a:pt x="1046358" y="177500"/>
                  </a:lnTo>
                  <a:lnTo>
                    <a:pt x="1082439" y="189309"/>
                  </a:lnTo>
                  <a:lnTo>
                    <a:pt x="1118520" y="201672"/>
                  </a:lnTo>
                  <a:lnTo>
                    <a:pt x="1154602" y="214607"/>
                  </a:lnTo>
                  <a:lnTo>
                    <a:pt x="1190683" y="228134"/>
                  </a:lnTo>
                  <a:lnTo>
                    <a:pt x="1226764" y="242270"/>
                  </a:lnTo>
                  <a:lnTo>
                    <a:pt x="1262846" y="257034"/>
                  </a:lnTo>
                  <a:lnTo>
                    <a:pt x="1298927" y="272443"/>
                  </a:lnTo>
                  <a:lnTo>
                    <a:pt x="1335008" y="288516"/>
                  </a:lnTo>
                  <a:lnTo>
                    <a:pt x="1371090" y="305267"/>
                  </a:lnTo>
                  <a:lnTo>
                    <a:pt x="1407171" y="322713"/>
                  </a:lnTo>
                  <a:lnTo>
                    <a:pt x="1443252" y="340869"/>
                  </a:lnTo>
                  <a:lnTo>
                    <a:pt x="1479334" y="359747"/>
                  </a:lnTo>
                  <a:lnTo>
                    <a:pt x="1515415" y="379362"/>
                  </a:lnTo>
                  <a:lnTo>
                    <a:pt x="1551496" y="399722"/>
                  </a:lnTo>
                  <a:lnTo>
                    <a:pt x="1587578" y="420838"/>
                  </a:lnTo>
                  <a:lnTo>
                    <a:pt x="1623659" y="442717"/>
                  </a:lnTo>
                  <a:lnTo>
                    <a:pt x="1659740" y="465364"/>
                  </a:lnTo>
                  <a:lnTo>
                    <a:pt x="1695821" y="488783"/>
                  </a:lnTo>
                  <a:lnTo>
                    <a:pt x="1731903" y="512975"/>
                  </a:lnTo>
                  <a:lnTo>
                    <a:pt x="1767984" y="537938"/>
                  </a:lnTo>
                  <a:lnTo>
                    <a:pt x="1804065" y="563668"/>
                  </a:lnTo>
                  <a:lnTo>
                    <a:pt x="1840147" y="590159"/>
                  </a:lnTo>
                  <a:lnTo>
                    <a:pt x="1876228" y="617401"/>
                  </a:lnTo>
                  <a:lnTo>
                    <a:pt x="1912309" y="645380"/>
                  </a:lnTo>
                  <a:lnTo>
                    <a:pt x="1948391" y="674082"/>
                  </a:lnTo>
                  <a:lnTo>
                    <a:pt x="1984472" y="703488"/>
                  </a:lnTo>
                  <a:lnTo>
                    <a:pt x="2020553" y="733574"/>
                  </a:lnTo>
                  <a:lnTo>
                    <a:pt x="2056635" y="764316"/>
                  </a:lnTo>
                  <a:lnTo>
                    <a:pt x="2092716" y="795685"/>
                  </a:lnTo>
                  <a:lnTo>
                    <a:pt x="2128797" y="827649"/>
                  </a:lnTo>
                  <a:lnTo>
                    <a:pt x="2164879" y="860172"/>
                  </a:lnTo>
                  <a:lnTo>
                    <a:pt x="2200960" y="893218"/>
                  </a:lnTo>
                  <a:lnTo>
                    <a:pt x="2237041" y="926744"/>
                  </a:lnTo>
                  <a:lnTo>
                    <a:pt x="2273123" y="960707"/>
                  </a:lnTo>
                  <a:lnTo>
                    <a:pt x="2309204" y="995061"/>
                  </a:lnTo>
                  <a:lnTo>
                    <a:pt x="2345285" y="1029757"/>
                  </a:lnTo>
                  <a:lnTo>
                    <a:pt x="2381367" y="1064744"/>
                  </a:lnTo>
                  <a:lnTo>
                    <a:pt x="2417448" y="1099970"/>
                  </a:lnTo>
                  <a:lnTo>
                    <a:pt x="2453529" y="1135381"/>
                  </a:lnTo>
                  <a:lnTo>
                    <a:pt x="2489611" y="1170922"/>
                  </a:lnTo>
                  <a:lnTo>
                    <a:pt x="2525692" y="1206536"/>
                  </a:lnTo>
                  <a:lnTo>
                    <a:pt x="2561773" y="1242167"/>
                  </a:lnTo>
                  <a:lnTo>
                    <a:pt x="2597854" y="1277760"/>
                  </a:lnTo>
                  <a:lnTo>
                    <a:pt x="2633936" y="1313256"/>
                  </a:lnTo>
                  <a:lnTo>
                    <a:pt x="2670017" y="1348602"/>
                  </a:lnTo>
                  <a:lnTo>
                    <a:pt x="2706098" y="1383741"/>
                  </a:lnTo>
                  <a:lnTo>
                    <a:pt x="2742180" y="1418621"/>
                  </a:lnTo>
                  <a:lnTo>
                    <a:pt x="2778261" y="1453190"/>
                  </a:lnTo>
                  <a:lnTo>
                    <a:pt x="2814342" y="1487397"/>
                  </a:lnTo>
                  <a:lnTo>
                    <a:pt x="2850424" y="1521196"/>
                  </a:lnTo>
                </a:path>
              </a:pathLst>
            </a:custGeom>
            <a:ln w="27101" cap="flat">
              <a:solidFill>
                <a:srgbClr val="1F46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2" name="tx217">
              <a:extLst>
                <a:ext uri="{FF2B5EF4-FFF2-40B4-BE49-F238E27FC236}">
                  <a16:creationId xmlns:a16="http://schemas.microsoft.com/office/drawing/2014/main" id="{7685181F-C4D0-C737-5F4D-B1C9C83D5A39}"/>
                </a:ext>
              </a:extLst>
            </p:cNvPr>
            <p:cNvSpPr/>
            <p:nvPr/>
          </p:nvSpPr>
          <p:spPr>
            <a:xfrm>
              <a:off x="6552366" y="824834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953" name="tx218">
              <a:extLst>
                <a:ext uri="{FF2B5EF4-FFF2-40B4-BE49-F238E27FC236}">
                  <a16:creationId xmlns:a16="http://schemas.microsoft.com/office/drawing/2014/main" id="{EE28A169-D962-5198-26F2-634DF92106F6}"/>
                </a:ext>
              </a:extLst>
            </p:cNvPr>
            <p:cNvSpPr/>
            <p:nvPr/>
          </p:nvSpPr>
          <p:spPr>
            <a:xfrm>
              <a:off x="6552366" y="76160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954" name="tx219">
              <a:extLst>
                <a:ext uri="{FF2B5EF4-FFF2-40B4-BE49-F238E27FC236}">
                  <a16:creationId xmlns:a16="http://schemas.microsoft.com/office/drawing/2014/main" id="{E741BAD1-4D59-1835-ABC0-964DAA51A0A0}"/>
                </a:ext>
              </a:extLst>
            </p:cNvPr>
            <p:cNvSpPr/>
            <p:nvPr/>
          </p:nvSpPr>
          <p:spPr>
            <a:xfrm>
              <a:off x="6552366" y="698371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955" name="tx220">
              <a:extLst>
                <a:ext uri="{FF2B5EF4-FFF2-40B4-BE49-F238E27FC236}">
                  <a16:creationId xmlns:a16="http://schemas.microsoft.com/office/drawing/2014/main" id="{6E5B5AFC-EC42-618E-BB50-4DD1D0665B94}"/>
                </a:ext>
              </a:extLst>
            </p:cNvPr>
            <p:cNvSpPr/>
            <p:nvPr/>
          </p:nvSpPr>
          <p:spPr>
            <a:xfrm>
              <a:off x="6552366" y="635139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956" name="tx221">
              <a:extLst>
                <a:ext uri="{FF2B5EF4-FFF2-40B4-BE49-F238E27FC236}">
                  <a16:creationId xmlns:a16="http://schemas.microsoft.com/office/drawing/2014/main" id="{0A4E1E25-25FE-21BE-A863-C2833F95799B}"/>
                </a:ext>
              </a:extLst>
            </p:cNvPr>
            <p:cNvSpPr/>
            <p:nvPr/>
          </p:nvSpPr>
          <p:spPr>
            <a:xfrm>
              <a:off x="6552366" y="571907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57" name="tx222">
              <a:extLst>
                <a:ext uri="{FF2B5EF4-FFF2-40B4-BE49-F238E27FC236}">
                  <a16:creationId xmlns:a16="http://schemas.microsoft.com/office/drawing/2014/main" id="{43510EC4-E02F-8DCE-7610-E40EDCC396CD}"/>
                </a:ext>
              </a:extLst>
            </p:cNvPr>
            <p:cNvSpPr/>
            <p:nvPr/>
          </p:nvSpPr>
          <p:spPr>
            <a:xfrm>
              <a:off x="8245456" y="8477443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58" name="tx223">
              <a:extLst>
                <a:ext uri="{FF2B5EF4-FFF2-40B4-BE49-F238E27FC236}">
                  <a16:creationId xmlns:a16="http://schemas.microsoft.com/office/drawing/2014/main" id="{1A16410F-B42A-8AD6-A81B-E066D973B3E0}"/>
                </a:ext>
              </a:extLst>
            </p:cNvPr>
            <p:cNvSpPr/>
            <p:nvPr/>
          </p:nvSpPr>
          <p:spPr>
            <a:xfrm>
              <a:off x="9660309" y="847744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59" name="tx224">
              <a:extLst>
                <a:ext uri="{FF2B5EF4-FFF2-40B4-BE49-F238E27FC236}">
                  <a16:creationId xmlns:a16="http://schemas.microsoft.com/office/drawing/2014/main" id="{91A8BE23-BE50-7DC0-9031-1FBFC0FC7092}"/>
                </a:ext>
              </a:extLst>
            </p:cNvPr>
            <p:cNvSpPr/>
            <p:nvPr/>
          </p:nvSpPr>
          <p:spPr>
            <a:xfrm>
              <a:off x="8239396" y="8615747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960" name="tx225">
              <a:extLst>
                <a:ext uri="{FF2B5EF4-FFF2-40B4-BE49-F238E27FC236}">
                  <a16:creationId xmlns:a16="http://schemas.microsoft.com/office/drawing/2014/main" id="{6BD35EE4-9AE2-69FA-B133-917A1C8D944F}"/>
                </a:ext>
              </a:extLst>
            </p:cNvPr>
            <p:cNvSpPr/>
            <p:nvPr/>
          </p:nvSpPr>
          <p:spPr>
            <a:xfrm rot="16200000">
              <a:off x="6189668" y="6973698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970" name="tx235">
              <a:extLst>
                <a:ext uri="{FF2B5EF4-FFF2-40B4-BE49-F238E27FC236}">
                  <a16:creationId xmlns:a16="http://schemas.microsoft.com/office/drawing/2014/main" id="{0BE94774-C8C1-4B76-7B56-064C098D4CE7}"/>
                </a:ext>
              </a:extLst>
            </p:cNvPr>
            <p:cNvSpPr/>
            <p:nvPr/>
          </p:nvSpPr>
          <p:spPr>
            <a:xfrm>
              <a:off x="6801294" y="5159349"/>
              <a:ext cx="337980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(F)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 Current and Future Treatments vs </a:t>
              </a:r>
            </a:p>
          </p:txBody>
        </p:sp>
        <p:sp>
          <p:nvSpPr>
            <p:cNvPr id="971" name="tx236">
              <a:extLst>
                <a:ext uri="{FF2B5EF4-FFF2-40B4-BE49-F238E27FC236}">
                  <a16:creationId xmlns:a16="http://schemas.microsoft.com/office/drawing/2014/main" id="{8A7C7645-ED2B-C0EE-D4BC-A2B4A9755799}"/>
                </a:ext>
              </a:extLst>
            </p:cNvPr>
            <p:cNvSpPr/>
            <p:nvPr/>
          </p:nvSpPr>
          <p:spPr>
            <a:xfrm>
              <a:off x="6899750" y="5342229"/>
              <a:ext cx="1769181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E62D444-7F16-8B58-F321-CBC797E67CC5}"/>
              </a:ext>
            </a:extLst>
          </p:cNvPr>
          <p:cNvGrpSpPr/>
          <p:nvPr/>
        </p:nvGrpSpPr>
        <p:grpSpPr>
          <a:xfrm>
            <a:off x="6172200" y="1529408"/>
            <a:ext cx="4869114" cy="3559769"/>
            <a:chOff x="6172200" y="1529408"/>
            <a:chExt cx="4869114" cy="3559769"/>
          </a:xfrm>
        </p:grpSpPr>
        <p:sp>
          <p:nvSpPr>
            <p:cNvPr id="1317" name="pl5">
              <a:extLst>
                <a:ext uri="{FF2B5EF4-FFF2-40B4-BE49-F238E27FC236}">
                  <a16:creationId xmlns:a16="http://schemas.microsoft.com/office/drawing/2014/main" id="{8E8FAC98-6798-FFA9-638F-95359CF66CCC}"/>
                </a:ext>
              </a:extLst>
            </p:cNvPr>
            <p:cNvSpPr/>
            <p:nvPr/>
          </p:nvSpPr>
          <p:spPr>
            <a:xfrm>
              <a:off x="6641157" y="4316782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l6">
              <a:extLst>
                <a:ext uri="{FF2B5EF4-FFF2-40B4-BE49-F238E27FC236}">
                  <a16:creationId xmlns:a16="http://schemas.microsoft.com/office/drawing/2014/main" id="{1F86BE82-5B7C-89CD-D7B8-4132B9353065}"/>
                </a:ext>
              </a:extLst>
            </p:cNvPr>
            <p:cNvSpPr/>
            <p:nvPr/>
          </p:nvSpPr>
          <p:spPr>
            <a:xfrm>
              <a:off x="6641157" y="3643317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l7">
              <a:extLst>
                <a:ext uri="{FF2B5EF4-FFF2-40B4-BE49-F238E27FC236}">
                  <a16:creationId xmlns:a16="http://schemas.microsoft.com/office/drawing/2014/main" id="{B2B4CE5D-523C-825E-59A9-AFCE09EFA39C}"/>
                </a:ext>
              </a:extLst>
            </p:cNvPr>
            <p:cNvSpPr/>
            <p:nvPr/>
          </p:nvSpPr>
          <p:spPr>
            <a:xfrm>
              <a:off x="6641157" y="2969853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l8">
              <a:extLst>
                <a:ext uri="{FF2B5EF4-FFF2-40B4-BE49-F238E27FC236}">
                  <a16:creationId xmlns:a16="http://schemas.microsoft.com/office/drawing/2014/main" id="{765DA82B-8A1E-A56E-B736-659FAEE34AFF}"/>
                </a:ext>
              </a:extLst>
            </p:cNvPr>
            <p:cNvSpPr/>
            <p:nvPr/>
          </p:nvSpPr>
          <p:spPr>
            <a:xfrm>
              <a:off x="6641157" y="2296388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l9">
              <a:extLst>
                <a:ext uri="{FF2B5EF4-FFF2-40B4-BE49-F238E27FC236}">
                  <a16:creationId xmlns:a16="http://schemas.microsoft.com/office/drawing/2014/main" id="{4B64870A-5232-22F5-FABA-B845C7577350}"/>
                </a:ext>
              </a:extLst>
            </p:cNvPr>
            <p:cNvSpPr/>
            <p:nvPr/>
          </p:nvSpPr>
          <p:spPr>
            <a:xfrm>
              <a:off x="7507945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l10">
              <a:extLst>
                <a:ext uri="{FF2B5EF4-FFF2-40B4-BE49-F238E27FC236}">
                  <a16:creationId xmlns:a16="http://schemas.microsoft.com/office/drawing/2014/main" id="{3F991CE6-8677-5E37-6EBC-6DF82812DDB9}"/>
                </a:ext>
              </a:extLst>
            </p:cNvPr>
            <p:cNvSpPr/>
            <p:nvPr/>
          </p:nvSpPr>
          <p:spPr>
            <a:xfrm>
              <a:off x="8841259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l11">
              <a:extLst>
                <a:ext uri="{FF2B5EF4-FFF2-40B4-BE49-F238E27FC236}">
                  <a16:creationId xmlns:a16="http://schemas.microsoft.com/office/drawing/2014/main" id="{9653295A-1B7D-61DC-7769-EAA24E3824E8}"/>
                </a:ext>
              </a:extLst>
            </p:cNvPr>
            <p:cNvSpPr/>
            <p:nvPr/>
          </p:nvSpPr>
          <p:spPr>
            <a:xfrm>
              <a:off x="10174571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l12">
              <a:extLst>
                <a:ext uri="{FF2B5EF4-FFF2-40B4-BE49-F238E27FC236}">
                  <a16:creationId xmlns:a16="http://schemas.microsoft.com/office/drawing/2014/main" id="{74A28F93-7FC0-FFF9-F29F-25397134EEF3}"/>
                </a:ext>
              </a:extLst>
            </p:cNvPr>
            <p:cNvSpPr/>
            <p:nvPr/>
          </p:nvSpPr>
          <p:spPr>
            <a:xfrm>
              <a:off x="6641157" y="4653515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l13">
              <a:extLst>
                <a:ext uri="{FF2B5EF4-FFF2-40B4-BE49-F238E27FC236}">
                  <a16:creationId xmlns:a16="http://schemas.microsoft.com/office/drawing/2014/main" id="{95CF0D66-BC2F-7405-0724-04B8EC689743}"/>
                </a:ext>
              </a:extLst>
            </p:cNvPr>
            <p:cNvSpPr/>
            <p:nvPr/>
          </p:nvSpPr>
          <p:spPr>
            <a:xfrm>
              <a:off x="6641157" y="3980050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l14">
              <a:extLst>
                <a:ext uri="{FF2B5EF4-FFF2-40B4-BE49-F238E27FC236}">
                  <a16:creationId xmlns:a16="http://schemas.microsoft.com/office/drawing/2014/main" id="{6D29D163-3364-167E-7FEC-338AC9783264}"/>
                </a:ext>
              </a:extLst>
            </p:cNvPr>
            <p:cNvSpPr/>
            <p:nvPr/>
          </p:nvSpPr>
          <p:spPr>
            <a:xfrm>
              <a:off x="6641157" y="3306585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l15">
              <a:extLst>
                <a:ext uri="{FF2B5EF4-FFF2-40B4-BE49-F238E27FC236}">
                  <a16:creationId xmlns:a16="http://schemas.microsoft.com/office/drawing/2014/main" id="{10286DCE-361D-F5CA-7F8E-4337C81ACE16}"/>
                </a:ext>
              </a:extLst>
            </p:cNvPr>
            <p:cNvSpPr/>
            <p:nvPr/>
          </p:nvSpPr>
          <p:spPr>
            <a:xfrm>
              <a:off x="6641157" y="2633120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l16">
              <a:extLst>
                <a:ext uri="{FF2B5EF4-FFF2-40B4-BE49-F238E27FC236}">
                  <a16:creationId xmlns:a16="http://schemas.microsoft.com/office/drawing/2014/main" id="{BC61550C-8358-2750-16D0-FE094A9F2A39}"/>
                </a:ext>
              </a:extLst>
            </p:cNvPr>
            <p:cNvSpPr/>
            <p:nvPr/>
          </p:nvSpPr>
          <p:spPr>
            <a:xfrm>
              <a:off x="6641157" y="1959655"/>
              <a:ext cx="4400157" cy="0"/>
            </a:xfrm>
            <a:custGeom>
              <a:avLst/>
              <a:gdLst/>
              <a:ahLst/>
              <a:cxnLst/>
              <a:rect l="0" t="0" r="0" b="0"/>
              <a:pathLst>
                <a:path w="4170972">
                  <a:moveTo>
                    <a:pt x="0" y="0"/>
                  </a:moveTo>
                  <a:lnTo>
                    <a:pt x="4170972" y="0"/>
                  </a:lnTo>
                  <a:lnTo>
                    <a:pt x="41709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l17">
              <a:extLst>
                <a:ext uri="{FF2B5EF4-FFF2-40B4-BE49-F238E27FC236}">
                  <a16:creationId xmlns:a16="http://schemas.microsoft.com/office/drawing/2014/main" id="{1849703B-DC47-BFDC-B95F-B0C19272EA63}"/>
                </a:ext>
              </a:extLst>
            </p:cNvPr>
            <p:cNvSpPr/>
            <p:nvPr/>
          </p:nvSpPr>
          <p:spPr>
            <a:xfrm>
              <a:off x="6841289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l18">
              <a:extLst>
                <a:ext uri="{FF2B5EF4-FFF2-40B4-BE49-F238E27FC236}">
                  <a16:creationId xmlns:a16="http://schemas.microsoft.com/office/drawing/2014/main" id="{66571791-B0BC-72C7-8428-A2E7B1EDC2C9}"/>
                </a:ext>
              </a:extLst>
            </p:cNvPr>
            <p:cNvSpPr/>
            <p:nvPr/>
          </p:nvSpPr>
          <p:spPr>
            <a:xfrm>
              <a:off x="8174602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l19">
              <a:extLst>
                <a:ext uri="{FF2B5EF4-FFF2-40B4-BE49-F238E27FC236}">
                  <a16:creationId xmlns:a16="http://schemas.microsoft.com/office/drawing/2014/main" id="{AAE9164B-07B6-ECC7-4B6A-3C02C913FAD0}"/>
                </a:ext>
              </a:extLst>
            </p:cNvPr>
            <p:cNvSpPr/>
            <p:nvPr/>
          </p:nvSpPr>
          <p:spPr>
            <a:xfrm>
              <a:off x="9507915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l20">
              <a:extLst>
                <a:ext uri="{FF2B5EF4-FFF2-40B4-BE49-F238E27FC236}">
                  <a16:creationId xmlns:a16="http://schemas.microsoft.com/office/drawing/2014/main" id="{3E42A2C4-4ACD-E03E-FF98-164CA634354E}"/>
                </a:ext>
              </a:extLst>
            </p:cNvPr>
            <p:cNvSpPr/>
            <p:nvPr/>
          </p:nvSpPr>
          <p:spPr>
            <a:xfrm>
              <a:off x="10841227" y="1824962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g143">
              <a:extLst>
                <a:ext uri="{FF2B5EF4-FFF2-40B4-BE49-F238E27FC236}">
                  <a16:creationId xmlns:a16="http://schemas.microsoft.com/office/drawing/2014/main" id="{8A155B8A-F321-4B1A-EE28-78B58DF84979}"/>
                </a:ext>
              </a:extLst>
            </p:cNvPr>
            <p:cNvSpPr/>
            <p:nvPr/>
          </p:nvSpPr>
          <p:spPr>
            <a:xfrm>
              <a:off x="7004248" y="3401615"/>
              <a:ext cx="2798693" cy="1291667"/>
            </a:xfrm>
            <a:custGeom>
              <a:avLst/>
              <a:gdLst/>
              <a:ahLst/>
              <a:cxnLst/>
              <a:rect l="0" t="0" r="0" b="0"/>
              <a:pathLst>
                <a:path w="3791792" h="2217292">
                  <a:moveTo>
                    <a:pt x="0" y="0"/>
                  </a:moveTo>
                  <a:lnTo>
                    <a:pt x="47997" y="35317"/>
                  </a:lnTo>
                  <a:lnTo>
                    <a:pt x="95994" y="72414"/>
                  </a:lnTo>
                  <a:lnTo>
                    <a:pt x="143992" y="111251"/>
                  </a:lnTo>
                  <a:lnTo>
                    <a:pt x="191989" y="151774"/>
                  </a:lnTo>
                  <a:lnTo>
                    <a:pt x="239986" y="193905"/>
                  </a:lnTo>
                  <a:lnTo>
                    <a:pt x="287984" y="237543"/>
                  </a:lnTo>
                  <a:lnTo>
                    <a:pt x="335981" y="282569"/>
                  </a:lnTo>
                  <a:lnTo>
                    <a:pt x="383979" y="328839"/>
                  </a:lnTo>
                  <a:lnTo>
                    <a:pt x="431976" y="376190"/>
                  </a:lnTo>
                  <a:lnTo>
                    <a:pt x="479973" y="424439"/>
                  </a:lnTo>
                  <a:lnTo>
                    <a:pt x="527971" y="473385"/>
                  </a:lnTo>
                  <a:lnTo>
                    <a:pt x="575968" y="522815"/>
                  </a:lnTo>
                  <a:lnTo>
                    <a:pt x="623965" y="572503"/>
                  </a:lnTo>
                  <a:lnTo>
                    <a:pt x="671963" y="622217"/>
                  </a:lnTo>
                  <a:lnTo>
                    <a:pt x="719960" y="671723"/>
                  </a:lnTo>
                  <a:lnTo>
                    <a:pt x="767958" y="720788"/>
                  </a:lnTo>
                  <a:lnTo>
                    <a:pt x="815955" y="769188"/>
                  </a:lnTo>
                  <a:lnTo>
                    <a:pt x="863952" y="816707"/>
                  </a:lnTo>
                  <a:lnTo>
                    <a:pt x="911950" y="863150"/>
                  </a:lnTo>
                  <a:lnTo>
                    <a:pt x="959947" y="908340"/>
                  </a:lnTo>
                  <a:lnTo>
                    <a:pt x="1007944" y="952123"/>
                  </a:lnTo>
                  <a:lnTo>
                    <a:pt x="1055942" y="994375"/>
                  </a:lnTo>
                  <a:lnTo>
                    <a:pt x="1103939" y="1034997"/>
                  </a:lnTo>
                  <a:lnTo>
                    <a:pt x="1151937" y="1073922"/>
                  </a:lnTo>
                  <a:lnTo>
                    <a:pt x="1199934" y="1111107"/>
                  </a:lnTo>
                  <a:lnTo>
                    <a:pt x="1247931" y="1146542"/>
                  </a:lnTo>
                  <a:lnTo>
                    <a:pt x="1295929" y="1180236"/>
                  </a:lnTo>
                  <a:lnTo>
                    <a:pt x="1343926" y="1212222"/>
                  </a:lnTo>
                  <a:lnTo>
                    <a:pt x="1391923" y="1242551"/>
                  </a:lnTo>
                  <a:lnTo>
                    <a:pt x="1439921" y="1271288"/>
                  </a:lnTo>
                  <a:lnTo>
                    <a:pt x="1487918" y="1298508"/>
                  </a:lnTo>
                  <a:lnTo>
                    <a:pt x="1535916" y="1324292"/>
                  </a:lnTo>
                  <a:lnTo>
                    <a:pt x="1583913" y="1348727"/>
                  </a:lnTo>
                  <a:lnTo>
                    <a:pt x="1631910" y="1371899"/>
                  </a:lnTo>
                  <a:lnTo>
                    <a:pt x="1679908" y="1393897"/>
                  </a:lnTo>
                  <a:lnTo>
                    <a:pt x="1727905" y="1414803"/>
                  </a:lnTo>
                  <a:lnTo>
                    <a:pt x="1775902" y="1434698"/>
                  </a:lnTo>
                  <a:lnTo>
                    <a:pt x="1823900" y="1453658"/>
                  </a:lnTo>
                  <a:lnTo>
                    <a:pt x="1871897" y="1471754"/>
                  </a:lnTo>
                  <a:lnTo>
                    <a:pt x="1919895" y="1489054"/>
                  </a:lnTo>
                  <a:lnTo>
                    <a:pt x="1967892" y="1505617"/>
                  </a:lnTo>
                  <a:lnTo>
                    <a:pt x="2015889" y="1521499"/>
                  </a:lnTo>
                  <a:lnTo>
                    <a:pt x="2063887" y="1536752"/>
                  </a:lnTo>
                  <a:lnTo>
                    <a:pt x="2111884" y="1551423"/>
                  </a:lnTo>
                  <a:lnTo>
                    <a:pt x="2159882" y="1565554"/>
                  </a:lnTo>
                  <a:lnTo>
                    <a:pt x="2207879" y="1579184"/>
                  </a:lnTo>
                  <a:lnTo>
                    <a:pt x="2255876" y="1592347"/>
                  </a:lnTo>
                  <a:lnTo>
                    <a:pt x="2303874" y="1605075"/>
                  </a:lnTo>
                  <a:lnTo>
                    <a:pt x="2351871" y="1617397"/>
                  </a:lnTo>
                  <a:lnTo>
                    <a:pt x="2399868" y="1629340"/>
                  </a:lnTo>
                  <a:lnTo>
                    <a:pt x="2447866" y="1640926"/>
                  </a:lnTo>
                  <a:lnTo>
                    <a:pt x="2495863" y="1652178"/>
                  </a:lnTo>
                  <a:lnTo>
                    <a:pt x="2543861" y="1663114"/>
                  </a:lnTo>
                  <a:lnTo>
                    <a:pt x="2591858" y="1673753"/>
                  </a:lnTo>
                  <a:lnTo>
                    <a:pt x="2639855" y="1684111"/>
                  </a:lnTo>
                  <a:lnTo>
                    <a:pt x="2687853" y="1694202"/>
                  </a:lnTo>
                  <a:lnTo>
                    <a:pt x="2735850" y="1704041"/>
                  </a:lnTo>
                  <a:lnTo>
                    <a:pt x="2783847" y="1713639"/>
                  </a:lnTo>
                  <a:lnTo>
                    <a:pt x="2831845" y="1723008"/>
                  </a:lnTo>
                  <a:lnTo>
                    <a:pt x="2879842" y="1732159"/>
                  </a:lnTo>
                  <a:lnTo>
                    <a:pt x="2927840" y="1741100"/>
                  </a:lnTo>
                  <a:lnTo>
                    <a:pt x="2975837" y="1749841"/>
                  </a:lnTo>
                  <a:lnTo>
                    <a:pt x="3023834" y="1758390"/>
                  </a:lnTo>
                  <a:lnTo>
                    <a:pt x="3071832" y="1766754"/>
                  </a:lnTo>
                  <a:lnTo>
                    <a:pt x="3119829" y="1774940"/>
                  </a:lnTo>
                  <a:lnTo>
                    <a:pt x="3167826" y="1782956"/>
                  </a:lnTo>
                  <a:lnTo>
                    <a:pt x="3215824" y="1790807"/>
                  </a:lnTo>
                  <a:lnTo>
                    <a:pt x="3263821" y="1798498"/>
                  </a:lnTo>
                  <a:lnTo>
                    <a:pt x="3311819" y="1806035"/>
                  </a:lnTo>
                  <a:lnTo>
                    <a:pt x="3359816" y="1813422"/>
                  </a:lnTo>
                  <a:lnTo>
                    <a:pt x="3407813" y="1820666"/>
                  </a:lnTo>
                  <a:lnTo>
                    <a:pt x="3455811" y="1827768"/>
                  </a:lnTo>
                  <a:lnTo>
                    <a:pt x="3503808" y="1834735"/>
                  </a:lnTo>
                  <a:lnTo>
                    <a:pt x="3551805" y="1841570"/>
                  </a:lnTo>
                  <a:lnTo>
                    <a:pt x="3599803" y="1848275"/>
                  </a:lnTo>
                  <a:lnTo>
                    <a:pt x="3647800" y="1854856"/>
                  </a:lnTo>
                  <a:lnTo>
                    <a:pt x="3695798" y="1861314"/>
                  </a:lnTo>
                  <a:lnTo>
                    <a:pt x="3743795" y="1867654"/>
                  </a:lnTo>
                  <a:lnTo>
                    <a:pt x="3791792" y="1873878"/>
                  </a:lnTo>
                  <a:lnTo>
                    <a:pt x="3791792" y="2217292"/>
                  </a:lnTo>
                  <a:lnTo>
                    <a:pt x="3743795" y="2216848"/>
                  </a:lnTo>
                  <a:lnTo>
                    <a:pt x="3695798" y="2216361"/>
                  </a:lnTo>
                  <a:lnTo>
                    <a:pt x="3647800" y="2215826"/>
                  </a:lnTo>
                  <a:lnTo>
                    <a:pt x="3599803" y="2215239"/>
                  </a:lnTo>
                  <a:lnTo>
                    <a:pt x="3551805" y="2214595"/>
                  </a:lnTo>
                  <a:lnTo>
                    <a:pt x="3503808" y="2213888"/>
                  </a:lnTo>
                  <a:lnTo>
                    <a:pt x="3455811" y="2213114"/>
                  </a:lnTo>
                  <a:lnTo>
                    <a:pt x="3407813" y="2212265"/>
                  </a:lnTo>
                  <a:lnTo>
                    <a:pt x="3359816" y="2211334"/>
                  </a:lnTo>
                  <a:lnTo>
                    <a:pt x="3311819" y="2210315"/>
                  </a:lnTo>
                  <a:lnTo>
                    <a:pt x="3263821" y="2209197"/>
                  </a:lnTo>
                  <a:lnTo>
                    <a:pt x="3215824" y="2207974"/>
                  </a:lnTo>
                  <a:lnTo>
                    <a:pt x="3167826" y="2206634"/>
                  </a:lnTo>
                  <a:lnTo>
                    <a:pt x="3119829" y="2205167"/>
                  </a:lnTo>
                  <a:lnTo>
                    <a:pt x="3071832" y="2203562"/>
                  </a:lnTo>
                  <a:lnTo>
                    <a:pt x="3023834" y="2201806"/>
                  </a:lnTo>
                  <a:lnTo>
                    <a:pt x="2975837" y="2199886"/>
                  </a:lnTo>
                  <a:lnTo>
                    <a:pt x="2927840" y="2197788"/>
                  </a:lnTo>
                  <a:lnTo>
                    <a:pt x="2879842" y="2195495"/>
                  </a:lnTo>
                  <a:lnTo>
                    <a:pt x="2831845" y="2192992"/>
                  </a:lnTo>
                  <a:lnTo>
                    <a:pt x="2783847" y="2190260"/>
                  </a:lnTo>
                  <a:lnTo>
                    <a:pt x="2735850" y="2187280"/>
                  </a:lnTo>
                  <a:lnTo>
                    <a:pt x="2687853" y="2184031"/>
                  </a:lnTo>
                  <a:lnTo>
                    <a:pt x="2639855" y="2180492"/>
                  </a:lnTo>
                  <a:lnTo>
                    <a:pt x="2591858" y="2176639"/>
                  </a:lnTo>
                  <a:lnTo>
                    <a:pt x="2543861" y="2172449"/>
                  </a:lnTo>
                  <a:lnTo>
                    <a:pt x="2495863" y="2167894"/>
                  </a:lnTo>
                  <a:lnTo>
                    <a:pt x="2447866" y="2162949"/>
                  </a:lnTo>
                  <a:lnTo>
                    <a:pt x="2399868" y="2157585"/>
                  </a:lnTo>
                  <a:lnTo>
                    <a:pt x="2351871" y="2151772"/>
                  </a:lnTo>
                  <a:lnTo>
                    <a:pt x="2303874" y="2145482"/>
                  </a:lnTo>
                  <a:lnTo>
                    <a:pt x="2255876" y="2138683"/>
                  </a:lnTo>
                  <a:lnTo>
                    <a:pt x="2207879" y="2131344"/>
                  </a:lnTo>
                  <a:lnTo>
                    <a:pt x="2159882" y="2123436"/>
                  </a:lnTo>
                  <a:lnTo>
                    <a:pt x="2111884" y="2114926"/>
                  </a:lnTo>
                  <a:lnTo>
                    <a:pt x="2063887" y="2105787"/>
                  </a:lnTo>
                  <a:lnTo>
                    <a:pt x="2015889" y="2095991"/>
                  </a:lnTo>
                  <a:lnTo>
                    <a:pt x="1967892" y="2085513"/>
                  </a:lnTo>
                  <a:lnTo>
                    <a:pt x="1919895" y="2074330"/>
                  </a:lnTo>
                  <a:lnTo>
                    <a:pt x="1871897" y="2062425"/>
                  </a:lnTo>
                  <a:lnTo>
                    <a:pt x="1823900" y="2049785"/>
                  </a:lnTo>
                  <a:lnTo>
                    <a:pt x="1775902" y="2036403"/>
                  </a:lnTo>
                  <a:lnTo>
                    <a:pt x="1727905" y="2022279"/>
                  </a:lnTo>
                  <a:lnTo>
                    <a:pt x="1679908" y="2007422"/>
                  </a:lnTo>
                  <a:lnTo>
                    <a:pt x="1631910" y="1991847"/>
                  </a:lnTo>
                  <a:lnTo>
                    <a:pt x="1583913" y="1975582"/>
                  </a:lnTo>
                  <a:lnTo>
                    <a:pt x="1535916" y="1958661"/>
                  </a:lnTo>
                  <a:lnTo>
                    <a:pt x="1487918" y="1941130"/>
                  </a:lnTo>
                  <a:lnTo>
                    <a:pt x="1439921" y="1923045"/>
                  </a:lnTo>
                  <a:lnTo>
                    <a:pt x="1391923" y="1904469"/>
                  </a:lnTo>
                  <a:lnTo>
                    <a:pt x="1343926" y="1885472"/>
                  </a:lnTo>
                  <a:lnTo>
                    <a:pt x="1295929" y="1866132"/>
                  </a:lnTo>
                  <a:lnTo>
                    <a:pt x="1247931" y="1846527"/>
                  </a:lnTo>
                  <a:lnTo>
                    <a:pt x="1199934" y="1826740"/>
                  </a:lnTo>
                  <a:lnTo>
                    <a:pt x="1151937" y="1806848"/>
                  </a:lnTo>
                  <a:lnTo>
                    <a:pt x="1103939" y="1786928"/>
                  </a:lnTo>
                  <a:lnTo>
                    <a:pt x="1055942" y="1767050"/>
                  </a:lnTo>
                  <a:lnTo>
                    <a:pt x="1007944" y="1747276"/>
                  </a:lnTo>
                  <a:lnTo>
                    <a:pt x="959947" y="1727660"/>
                  </a:lnTo>
                  <a:lnTo>
                    <a:pt x="911950" y="1708245"/>
                  </a:lnTo>
                  <a:lnTo>
                    <a:pt x="863952" y="1689066"/>
                  </a:lnTo>
                  <a:lnTo>
                    <a:pt x="815955" y="1670149"/>
                  </a:lnTo>
                  <a:lnTo>
                    <a:pt x="767958" y="1651511"/>
                  </a:lnTo>
                  <a:lnTo>
                    <a:pt x="719960" y="1633162"/>
                  </a:lnTo>
                  <a:lnTo>
                    <a:pt x="671963" y="1615105"/>
                  </a:lnTo>
                  <a:lnTo>
                    <a:pt x="623965" y="1597338"/>
                  </a:lnTo>
                  <a:lnTo>
                    <a:pt x="575968" y="1579855"/>
                  </a:lnTo>
                  <a:lnTo>
                    <a:pt x="527971" y="1562647"/>
                  </a:lnTo>
                  <a:lnTo>
                    <a:pt x="479973" y="1545702"/>
                  </a:lnTo>
                  <a:lnTo>
                    <a:pt x="431976" y="1529006"/>
                  </a:lnTo>
                  <a:lnTo>
                    <a:pt x="383979" y="1512546"/>
                  </a:lnTo>
                  <a:lnTo>
                    <a:pt x="335981" y="1496305"/>
                  </a:lnTo>
                  <a:lnTo>
                    <a:pt x="287984" y="1480271"/>
                  </a:lnTo>
                  <a:lnTo>
                    <a:pt x="239986" y="1464426"/>
                  </a:lnTo>
                  <a:lnTo>
                    <a:pt x="191989" y="1448758"/>
                  </a:lnTo>
                  <a:lnTo>
                    <a:pt x="143992" y="1433253"/>
                  </a:lnTo>
                  <a:lnTo>
                    <a:pt x="95994" y="1417898"/>
                  </a:lnTo>
                  <a:lnTo>
                    <a:pt x="47997" y="1402679"/>
                  </a:lnTo>
                  <a:lnTo>
                    <a:pt x="0" y="1387587"/>
                  </a:lnTo>
                  <a:close/>
                </a:path>
              </a:pathLst>
            </a:custGeom>
            <a:solidFill>
              <a:srgbClr val="CDCCCC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56" name="pl144">
              <a:extLst>
                <a:ext uri="{FF2B5EF4-FFF2-40B4-BE49-F238E27FC236}">
                  <a16:creationId xmlns:a16="http://schemas.microsoft.com/office/drawing/2014/main" id="{A934B3F0-6F02-C4BF-2ED0-ED14DBA981ED}"/>
                </a:ext>
              </a:extLst>
            </p:cNvPr>
            <p:cNvSpPr/>
            <p:nvPr/>
          </p:nvSpPr>
          <p:spPr>
            <a:xfrm>
              <a:off x="6841164" y="2431712"/>
              <a:ext cx="4000142" cy="1873878"/>
            </a:xfrm>
            <a:custGeom>
              <a:avLst/>
              <a:gdLst/>
              <a:ahLst/>
              <a:cxnLst/>
              <a:rect l="0" t="0" r="0" b="0"/>
              <a:pathLst>
                <a:path w="3791792" h="1873878">
                  <a:moveTo>
                    <a:pt x="0" y="0"/>
                  </a:moveTo>
                  <a:lnTo>
                    <a:pt x="47997" y="35317"/>
                  </a:lnTo>
                  <a:lnTo>
                    <a:pt x="95994" y="72414"/>
                  </a:lnTo>
                  <a:lnTo>
                    <a:pt x="143992" y="111251"/>
                  </a:lnTo>
                  <a:lnTo>
                    <a:pt x="191989" y="151774"/>
                  </a:lnTo>
                  <a:lnTo>
                    <a:pt x="239986" y="193905"/>
                  </a:lnTo>
                  <a:lnTo>
                    <a:pt x="287984" y="237543"/>
                  </a:lnTo>
                  <a:lnTo>
                    <a:pt x="335981" y="282569"/>
                  </a:lnTo>
                  <a:lnTo>
                    <a:pt x="383979" y="328839"/>
                  </a:lnTo>
                  <a:lnTo>
                    <a:pt x="431976" y="376190"/>
                  </a:lnTo>
                  <a:lnTo>
                    <a:pt x="479973" y="424439"/>
                  </a:lnTo>
                  <a:lnTo>
                    <a:pt x="527971" y="473385"/>
                  </a:lnTo>
                  <a:lnTo>
                    <a:pt x="575968" y="522815"/>
                  </a:lnTo>
                  <a:lnTo>
                    <a:pt x="623965" y="572503"/>
                  </a:lnTo>
                  <a:lnTo>
                    <a:pt x="671963" y="622217"/>
                  </a:lnTo>
                  <a:lnTo>
                    <a:pt x="719960" y="671723"/>
                  </a:lnTo>
                  <a:lnTo>
                    <a:pt x="767958" y="720788"/>
                  </a:lnTo>
                  <a:lnTo>
                    <a:pt x="815955" y="769188"/>
                  </a:lnTo>
                  <a:lnTo>
                    <a:pt x="863952" y="816707"/>
                  </a:lnTo>
                  <a:lnTo>
                    <a:pt x="911950" y="863150"/>
                  </a:lnTo>
                  <a:lnTo>
                    <a:pt x="959947" y="908340"/>
                  </a:lnTo>
                  <a:lnTo>
                    <a:pt x="1007944" y="952123"/>
                  </a:lnTo>
                  <a:lnTo>
                    <a:pt x="1055942" y="994375"/>
                  </a:lnTo>
                  <a:lnTo>
                    <a:pt x="1103939" y="1034997"/>
                  </a:lnTo>
                  <a:lnTo>
                    <a:pt x="1151937" y="1073922"/>
                  </a:lnTo>
                  <a:lnTo>
                    <a:pt x="1199934" y="1111107"/>
                  </a:lnTo>
                  <a:lnTo>
                    <a:pt x="1247931" y="1146542"/>
                  </a:lnTo>
                  <a:lnTo>
                    <a:pt x="1295929" y="1180236"/>
                  </a:lnTo>
                  <a:lnTo>
                    <a:pt x="1343926" y="1212222"/>
                  </a:lnTo>
                  <a:lnTo>
                    <a:pt x="1391923" y="1242551"/>
                  </a:lnTo>
                  <a:lnTo>
                    <a:pt x="1439921" y="1271288"/>
                  </a:lnTo>
                  <a:lnTo>
                    <a:pt x="1487918" y="1298508"/>
                  </a:lnTo>
                  <a:lnTo>
                    <a:pt x="1535916" y="1324292"/>
                  </a:lnTo>
                  <a:lnTo>
                    <a:pt x="1583913" y="1348727"/>
                  </a:lnTo>
                  <a:lnTo>
                    <a:pt x="1631910" y="1371899"/>
                  </a:lnTo>
                  <a:lnTo>
                    <a:pt x="1679908" y="1393897"/>
                  </a:lnTo>
                  <a:lnTo>
                    <a:pt x="1727905" y="1414803"/>
                  </a:lnTo>
                  <a:lnTo>
                    <a:pt x="1775902" y="1434698"/>
                  </a:lnTo>
                  <a:lnTo>
                    <a:pt x="1823900" y="1453658"/>
                  </a:lnTo>
                  <a:lnTo>
                    <a:pt x="1871897" y="1471754"/>
                  </a:lnTo>
                  <a:lnTo>
                    <a:pt x="1919895" y="1489054"/>
                  </a:lnTo>
                  <a:lnTo>
                    <a:pt x="1967892" y="1505617"/>
                  </a:lnTo>
                  <a:lnTo>
                    <a:pt x="2015889" y="1521499"/>
                  </a:lnTo>
                  <a:lnTo>
                    <a:pt x="2063887" y="1536752"/>
                  </a:lnTo>
                  <a:lnTo>
                    <a:pt x="2111884" y="1551423"/>
                  </a:lnTo>
                  <a:lnTo>
                    <a:pt x="2159882" y="1565554"/>
                  </a:lnTo>
                  <a:lnTo>
                    <a:pt x="2207879" y="1579184"/>
                  </a:lnTo>
                  <a:lnTo>
                    <a:pt x="2255876" y="1592347"/>
                  </a:lnTo>
                  <a:lnTo>
                    <a:pt x="2303874" y="1605075"/>
                  </a:lnTo>
                  <a:lnTo>
                    <a:pt x="2351871" y="1617397"/>
                  </a:lnTo>
                  <a:lnTo>
                    <a:pt x="2399868" y="1629340"/>
                  </a:lnTo>
                  <a:lnTo>
                    <a:pt x="2447866" y="1640926"/>
                  </a:lnTo>
                  <a:lnTo>
                    <a:pt x="2495863" y="1652178"/>
                  </a:lnTo>
                  <a:lnTo>
                    <a:pt x="2543861" y="1663114"/>
                  </a:lnTo>
                  <a:lnTo>
                    <a:pt x="2591858" y="1673753"/>
                  </a:lnTo>
                  <a:lnTo>
                    <a:pt x="2639855" y="1684111"/>
                  </a:lnTo>
                  <a:lnTo>
                    <a:pt x="2687853" y="1694202"/>
                  </a:lnTo>
                  <a:lnTo>
                    <a:pt x="2735850" y="1704041"/>
                  </a:lnTo>
                  <a:lnTo>
                    <a:pt x="2783847" y="1713639"/>
                  </a:lnTo>
                  <a:lnTo>
                    <a:pt x="2831845" y="1723008"/>
                  </a:lnTo>
                  <a:lnTo>
                    <a:pt x="2879842" y="1732159"/>
                  </a:lnTo>
                  <a:lnTo>
                    <a:pt x="2927840" y="1741100"/>
                  </a:lnTo>
                  <a:lnTo>
                    <a:pt x="2975837" y="1749841"/>
                  </a:lnTo>
                  <a:lnTo>
                    <a:pt x="3023834" y="1758390"/>
                  </a:lnTo>
                  <a:lnTo>
                    <a:pt x="3071832" y="1766754"/>
                  </a:lnTo>
                  <a:lnTo>
                    <a:pt x="3119829" y="1774940"/>
                  </a:lnTo>
                  <a:lnTo>
                    <a:pt x="3167826" y="1782956"/>
                  </a:lnTo>
                  <a:lnTo>
                    <a:pt x="3215824" y="1790807"/>
                  </a:lnTo>
                  <a:lnTo>
                    <a:pt x="3263821" y="1798498"/>
                  </a:lnTo>
                  <a:lnTo>
                    <a:pt x="3311819" y="1806035"/>
                  </a:lnTo>
                  <a:lnTo>
                    <a:pt x="3359816" y="1813422"/>
                  </a:lnTo>
                  <a:lnTo>
                    <a:pt x="3407813" y="1820666"/>
                  </a:lnTo>
                  <a:lnTo>
                    <a:pt x="3455811" y="1827768"/>
                  </a:lnTo>
                  <a:lnTo>
                    <a:pt x="3503808" y="1834735"/>
                  </a:lnTo>
                  <a:lnTo>
                    <a:pt x="3551805" y="1841570"/>
                  </a:lnTo>
                  <a:lnTo>
                    <a:pt x="3599803" y="1848275"/>
                  </a:lnTo>
                  <a:lnTo>
                    <a:pt x="3647800" y="1854856"/>
                  </a:lnTo>
                  <a:lnTo>
                    <a:pt x="3695798" y="1861314"/>
                  </a:lnTo>
                  <a:lnTo>
                    <a:pt x="3743795" y="1867654"/>
                  </a:lnTo>
                  <a:lnTo>
                    <a:pt x="3791792" y="1873878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57" name="pl145">
              <a:extLst>
                <a:ext uri="{FF2B5EF4-FFF2-40B4-BE49-F238E27FC236}">
                  <a16:creationId xmlns:a16="http://schemas.microsoft.com/office/drawing/2014/main" id="{424C33E3-7529-B571-750F-4A0BACDBBF65}"/>
                </a:ext>
              </a:extLst>
            </p:cNvPr>
            <p:cNvSpPr/>
            <p:nvPr/>
          </p:nvSpPr>
          <p:spPr>
            <a:xfrm>
              <a:off x="6841164" y="3819300"/>
              <a:ext cx="4000142" cy="829705"/>
            </a:xfrm>
            <a:custGeom>
              <a:avLst/>
              <a:gdLst/>
              <a:ahLst/>
              <a:cxnLst/>
              <a:rect l="0" t="0" r="0" b="0"/>
              <a:pathLst>
                <a:path w="3791792" h="829705">
                  <a:moveTo>
                    <a:pt x="3791792" y="829705"/>
                  </a:moveTo>
                  <a:lnTo>
                    <a:pt x="3743795" y="829261"/>
                  </a:lnTo>
                  <a:lnTo>
                    <a:pt x="3695798" y="828773"/>
                  </a:lnTo>
                  <a:lnTo>
                    <a:pt x="3647800" y="828238"/>
                  </a:lnTo>
                  <a:lnTo>
                    <a:pt x="3599803" y="827651"/>
                  </a:lnTo>
                  <a:lnTo>
                    <a:pt x="3551805" y="827007"/>
                  </a:lnTo>
                  <a:lnTo>
                    <a:pt x="3503808" y="826301"/>
                  </a:lnTo>
                  <a:lnTo>
                    <a:pt x="3455811" y="825527"/>
                  </a:lnTo>
                  <a:lnTo>
                    <a:pt x="3407813" y="824678"/>
                  </a:lnTo>
                  <a:lnTo>
                    <a:pt x="3359816" y="823747"/>
                  </a:lnTo>
                  <a:lnTo>
                    <a:pt x="3311819" y="822727"/>
                  </a:lnTo>
                  <a:lnTo>
                    <a:pt x="3263821" y="821610"/>
                  </a:lnTo>
                  <a:lnTo>
                    <a:pt x="3215824" y="820386"/>
                  </a:lnTo>
                  <a:lnTo>
                    <a:pt x="3167826" y="819046"/>
                  </a:lnTo>
                  <a:lnTo>
                    <a:pt x="3119829" y="817579"/>
                  </a:lnTo>
                  <a:lnTo>
                    <a:pt x="3071832" y="815974"/>
                  </a:lnTo>
                  <a:lnTo>
                    <a:pt x="3023834" y="814219"/>
                  </a:lnTo>
                  <a:lnTo>
                    <a:pt x="2975837" y="812299"/>
                  </a:lnTo>
                  <a:lnTo>
                    <a:pt x="2927840" y="810200"/>
                  </a:lnTo>
                  <a:lnTo>
                    <a:pt x="2879842" y="807908"/>
                  </a:lnTo>
                  <a:lnTo>
                    <a:pt x="2831845" y="805405"/>
                  </a:lnTo>
                  <a:lnTo>
                    <a:pt x="2783847" y="802672"/>
                  </a:lnTo>
                  <a:lnTo>
                    <a:pt x="2735850" y="799692"/>
                  </a:lnTo>
                  <a:lnTo>
                    <a:pt x="2687853" y="796444"/>
                  </a:lnTo>
                  <a:lnTo>
                    <a:pt x="2639855" y="792904"/>
                  </a:lnTo>
                  <a:lnTo>
                    <a:pt x="2591858" y="789052"/>
                  </a:lnTo>
                  <a:lnTo>
                    <a:pt x="2543861" y="784861"/>
                  </a:lnTo>
                  <a:lnTo>
                    <a:pt x="2495863" y="780307"/>
                  </a:lnTo>
                  <a:lnTo>
                    <a:pt x="2447866" y="775361"/>
                  </a:lnTo>
                  <a:lnTo>
                    <a:pt x="2399868" y="769997"/>
                  </a:lnTo>
                  <a:lnTo>
                    <a:pt x="2351871" y="764185"/>
                  </a:lnTo>
                  <a:lnTo>
                    <a:pt x="2303874" y="757895"/>
                  </a:lnTo>
                  <a:lnTo>
                    <a:pt x="2255876" y="751095"/>
                  </a:lnTo>
                  <a:lnTo>
                    <a:pt x="2207879" y="743757"/>
                  </a:lnTo>
                  <a:lnTo>
                    <a:pt x="2159882" y="735848"/>
                  </a:lnTo>
                  <a:lnTo>
                    <a:pt x="2111884" y="727339"/>
                  </a:lnTo>
                  <a:lnTo>
                    <a:pt x="2063887" y="718200"/>
                  </a:lnTo>
                  <a:lnTo>
                    <a:pt x="2015889" y="708404"/>
                  </a:lnTo>
                  <a:lnTo>
                    <a:pt x="1967892" y="697925"/>
                  </a:lnTo>
                  <a:lnTo>
                    <a:pt x="1919895" y="686742"/>
                  </a:lnTo>
                  <a:lnTo>
                    <a:pt x="1871897" y="674837"/>
                  </a:lnTo>
                  <a:lnTo>
                    <a:pt x="1823900" y="662197"/>
                  </a:lnTo>
                  <a:lnTo>
                    <a:pt x="1775902" y="648816"/>
                  </a:lnTo>
                  <a:lnTo>
                    <a:pt x="1727905" y="634692"/>
                  </a:lnTo>
                  <a:lnTo>
                    <a:pt x="1679908" y="619835"/>
                  </a:lnTo>
                  <a:lnTo>
                    <a:pt x="1631910" y="604260"/>
                  </a:lnTo>
                  <a:lnTo>
                    <a:pt x="1583913" y="587994"/>
                  </a:lnTo>
                  <a:lnTo>
                    <a:pt x="1535916" y="571074"/>
                  </a:lnTo>
                  <a:lnTo>
                    <a:pt x="1487918" y="553543"/>
                  </a:lnTo>
                  <a:lnTo>
                    <a:pt x="1439921" y="535458"/>
                  </a:lnTo>
                  <a:lnTo>
                    <a:pt x="1391923" y="516881"/>
                  </a:lnTo>
                  <a:lnTo>
                    <a:pt x="1343926" y="497885"/>
                  </a:lnTo>
                  <a:lnTo>
                    <a:pt x="1295929" y="478544"/>
                  </a:lnTo>
                  <a:lnTo>
                    <a:pt x="1247931" y="458940"/>
                  </a:lnTo>
                  <a:lnTo>
                    <a:pt x="1199934" y="439152"/>
                  </a:lnTo>
                  <a:lnTo>
                    <a:pt x="1151937" y="419261"/>
                  </a:lnTo>
                  <a:lnTo>
                    <a:pt x="1103939" y="399341"/>
                  </a:lnTo>
                  <a:lnTo>
                    <a:pt x="1055942" y="379463"/>
                  </a:lnTo>
                  <a:lnTo>
                    <a:pt x="1007944" y="359689"/>
                  </a:lnTo>
                  <a:lnTo>
                    <a:pt x="959947" y="340072"/>
                  </a:lnTo>
                  <a:lnTo>
                    <a:pt x="911950" y="320657"/>
                  </a:lnTo>
                  <a:lnTo>
                    <a:pt x="863952" y="301478"/>
                  </a:lnTo>
                  <a:lnTo>
                    <a:pt x="815955" y="282561"/>
                  </a:lnTo>
                  <a:lnTo>
                    <a:pt x="767958" y="263923"/>
                  </a:lnTo>
                  <a:lnTo>
                    <a:pt x="719960" y="245574"/>
                  </a:lnTo>
                  <a:lnTo>
                    <a:pt x="671963" y="227517"/>
                  </a:lnTo>
                  <a:lnTo>
                    <a:pt x="623965" y="209750"/>
                  </a:lnTo>
                  <a:lnTo>
                    <a:pt x="575968" y="192268"/>
                  </a:lnTo>
                  <a:lnTo>
                    <a:pt x="527971" y="175060"/>
                  </a:lnTo>
                  <a:lnTo>
                    <a:pt x="479973" y="158114"/>
                  </a:lnTo>
                  <a:lnTo>
                    <a:pt x="431976" y="141419"/>
                  </a:lnTo>
                  <a:lnTo>
                    <a:pt x="383979" y="124958"/>
                  </a:lnTo>
                  <a:lnTo>
                    <a:pt x="335981" y="108718"/>
                  </a:lnTo>
                  <a:lnTo>
                    <a:pt x="287984" y="92683"/>
                  </a:lnTo>
                  <a:lnTo>
                    <a:pt x="239986" y="76839"/>
                  </a:lnTo>
                  <a:lnTo>
                    <a:pt x="191989" y="61171"/>
                  </a:lnTo>
                  <a:lnTo>
                    <a:pt x="143992" y="45666"/>
                  </a:lnTo>
                  <a:lnTo>
                    <a:pt x="95994" y="30310"/>
                  </a:lnTo>
                  <a:lnTo>
                    <a:pt x="47997" y="1509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58" name="pl146">
              <a:extLst>
                <a:ext uri="{FF2B5EF4-FFF2-40B4-BE49-F238E27FC236}">
                  <a16:creationId xmlns:a16="http://schemas.microsoft.com/office/drawing/2014/main" id="{7FAD18C2-3350-BC5A-784F-CCA39782A35A}"/>
                </a:ext>
              </a:extLst>
            </p:cNvPr>
            <p:cNvSpPr/>
            <p:nvPr/>
          </p:nvSpPr>
          <p:spPr>
            <a:xfrm>
              <a:off x="7004249" y="3761659"/>
              <a:ext cx="2808311" cy="850032"/>
            </a:xfrm>
            <a:custGeom>
              <a:avLst/>
              <a:gdLst/>
              <a:ahLst/>
              <a:cxnLst/>
              <a:rect l="0" t="0" r="0" b="0"/>
              <a:pathLst>
                <a:path w="3791792" h="1553868">
                  <a:moveTo>
                    <a:pt x="0" y="0"/>
                  </a:moveTo>
                  <a:lnTo>
                    <a:pt x="47997" y="37433"/>
                  </a:lnTo>
                  <a:lnTo>
                    <a:pt x="95994" y="75204"/>
                  </a:lnTo>
                  <a:lnTo>
                    <a:pt x="143992" y="113254"/>
                  </a:lnTo>
                  <a:lnTo>
                    <a:pt x="191989" y="151524"/>
                  </a:lnTo>
                  <a:lnTo>
                    <a:pt x="239986" y="189953"/>
                  </a:lnTo>
                  <a:lnTo>
                    <a:pt x="287984" y="228478"/>
                  </a:lnTo>
                  <a:lnTo>
                    <a:pt x="335981" y="267036"/>
                  </a:lnTo>
                  <a:lnTo>
                    <a:pt x="383979" y="305564"/>
                  </a:lnTo>
                  <a:lnTo>
                    <a:pt x="431976" y="343999"/>
                  </a:lnTo>
                  <a:lnTo>
                    <a:pt x="479973" y="382279"/>
                  </a:lnTo>
                  <a:lnTo>
                    <a:pt x="527971" y="420343"/>
                  </a:lnTo>
                  <a:lnTo>
                    <a:pt x="575968" y="458130"/>
                  </a:lnTo>
                  <a:lnTo>
                    <a:pt x="623965" y="495582"/>
                  </a:lnTo>
                  <a:lnTo>
                    <a:pt x="671963" y="532643"/>
                  </a:lnTo>
                  <a:lnTo>
                    <a:pt x="719960" y="569260"/>
                  </a:lnTo>
                  <a:lnTo>
                    <a:pt x="767958" y="605382"/>
                  </a:lnTo>
                  <a:lnTo>
                    <a:pt x="815955" y="640960"/>
                  </a:lnTo>
                  <a:lnTo>
                    <a:pt x="863952" y="675950"/>
                  </a:lnTo>
                  <a:lnTo>
                    <a:pt x="911950" y="710310"/>
                  </a:lnTo>
                  <a:lnTo>
                    <a:pt x="959947" y="744004"/>
                  </a:lnTo>
                  <a:lnTo>
                    <a:pt x="1007944" y="776995"/>
                  </a:lnTo>
                  <a:lnTo>
                    <a:pt x="1055942" y="809254"/>
                  </a:lnTo>
                  <a:lnTo>
                    <a:pt x="1103939" y="840754"/>
                  </a:lnTo>
                  <a:lnTo>
                    <a:pt x="1151937" y="871471"/>
                  </a:lnTo>
                  <a:lnTo>
                    <a:pt x="1199934" y="901385"/>
                  </a:lnTo>
                  <a:lnTo>
                    <a:pt x="1247931" y="930482"/>
                  </a:lnTo>
                  <a:lnTo>
                    <a:pt x="1295929" y="958747"/>
                  </a:lnTo>
                  <a:lnTo>
                    <a:pt x="1343926" y="986173"/>
                  </a:lnTo>
                  <a:lnTo>
                    <a:pt x="1391923" y="1012752"/>
                  </a:lnTo>
                  <a:lnTo>
                    <a:pt x="1439921" y="1038481"/>
                  </a:lnTo>
                  <a:lnTo>
                    <a:pt x="1487918" y="1063362"/>
                  </a:lnTo>
                  <a:lnTo>
                    <a:pt x="1535916" y="1087396"/>
                  </a:lnTo>
                  <a:lnTo>
                    <a:pt x="1583913" y="1110588"/>
                  </a:lnTo>
                  <a:lnTo>
                    <a:pt x="1631910" y="1132947"/>
                  </a:lnTo>
                  <a:lnTo>
                    <a:pt x="1679908" y="1154480"/>
                  </a:lnTo>
                  <a:lnTo>
                    <a:pt x="1727905" y="1175200"/>
                  </a:lnTo>
                  <a:lnTo>
                    <a:pt x="1775902" y="1195121"/>
                  </a:lnTo>
                  <a:lnTo>
                    <a:pt x="1823900" y="1214256"/>
                  </a:lnTo>
                  <a:lnTo>
                    <a:pt x="1871897" y="1232621"/>
                  </a:lnTo>
                  <a:lnTo>
                    <a:pt x="1919895" y="1250235"/>
                  </a:lnTo>
                  <a:lnTo>
                    <a:pt x="1967892" y="1267114"/>
                  </a:lnTo>
                  <a:lnTo>
                    <a:pt x="2015889" y="1283278"/>
                  </a:lnTo>
                  <a:lnTo>
                    <a:pt x="2063887" y="1298747"/>
                  </a:lnTo>
                  <a:lnTo>
                    <a:pt x="2111884" y="1313541"/>
                  </a:lnTo>
                  <a:lnTo>
                    <a:pt x="2159882" y="1327680"/>
                  </a:lnTo>
                  <a:lnTo>
                    <a:pt x="2207879" y="1341186"/>
                  </a:lnTo>
                  <a:lnTo>
                    <a:pt x="2255876" y="1354078"/>
                  </a:lnTo>
                  <a:lnTo>
                    <a:pt x="2303874" y="1366379"/>
                  </a:lnTo>
                  <a:lnTo>
                    <a:pt x="2351871" y="1378110"/>
                  </a:lnTo>
                  <a:lnTo>
                    <a:pt x="2399868" y="1389290"/>
                  </a:lnTo>
                  <a:lnTo>
                    <a:pt x="2447866" y="1399941"/>
                  </a:lnTo>
                  <a:lnTo>
                    <a:pt x="2495863" y="1410084"/>
                  </a:lnTo>
                  <a:lnTo>
                    <a:pt x="2543861" y="1419738"/>
                  </a:lnTo>
                  <a:lnTo>
                    <a:pt x="2591858" y="1428923"/>
                  </a:lnTo>
                  <a:lnTo>
                    <a:pt x="2639855" y="1437659"/>
                  </a:lnTo>
                  <a:lnTo>
                    <a:pt x="2687853" y="1445965"/>
                  </a:lnTo>
                  <a:lnTo>
                    <a:pt x="2735850" y="1453858"/>
                  </a:lnTo>
                  <a:lnTo>
                    <a:pt x="2783847" y="1461357"/>
                  </a:lnTo>
                  <a:lnTo>
                    <a:pt x="2831845" y="1468480"/>
                  </a:lnTo>
                  <a:lnTo>
                    <a:pt x="2879842" y="1475242"/>
                  </a:lnTo>
                  <a:lnTo>
                    <a:pt x="2927840" y="1481662"/>
                  </a:lnTo>
                  <a:lnTo>
                    <a:pt x="2975837" y="1487753"/>
                  </a:lnTo>
                  <a:lnTo>
                    <a:pt x="3023834" y="1493532"/>
                  </a:lnTo>
                  <a:lnTo>
                    <a:pt x="3071832" y="1499013"/>
                  </a:lnTo>
                  <a:lnTo>
                    <a:pt x="3119829" y="1504210"/>
                  </a:lnTo>
                  <a:lnTo>
                    <a:pt x="3167826" y="1509137"/>
                  </a:lnTo>
                  <a:lnTo>
                    <a:pt x="3215824" y="1513807"/>
                  </a:lnTo>
                  <a:lnTo>
                    <a:pt x="3263821" y="1518233"/>
                  </a:lnTo>
                  <a:lnTo>
                    <a:pt x="3311819" y="1522426"/>
                  </a:lnTo>
                  <a:lnTo>
                    <a:pt x="3359816" y="1526398"/>
                  </a:lnTo>
                  <a:lnTo>
                    <a:pt x="3407813" y="1530161"/>
                  </a:lnTo>
                  <a:lnTo>
                    <a:pt x="3455811" y="1533723"/>
                  </a:lnTo>
                  <a:lnTo>
                    <a:pt x="3503808" y="1537097"/>
                  </a:lnTo>
                  <a:lnTo>
                    <a:pt x="3551805" y="1540290"/>
                  </a:lnTo>
                  <a:lnTo>
                    <a:pt x="3599803" y="1543313"/>
                  </a:lnTo>
                  <a:lnTo>
                    <a:pt x="3647800" y="1546174"/>
                  </a:lnTo>
                  <a:lnTo>
                    <a:pt x="3695798" y="1548882"/>
                  </a:lnTo>
                  <a:lnTo>
                    <a:pt x="3743795" y="1551444"/>
                  </a:lnTo>
                  <a:lnTo>
                    <a:pt x="3791792" y="1553868"/>
                  </a:lnTo>
                </a:path>
              </a:pathLst>
            </a:custGeom>
            <a:ln w="27101" cap="flat">
              <a:solidFill>
                <a:srgbClr val="CDCCCC"/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g147">
              <a:extLst>
                <a:ext uri="{FF2B5EF4-FFF2-40B4-BE49-F238E27FC236}">
                  <a16:creationId xmlns:a16="http://schemas.microsoft.com/office/drawing/2014/main" id="{DC53A93E-917E-1715-4B29-24258A99FFBE}"/>
                </a:ext>
              </a:extLst>
            </p:cNvPr>
            <p:cNvSpPr/>
            <p:nvPr/>
          </p:nvSpPr>
          <p:spPr>
            <a:xfrm flipV="1">
              <a:off x="6841183" y="2033464"/>
              <a:ext cx="4000115" cy="1008113"/>
            </a:xfrm>
            <a:custGeom>
              <a:avLst/>
              <a:gdLst/>
              <a:ahLst/>
              <a:cxnLst/>
              <a:rect l="0" t="0" r="0" b="0"/>
              <a:pathLst>
                <a:path w="3791766" h="1303943">
                  <a:moveTo>
                    <a:pt x="0" y="0"/>
                  </a:moveTo>
                  <a:lnTo>
                    <a:pt x="47997" y="5103"/>
                  </a:lnTo>
                  <a:lnTo>
                    <a:pt x="95994" y="10302"/>
                  </a:lnTo>
                  <a:lnTo>
                    <a:pt x="143991" y="15597"/>
                  </a:lnTo>
                  <a:lnTo>
                    <a:pt x="191988" y="20985"/>
                  </a:lnTo>
                  <a:lnTo>
                    <a:pt x="239985" y="26466"/>
                  </a:lnTo>
                  <a:lnTo>
                    <a:pt x="287982" y="32038"/>
                  </a:lnTo>
                  <a:lnTo>
                    <a:pt x="335979" y="37697"/>
                  </a:lnTo>
                  <a:lnTo>
                    <a:pt x="383976" y="43441"/>
                  </a:lnTo>
                  <a:lnTo>
                    <a:pt x="431973" y="49267"/>
                  </a:lnTo>
                  <a:lnTo>
                    <a:pt x="479970" y="55171"/>
                  </a:lnTo>
                  <a:lnTo>
                    <a:pt x="527967" y="61148"/>
                  </a:lnTo>
                  <a:lnTo>
                    <a:pt x="575964" y="67194"/>
                  </a:lnTo>
                  <a:lnTo>
                    <a:pt x="623961" y="73303"/>
                  </a:lnTo>
                  <a:lnTo>
                    <a:pt x="671958" y="79469"/>
                  </a:lnTo>
                  <a:lnTo>
                    <a:pt x="719955" y="85685"/>
                  </a:lnTo>
                  <a:lnTo>
                    <a:pt x="767952" y="91943"/>
                  </a:lnTo>
                  <a:lnTo>
                    <a:pt x="815949" y="98234"/>
                  </a:lnTo>
                  <a:lnTo>
                    <a:pt x="863946" y="104549"/>
                  </a:lnTo>
                  <a:lnTo>
                    <a:pt x="911943" y="110877"/>
                  </a:lnTo>
                  <a:lnTo>
                    <a:pt x="959940" y="117207"/>
                  </a:lnTo>
                  <a:lnTo>
                    <a:pt x="1007938" y="123526"/>
                  </a:lnTo>
                  <a:lnTo>
                    <a:pt x="1055935" y="129822"/>
                  </a:lnTo>
                  <a:lnTo>
                    <a:pt x="1103932" y="136078"/>
                  </a:lnTo>
                  <a:lnTo>
                    <a:pt x="1151929" y="142281"/>
                  </a:lnTo>
                  <a:lnTo>
                    <a:pt x="1199926" y="148412"/>
                  </a:lnTo>
                  <a:lnTo>
                    <a:pt x="1247923" y="154453"/>
                  </a:lnTo>
                  <a:lnTo>
                    <a:pt x="1295920" y="160387"/>
                  </a:lnTo>
                  <a:lnTo>
                    <a:pt x="1343917" y="166193"/>
                  </a:lnTo>
                  <a:lnTo>
                    <a:pt x="1391914" y="171850"/>
                  </a:lnTo>
                  <a:lnTo>
                    <a:pt x="1439911" y="177337"/>
                  </a:lnTo>
                  <a:lnTo>
                    <a:pt x="1487908" y="182633"/>
                  </a:lnTo>
                  <a:lnTo>
                    <a:pt x="1535905" y="187715"/>
                  </a:lnTo>
                  <a:lnTo>
                    <a:pt x="1583902" y="192562"/>
                  </a:lnTo>
                  <a:lnTo>
                    <a:pt x="1631899" y="197151"/>
                  </a:lnTo>
                  <a:lnTo>
                    <a:pt x="1679896" y="201462"/>
                  </a:lnTo>
                  <a:lnTo>
                    <a:pt x="1727893" y="205476"/>
                  </a:lnTo>
                  <a:lnTo>
                    <a:pt x="1775890" y="209172"/>
                  </a:lnTo>
                  <a:lnTo>
                    <a:pt x="1823887" y="212536"/>
                  </a:lnTo>
                  <a:lnTo>
                    <a:pt x="1871884" y="215552"/>
                  </a:lnTo>
                  <a:lnTo>
                    <a:pt x="1919881" y="218209"/>
                  </a:lnTo>
                  <a:lnTo>
                    <a:pt x="1967879" y="220496"/>
                  </a:lnTo>
                  <a:lnTo>
                    <a:pt x="2015876" y="222409"/>
                  </a:lnTo>
                  <a:lnTo>
                    <a:pt x="2063873" y="223942"/>
                  </a:lnTo>
                  <a:lnTo>
                    <a:pt x="2111870" y="225096"/>
                  </a:lnTo>
                  <a:lnTo>
                    <a:pt x="2159867" y="225874"/>
                  </a:lnTo>
                  <a:lnTo>
                    <a:pt x="2207864" y="226280"/>
                  </a:lnTo>
                  <a:lnTo>
                    <a:pt x="2255861" y="226322"/>
                  </a:lnTo>
                  <a:lnTo>
                    <a:pt x="2303858" y="226012"/>
                  </a:lnTo>
                  <a:lnTo>
                    <a:pt x="2351855" y="225360"/>
                  </a:lnTo>
                  <a:lnTo>
                    <a:pt x="2399852" y="224380"/>
                  </a:lnTo>
                  <a:lnTo>
                    <a:pt x="2447849" y="223089"/>
                  </a:lnTo>
                  <a:lnTo>
                    <a:pt x="2495846" y="221502"/>
                  </a:lnTo>
                  <a:lnTo>
                    <a:pt x="2543843" y="219636"/>
                  </a:lnTo>
                  <a:lnTo>
                    <a:pt x="2591840" y="217508"/>
                  </a:lnTo>
                  <a:lnTo>
                    <a:pt x="2639837" y="215136"/>
                  </a:lnTo>
                  <a:lnTo>
                    <a:pt x="2687834" y="212536"/>
                  </a:lnTo>
                  <a:lnTo>
                    <a:pt x="2735831" y="209727"/>
                  </a:lnTo>
                  <a:lnTo>
                    <a:pt x="2783828" y="206725"/>
                  </a:lnTo>
                  <a:lnTo>
                    <a:pt x="2831825" y="203546"/>
                  </a:lnTo>
                  <a:lnTo>
                    <a:pt x="2879822" y="200205"/>
                  </a:lnTo>
                  <a:lnTo>
                    <a:pt x="2927820" y="196717"/>
                  </a:lnTo>
                  <a:lnTo>
                    <a:pt x="2975817" y="193097"/>
                  </a:lnTo>
                  <a:lnTo>
                    <a:pt x="3023814" y="189357"/>
                  </a:lnTo>
                  <a:lnTo>
                    <a:pt x="3071811" y="185511"/>
                  </a:lnTo>
                  <a:lnTo>
                    <a:pt x="3119808" y="181570"/>
                  </a:lnTo>
                  <a:lnTo>
                    <a:pt x="3167805" y="177544"/>
                  </a:lnTo>
                  <a:lnTo>
                    <a:pt x="3215802" y="173446"/>
                  </a:lnTo>
                  <a:lnTo>
                    <a:pt x="3263799" y="169283"/>
                  </a:lnTo>
                  <a:lnTo>
                    <a:pt x="3311796" y="165066"/>
                  </a:lnTo>
                  <a:lnTo>
                    <a:pt x="3359793" y="160803"/>
                  </a:lnTo>
                  <a:lnTo>
                    <a:pt x="3407790" y="156500"/>
                  </a:lnTo>
                  <a:lnTo>
                    <a:pt x="3455787" y="152166"/>
                  </a:lnTo>
                  <a:lnTo>
                    <a:pt x="3503784" y="147808"/>
                  </a:lnTo>
                  <a:lnTo>
                    <a:pt x="3551781" y="143430"/>
                  </a:lnTo>
                  <a:lnTo>
                    <a:pt x="3599778" y="139040"/>
                  </a:lnTo>
                  <a:lnTo>
                    <a:pt x="3647775" y="134642"/>
                  </a:lnTo>
                  <a:lnTo>
                    <a:pt x="3695772" y="130241"/>
                  </a:lnTo>
                  <a:lnTo>
                    <a:pt x="3743769" y="125841"/>
                  </a:lnTo>
                  <a:lnTo>
                    <a:pt x="3791766" y="121448"/>
                  </a:lnTo>
                  <a:lnTo>
                    <a:pt x="3791766" y="1303943"/>
                  </a:lnTo>
                  <a:lnTo>
                    <a:pt x="3743769" y="1285736"/>
                  </a:lnTo>
                  <a:lnTo>
                    <a:pt x="3695772" y="1267588"/>
                  </a:lnTo>
                  <a:lnTo>
                    <a:pt x="3647775" y="1249514"/>
                  </a:lnTo>
                  <a:lnTo>
                    <a:pt x="3599778" y="1231528"/>
                  </a:lnTo>
                  <a:lnTo>
                    <a:pt x="3551781" y="1213645"/>
                  </a:lnTo>
                  <a:lnTo>
                    <a:pt x="3503784" y="1195879"/>
                  </a:lnTo>
                  <a:lnTo>
                    <a:pt x="3455787" y="1178246"/>
                  </a:lnTo>
                  <a:lnTo>
                    <a:pt x="3407790" y="1160762"/>
                  </a:lnTo>
                  <a:lnTo>
                    <a:pt x="3359793" y="1143444"/>
                  </a:lnTo>
                  <a:lnTo>
                    <a:pt x="3311796" y="1126307"/>
                  </a:lnTo>
                  <a:lnTo>
                    <a:pt x="3263799" y="1109369"/>
                  </a:lnTo>
                  <a:lnTo>
                    <a:pt x="3215802" y="1092648"/>
                  </a:lnTo>
                  <a:lnTo>
                    <a:pt x="3167805" y="1076162"/>
                  </a:lnTo>
                  <a:lnTo>
                    <a:pt x="3119808" y="1059929"/>
                  </a:lnTo>
                  <a:lnTo>
                    <a:pt x="3071811" y="1043969"/>
                  </a:lnTo>
                  <a:lnTo>
                    <a:pt x="3023814" y="1028300"/>
                  </a:lnTo>
                  <a:lnTo>
                    <a:pt x="2975817" y="1012943"/>
                  </a:lnTo>
                  <a:lnTo>
                    <a:pt x="2927820" y="997919"/>
                  </a:lnTo>
                  <a:lnTo>
                    <a:pt x="2879822" y="983250"/>
                  </a:lnTo>
                  <a:lnTo>
                    <a:pt x="2831825" y="968955"/>
                  </a:lnTo>
                  <a:lnTo>
                    <a:pt x="2783828" y="955058"/>
                  </a:lnTo>
                  <a:lnTo>
                    <a:pt x="2735831" y="941582"/>
                  </a:lnTo>
                  <a:lnTo>
                    <a:pt x="2687834" y="928549"/>
                  </a:lnTo>
                  <a:lnTo>
                    <a:pt x="2639837" y="915982"/>
                  </a:lnTo>
                  <a:lnTo>
                    <a:pt x="2591840" y="903904"/>
                  </a:lnTo>
                  <a:lnTo>
                    <a:pt x="2543843" y="892340"/>
                  </a:lnTo>
                  <a:lnTo>
                    <a:pt x="2495846" y="881311"/>
                  </a:lnTo>
                  <a:lnTo>
                    <a:pt x="2447849" y="870840"/>
                  </a:lnTo>
                  <a:lnTo>
                    <a:pt x="2399852" y="860950"/>
                  </a:lnTo>
                  <a:lnTo>
                    <a:pt x="2351855" y="851660"/>
                  </a:lnTo>
                  <a:lnTo>
                    <a:pt x="2303858" y="842991"/>
                  </a:lnTo>
                  <a:lnTo>
                    <a:pt x="2255861" y="834960"/>
                  </a:lnTo>
                  <a:lnTo>
                    <a:pt x="2207864" y="827582"/>
                  </a:lnTo>
                  <a:lnTo>
                    <a:pt x="2159867" y="820873"/>
                  </a:lnTo>
                  <a:lnTo>
                    <a:pt x="2111870" y="814842"/>
                  </a:lnTo>
                  <a:lnTo>
                    <a:pt x="2063873" y="809497"/>
                  </a:lnTo>
                  <a:lnTo>
                    <a:pt x="2015876" y="804843"/>
                  </a:lnTo>
                  <a:lnTo>
                    <a:pt x="1967879" y="800882"/>
                  </a:lnTo>
                  <a:lnTo>
                    <a:pt x="1919881" y="797613"/>
                  </a:lnTo>
                  <a:lnTo>
                    <a:pt x="1871884" y="795029"/>
                  </a:lnTo>
                  <a:lnTo>
                    <a:pt x="1823887" y="793122"/>
                  </a:lnTo>
                  <a:lnTo>
                    <a:pt x="1775890" y="791883"/>
                  </a:lnTo>
                  <a:lnTo>
                    <a:pt x="1727893" y="791295"/>
                  </a:lnTo>
                  <a:lnTo>
                    <a:pt x="1679896" y="791344"/>
                  </a:lnTo>
                  <a:lnTo>
                    <a:pt x="1631899" y="792010"/>
                  </a:lnTo>
                  <a:lnTo>
                    <a:pt x="1583902" y="793274"/>
                  </a:lnTo>
                  <a:lnTo>
                    <a:pt x="1535905" y="795113"/>
                  </a:lnTo>
                  <a:lnTo>
                    <a:pt x="1487908" y="797505"/>
                  </a:lnTo>
                  <a:lnTo>
                    <a:pt x="1439911" y="800427"/>
                  </a:lnTo>
                  <a:lnTo>
                    <a:pt x="1391914" y="803856"/>
                  </a:lnTo>
                  <a:lnTo>
                    <a:pt x="1343917" y="807768"/>
                  </a:lnTo>
                  <a:lnTo>
                    <a:pt x="1295920" y="812140"/>
                  </a:lnTo>
                  <a:lnTo>
                    <a:pt x="1247923" y="816950"/>
                  </a:lnTo>
                  <a:lnTo>
                    <a:pt x="1199926" y="822174"/>
                  </a:lnTo>
                  <a:lnTo>
                    <a:pt x="1151929" y="827792"/>
                  </a:lnTo>
                  <a:lnTo>
                    <a:pt x="1103932" y="833783"/>
                  </a:lnTo>
                  <a:lnTo>
                    <a:pt x="1055935" y="840128"/>
                  </a:lnTo>
                  <a:lnTo>
                    <a:pt x="1007938" y="846807"/>
                  </a:lnTo>
                  <a:lnTo>
                    <a:pt x="959940" y="853803"/>
                  </a:lnTo>
                  <a:lnTo>
                    <a:pt x="911943" y="861098"/>
                  </a:lnTo>
                  <a:lnTo>
                    <a:pt x="863946" y="868677"/>
                  </a:lnTo>
                  <a:lnTo>
                    <a:pt x="815949" y="876525"/>
                  </a:lnTo>
                  <a:lnTo>
                    <a:pt x="767952" y="884627"/>
                  </a:lnTo>
                  <a:lnTo>
                    <a:pt x="719955" y="892969"/>
                  </a:lnTo>
                  <a:lnTo>
                    <a:pt x="671958" y="901539"/>
                  </a:lnTo>
                  <a:lnTo>
                    <a:pt x="623961" y="910324"/>
                  </a:lnTo>
                  <a:lnTo>
                    <a:pt x="575964" y="919314"/>
                  </a:lnTo>
                  <a:lnTo>
                    <a:pt x="527967" y="928498"/>
                  </a:lnTo>
                  <a:lnTo>
                    <a:pt x="479970" y="937865"/>
                  </a:lnTo>
                  <a:lnTo>
                    <a:pt x="431973" y="947406"/>
                  </a:lnTo>
                  <a:lnTo>
                    <a:pt x="383976" y="957112"/>
                  </a:lnTo>
                  <a:lnTo>
                    <a:pt x="335979" y="966974"/>
                  </a:lnTo>
                  <a:lnTo>
                    <a:pt x="287982" y="976985"/>
                  </a:lnTo>
                  <a:lnTo>
                    <a:pt x="239985" y="987135"/>
                  </a:lnTo>
                  <a:lnTo>
                    <a:pt x="191988" y="997419"/>
                  </a:lnTo>
                  <a:lnTo>
                    <a:pt x="143991" y="1007828"/>
                  </a:lnTo>
                  <a:lnTo>
                    <a:pt x="95994" y="1018356"/>
                  </a:lnTo>
                  <a:lnTo>
                    <a:pt x="47997" y="1028997"/>
                  </a:lnTo>
                  <a:lnTo>
                    <a:pt x="0" y="1039744"/>
                  </a:lnTo>
                  <a:close/>
                </a:path>
              </a:pathLst>
            </a:custGeom>
            <a:solidFill>
              <a:srgbClr val="4D4D4D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60" name="pl148">
              <a:extLst>
                <a:ext uri="{FF2B5EF4-FFF2-40B4-BE49-F238E27FC236}">
                  <a16:creationId xmlns:a16="http://schemas.microsoft.com/office/drawing/2014/main" id="{153281F6-BACA-C48E-FAD9-E024111C9AE3}"/>
                </a:ext>
              </a:extLst>
            </p:cNvPr>
            <p:cNvSpPr/>
            <p:nvPr/>
          </p:nvSpPr>
          <p:spPr>
            <a:xfrm>
              <a:off x="6841183" y="2155179"/>
              <a:ext cx="4000115" cy="226322"/>
            </a:xfrm>
            <a:custGeom>
              <a:avLst/>
              <a:gdLst/>
              <a:ahLst/>
              <a:cxnLst/>
              <a:rect l="0" t="0" r="0" b="0"/>
              <a:pathLst>
                <a:path w="3791766" h="226322">
                  <a:moveTo>
                    <a:pt x="0" y="0"/>
                  </a:moveTo>
                  <a:lnTo>
                    <a:pt x="47997" y="5103"/>
                  </a:lnTo>
                  <a:lnTo>
                    <a:pt x="95994" y="10302"/>
                  </a:lnTo>
                  <a:lnTo>
                    <a:pt x="143991" y="15597"/>
                  </a:lnTo>
                  <a:lnTo>
                    <a:pt x="191988" y="20985"/>
                  </a:lnTo>
                  <a:lnTo>
                    <a:pt x="239985" y="26466"/>
                  </a:lnTo>
                  <a:lnTo>
                    <a:pt x="287982" y="32038"/>
                  </a:lnTo>
                  <a:lnTo>
                    <a:pt x="335979" y="37697"/>
                  </a:lnTo>
                  <a:lnTo>
                    <a:pt x="383976" y="43441"/>
                  </a:lnTo>
                  <a:lnTo>
                    <a:pt x="431973" y="49267"/>
                  </a:lnTo>
                  <a:lnTo>
                    <a:pt x="479970" y="55171"/>
                  </a:lnTo>
                  <a:lnTo>
                    <a:pt x="527967" y="61148"/>
                  </a:lnTo>
                  <a:lnTo>
                    <a:pt x="575964" y="67194"/>
                  </a:lnTo>
                  <a:lnTo>
                    <a:pt x="623961" y="73303"/>
                  </a:lnTo>
                  <a:lnTo>
                    <a:pt x="671958" y="79469"/>
                  </a:lnTo>
                  <a:lnTo>
                    <a:pt x="719955" y="85685"/>
                  </a:lnTo>
                  <a:lnTo>
                    <a:pt x="767952" y="91943"/>
                  </a:lnTo>
                  <a:lnTo>
                    <a:pt x="815949" y="98234"/>
                  </a:lnTo>
                  <a:lnTo>
                    <a:pt x="863946" y="104549"/>
                  </a:lnTo>
                  <a:lnTo>
                    <a:pt x="911943" y="110877"/>
                  </a:lnTo>
                  <a:lnTo>
                    <a:pt x="959940" y="117207"/>
                  </a:lnTo>
                  <a:lnTo>
                    <a:pt x="1007938" y="123526"/>
                  </a:lnTo>
                  <a:lnTo>
                    <a:pt x="1055935" y="129822"/>
                  </a:lnTo>
                  <a:lnTo>
                    <a:pt x="1103932" y="136078"/>
                  </a:lnTo>
                  <a:lnTo>
                    <a:pt x="1151929" y="142281"/>
                  </a:lnTo>
                  <a:lnTo>
                    <a:pt x="1199926" y="148412"/>
                  </a:lnTo>
                  <a:lnTo>
                    <a:pt x="1247923" y="154453"/>
                  </a:lnTo>
                  <a:lnTo>
                    <a:pt x="1295920" y="160387"/>
                  </a:lnTo>
                  <a:lnTo>
                    <a:pt x="1343917" y="166193"/>
                  </a:lnTo>
                  <a:lnTo>
                    <a:pt x="1391914" y="171850"/>
                  </a:lnTo>
                  <a:lnTo>
                    <a:pt x="1439911" y="177337"/>
                  </a:lnTo>
                  <a:lnTo>
                    <a:pt x="1487908" y="182633"/>
                  </a:lnTo>
                  <a:lnTo>
                    <a:pt x="1535905" y="187715"/>
                  </a:lnTo>
                  <a:lnTo>
                    <a:pt x="1583902" y="192562"/>
                  </a:lnTo>
                  <a:lnTo>
                    <a:pt x="1631899" y="197151"/>
                  </a:lnTo>
                  <a:lnTo>
                    <a:pt x="1679896" y="201462"/>
                  </a:lnTo>
                  <a:lnTo>
                    <a:pt x="1727893" y="205476"/>
                  </a:lnTo>
                  <a:lnTo>
                    <a:pt x="1775890" y="209172"/>
                  </a:lnTo>
                  <a:lnTo>
                    <a:pt x="1823887" y="212536"/>
                  </a:lnTo>
                  <a:lnTo>
                    <a:pt x="1871884" y="215552"/>
                  </a:lnTo>
                  <a:lnTo>
                    <a:pt x="1919881" y="218209"/>
                  </a:lnTo>
                  <a:lnTo>
                    <a:pt x="1967879" y="220496"/>
                  </a:lnTo>
                  <a:lnTo>
                    <a:pt x="2015876" y="222409"/>
                  </a:lnTo>
                  <a:lnTo>
                    <a:pt x="2063873" y="223942"/>
                  </a:lnTo>
                  <a:lnTo>
                    <a:pt x="2111870" y="225096"/>
                  </a:lnTo>
                  <a:lnTo>
                    <a:pt x="2159867" y="225874"/>
                  </a:lnTo>
                  <a:lnTo>
                    <a:pt x="2207864" y="226280"/>
                  </a:lnTo>
                  <a:lnTo>
                    <a:pt x="2255861" y="226322"/>
                  </a:lnTo>
                  <a:lnTo>
                    <a:pt x="2303858" y="226012"/>
                  </a:lnTo>
                  <a:lnTo>
                    <a:pt x="2351855" y="225360"/>
                  </a:lnTo>
                  <a:lnTo>
                    <a:pt x="2399852" y="224380"/>
                  </a:lnTo>
                  <a:lnTo>
                    <a:pt x="2447849" y="223089"/>
                  </a:lnTo>
                  <a:lnTo>
                    <a:pt x="2495846" y="221502"/>
                  </a:lnTo>
                  <a:lnTo>
                    <a:pt x="2543843" y="219636"/>
                  </a:lnTo>
                  <a:lnTo>
                    <a:pt x="2591840" y="217508"/>
                  </a:lnTo>
                  <a:lnTo>
                    <a:pt x="2639837" y="215136"/>
                  </a:lnTo>
                  <a:lnTo>
                    <a:pt x="2687834" y="212536"/>
                  </a:lnTo>
                  <a:lnTo>
                    <a:pt x="2735831" y="209727"/>
                  </a:lnTo>
                  <a:lnTo>
                    <a:pt x="2783828" y="206725"/>
                  </a:lnTo>
                  <a:lnTo>
                    <a:pt x="2831825" y="203546"/>
                  </a:lnTo>
                  <a:lnTo>
                    <a:pt x="2879822" y="200205"/>
                  </a:lnTo>
                  <a:lnTo>
                    <a:pt x="2927820" y="196717"/>
                  </a:lnTo>
                  <a:lnTo>
                    <a:pt x="2975817" y="193097"/>
                  </a:lnTo>
                  <a:lnTo>
                    <a:pt x="3023814" y="189357"/>
                  </a:lnTo>
                  <a:lnTo>
                    <a:pt x="3071811" y="185511"/>
                  </a:lnTo>
                  <a:lnTo>
                    <a:pt x="3119808" y="181570"/>
                  </a:lnTo>
                  <a:lnTo>
                    <a:pt x="3167805" y="177544"/>
                  </a:lnTo>
                  <a:lnTo>
                    <a:pt x="3215802" y="173446"/>
                  </a:lnTo>
                  <a:lnTo>
                    <a:pt x="3263799" y="169283"/>
                  </a:lnTo>
                  <a:lnTo>
                    <a:pt x="3311796" y="165066"/>
                  </a:lnTo>
                  <a:lnTo>
                    <a:pt x="3359793" y="160803"/>
                  </a:lnTo>
                  <a:lnTo>
                    <a:pt x="3407790" y="156500"/>
                  </a:lnTo>
                  <a:lnTo>
                    <a:pt x="3455787" y="152166"/>
                  </a:lnTo>
                  <a:lnTo>
                    <a:pt x="3503784" y="147808"/>
                  </a:lnTo>
                  <a:lnTo>
                    <a:pt x="3551781" y="143430"/>
                  </a:lnTo>
                  <a:lnTo>
                    <a:pt x="3599778" y="139040"/>
                  </a:lnTo>
                  <a:lnTo>
                    <a:pt x="3647775" y="134642"/>
                  </a:lnTo>
                  <a:lnTo>
                    <a:pt x="3695772" y="130241"/>
                  </a:lnTo>
                  <a:lnTo>
                    <a:pt x="3743769" y="125841"/>
                  </a:lnTo>
                  <a:lnTo>
                    <a:pt x="3791766" y="121448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61" name="pl149">
              <a:extLst>
                <a:ext uri="{FF2B5EF4-FFF2-40B4-BE49-F238E27FC236}">
                  <a16:creationId xmlns:a16="http://schemas.microsoft.com/office/drawing/2014/main" id="{EF74EBFF-39B8-C0D9-F5C2-48EB0EE11382}"/>
                </a:ext>
              </a:extLst>
            </p:cNvPr>
            <p:cNvSpPr/>
            <p:nvPr/>
          </p:nvSpPr>
          <p:spPr>
            <a:xfrm>
              <a:off x="6841183" y="2946475"/>
              <a:ext cx="4000115" cy="512647"/>
            </a:xfrm>
            <a:custGeom>
              <a:avLst/>
              <a:gdLst/>
              <a:ahLst/>
              <a:cxnLst/>
              <a:rect l="0" t="0" r="0" b="0"/>
              <a:pathLst>
                <a:path w="3791766" h="512647">
                  <a:moveTo>
                    <a:pt x="3791766" y="512647"/>
                  </a:moveTo>
                  <a:lnTo>
                    <a:pt x="3743769" y="494440"/>
                  </a:lnTo>
                  <a:lnTo>
                    <a:pt x="3695772" y="476292"/>
                  </a:lnTo>
                  <a:lnTo>
                    <a:pt x="3647775" y="458218"/>
                  </a:lnTo>
                  <a:lnTo>
                    <a:pt x="3599778" y="440232"/>
                  </a:lnTo>
                  <a:lnTo>
                    <a:pt x="3551781" y="422349"/>
                  </a:lnTo>
                  <a:lnTo>
                    <a:pt x="3503784" y="404583"/>
                  </a:lnTo>
                  <a:lnTo>
                    <a:pt x="3455787" y="386950"/>
                  </a:lnTo>
                  <a:lnTo>
                    <a:pt x="3407790" y="369466"/>
                  </a:lnTo>
                  <a:lnTo>
                    <a:pt x="3359793" y="352148"/>
                  </a:lnTo>
                  <a:lnTo>
                    <a:pt x="3311796" y="335011"/>
                  </a:lnTo>
                  <a:lnTo>
                    <a:pt x="3263799" y="318073"/>
                  </a:lnTo>
                  <a:lnTo>
                    <a:pt x="3215802" y="301352"/>
                  </a:lnTo>
                  <a:lnTo>
                    <a:pt x="3167805" y="284866"/>
                  </a:lnTo>
                  <a:lnTo>
                    <a:pt x="3119808" y="268633"/>
                  </a:lnTo>
                  <a:lnTo>
                    <a:pt x="3071811" y="252673"/>
                  </a:lnTo>
                  <a:lnTo>
                    <a:pt x="3023814" y="237004"/>
                  </a:lnTo>
                  <a:lnTo>
                    <a:pt x="2975817" y="221647"/>
                  </a:lnTo>
                  <a:lnTo>
                    <a:pt x="2927820" y="206624"/>
                  </a:lnTo>
                  <a:lnTo>
                    <a:pt x="2879822" y="191954"/>
                  </a:lnTo>
                  <a:lnTo>
                    <a:pt x="2831825" y="177659"/>
                  </a:lnTo>
                  <a:lnTo>
                    <a:pt x="2783828" y="163762"/>
                  </a:lnTo>
                  <a:lnTo>
                    <a:pt x="2735831" y="150286"/>
                  </a:lnTo>
                  <a:lnTo>
                    <a:pt x="2687834" y="137253"/>
                  </a:lnTo>
                  <a:lnTo>
                    <a:pt x="2639837" y="124686"/>
                  </a:lnTo>
                  <a:lnTo>
                    <a:pt x="2591840" y="112608"/>
                  </a:lnTo>
                  <a:lnTo>
                    <a:pt x="2543843" y="101044"/>
                  </a:lnTo>
                  <a:lnTo>
                    <a:pt x="2495846" y="90015"/>
                  </a:lnTo>
                  <a:lnTo>
                    <a:pt x="2447849" y="79544"/>
                  </a:lnTo>
                  <a:lnTo>
                    <a:pt x="2399852" y="69654"/>
                  </a:lnTo>
                  <a:lnTo>
                    <a:pt x="2351855" y="60364"/>
                  </a:lnTo>
                  <a:lnTo>
                    <a:pt x="2303858" y="51695"/>
                  </a:lnTo>
                  <a:lnTo>
                    <a:pt x="2255861" y="43664"/>
                  </a:lnTo>
                  <a:lnTo>
                    <a:pt x="2207864" y="36287"/>
                  </a:lnTo>
                  <a:lnTo>
                    <a:pt x="2159867" y="29577"/>
                  </a:lnTo>
                  <a:lnTo>
                    <a:pt x="2111870" y="23546"/>
                  </a:lnTo>
                  <a:lnTo>
                    <a:pt x="2063873" y="18201"/>
                  </a:lnTo>
                  <a:lnTo>
                    <a:pt x="2015876" y="13547"/>
                  </a:lnTo>
                  <a:lnTo>
                    <a:pt x="1967879" y="9587"/>
                  </a:lnTo>
                  <a:lnTo>
                    <a:pt x="1919881" y="6317"/>
                  </a:lnTo>
                  <a:lnTo>
                    <a:pt x="1871884" y="3733"/>
                  </a:lnTo>
                  <a:lnTo>
                    <a:pt x="1823887" y="1827"/>
                  </a:lnTo>
                  <a:lnTo>
                    <a:pt x="1775890" y="587"/>
                  </a:lnTo>
                  <a:lnTo>
                    <a:pt x="1727893" y="0"/>
                  </a:lnTo>
                  <a:lnTo>
                    <a:pt x="1679896" y="48"/>
                  </a:lnTo>
                  <a:lnTo>
                    <a:pt x="1631899" y="714"/>
                  </a:lnTo>
                  <a:lnTo>
                    <a:pt x="1583902" y="1978"/>
                  </a:lnTo>
                  <a:lnTo>
                    <a:pt x="1535905" y="3817"/>
                  </a:lnTo>
                  <a:lnTo>
                    <a:pt x="1487908" y="6209"/>
                  </a:lnTo>
                  <a:lnTo>
                    <a:pt x="1439911" y="9131"/>
                  </a:lnTo>
                  <a:lnTo>
                    <a:pt x="1391914" y="12560"/>
                  </a:lnTo>
                  <a:lnTo>
                    <a:pt x="1343917" y="16472"/>
                  </a:lnTo>
                  <a:lnTo>
                    <a:pt x="1295920" y="20844"/>
                  </a:lnTo>
                  <a:lnTo>
                    <a:pt x="1247923" y="25654"/>
                  </a:lnTo>
                  <a:lnTo>
                    <a:pt x="1199926" y="30878"/>
                  </a:lnTo>
                  <a:lnTo>
                    <a:pt x="1151929" y="36496"/>
                  </a:lnTo>
                  <a:lnTo>
                    <a:pt x="1103932" y="42487"/>
                  </a:lnTo>
                  <a:lnTo>
                    <a:pt x="1055935" y="48832"/>
                  </a:lnTo>
                  <a:lnTo>
                    <a:pt x="1007938" y="55511"/>
                  </a:lnTo>
                  <a:lnTo>
                    <a:pt x="959940" y="62507"/>
                  </a:lnTo>
                  <a:lnTo>
                    <a:pt x="911943" y="69802"/>
                  </a:lnTo>
                  <a:lnTo>
                    <a:pt x="863946" y="77382"/>
                  </a:lnTo>
                  <a:lnTo>
                    <a:pt x="815949" y="85229"/>
                  </a:lnTo>
                  <a:lnTo>
                    <a:pt x="767952" y="93331"/>
                  </a:lnTo>
                  <a:lnTo>
                    <a:pt x="719955" y="101673"/>
                  </a:lnTo>
                  <a:lnTo>
                    <a:pt x="671958" y="110243"/>
                  </a:lnTo>
                  <a:lnTo>
                    <a:pt x="623961" y="119028"/>
                  </a:lnTo>
                  <a:lnTo>
                    <a:pt x="575964" y="128018"/>
                  </a:lnTo>
                  <a:lnTo>
                    <a:pt x="527967" y="137202"/>
                  </a:lnTo>
                  <a:lnTo>
                    <a:pt x="479970" y="146569"/>
                  </a:lnTo>
                  <a:lnTo>
                    <a:pt x="431973" y="156110"/>
                  </a:lnTo>
                  <a:lnTo>
                    <a:pt x="383976" y="165816"/>
                  </a:lnTo>
                  <a:lnTo>
                    <a:pt x="335979" y="175679"/>
                  </a:lnTo>
                  <a:lnTo>
                    <a:pt x="287982" y="185689"/>
                  </a:lnTo>
                  <a:lnTo>
                    <a:pt x="239985" y="195839"/>
                  </a:lnTo>
                  <a:lnTo>
                    <a:pt x="191988" y="206123"/>
                  </a:lnTo>
                  <a:lnTo>
                    <a:pt x="143991" y="216532"/>
                  </a:lnTo>
                  <a:lnTo>
                    <a:pt x="95994" y="227060"/>
                  </a:lnTo>
                  <a:lnTo>
                    <a:pt x="47997" y="237701"/>
                  </a:lnTo>
                  <a:lnTo>
                    <a:pt x="0" y="248449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62" name="pl150">
              <a:extLst>
                <a:ext uri="{FF2B5EF4-FFF2-40B4-BE49-F238E27FC236}">
                  <a16:creationId xmlns:a16="http://schemas.microsoft.com/office/drawing/2014/main" id="{7391A9AA-C5E3-EFF8-E776-4670D4F46772}"/>
                </a:ext>
              </a:extLst>
            </p:cNvPr>
            <p:cNvSpPr/>
            <p:nvPr/>
          </p:nvSpPr>
          <p:spPr>
            <a:xfrm flipV="1">
              <a:off x="6841183" y="2511191"/>
              <a:ext cx="4000115" cy="230656"/>
            </a:xfrm>
            <a:custGeom>
              <a:avLst/>
              <a:gdLst/>
              <a:ahLst/>
              <a:cxnLst/>
              <a:rect l="0" t="0" r="0" b="0"/>
              <a:pathLst>
                <a:path w="3791766" h="230656">
                  <a:moveTo>
                    <a:pt x="0" y="0"/>
                  </a:moveTo>
                  <a:lnTo>
                    <a:pt x="47997" y="2576"/>
                  </a:lnTo>
                  <a:lnTo>
                    <a:pt x="95994" y="5162"/>
                  </a:lnTo>
                  <a:lnTo>
                    <a:pt x="143991" y="7757"/>
                  </a:lnTo>
                  <a:lnTo>
                    <a:pt x="191988" y="10360"/>
                  </a:lnTo>
                  <a:lnTo>
                    <a:pt x="239985" y="12973"/>
                  </a:lnTo>
                  <a:lnTo>
                    <a:pt x="287982" y="15594"/>
                  </a:lnTo>
                  <a:lnTo>
                    <a:pt x="335979" y="18224"/>
                  </a:lnTo>
                  <a:lnTo>
                    <a:pt x="383976" y="20863"/>
                  </a:lnTo>
                  <a:lnTo>
                    <a:pt x="431973" y="23511"/>
                  </a:lnTo>
                  <a:lnTo>
                    <a:pt x="479970" y="26169"/>
                  </a:lnTo>
                  <a:lnTo>
                    <a:pt x="527967" y="28834"/>
                  </a:lnTo>
                  <a:lnTo>
                    <a:pt x="575964" y="31509"/>
                  </a:lnTo>
                  <a:lnTo>
                    <a:pt x="623961" y="34193"/>
                  </a:lnTo>
                  <a:lnTo>
                    <a:pt x="671958" y="36886"/>
                  </a:lnTo>
                  <a:lnTo>
                    <a:pt x="719955" y="39587"/>
                  </a:lnTo>
                  <a:lnTo>
                    <a:pt x="767952" y="42298"/>
                  </a:lnTo>
                  <a:lnTo>
                    <a:pt x="815949" y="45017"/>
                  </a:lnTo>
                  <a:lnTo>
                    <a:pt x="863946" y="47745"/>
                  </a:lnTo>
                  <a:lnTo>
                    <a:pt x="911943" y="50483"/>
                  </a:lnTo>
                  <a:lnTo>
                    <a:pt x="959940" y="53229"/>
                  </a:lnTo>
                  <a:lnTo>
                    <a:pt x="1007938" y="55984"/>
                  </a:lnTo>
                  <a:lnTo>
                    <a:pt x="1055935" y="58747"/>
                  </a:lnTo>
                  <a:lnTo>
                    <a:pt x="1103932" y="61520"/>
                  </a:lnTo>
                  <a:lnTo>
                    <a:pt x="1151929" y="64302"/>
                  </a:lnTo>
                  <a:lnTo>
                    <a:pt x="1199926" y="67092"/>
                  </a:lnTo>
                  <a:lnTo>
                    <a:pt x="1247923" y="69892"/>
                  </a:lnTo>
                  <a:lnTo>
                    <a:pt x="1295920" y="72700"/>
                  </a:lnTo>
                  <a:lnTo>
                    <a:pt x="1343917" y="75517"/>
                  </a:lnTo>
                  <a:lnTo>
                    <a:pt x="1391914" y="78343"/>
                  </a:lnTo>
                  <a:lnTo>
                    <a:pt x="1439911" y="81177"/>
                  </a:lnTo>
                  <a:lnTo>
                    <a:pt x="1487908" y="84021"/>
                  </a:lnTo>
                  <a:lnTo>
                    <a:pt x="1535905" y="86873"/>
                  </a:lnTo>
                  <a:lnTo>
                    <a:pt x="1583902" y="89734"/>
                  </a:lnTo>
                  <a:lnTo>
                    <a:pt x="1631899" y="92604"/>
                  </a:lnTo>
                  <a:lnTo>
                    <a:pt x="1679896" y="95483"/>
                  </a:lnTo>
                  <a:lnTo>
                    <a:pt x="1727893" y="98371"/>
                  </a:lnTo>
                  <a:lnTo>
                    <a:pt x="1775890" y="101267"/>
                  </a:lnTo>
                  <a:lnTo>
                    <a:pt x="1823887" y="104172"/>
                  </a:lnTo>
                  <a:lnTo>
                    <a:pt x="1871884" y="107086"/>
                  </a:lnTo>
                  <a:lnTo>
                    <a:pt x="1919881" y="110009"/>
                  </a:lnTo>
                  <a:lnTo>
                    <a:pt x="1967879" y="112940"/>
                  </a:lnTo>
                  <a:lnTo>
                    <a:pt x="2015876" y="115880"/>
                  </a:lnTo>
                  <a:lnTo>
                    <a:pt x="2063873" y="118829"/>
                  </a:lnTo>
                  <a:lnTo>
                    <a:pt x="2111870" y="121786"/>
                  </a:lnTo>
                  <a:lnTo>
                    <a:pt x="2159867" y="124752"/>
                  </a:lnTo>
                  <a:lnTo>
                    <a:pt x="2207864" y="127727"/>
                  </a:lnTo>
                  <a:lnTo>
                    <a:pt x="2255861" y="130711"/>
                  </a:lnTo>
                  <a:lnTo>
                    <a:pt x="2303858" y="133703"/>
                  </a:lnTo>
                  <a:lnTo>
                    <a:pt x="2351855" y="136704"/>
                  </a:lnTo>
                  <a:lnTo>
                    <a:pt x="2399852" y="139713"/>
                  </a:lnTo>
                  <a:lnTo>
                    <a:pt x="2447849" y="142731"/>
                  </a:lnTo>
                  <a:lnTo>
                    <a:pt x="2495846" y="145758"/>
                  </a:lnTo>
                  <a:lnTo>
                    <a:pt x="2543843" y="148793"/>
                  </a:lnTo>
                  <a:lnTo>
                    <a:pt x="2591840" y="151837"/>
                  </a:lnTo>
                  <a:lnTo>
                    <a:pt x="2639837" y="154889"/>
                  </a:lnTo>
                  <a:lnTo>
                    <a:pt x="2687834" y="157950"/>
                  </a:lnTo>
                  <a:lnTo>
                    <a:pt x="2735831" y="161019"/>
                  </a:lnTo>
                  <a:lnTo>
                    <a:pt x="2783828" y="164097"/>
                  </a:lnTo>
                  <a:lnTo>
                    <a:pt x="2831825" y="167183"/>
                  </a:lnTo>
                  <a:lnTo>
                    <a:pt x="2879822" y="170278"/>
                  </a:lnTo>
                  <a:lnTo>
                    <a:pt x="2927820" y="173381"/>
                  </a:lnTo>
                  <a:lnTo>
                    <a:pt x="2975817" y="176492"/>
                  </a:lnTo>
                  <a:lnTo>
                    <a:pt x="3023814" y="179612"/>
                  </a:lnTo>
                  <a:lnTo>
                    <a:pt x="3071811" y="182741"/>
                  </a:lnTo>
                  <a:lnTo>
                    <a:pt x="3119808" y="185877"/>
                  </a:lnTo>
                  <a:lnTo>
                    <a:pt x="3167805" y="189022"/>
                  </a:lnTo>
                  <a:lnTo>
                    <a:pt x="3215802" y="192176"/>
                  </a:lnTo>
                  <a:lnTo>
                    <a:pt x="3263799" y="195337"/>
                  </a:lnTo>
                  <a:lnTo>
                    <a:pt x="3311796" y="198507"/>
                  </a:lnTo>
                  <a:lnTo>
                    <a:pt x="3359793" y="201685"/>
                  </a:lnTo>
                  <a:lnTo>
                    <a:pt x="3407790" y="204872"/>
                  </a:lnTo>
                  <a:lnTo>
                    <a:pt x="3455787" y="208066"/>
                  </a:lnTo>
                  <a:lnTo>
                    <a:pt x="3503784" y="211269"/>
                  </a:lnTo>
                  <a:lnTo>
                    <a:pt x="3551781" y="214480"/>
                  </a:lnTo>
                  <a:lnTo>
                    <a:pt x="3599778" y="217699"/>
                  </a:lnTo>
                  <a:lnTo>
                    <a:pt x="3647775" y="220926"/>
                  </a:lnTo>
                  <a:lnTo>
                    <a:pt x="3695772" y="224161"/>
                  </a:lnTo>
                  <a:lnTo>
                    <a:pt x="3743769" y="227405"/>
                  </a:lnTo>
                  <a:lnTo>
                    <a:pt x="3791766" y="230656"/>
                  </a:lnTo>
                </a:path>
              </a:pathLst>
            </a:custGeom>
            <a:solidFill>
              <a:srgbClr val="000000"/>
            </a:solidFill>
            <a:ln w="27101" cap="flat">
              <a:solidFill>
                <a:srgbClr val="4D4D4D"/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tx151">
              <a:extLst>
                <a:ext uri="{FF2B5EF4-FFF2-40B4-BE49-F238E27FC236}">
                  <a16:creationId xmlns:a16="http://schemas.microsoft.com/office/drawing/2014/main" id="{9CC890E6-B164-4109-7403-985680576328}"/>
                </a:ext>
              </a:extLst>
            </p:cNvPr>
            <p:cNvSpPr/>
            <p:nvPr/>
          </p:nvSpPr>
          <p:spPr>
            <a:xfrm>
              <a:off x="6345500" y="4613510"/>
              <a:ext cx="2295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64" name="tx152">
              <a:extLst>
                <a:ext uri="{FF2B5EF4-FFF2-40B4-BE49-F238E27FC236}">
                  <a16:creationId xmlns:a16="http://schemas.microsoft.com/office/drawing/2014/main" id="{227B8DE5-4863-568C-B541-C42A06482922}"/>
                </a:ext>
              </a:extLst>
            </p:cNvPr>
            <p:cNvSpPr/>
            <p:nvPr/>
          </p:nvSpPr>
          <p:spPr>
            <a:xfrm>
              <a:off x="6345500" y="3940045"/>
              <a:ext cx="2295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65" name="tx153">
              <a:extLst>
                <a:ext uri="{FF2B5EF4-FFF2-40B4-BE49-F238E27FC236}">
                  <a16:creationId xmlns:a16="http://schemas.microsoft.com/office/drawing/2014/main" id="{915A82C4-F30C-156D-3DDB-B334C84B18C3}"/>
                </a:ext>
              </a:extLst>
            </p:cNvPr>
            <p:cNvSpPr/>
            <p:nvPr/>
          </p:nvSpPr>
          <p:spPr>
            <a:xfrm>
              <a:off x="6345500" y="3266580"/>
              <a:ext cx="2295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66" name="tx154">
              <a:extLst>
                <a:ext uri="{FF2B5EF4-FFF2-40B4-BE49-F238E27FC236}">
                  <a16:creationId xmlns:a16="http://schemas.microsoft.com/office/drawing/2014/main" id="{A1BFA51D-91FE-3716-C691-943559BA2C4D}"/>
                </a:ext>
              </a:extLst>
            </p:cNvPr>
            <p:cNvSpPr/>
            <p:nvPr/>
          </p:nvSpPr>
          <p:spPr>
            <a:xfrm>
              <a:off x="6345500" y="2593115"/>
              <a:ext cx="2295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67" name="tx155">
              <a:extLst>
                <a:ext uri="{FF2B5EF4-FFF2-40B4-BE49-F238E27FC236}">
                  <a16:creationId xmlns:a16="http://schemas.microsoft.com/office/drawing/2014/main" id="{D1C7FF33-09FD-016B-0C95-344BC6631F77}"/>
                </a:ext>
              </a:extLst>
            </p:cNvPr>
            <p:cNvSpPr/>
            <p:nvPr/>
          </p:nvSpPr>
          <p:spPr>
            <a:xfrm>
              <a:off x="6345500" y="1919650"/>
              <a:ext cx="2295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68" name="tx156">
              <a:extLst>
                <a:ext uri="{FF2B5EF4-FFF2-40B4-BE49-F238E27FC236}">
                  <a16:creationId xmlns:a16="http://schemas.microsoft.com/office/drawing/2014/main" id="{5B3DAC5B-F90E-2A13-A014-455758E7DB36}"/>
                </a:ext>
              </a:extLst>
            </p:cNvPr>
            <p:cNvSpPr/>
            <p:nvPr/>
          </p:nvSpPr>
          <p:spPr>
            <a:xfrm>
              <a:off x="6808491" y="4850838"/>
              <a:ext cx="6559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69" name="tx157">
              <a:extLst>
                <a:ext uri="{FF2B5EF4-FFF2-40B4-BE49-F238E27FC236}">
                  <a16:creationId xmlns:a16="http://schemas.microsoft.com/office/drawing/2014/main" id="{813ECB56-45C5-1F18-32DD-B25D49ABCE78}"/>
                </a:ext>
              </a:extLst>
            </p:cNvPr>
            <p:cNvSpPr/>
            <p:nvPr/>
          </p:nvSpPr>
          <p:spPr>
            <a:xfrm>
              <a:off x="8141804" y="4850838"/>
              <a:ext cx="6559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70" name="tx158">
              <a:extLst>
                <a:ext uri="{FF2B5EF4-FFF2-40B4-BE49-F238E27FC236}">
                  <a16:creationId xmlns:a16="http://schemas.microsoft.com/office/drawing/2014/main" id="{272D1501-731B-EF35-9E4B-FE69CE888626}"/>
                </a:ext>
              </a:extLst>
            </p:cNvPr>
            <p:cNvSpPr/>
            <p:nvPr/>
          </p:nvSpPr>
          <p:spPr>
            <a:xfrm>
              <a:off x="9475117" y="4850838"/>
              <a:ext cx="6559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71" name="tx159">
              <a:extLst>
                <a:ext uri="{FF2B5EF4-FFF2-40B4-BE49-F238E27FC236}">
                  <a16:creationId xmlns:a16="http://schemas.microsoft.com/office/drawing/2014/main" id="{2BD04BA1-14DE-5EF4-F4DA-F587D6E1CABB}"/>
                </a:ext>
              </a:extLst>
            </p:cNvPr>
            <p:cNvSpPr/>
            <p:nvPr/>
          </p:nvSpPr>
          <p:spPr>
            <a:xfrm>
              <a:off x="10808430" y="4850838"/>
              <a:ext cx="6559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472" name="tx160">
              <a:extLst>
                <a:ext uri="{FF2B5EF4-FFF2-40B4-BE49-F238E27FC236}">
                  <a16:creationId xmlns:a16="http://schemas.microsoft.com/office/drawing/2014/main" id="{4CD738D5-A196-2716-4B7D-4E727BF7838E}"/>
                </a:ext>
              </a:extLst>
            </p:cNvPr>
            <p:cNvSpPr/>
            <p:nvPr/>
          </p:nvSpPr>
          <p:spPr>
            <a:xfrm>
              <a:off x="8330457" y="4989142"/>
              <a:ext cx="102155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</a:t>
              </a:r>
            </a:p>
          </p:txBody>
        </p:sp>
        <p:sp>
          <p:nvSpPr>
            <p:cNvPr id="1473" name="tx161">
              <a:extLst>
                <a:ext uri="{FF2B5EF4-FFF2-40B4-BE49-F238E27FC236}">
                  <a16:creationId xmlns:a16="http://schemas.microsoft.com/office/drawing/2014/main" id="{AE96851D-B96A-A7E7-6462-818AE0251877}"/>
                </a:ext>
              </a:extLst>
            </p:cNvPr>
            <p:cNvSpPr/>
            <p:nvPr/>
          </p:nvSpPr>
          <p:spPr>
            <a:xfrm rot="16200000">
              <a:off x="5976524" y="3253819"/>
              <a:ext cx="496884" cy="1055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484" name="tx171">
              <a:extLst>
                <a:ext uri="{FF2B5EF4-FFF2-40B4-BE49-F238E27FC236}">
                  <a16:creationId xmlns:a16="http://schemas.microsoft.com/office/drawing/2014/main" id="{F2FB3EA4-6D9C-12B0-51C0-40D3C6843111}"/>
                </a:ext>
              </a:extLst>
            </p:cNvPr>
            <p:cNvSpPr/>
            <p:nvPr/>
          </p:nvSpPr>
          <p:spPr>
            <a:xfrm>
              <a:off x="7364289" y="1529408"/>
              <a:ext cx="2623186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</a:t>
              </a: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Hypothetical “Inconsistent” Relationship between </a:t>
              </a:r>
            </a:p>
            <a:p>
              <a:pPr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  Survival and Genomic Offset</a:t>
              </a:r>
            </a:p>
          </p:txBody>
        </p:sp>
      </p:grpSp>
      <p:sp>
        <p:nvSpPr>
          <p:cNvPr id="1656" name="tx171">
            <a:extLst>
              <a:ext uri="{FF2B5EF4-FFF2-40B4-BE49-F238E27FC236}">
                <a16:creationId xmlns:a16="http://schemas.microsoft.com/office/drawing/2014/main" id="{42809236-A3C9-8005-5243-E430502D77D7}"/>
              </a:ext>
            </a:extLst>
          </p:cNvPr>
          <p:cNvSpPr/>
          <p:nvPr/>
        </p:nvSpPr>
        <p:spPr>
          <a:xfrm>
            <a:off x="1435608" y="1529408"/>
            <a:ext cx="4128481" cy="11875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lphaUcParenBoth"/>
            </a:pPr>
            <a:r>
              <a:rPr lang="en-US" sz="140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Hypothetical “Consistent” Relationship between 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140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      Survival and Genomic Offset</a:t>
            </a:r>
            <a:endParaRPr sz="1400" b="0" i="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660" name="pl5">
            <a:extLst>
              <a:ext uri="{FF2B5EF4-FFF2-40B4-BE49-F238E27FC236}">
                <a16:creationId xmlns:a16="http://schemas.microsoft.com/office/drawing/2014/main" id="{09205E3E-B0F1-F810-3035-B3A98A591FD2}"/>
              </a:ext>
            </a:extLst>
          </p:cNvPr>
          <p:cNvSpPr/>
          <p:nvPr/>
        </p:nvSpPr>
        <p:spPr>
          <a:xfrm>
            <a:off x="1505235" y="4316782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1" name="pl6">
            <a:extLst>
              <a:ext uri="{FF2B5EF4-FFF2-40B4-BE49-F238E27FC236}">
                <a16:creationId xmlns:a16="http://schemas.microsoft.com/office/drawing/2014/main" id="{41636D3C-398C-06FA-D8FF-EEDDA222FAFD}"/>
              </a:ext>
            </a:extLst>
          </p:cNvPr>
          <p:cNvSpPr/>
          <p:nvPr/>
        </p:nvSpPr>
        <p:spPr>
          <a:xfrm>
            <a:off x="1505235" y="3643317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2" name="pl7">
            <a:extLst>
              <a:ext uri="{FF2B5EF4-FFF2-40B4-BE49-F238E27FC236}">
                <a16:creationId xmlns:a16="http://schemas.microsoft.com/office/drawing/2014/main" id="{DD9BC016-99CC-00A2-1BF6-84D8B93BF75D}"/>
              </a:ext>
            </a:extLst>
          </p:cNvPr>
          <p:cNvSpPr/>
          <p:nvPr/>
        </p:nvSpPr>
        <p:spPr>
          <a:xfrm>
            <a:off x="1505235" y="2969853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3" name="pl8">
            <a:extLst>
              <a:ext uri="{FF2B5EF4-FFF2-40B4-BE49-F238E27FC236}">
                <a16:creationId xmlns:a16="http://schemas.microsoft.com/office/drawing/2014/main" id="{D6E9B972-C098-1A17-92FD-8789119EAF0F}"/>
              </a:ext>
            </a:extLst>
          </p:cNvPr>
          <p:cNvSpPr/>
          <p:nvPr/>
        </p:nvSpPr>
        <p:spPr>
          <a:xfrm>
            <a:off x="1505235" y="2296388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4" name="pl9">
            <a:extLst>
              <a:ext uri="{FF2B5EF4-FFF2-40B4-BE49-F238E27FC236}">
                <a16:creationId xmlns:a16="http://schemas.microsoft.com/office/drawing/2014/main" id="{A190BE11-94AE-FB1C-411B-202CE3BD4589}"/>
              </a:ext>
            </a:extLst>
          </p:cNvPr>
          <p:cNvSpPr/>
          <p:nvPr/>
        </p:nvSpPr>
        <p:spPr>
          <a:xfrm>
            <a:off x="2326821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5" name="pl10">
            <a:extLst>
              <a:ext uri="{FF2B5EF4-FFF2-40B4-BE49-F238E27FC236}">
                <a16:creationId xmlns:a16="http://schemas.microsoft.com/office/drawing/2014/main" id="{3520DE00-C7C8-B490-4D06-E8AA5C6ED258}"/>
              </a:ext>
            </a:extLst>
          </p:cNvPr>
          <p:cNvSpPr/>
          <p:nvPr/>
        </p:nvSpPr>
        <p:spPr>
          <a:xfrm>
            <a:off x="3590696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6" name="pl11">
            <a:extLst>
              <a:ext uri="{FF2B5EF4-FFF2-40B4-BE49-F238E27FC236}">
                <a16:creationId xmlns:a16="http://schemas.microsoft.com/office/drawing/2014/main" id="{09A4983A-574C-1889-A8D5-167323DCBDF6}"/>
              </a:ext>
            </a:extLst>
          </p:cNvPr>
          <p:cNvSpPr/>
          <p:nvPr/>
        </p:nvSpPr>
        <p:spPr>
          <a:xfrm>
            <a:off x="4854570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7" name="pl12">
            <a:extLst>
              <a:ext uri="{FF2B5EF4-FFF2-40B4-BE49-F238E27FC236}">
                <a16:creationId xmlns:a16="http://schemas.microsoft.com/office/drawing/2014/main" id="{715DAB8A-6519-1A4F-3060-EA9DE7E57323}"/>
              </a:ext>
            </a:extLst>
          </p:cNvPr>
          <p:cNvSpPr/>
          <p:nvPr/>
        </p:nvSpPr>
        <p:spPr>
          <a:xfrm>
            <a:off x="1505235" y="4653515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8" name="pl13">
            <a:extLst>
              <a:ext uri="{FF2B5EF4-FFF2-40B4-BE49-F238E27FC236}">
                <a16:creationId xmlns:a16="http://schemas.microsoft.com/office/drawing/2014/main" id="{2D671B29-BBB2-DEEF-853D-4254C199CC28}"/>
              </a:ext>
            </a:extLst>
          </p:cNvPr>
          <p:cNvSpPr/>
          <p:nvPr/>
        </p:nvSpPr>
        <p:spPr>
          <a:xfrm>
            <a:off x="1505235" y="3980050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9" name="pl14">
            <a:extLst>
              <a:ext uri="{FF2B5EF4-FFF2-40B4-BE49-F238E27FC236}">
                <a16:creationId xmlns:a16="http://schemas.microsoft.com/office/drawing/2014/main" id="{1E2EBE3E-E2C8-D8C5-F6D4-33D50BE87486}"/>
              </a:ext>
            </a:extLst>
          </p:cNvPr>
          <p:cNvSpPr/>
          <p:nvPr/>
        </p:nvSpPr>
        <p:spPr>
          <a:xfrm>
            <a:off x="1505235" y="3306585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0" name="pl15">
            <a:extLst>
              <a:ext uri="{FF2B5EF4-FFF2-40B4-BE49-F238E27FC236}">
                <a16:creationId xmlns:a16="http://schemas.microsoft.com/office/drawing/2014/main" id="{5AAA608F-C228-9513-20A2-866EE05696D8}"/>
              </a:ext>
            </a:extLst>
          </p:cNvPr>
          <p:cNvSpPr/>
          <p:nvPr/>
        </p:nvSpPr>
        <p:spPr>
          <a:xfrm>
            <a:off x="1505235" y="2633120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1" name="pl16">
            <a:extLst>
              <a:ext uri="{FF2B5EF4-FFF2-40B4-BE49-F238E27FC236}">
                <a16:creationId xmlns:a16="http://schemas.microsoft.com/office/drawing/2014/main" id="{06A6BF25-DE02-D82D-120D-48DFEC1F2953}"/>
              </a:ext>
            </a:extLst>
          </p:cNvPr>
          <p:cNvSpPr/>
          <p:nvPr/>
        </p:nvSpPr>
        <p:spPr>
          <a:xfrm>
            <a:off x="1505235" y="1959655"/>
            <a:ext cx="4170972" cy="0"/>
          </a:xfrm>
          <a:custGeom>
            <a:avLst/>
            <a:gdLst/>
            <a:ahLst/>
            <a:cxnLst/>
            <a:rect l="0" t="0" r="0" b="0"/>
            <a:pathLst>
              <a:path w="4170972">
                <a:moveTo>
                  <a:pt x="0" y="0"/>
                </a:moveTo>
                <a:lnTo>
                  <a:pt x="4170972" y="0"/>
                </a:lnTo>
                <a:lnTo>
                  <a:pt x="417097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2" name="pl17">
            <a:extLst>
              <a:ext uri="{FF2B5EF4-FFF2-40B4-BE49-F238E27FC236}">
                <a16:creationId xmlns:a16="http://schemas.microsoft.com/office/drawing/2014/main" id="{F7A809BC-80A4-6A93-FF1D-66BF7D87F462}"/>
              </a:ext>
            </a:extLst>
          </p:cNvPr>
          <p:cNvSpPr/>
          <p:nvPr/>
        </p:nvSpPr>
        <p:spPr>
          <a:xfrm>
            <a:off x="1694884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3" name="pl18">
            <a:extLst>
              <a:ext uri="{FF2B5EF4-FFF2-40B4-BE49-F238E27FC236}">
                <a16:creationId xmlns:a16="http://schemas.microsoft.com/office/drawing/2014/main" id="{32E95F60-B7F2-20B6-C406-7B0D981E3726}"/>
              </a:ext>
            </a:extLst>
          </p:cNvPr>
          <p:cNvSpPr/>
          <p:nvPr/>
        </p:nvSpPr>
        <p:spPr>
          <a:xfrm>
            <a:off x="2958758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4" name="pl19">
            <a:extLst>
              <a:ext uri="{FF2B5EF4-FFF2-40B4-BE49-F238E27FC236}">
                <a16:creationId xmlns:a16="http://schemas.microsoft.com/office/drawing/2014/main" id="{1C946176-E454-7FA6-6DD7-FB6AE7BFB3C1}"/>
              </a:ext>
            </a:extLst>
          </p:cNvPr>
          <p:cNvSpPr/>
          <p:nvPr/>
        </p:nvSpPr>
        <p:spPr>
          <a:xfrm>
            <a:off x="4222633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5" name="pl20">
            <a:extLst>
              <a:ext uri="{FF2B5EF4-FFF2-40B4-BE49-F238E27FC236}">
                <a16:creationId xmlns:a16="http://schemas.microsoft.com/office/drawing/2014/main" id="{12A843CA-C4D4-AC1D-3498-932B7C8A3E4F}"/>
              </a:ext>
            </a:extLst>
          </p:cNvPr>
          <p:cNvSpPr/>
          <p:nvPr/>
        </p:nvSpPr>
        <p:spPr>
          <a:xfrm>
            <a:off x="5486507" y="1824962"/>
            <a:ext cx="0" cy="2963245"/>
          </a:xfrm>
          <a:custGeom>
            <a:avLst/>
            <a:gdLst/>
            <a:ahLst/>
            <a:cxnLst/>
            <a:rect l="0" t="0" r="0" b="0"/>
            <a:pathLst>
              <a:path h="2963245">
                <a:moveTo>
                  <a:pt x="0" y="296324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8" name="pg143">
            <a:extLst>
              <a:ext uri="{FF2B5EF4-FFF2-40B4-BE49-F238E27FC236}">
                <a16:creationId xmlns:a16="http://schemas.microsoft.com/office/drawing/2014/main" id="{7BB5572A-156D-3384-2888-8B179D70B331}"/>
              </a:ext>
            </a:extLst>
          </p:cNvPr>
          <p:cNvSpPr/>
          <p:nvPr/>
        </p:nvSpPr>
        <p:spPr>
          <a:xfrm>
            <a:off x="1694916" y="2067179"/>
            <a:ext cx="3791662" cy="2565164"/>
          </a:xfrm>
          <a:custGeom>
            <a:avLst/>
            <a:gdLst/>
            <a:ahLst/>
            <a:cxnLst/>
            <a:rect l="0" t="0" r="0" b="0"/>
            <a:pathLst>
              <a:path w="3791662" h="2565164">
                <a:moveTo>
                  <a:pt x="0" y="0"/>
                </a:moveTo>
                <a:lnTo>
                  <a:pt x="47995" y="10075"/>
                </a:lnTo>
                <a:lnTo>
                  <a:pt x="95991" y="21021"/>
                </a:lnTo>
                <a:lnTo>
                  <a:pt x="143987" y="32899"/>
                </a:lnTo>
                <a:lnTo>
                  <a:pt x="191982" y="45771"/>
                </a:lnTo>
                <a:lnTo>
                  <a:pt x="239978" y="59702"/>
                </a:lnTo>
                <a:lnTo>
                  <a:pt x="287974" y="74759"/>
                </a:lnTo>
                <a:lnTo>
                  <a:pt x="335970" y="91006"/>
                </a:lnTo>
                <a:lnTo>
                  <a:pt x="383965" y="108508"/>
                </a:lnTo>
                <a:lnTo>
                  <a:pt x="431961" y="127328"/>
                </a:lnTo>
                <a:lnTo>
                  <a:pt x="479957" y="147527"/>
                </a:lnTo>
                <a:lnTo>
                  <a:pt x="527952" y="169160"/>
                </a:lnTo>
                <a:lnTo>
                  <a:pt x="575948" y="192277"/>
                </a:lnTo>
                <a:lnTo>
                  <a:pt x="623944" y="216923"/>
                </a:lnTo>
                <a:lnTo>
                  <a:pt x="671940" y="243131"/>
                </a:lnTo>
                <a:lnTo>
                  <a:pt x="719935" y="270924"/>
                </a:lnTo>
                <a:lnTo>
                  <a:pt x="767931" y="300315"/>
                </a:lnTo>
                <a:lnTo>
                  <a:pt x="815927" y="331301"/>
                </a:lnTo>
                <a:lnTo>
                  <a:pt x="863923" y="363862"/>
                </a:lnTo>
                <a:lnTo>
                  <a:pt x="911918" y="397964"/>
                </a:lnTo>
                <a:lnTo>
                  <a:pt x="959914" y="433552"/>
                </a:lnTo>
                <a:lnTo>
                  <a:pt x="1007910" y="470552"/>
                </a:lnTo>
                <a:lnTo>
                  <a:pt x="1055905" y="508872"/>
                </a:lnTo>
                <a:lnTo>
                  <a:pt x="1103901" y="548400"/>
                </a:lnTo>
                <a:lnTo>
                  <a:pt x="1151897" y="589005"/>
                </a:lnTo>
                <a:lnTo>
                  <a:pt x="1199893" y="630539"/>
                </a:lnTo>
                <a:lnTo>
                  <a:pt x="1247888" y="672842"/>
                </a:lnTo>
                <a:lnTo>
                  <a:pt x="1295884" y="715740"/>
                </a:lnTo>
                <a:lnTo>
                  <a:pt x="1343880" y="759052"/>
                </a:lnTo>
                <a:lnTo>
                  <a:pt x="1391876" y="802594"/>
                </a:lnTo>
                <a:lnTo>
                  <a:pt x="1439871" y="846184"/>
                </a:lnTo>
                <a:lnTo>
                  <a:pt x="1487867" y="889643"/>
                </a:lnTo>
                <a:lnTo>
                  <a:pt x="1535863" y="932802"/>
                </a:lnTo>
                <a:lnTo>
                  <a:pt x="1583858" y="975509"/>
                </a:lnTo>
                <a:lnTo>
                  <a:pt x="1631854" y="1017624"/>
                </a:lnTo>
                <a:lnTo>
                  <a:pt x="1679850" y="1059029"/>
                </a:lnTo>
                <a:lnTo>
                  <a:pt x="1727846" y="1099625"/>
                </a:lnTo>
                <a:lnTo>
                  <a:pt x="1775841" y="1139334"/>
                </a:lnTo>
                <a:lnTo>
                  <a:pt x="1823837" y="1178098"/>
                </a:lnTo>
                <a:lnTo>
                  <a:pt x="1871833" y="1215876"/>
                </a:lnTo>
                <a:lnTo>
                  <a:pt x="1919828" y="1252646"/>
                </a:lnTo>
                <a:lnTo>
                  <a:pt x="1967824" y="1288400"/>
                </a:lnTo>
                <a:lnTo>
                  <a:pt x="2015820" y="1323140"/>
                </a:lnTo>
                <a:lnTo>
                  <a:pt x="2063816" y="1356881"/>
                </a:lnTo>
                <a:lnTo>
                  <a:pt x="2111811" y="1389643"/>
                </a:lnTo>
                <a:lnTo>
                  <a:pt x="2159807" y="1421452"/>
                </a:lnTo>
                <a:lnTo>
                  <a:pt x="2207803" y="1452340"/>
                </a:lnTo>
                <a:lnTo>
                  <a:pt x="2255799" y="1482339"/>
                </a:lnTo>
                <a:lnTo>
                  <a:pt x="2303794" y="1511481"/>
                </a:lnTo>
                <a:lnTo>
                  <a:pt x="2351790" y="1539801"/>
                </a:lnTo>
                <a:lnTo>
                  <a:pt x="2399786" y="1567333"/>
                </a:lnTo>
                <a:lnTo>
                  <a:pt x="2447781" y="1594108"/>
                </a:lnTo>
                <a:lnTo>
                  <a:pt x="2495777" y="1620157"/>
                </a:lnTo>
                <a:lnTo>
                  <a:pt x="2543773" y="1645510"/>
                </a:lnTo>
                <a:lnTo>
                  <a:pt x="2591769" y="1670194"/>
                </a:lnTo>
                <a:lnTo>
                  <a:pt x="2639764" y="1694235"/>
                </a:lnTo>
                <a:lnTo>
                  <a:pt x="2687760" y="1717658"/>
                </a:lnTo>
                <a:lnTo>
                  <a:pt x="2735756" y="1740485"/>
                </a:lnTo>
                <a:lnTo>
                  <a:pt x="2783752" y="1762736"/>
                </a:lnTo>
                <a:lnTo>
                  <a:pt x="2831747" y="1784433"/>
                </a:lnTo>
                <a:lnTo>
                  <a:pt x="2879743" y="1805592"/>
                </a:lnTo>
                <a:lnTo>
                  <a:pt x="2927739" y="1826230"/>
                </a:lnTo>
                <a:lnTo>
                  <a:pt x="2975734" y="1846364"/>
                </a:lnTo>
                <a:lnTo>
                  <a:pt x="3023730" y="1866007"/>
                </a:lnTo>
                <a:lnTo>
                  <a:pt x="3071726" y="1885174"/>
                </a:lnTo>
                <a:lnTo>
                  <a:pt x="3119722" y="1903877"/>
                </a:lnTo>
                <a:lnTo>
                  <a:pt x="3167717" y="1922129"/>
                </a:lnTo>
                <a:lnTo>
                  <a:pt x="3215713" y="1939941"/>
                </a:lnTo>
                <a:lnTo>
                  <a:pt x="3263709" y="1957323"/>
                </a:lnTo>
                <a:lnTo>
                  <a:pt x="3311704" y="1974286"/>
                </a:lnTo>
                <a:lnTo>
                  <a:pt x="3359700" y="1990839"/>
                </a:lnTo>
                <a:lnTo>
                  <a:pt x="3407696" y="2006993"/>
                </a:lnTo>
                <a:lnTo>
                  <a:pt x="3455692" y="2022754"/>
                </a:lnTo>
                <a:lnTo>
                  <a:pt x="3503687" y="2038133"/>
                </a:lnTo>
                <a:lnTo>
                  <a:pt x="3551683" y="2053138"/>
                </a:lnTo>
                <a:lnTo>
                  <a:pt x="3599679" y="2067776"/>
                </a:lnTo>
                <a:lnTo>
                  <a:pt x="3647675" y="2082054"/>
                </a:lnTo>
                <a:lnTo>
                  <a:pt x="3695670" y="2095982"/>
                </a:lnTo>
                <a:lnTo>
                  <a:pt x="3743666" y="2109565"/>
                </a:lnTo>
                <a:lnTo>
                  <a:pt x="3791662" y="2122811"/>
                </a:lnTo>
                <a:lnTo>
                  <a:pt x="3791662" y="2565164"/>
                </a:lnTo>
                <a:lnTo>
                  <a:pt x="3743666" y="2563066"/>
                </a:lnTo>
                <a:lnTo>
                  <a:pt x="3695670" y="2560765"/>
                </a:lnTo>
                <a:lnTo>
                  <a:pt x="3647675" y="2558241"/>
                </a:lnTo>
                <a:lnTo>
                  <a:pt x="3599679" y="2555475"/>
                </a:lnTo>
                <a:lnTo>
                  <a:pt x="3551683" y="2552444"/>
                </a:lnTo>
                <a:lnTo>
                  <a:pt x="3503687" y="2549124"/>
                </a:lnTo>
                <a:lnTo>
                  <a:pt x="3455692" y="2545490"/>
                </a:lnTo>
                <a:lnTo>
                  <a:pt x="3407696" y="2541513"/>
                </a:lnTo>
                <a:lnTo>
                  <a:pt x="3359700" y="2537165"/>
                </a:lnTo>
                <a:lnTo>
                  <a:pt x="3311704" y="2532411"/>
                </a:lnTo>
                <a:lnTo>
                  <a:pt x="3263709" y="2527219"/>
                </a:lnTo>
                <a:lnTo>
                  <a:pt x="3215713" y="2521552"/>
                </a:lnTo>
                <a:lnTo>
                  <a:pt x="3167717" y="2515370"/>
                </a:lnTo>
                <a:lnTo>
                  <a:pt x="3119722" y="2508633"/>
                </a:lnTo>
                <a:lnTo>
                  <a:pt x="3071726" y="2501296"/>
                </a:lnTo>
                <a:lnTo>
                  <a:pt x="3023730" y="2493314"/>
                </a:lnTo>
                <a:lnTo>
                  <a:pt x="2975734" y="2484639"/>
                </a:lnTo>
                <a:lnTo>
                  <a:pt x="2927739" y="2475221"/>
                </a:lnTo>
                <a:lnTo>
                  <a:pt x="2879743" y="2465008"/>
                </a:lnTo>
                <a:lnTo>
                  <a:pt x="2831747" y="2453947"/>
                </a:lnTo>
                <a:lnTo>
                  <a:pt x="2783752" y="2441985"/>
                </a:lnTo>
                <a:lnTo>
                  <a:pt x="2735756" y="2429068"/>
                </a:lnTo>
                <a:lnTo>
                  <a:pt x="2687760" y="2415142"/>
                </a:lnTo>
                <a:lnTo>
                  <a:pt x="2639764" y="2400153"/>
                </a:lnTo>
                <a:lnTo>
                  <a:pt x="2591769" y="2384051"/>
                </a:lnTo>
                <a:lnTo>
                  <a:pt x="2543773" y="2366789"/>
                </a:lnTo>
                <a:lnTo>
                  <a:pt x="2495777" y="2348321"/>
                </a:lnTo>
                <a:lnTo>
                  <a:pt x="2447781" y="2328612"/>
                </a:lnTo>
                <a:lnTo>
                  <a:pt x="2399786" y="2307628"/>
                </a:lnTo>
                <a:lnTo>
                  <a:pt x="2351790" y="2285346"/>
                </a:lnTo>
                <a:lnTo>
                  <a:pt x="2303794" y="2261754"/>
                </a:lnTo>
                <a:lnTo>
                  <a:pt x="2255799" y="2236848"/>
                </a:lnTo>
                <a:lnTo>
                  <a:pt x="2207803" y="2210640"/>
                </a:lnTo>
                <a:lnTo>
                  <a:pt x="2159807" y="2183152"/>
                </a:lnTo>
                <a:lnTo>
                  <a:pt x="2111811" y="2154425"/>
                </a:lnTo>
                <a:lnTo>
                  <a:pt x="2063816" y="2124511"/>
                </a:lnTo>
                <a:lnTo>
                  <a:pt x="2015820" y="2093481"/>
                </a:lnTo>
                <a:lnTo>
                  <a:pt x="1967824" y="2061418"/>
                </a:lnTo>
                <a:lnTo>
                  <a:pt x="1919828" y="2028422"/>
                </a:lnTo>
                <a:lnTo>
                  <a:pt x="1871833" y="1994603"/>
                </a:lnTo>
                <a:lnTo>
                  <a:pt x="1823837" y="1960082"/>
                </a:lnTo>
                <a:lnTo>
                  <a:pt x="1775841" y="1924988"/>
                </a:lnTo>
                <a:lnTo>
                  <a:pt x="1727846" y="1889453"/>
                </a:lnTo>
                <a:lnTo>
                  <a:pt x="1679850" y="1853610"/>
                </a:lnTo>
                <a:lnTo>
                  <a:pt x="1631854" y="1817590"/>
                </a:lnTo>
                <a:lnTo>
                  <a:pt x="1583858" y="1781518"/>
                </a:lnTo>
                <a:lnTo>
                  <a:pt x="1535863" y="1745509"/>
                </a:lnTo>
                <a:lnTo>
                  <a:pt x="1487867" y="1709668"/>
                </a:lnTo>
                <a:lnTo>
                  <a:pt x="1439871" y="1674085"/>
                </a:lnTo>
                <a:lnTo>
                  <a:pt x="1391876" y="1638839"/>
                </a:lnTo>
                <a:lnTo>
                  <a:pt x="1343880" y="1603994"/>
                </a:lnTo>
                <a:lnTo>
                  <a:pt x="1295884" y="1569600"/>
                </a:lnTo>
                <a:lnTo>
                  <a:pt x="1247888" y="1535695"/>
                </a:lnTo>
                <a:lnTo>
                  <a:pt x="1199893" y="1502306"/>
                </a:lnTo>
                <a:lnTo>
                  <a:pt x="1151897" y="1469451"/>
                </a:lnTo>
                <a:lnTo>
                  <a:pt x="1103901" y="1437138"/>
                </a:lnTo>
                <a:lnTo>
                  <a:pt x="1055905" y="1405371"/>
                </a:lnTo>
                <a:lnTo>
                  <a:pt x="1007910" y="1374146"/>
                </a:lnTo>
                <a:lnTo>
                  <a:pt x="959914" y="1343458"/>
                </a:lnTo>
                <a:lnTo>
                  <a:pt x="911918" y="1313297"/>
                </a:lnTo>
                <a:lnTo>
                  <a:pt x="863923" y="1283653"/>
                </a:lnTo>
                <a:lnTo>
                  <a:pt x="815927" y="1254513"/>
                </a:lnTo>
                <a:lnTo>
                  <a:pt x="767931" y="1225865"/>
                </a:lnTo>
                <a:lnTo>
                  <a:pt x="719935" y="1197697"/>
                </a:lnTo>
                <a:lnTo>
                  <a:pt x="671940" y="1169996"/>
                </a:lnTo>
                <a:lnTo>
                  <a:pt x="623944" y="1142751"/>
                </a:lnTo>
                <a:lnTo>
                  <a:pt x="575948" y="1115950"/>
                </a:lnTo>
                <a:lnTo>
                  <a:pt x="527952" y="1089584"/>
                </a:lnTo>
                <a:lnTo>
                  <a:pt x="479957" y="1063643"/>
                </a:lnTo>
                <a:lnTo>
                  <a:pt x="431961" y="1038119"/>
                </a:lnTo>
                <a:lnTo>
                  <a:pt x="383965" y="1013004"/>
                </a:lnTo>
                <a:lnTo>
                  <a:pt x="335970" y="988290"/>
                </a:lnTo>
                <a:lnTo>
                  <a:pt x="287974" y="963972"/>
                </a:lnTo>
                <a:lnTo>
                  <a:pt x="239978" y="940044"/>
                </a:lnTo>
                <a:lnTo>
                  <a:pt x="191982" y="916502"/>
                </a:lnTo>
                <a:lnTo>
                  <a:pt x="143987" y="893340"/>
                </a:lnTo>
                <a:lnTo>
                  <a:pt x="95991" y="870555"/>
                </a:lnTo>
                <a:lnTo>
                  <a:pt x="47995" y="848143"/>
                </a:lnTo>
                <a:lnTo>
                  <a:pt x="0" y="826101"/>
                </a:lnTo>
                <a:close/>
              </a:path>
            </a:pathLst>
          </a:custGeom>
          <a:solidFill>
            <a:srgbClr val="BFBFBF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99" name="pl144">
            <a:extLst>
              <a:ext uri="{FF2B5EF4-FFF2-40B4-BE49-F238E27FC236}">
                <a16:creationId xmlns:a16="http://schemas.microsoft.com/office/drawing/2014/main" id="{7A9C31BA-71FB-B9E2-1892-E6530AF58E5A}"/>
              </a:ext>
            </a:extLst>
          </p:cNvPr>
          <p:cNvSpPr/>
          <p:nvPr/>
        </p:nvSpPr>
        <p:spPr>
          <a:xfrm>
            <a:off x="1694916" y="2067179"/>
            <a:ext cx="3791662" cy="2122811"/>
          </a:xfrm>
          <a:custGeom>
            <a:avLst/>
            <a:gdLst/>
            <a:ahLst/>
            <a:cxnLst/>
            <a:rect l="0" t="0" r="0" b="0"/>
            <a:pathLst>
              <a:path w="3791662" h="2122811">
                <a:moveTo>
                  <a:pt x="0" y="0"/>
                </a:moveTo>
                <a:lnTo>
                  <a:pt x="47995" y="10075"/>
                </a:lnTo>
                <a:lnTo>
                  <a:pt x="95991" y="21021"/>
                </a:lnTo>
                <a:lnTo>
                  <a:pt x="143987" y="32899"/>
                </a:lnTo>
                <a:lnTo>
                  <a:pt x="191982" y="45771"/>
                </a:lnTo>
                <a:lnTo>
                  <a:pt x="239978" y="59702"/>
                </a:lnTo>
                <a:lnTo>
                  <a:pt x="287974" y="74759"/>
                </a:lnTo>
                <a:lnTo>
                  <a:pt x="335970" y="91006"/>
                </a:lnTo>
                <a:lnTo>
                  <a:pt x="383965" y="108508"/>
                </a:lnTo>
                <a:lnTo>
                  <a:pt x="431961" y="127328"/>
                </a:lnTo>
                <a:lnTo>
                  <a:pt x="479957" y="147527"/>
                </a:lnTo>
                <a:lnTo>
                  <a:pt x="527952" y="169160"/>
                </a:lnTo>
                <a:lnTo>
                  <a:pt x="575948" y="192277"/>
                </a:lnTo>
                <a:lnTo>
                  <a:pt x="623944" y="216923"/>
                </a:lnTo>
                <a:lnTo>
                  <a:pt x="671940" y="243131"/>
                </a:lnTo>
                <a:lnTo>
                  <a:pt x="719935" y="270924"/>
                </a:lnTo>
                <a:lnTo>
                  <a:pt x="767931" y="300315"/>
                </a:lnTo>
                <a:lnTo>
                  <a:pt x="815927" y="331301"/>
                </a:lnTo>
                <a:lnTo>
                  <a:pt x="863923" y="363862"/>
                </a:lnTo>
                <a:lnTo>
                  <a:pt x="911918" y="397964"/>
                </a:lnTo>
                <a:lnTo>
                  <a:pt x="959914" y="433552"/>
                </a:lnTo>
                <a:lnTo>
                  <a:pt x="1007910" y="470552"/>
                </a:lnTo>
                <a:lnTo>
                  <a:pt x="1055905" y="508872"/>
                </a:lnTo>
                <a:lnTo>
                  <a:pt x="1103901" y="548400"/>
                </a:lnTo>
                <a:lnTo>
                  <a:pt x="1151897" y="589005"/>
                </a:lnTo>
                <a:lnTo>
                  <a:pt x="1199893" y="630539"/>
                </a:lnTo>
                <a:lnTo>
                  <a:pt x="1247888" y="672842"/>
                </a:lnTo>
                <a:lnTo>
                  <a:pt x="1295884" y="715740"/>
                </a:lnTo>
                <a:lnTo>
                  <a:pt x="1343880" y="759052"/>
                </a:lnTo>
                <a:lnTo>
                  <a:pt x="1391876" y="802594"/>
                </a:lnTo>
                <a:lnTo>
                  <a:pt x="1439871" y="846184"/>
                </a:lnTo>
                <a:lnTo>
                  <a:pt x="1487867" y="889643"/>
                </a:lnTo>
                <a:lnTo>
                  <a:pt x="1535863" y="932802"/>
                </a:lnTo>
                <a:lnTo>
                  <a:pt x="1583858" y="975509"/>
                </a:lnTo>
                <a:lnTo>
                  <a:pt x="1631854" y="1017624"/>
                </a:lnTo>
                <a:lnTo>
                  <a:pt x="1679850" y="1059029"/>
                </a:lnTo>
                <a:lnTo>
                  <a:pt x="1727846" y="1099625"/>
                </a:lnTo>
                <a:lnTo>
                  <a:pt x="1775841" y="1139334"/>
                </a:lnTo>
                <a:lnTo>
                  <a:pt x="1823837" y="1178098"/>
                </a:lnTo>
                <a:lnTo>
                  <a:pt x="1871833" y="1215876"/>
                </a:lnTo>
                <a:lnTo>
                  <a:pt x="1919828" y="1252646"/>
                </a:lnTo>
                <a:lnTo>
                  <a:pt x="1967824" y="1288400"/>
                </a:lnTo>
                <a:lnTo>
                  <a:pt x="2015820" y="1323140"/>
                </a:lnTo>
                <a:lnTo>
                  <a:pt x="2063816" y="1356881"/>
                </a:lnTo>
                <a:lnTo>
                  <a:pt x="2111811" y="1389643"/>
                </a:lnTo>
                <a:lnTo>
                  <a:pt x="2159807" y="1421452"/>
                </a:lnTo>
                <a:lnTo>
                  <a:pt x="2207803" y="1452340"/>
                </a:lnTo>
                <a:lnTo>
                  <a:pt x="2255799" y="1482339"/>
                </a:lnTo>
                <a:lnTo>
                  <a:pt x="2303794" y="1511481"/>
                </a:lnTo>
                <a:lnTo>
                  <a:pt x="2351790" y="1539801"/>
                </a:lnTo>
                <a:lnTo>
                  <a:pt x="2399786" y="1567333"/>
                </a:lnTo>
                <a:lnTo>
                  <a:pt x="2447781" y="1594108"/>
                </a:lnTo>
                <a:lnTo>
                  <a:pt x="2495777" y="1620157"/>
                </a:lnTo>
                <a:lnTo>
                  <a:pt x="2543773" y="1645510"/>
                </a:lnTo>
                <a:lnTo>
                  <a:pt x="2591769" y="1670194"/>
                </a:lnTo>
                <a:lnTo>
                  <a:pt x="2639764" y="1694235"/>
                </a:lnTo>
                <a:lnTo>
                  <a:pt x="2687760" y="1717658"/>
                </a:lnTo>
                <a:lnTo>
                  <a:pt x="2735756" y="1740485"/>
                </a:lnTo>
                <a:lnTo>
                  <a:pt x="2783752" y="1762736"/>
                </a:lnTo>
                <a:lnTo>
                  <a:pt x="2831747" y="1784433"/>
                </a:lnTo>
                <a:lnTo>
                  <a:pt x="2879743" y="1805592"/>
                </a:lnTo>
                <a:lnTo>
                  <a:pt x="2927739" y="1826230"/>
                </a:lnTo>
                <a:lnTo>
                  <a:pt x="2975734" y="1846364"/>
                </a:lnTo>
                <a:lnTo>
                  <a:pt x="3023730" y="1866007"/>
                </a:lnTo>
                <a:lnTo>
                  <a:pt x="3071726" y="1885174"/>
                </a:lnTo>
                <a:lnTo>
                  <a:pt x="3119722" y="1903877"/>
                </a:lnTo>
                <a:lnTo>
                  <a:pt x="3167717" y="1922129"/>
                </a:lnTo>
                <a:lnTo>
                  <a:pt x="3215713" y="1939941"/>
                </a:lnTo>
                <a:lnTo>
                  <a:pt x="3263709" y="1957323"/>
                </a:lnTo>
                <a:lnTo>
                  <a:pt x="3311704" y="1974286"/>
                </a:lnTo>
                <a:lnTo>
                  <a:pt x="3359700" y="1990839"/>
                </a:lnTo>
                <a:lnTo>
                  <a:pt x="3407696" y="2006993"/>
                </a:lnTo>
                <a:lnTo>
                  <a:pt x="3455692" y="2022754"/>
                </a:lnTo>
                <a:lnTo>
                  <a:pt x="3503687" y="2038133"/>
                </a:lnTo>
                <a:lnTo>
                  <a:pt x="3551683" y="2053138"/>
                </a:lnTo>
                <a:lnTo>
                  <a:pt x="3599679" y="2067776"/>
                </a:lnTo>
                <a:lnTo>
                  <a:pt x="3647675" y="2082054"/>
                </a:lnTo>
                <a:lnTo>
                  <a:pt x="3695670" y="2095982"/>
                </a:lnTo>
                <a:lnTo>
                  <a:pt x="3743666" y="2109565"/>
                </a:lnTo>
                <a:lnTo>
                  <a:pt x="3791662" y="2122811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00" name="pl145">
            <a:extLst>
              <a:ext uri="{FF2B5EF4-FFF2-40B4-BE49-F238E27FC236}">
                <a16:creationId xmlns:a16="http://schemas.microsoft.com/office/drawing/2014/main" id="{68411309-10F5-E96D-B4F3-873950BFB027}"/>
              </a:ext>
            </a:extLst>
          </p:cNvPr>
          <p:cNvSpPr/>
          <p:nvPr/>
        </p:nvSpPr>
        <p:spPr>
          <a:xfrm>
            <a:off x="1694916" y="2893280"/>
            <a:ext cx="3791662" cy="1739063"/>
          </a:xfrm>
          <a:custGeom>
            <a:avLst/>
            <a:gdLst/>
            <a:ahLst/>
            <a:cxnLst/>
            <a:rect l="0" t="0" r="0" b="0"/>
            <a:pathLst>
              <a:path w="3791662" h="1739063">
                <a:moveTo>
                  <a:pt x="3791662" y="1739063"/>
                </a:moveTo>
                <a:lnTo>
                  <a:pt x="3743666" y="1736965"/>
                </a:lnTo>
                <a:lnTo>
                  <a:pt x="3695670" y="1734663"/>
                </a:lnTo>
                <a:lnTo>
                  <a:pt x="3647675" y="1732140"/>
                </a:lnTo>
                <a:lnTo>
                  <a:pt x="3599679" y="1729373"/>
                </a:lnTo>
                <a:lnTo>
                  <a:pt x="3551683" y="1726342"/>
                </a:lnTo>
                <a:lnTo>
                  <a:pt x="3503687" y="1723023"/>
                </a:lnTo>
                <a:lnTo>
                  <a:pt x="3455692" y="1719389"/>
                </a:lnTo>
                <a:lnTo>
                  <a:pt x="3407696" y="1715412"/>
                </a:lnTo>
                <a:lnTo>
                  <a:pt x="3359700" y="1711063"/>
                </a:lnTo>
                <a:lnTo>
                  <a:pt x="3311704" y="1706310"/>
                </a:lnTo>
                <a:lnTo>
                  <a:pt x="3263709" y="1701118"/>
                </a:lnTo>
                <a:lnTo>
                  <a:pt x="3215713" y="1695451"/>
                </a:lnTo>
                <a:lnTo>
                  <a:pt x="3167717" y="1689269"/>
                </a:lnTo>
                <a:lnTo>
                  <a:pt x="3119722" y="1682531"/>
                </a:lnTo>
                <a:lnTo>
                  <a:pt x="3071726" y="1675195"/>
                </a:lnTo>
                <a:lnTo>
                  <a:pt x="3023730" y="1667213"/>
                </a:lnTo>
                <a:lnTo>
                  <a:pt x="2975734" y="1658537"/>
                </a:lnTo>
                <a:lnTo>
                  <a:pt x="2927739" y="1649119"/>
                </a:lnTo>
                <a:lnTo>
                  <a:pt x="2879743" y="1638906"/>
                </a:lnTo>
                <a:lnTo>
                  <a:pt x="2831747" y="1627846"/>
                </a:lnTo>
                <a:lnTo>
                  <a:pt x="2783752" y="1615884"/>
                </a:lnTo>
                <a:lnTo>
                  <a:pt x="2735756" y="1602967"/>
                </a:lnTo>
                <a:lnTo>
                  <a:pt x="2687760" y="1589040"/>
                </a:lnTo>
                <a:lnTo>
                  <a:pt x="2639764" y="1574051"/>
                </a:lnTo>
                <a:lnTo>
                  <a:pt x="2591769" y="1557950"/>
                </a:lnTo>
                <a:lnTo>
                  <a:pt x="2543773" y="1540687"/>
                </a:lnTo>
                <a:lnTo>
                  <a:pt x="2495777" y="1522220"/>
                </a:lnTo>
                <a:lnTo>
                  <a:pt x="2447781" y="1502510"/>
                </a:lnTo>
                <a:lnTo>
                  <a:pt x="2399786" y="1481526"/>
                </a:lnTo>
                <a:lnTo>
                  <a:pt x="2351790" y="1459245"/>
                </a:lnTo>
                <a:lnTo>
                  <a:pt x="2303794" y="1435652"/>
                </a:lnTo>
                <a:lnTo>
                  <a:pt x="2255799" y="1410747"/>
                </a:lnTo>
                <a:lnTo>
                  <a:pt x="2207803" y="1384538"/>
                </a:lnTo>
                <a:lnTo>
                  <a:pt x="2159807" y="1357051"/>
                </a:lnTo>
                <a:lnTo>
                  <a:pt x="2111811" y="1328323"/>
                </a:lnTo>
                <a:lnTo>
                  <a:pt x="2063816" y="1298410"/>
                </a:lnTo>
                <a:lnTo>
                  <a:pt x="2015820" y="1267379"/>
                </a:lnTo>
                <a:lnTo>
                  <a:pt x="1967824" y="1235317"/>
                </a:lnTo>
                <a:lnTo>
                  <a:pt x="1919828" y="1202321"/>
                </a:lnTo>
                <a:lnTo>
                  <a:pt x="1871833" y="1168501"/>
                </a:lnTo>
                <a:lnTo>
                  <a:pt x="1823837" y="1133981"/>
                </a:lnTo>
                <a:lnTo>
                  <a:pt x="1775841" y="1098886"/>
                </a:lnTo>
                <a:lnTo>
                  <a:pt x="1727846" y="1063351"/>
                </a:lnTo>
                <a:lnTo>
                  <a:pt x="1679850" y="1027509"/>
                </a:lnTo>
                <a:lnTo>
                  <a:pt x="1631854" y="991489"/>
                </a:lnTo>
                <a:lnTo>
                  <a:pt x="1583858" y="955417"/>
                </a:lnTo>
                <a:lnTo>
                  <a:pt x="1535863" y="919408"/>
                </a:lnTo>
                <a:lnTo>
                  <a:pt x="1487867" y="883566"/>
                </a:lnTo>
                <a:lnTo>
                  <a:pt x="1439871" y="847984"/>
                </a:lnTo>
                <a:lnTo>
                  <a:pt x="1391876" y="812738"/>
                </a:lnTo>
                <a:lnTo>
                  <a:pt x="1343880" y="777892"/>
                </a:lnTo>
                <a:lnTo>
                  <a:pt x="1295884" y="743498"/>
                </a:lnTo>
                <a:lnTo>
                  <a:pt x="1247888" y="709593"/>
                </a:lnTo>
                <a:lnTo>
                  <a:pt x="1199893" y="676204"/>
                </a:lnTo>
                <a:lnTo>
                  <a:pt x="1151897" y="643349"/>
                </a:lnTo>
                <a:lnTo>
                  <a:pt x="1103901" y="611037"/>
                </a:lnTo>
                <a:lnTo>
                  <a:pt x="1055905" y="579269"/>
                </a:lnTo>
                <a:lnTo>
                  <a:pt x="1007910" y="548045"/>
                </a:lnTo>
                <a:lnTo>
                  <a:pt x="959914" y="517357"/>
                </a:lnTo>
                <a:lnTo>
                  <a:pt x="911918" y="487196"/>
                </a:lnTo>
                <a:lnTo>
                  <a:pt x="863923" y="457552"/>
                </a:lnTo>
                <a:lnTo>
                  <a:pt x="815927" y="428412"/>
                </a:lnTo>
                <a:lnTo>
                  <a:pt x="767931" y="399764"/>
                </a:lnTo>
                <a:lnTo>
                  <a:pt x="719935" y="371596"/>
                </a:lnTo>
                <a:lnTo>
                  <a:pt x="671940" y="343895"/>
                </a:lnTo>
                <a:lnTo>
                  <a:pt x="623944" y="316649"/>
                </a:lnTo>
                <a:lnTo>
                  <a:pt x="575948" y="289849"/>
                </a:lnTo>
                <a:lnTo>
                  <a:pt x="527952" y="263483"/>
                </a:lnTo>
                <a:lnTo>
                  <a:pt x="479957" y="237542"/>
                </a:lnTo>
                <a:lnTo>
                  <a:pt x="431961" y="212018"/>
                </a:lnTo>
                <a:lnTo>
                  <a:pt x="383965" y="186902"/>
                </a:lnTo>
                <a:lnTo>
                  <a:pt x="335970" y="162189"/>
                </a:lnTo>
                <a:lnTo>
                  <a:pt x="287974" y="137871"/>
                </a:lnTo>
                <a:lnTo>
                  <a:pt x="239978" y="113943"/>
                </a:lnTo>
                <a:lnTo>
                  <a:pt x="191982" y="90400"/>
                </a:lnTo>
                <a:lnTo>
                  <a:pt x="143987" y="67238"/>
                </a:lnTo>
                <a:lnTo>
                  <a:pt x="95991" y="44453"/>
                </a:lnTo>
                <a:lnTo>
                  <a:pt x="47995" y="22041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01" name="pl146">
            <a:extLst>
              <a:ext uri="{FF2B5EF4-FFF2-40B4-BE49-F238E27FC236}">
                <a16:creationId xmlns:a16="http://schemas.microsoft.com/office/drawing/2014/main" id="{9308F680-62F2-3E61-E698-F75FFCCDBF9D}"/>
              </a:ext>
            </a:extLst>
          </p:cNvPr>
          <p:cNvSpPr/>
          <p:nvPr/>
        </p:nvSpPr>
        <p:spPr>
          <a:xfrm>
            <a:off x="1694916" y="2307957"/>
            <a:ext cx="3791662" cy="2240517"/>
          </a:xfrm>
          <a:custGeom>
            <a:avLst/>
            <a:gdLst/>
            <a:ahLst/>
            <a:cxnLst/>
            <a:rect l="0" t="0" r="0" b="0"/>
            <a:pathLst>
              <a:path w="3791662" h="2240517">
                <a:moveTo>
                  <a:pt x="0" y="0"/>
                </a:moveTo>
                <a:lnTo>
                  <a:pt x="47995" y="20098"/>
                </a:lnTo>
                <a:lnTo>
                  <a:pt x="95991" y="41164"/>
                </a:lnTo>
                <a:lnTo>
                  <a:pt x="143987" y="63221"/>
                </a:lnTo>
                <a:lnTo>
                  <a:pt x="191982" y="86292"/>
                </a:lnTo>
                <a:lnTo>
                  <a:pt x="239978" y="110396"/>
                </a:lnTo>
                <a:lnTo>
                  <a:pt x="287974" y="135551"/>
                </a:lnTo>
                <a:lnTo>
                  <a:pt x="335970" y="161771"/>
                </a:lnTo>
                <a:lnTo>
                  <a:pt x="383965" y="189066"/>
                </a:lnTo>
                <a:lnTo>
                  <a:pt x="431961" y="217443"/>
                </a:lnTo>
                <a:lnTo>
                  <a:pt x="479957" y="246905"/>
                </a:lnTo>
                <a:lnTo>
                  <a:pt x="527952" y="277450"/>
                </a:lnTo>
                <a:lnTo>
                  <a:pt x="575948" y="309072"/>
                </a:lnTo>
                <a:lnTo>
                  <a:pt x="623944" y="341758"/>
                </a:lnTo>
                <a:lnTo>
                  <a:pt x="671940" y="375492"/>
                </a:lnTo>
                <a:lnTo>
                  <a:pt x="719935" y="410251"/>
                </a:lnTo>
                <a:lnTo>
                  <a:pt x="767931" y="446006"/>
                </a:lnTo>
                <a:lnTo>
                  <a:pt x="815927" y="482723"/>
                </a:lnTo>
                <a:lnTo>
                  <a:pt x="863923" y="520361"/>
                </a:lnTo>
                <a:lnTo>
                  <a:pt x="911918" y="558873"/>
                </a:lnTo>
                <a:lnTo>
                  <a:pt x="959914" y="598208"/>
                </a:lnTo>
                <a:lnTo>
                  <a:pt x="1007910" y="638306"/>
                </a:lnTo>
                <a:lnTo>
                  <a:pt x="1055905" y="679104"/>
                </a:lnTo>
                <a:lnTo>
                  <a:pt x="1103901" y="720533"/>
                </a:lnTo>
                <a:lnTo>
                  <a:pt x="1151897" y="762518"/>
                </a:lnTo>
                <a:lnTo>
                  <a:pt x="1199893" y="804983"/>
                </a:lnTo>
                <a:lnTo>
                  <a:pt x="1247888" y="847844"/>
                </a:lnTo>
                <a:lnTo>
                  <a:pt x="1295884" y="891017"/>
                </a:lnTo>
                <a:lnTo>
                  <a:pt x="1343880" y="934414"/>
                </a:lnTo>
                <a:lnTo>
                  <a:pt x="1391876" y="977945"/>
                </a:lnTo>
                <a:lnTo>
                  <a:pt x="1439871" y="1021518"/>
                </a:lnTo>
                <a:lnTo>
                  <a:pt x="1487867" y="1065044"/>
                </a:lnTo>
                <a:lnTo>
                  <a:pt x="1535863" y="1108432"/>
                </a:lnTo>
                <a:lnTo>
                  <a:pt x="1583858" y="1151591"/>
                </a:lnTo>
                <a:lnTo>
                  <a:pt x="1631854" y="1194434"/>
                </a:lnTo>
                <a:lnTo>
                  <a:pt x="1679850" y="1236877"/>
                </a:lnTo>
                <a:lnTo>
                  <a:pt x="1727846" y="1278836"/>
                </a:lnTo>
                <a:lnTo>
                  <a:pt x="1775841" y="1320235"/>
                </a:lnTo>
                <a:lnTo>
                  <a:pt x="1823837" y="1360999"/>
                </a:lnTo>
                <a:lnTo>
                  <a:pt x="1871833" y="1401060"/>
                </a:lnTo>
                <a:lnTo>
                  <a:pt x="1919828" y="1440354"/>
                </a:lnTo>
                <a:lnTo>
                  <a:pt x="1967824" y="1478823"/>
                </a:lnTo>
                <a:lnTo>
                  <a:pt x="2015820" y="1516415"/>
                </a:lnTo>
                <a:lnTo>
                  <a:pt x="2063816" y="1553084"/>
                </a:lnTo>
                <a:lnTo>
                  <a:pt x="2111811" y="1588790"/>
                </a:lnTo>
                <a:lnTo>
                  <a:pt x="2159807" y="1623497"/>
                </a:lnTo>
                <a:lnTo>
                  <a:pt x="2207803" y="1657179"/>
                </a:lnTo>
                <a:lnTo>
                  <a:pt x="2255799" y="1689812"/>
                </a:lnTo>
                <a:lnTo>
                  <a:pt x="2303794" y="1721379"/>
                </a:lnTo>
                <a:lnTo>
                  <a:pt x="2351790" y="1751869"/>
                </a:lnTo>
                <a:lnTo>
                  <a:pt x="2399786" y="1781276"/>
                </a:lnTo>
                <a:lnTo>
                  <a:pt x="2447781" y="1809598"/>
                </a:lnTo>
                <a:lnTo>
                  <a:pt x="2495777" y="1836839"/>
                </a:lnTo>
                <a:lnTo>
                  <a:pt x="2543773" y="1863004"/>
                </a:lnTo>
                <a:lnTo>
                  <a:pt x="2591769" y="1888105"/>
                </a:lnTo>
                <a:lnTo>
                  <a:pt x="2639764" y="1912157"/>
                </a:lnTo>
                <a:lnTo>
                  <a:pt x="2687760" y="1935175"/>
                </a:lnTo>
                <a:lnTo>
                  <a:pt x="2735756" y="1957182"/>
                </a:lnTo>
                <a:lnTo>
                  <a:pt x="2783752" y="1978198"/>
                </a:lnTo>
                <a:lnTo>
                  <a:pt x="2831747" y="1998248"/>
                </a:lnTo>
                <a:lnTo>
                  <a:pt x="2879743" y="2017359"/>
                </a:lnTo>
                <a:lnTo>
                  <a:pt x="2927739" y="2035556"/>
                </a:lnTo>
                <a:lnTo>
                  <a:pt x="2975734" y="2052870"/>
                </a:lnTo>
                <a:lnTo>
                  <a:pt x="3023730" y="2069328"/>
                </a:lnTo>
                <a:lnTo>
                  <a:pt x="3071726" y="2084962"/>
                </a:lnTo>
                <a:lnTo>
                  <a:pt x="3119722" y="2099801"/>
                </a:lnTo>
                <a:lnTo>
                  <a:pt x="3167717" y="2113875"/>
                </a:lnTo>
                <a:lnTo>
                  <a:pt x="3215713" y="2127215"/>
                </a:lnTo>
                <a:lnTo>
                  <a:pt x="3263709" y="2139851"/>
                </a:lnTo>
                <a:lnTo>
                  <a:pt x="3311704" y="2151813"/>
                </a:lnTo>
                <a:lnTo>
                  <a:pt x="3359700" y="2163130"/>
                </a:lnTo>
                <a:lnTo>
                  <a:pt x="3407696" y="2173832"/>
                </a:lnTo>
                <a:lnTo>
                  <a:pt x="3455692" y="2183947"/>
                </a:lnTo>
                <a:lnTo>
                  <a:pt x="3503687" y="2193501"/>
                </a:lnTo>
                <a:lnTo>
                  <a:pt x="3551683" y="2202523"/>
                </a:lnTo>
                <a:lnTo>
                  <a:pt x="3599679" y="2211037"/>
                </a:lnTo>
                <a:lnTo>
                  <a:pt x="3647675" y="2219070"/>
                </a:lnTo>
                <a:lnTo>
                  <a:pt x="3695670" y="2226646"/>
                </a:lnTo>
                <a:lnTo>
                  <a:pt x="3743666" y="2233787"/>
                </a:lnTo>
                <a:lnTo>
                  <a:pt x="3791662" y="2240517"/>
                </a:lnTo>
              </a:path>
            </a:pathLst>
          </a:custGeom>
          <a:ln w="27101" cap="flat">
            <a:solidFill>
              <a:srgbClr val="CDCCCC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2" name="pg147">
            <a:extLst>
              <a:ext uri="{FF2B5EF4-FFF2-40B4-BE49-F238E27FC236}">
                <a16:creationId xmlns:a16="http://schemas.microsoft.com/office/drawing/2014/main" id="{FF3D749D-B254-830E-1F40-EB5994D2D40F}"/>
              </a:ext>
            </a:extLst>
          </p:cNvPr>
          <p:cNvSpPr/>
          <p:nvPr/>
        </p:nvSpPr>
        <p:spPr>
          <a:xfrm>
            <a:off x="1694825" y="1982722"/>
            <a:ext cx="3791792" cy="2670696"/>
          </a:xfrm>
          <a:custGeom>
            <a:avLst/>
            <a:gdLst/>
            <a:ahLst/>
            <a:cxnLst/>
            <a:rect l="0" t="0" r="0" b="0"/>
            <a:pathLst>
              <a:path w="3791792" h="2670696">
                <a:moveTo>
                  <a:pt x="0" y="0"/>
                </a:moveTo>
                <a:lnTo>
                  <a:pt x="47997" y="4479"/>
                </a:lnTo>
                <a:lnTo>
                  <a:pt x="95994" y="9802"/>
                </a:lnTo>
                <a:lnTo>
                  <a:pt x="143992" y="16117"/>
                </a:lnTo>
                <a:lnTo>
                  <a:pt x="191989" y="23597"/>
                </a:lnTo>
                <a:lnTo>
                  <a:pt x="239986" y="32439"/>
                </a:lnTo>
                <a:lnTo>
                  <a:pt x="287984" y="42868"/>
                </a:lnTo>
                <a:lnTo>
                  <a:pt x="335981" y="55135"/>
                </a:lnTo>
                <a:lnTo>
                  <a:pt x="383979" y="69523"/>
                </a:lnTo>
                <a:lnTo>
                  <a:pt x="431976" y="86341"/>
                </a:lnTo>
                <a:lnTo>
                  <a:pt x="479973" y="105922"/>
                </a:lnTo>
                <a:lnTo>
                  <a:pt x="527971" y="128619"/>
                </a:lnTo>
                <a:lnTo>
                  <a:pt x="575968" y="154794"/>
                </a:lnTo>
                <a:lnTo>
                  <a:pt x="623965" y="184808"/>
                </a:lnTo>
                <a:lnTo>
                  <a:pt x="671963" y="219001"/>
                </a:lnTo>
                <a:lnTo>
                  <a:pt x="719960" y="257671"/>
                </a:lnTo>
                <a:lnTo>
                  <a:pt x="767958" y="301051"/>
                </a:lnTo>
                <a:lnTo>
                  <a:pt x="815955" y="349280"/>
                </a:lnTo>
                <a:lnTo>
                  <a:pt x="863952" y="402374"/>
                </a:lnTo>
                <a:lnTo>
                  <a:pt x="911950" y="460207"/>
                </a:lnTo>
                <a:lnTo>
                  <a:pt x="959947" y="522490"/>
                </a:lnTo>
                <a:lnTo>
                  <a:pt x="1007944" y="588771"/>
                </a:lnTo>
                <a:lnTo>
                  <a:pt x="1055942" y="658447"/>
                </a:lnTo>
                <a:lnTo>
                  <a:pt x="1103939" y="730787"/>
                </a:lnTo>
                <a:lnTo>
                  <a:pt x="1151937" y="804981"/>
                </a:lnTo>
                <a:lnTo>
                  <a:pt x="1199934" y="880188"/>
                </a:lnTo>
                <a:lnTo>
                  <a:pt x="1247931" y="955590"/>
                </a:lnTo>
                <a:lnTo>
                  <a:pt x="1295929" y="1030441"/>
                </a:lnTo>
                <a:lnTo>
                  <a:pt x="1343926" y="1104103"/>
                </a:lnTo>
                <a:lnTo>
                  <a:pt x="1391923" y="1176061"/>
                </a:lnTo>
                <a:lnTo>
                  <a:pt x="1439921" y="1245935"/>
                </a:lnTo>
                <a:lnTo>
                  <a:pt x="1487918" y="1313462"/>
                </a:lnTo>
                <a:lnTo>
                  <a:pt x="1535916" y="1378484"/>
                </a:lnTo>
                <a:lnTo>
                  <a:pt x="1583913" y="1440927"/>
                </a:lnTo>
                <a:lnTo>
                  <a:pt x="1631910" y="1500779"/>
                </a:lnTo>
                <a:lnTo>
                  <a:pt x="1679908" y="1558072"/>
                </a:lnTo>
                <a:lnTo>
                  <a:pt x="1727905" y="1612869"/>
                </a:lnTo>
                <a:lnTo>
                  <a:pt x="1775902" y="1665247"/>
                </a:lnTo>
                <a:lnTo>
                  <a:pt x="1823900" y="1715294"/>
                </a:lnTo>
                <a:lnTo>
                  <a:pt x="1871897" y="1763102"/>
                </a:lnTo>
                <a:lnTo>
                  <a:pt x="1919895" y="1808761"/>
                </a:lnTo>
                <a:lnTo>
                  <a:pt x="1967892" y="1852359"/>
                </a:lnTo>
                <a:lnTo>
                  <a:pt x="2015889" y="1893983"/>
                </a:lnTo>
                <a:lnTo>
                  <a:pt x="2063887" y="1933712"/>
                </a:lnTo>
                <a:lnTo>
                  <a:pt x="2111884" y="1971624"/>
                </a:lnTo>
                <a:lnTo>
                  <a:pt x="2159882" y="2007791"/>
                </a:lnTo>
                <a:lnTo>
                  <a:pt x="2207879" y="2042283"/>
                </a:lnTo>
                <a:lnTo>
                  <a:pt x="2255876" y="2075166"/>
                </a:lnTo>
                <a:lnTo>
                  <a:pt x="2303874" y="2106503"/>
                </a:lnTo>
                <a:lnTo>
                  <a:pt x="2351871" y="2136355"/>
                </a:lnTo>
                <a:lnTo>
                  <a:pt x="2399868" y="2164781"/>
                </a:lnTo>
                <a:lnTo>
                  <a:pt x="2447866" y="2191836"/>
                </a:lnTo>
                <a:lnTo>
                  <a:pt x="2495863" y="2217576"/>
                </a:lnTo>
                <a:lnTo>
                  <a:pt x="2543861" y="2242054"/>
                </a:lnTo>
                <a:lnTo>
                  <a:pt x="2591858" y="2265320"/>
                </a:lnTo>
                <a:lnTo>
                  <a:pt x="2639855" y="2287426"/>
                </a:lnTo>
                <a:lnTo>
                  <a:pt x="2687853" y="2308420"/>
                </a:lnTo>
                <a:lnTo>
                  <a:pt x="2735850" y="2328348"/>
                </a:lnTo>
                <a:lnTo>
                  <a:pt x="2783847" y="2347258"/>
                </a:lnTo>
                <a:lnTo>
                  <a:pt x="2831845" y="2365193"/>
                </a:lnTo>
                <a:lnTo>
                  <a:pt x="2879842" y="2382197"/>
                </a:lnTo>
                <a:lnTo>
                  <a:pt x="2927840" y="2398311"/>
                </a:lnTo>
                <a:lnTo>
                  <a:pt x="2975837" y="2413577"/>
                </a:lnTo>
                <a:lnTo>
                  <a:pt x="3023834" y="2428034"/>
                </a:lnTo>
                <a:lnTo>
                  <a:pt x="3071832" y="2441720"/>
                </a:lnTo>
                <a:lnTo>
                  <a:pt x="3119829" y="2454671"/>
                </a:lnTo>
                <a:lnTo>
                  <a:pt x="3167826" y="2466923"/>
                </a:lnTo>
                <a:lnTo>
                  <a:pt x="3215824" y="2478511"/>
                </a:lnTo>
                <a:lnTo>
                  <a:pt x="3263821" y="2489466"/>
                </a:lnTo>
                <a:lnTo>
                  <a:pt x="3311819" y="2499821"/>
                </a:lnTo>
                <a:lnTo>
                  <a:pt x="3359816" y="2509605"/>
                </a:lnTo>
                <a:lnTo>
                  <a:pt x="3407813" y="2518848"/>
                </a:lnTo>
                <a:lnTo>
                  <a:pt x="3455811" y="2527578"/>
                </a:lnTo>
                <a:lnTo>
                  <a:pt x="3503808" y="2535821"/>
                </a:lnTo>
                <a:lnTo>
                  <a:pt x="3551805" y="2543603"/>
                </a:lnTo>
                <a:lnTo>
                  <a:pt x="3599803" y="2550948"/>
                </a:lnTo>
                <a:lnTo>
                  <a:pt x="3647800" y="2557878"/>
                </a:lnTo>
                <a:lnTo>
                  <a:pt x="3695798" y="2564417"/>
                </a:lnTo>
                <a:lnTo>
                  <a:pt x="3743795" y="2570586"/>
                </a:lnTo>
                <a:lnTo>
                  <a:pt x="3791792" y="2576403"/>
                </a:lnTo>
                <a:lnTo>
                  <a:pt x="3791792" y="2670696"/>
                </a:lnTo>
                <a:lnTo>
                  <a:pt x="3743795" y="2670676"/>
                </a:lnTo>
                <a:lnTo>
                  <a:pt x="3695798" y="2670653"/>
                </a:lnTo>
                <a:lnTo>
                  <a:pt x="3647800" y="2670624"/>
                </a:lnTo>
                <a:lnTo>
                  <a:pt x="3599803" y="2670591"/>
                </a:lnTo>
                <a:lnTo>
                  <a:pt x="3551805" y="2670550"/>
                </a:lnTo>
                <a:lnTo>
                  <a:pt x="3503808" y="2670501"/>
                </a:lnTo>
                <a:lnTo>
                  <a:pt x="3455811" y="2670442"/>
                </a:lnTo>
                <a:lnTo>
                  <a:pt x="3407813" y="2670372"/>
                </a:lnTo>
                <a:lnTo>
                  <a:pt x="3359816" y="2670287"/>
                </a:lnTo>
                <a:lnTo>
                  <a:pt x="3311819" y="2670186"/>
                </a:lnTo>
                <a:lnTo>
                  <a:pt x="3263821" y="2670064"/>
                </a:lnTo>
                <a:lnTo>
                  <a:pt x="3215824" y="2669917"/>
                </a:lnTo>
                <a:lnTo>
                  <a:pt x="3167826" y="2669741"/>
                </a:lnTo>
                <a:lnTo>
                  <a:pt x="3119829" y="2669531"/>
                </a:lnTo>
                <a:lnTo>
                  <a:pt x="3071832" y="2669277"/>
                </a:lnTo>
                <a:lnTo>
                  <a:pt x="3023834" y="2668974"/>
                </a:lnTo>
                <a:lnTo>
                  <a:pt x="2975837" y="2668610"/>
                </a:lnTo>
                <a:lnTo>
                  <a:pt x="2927840" y="2668174"/>
                </a:lnTo>
                <a:lnTo>
                  <a:pt x="2879842" y="2667651"/>
                </a:lnTo>
                <a:lnTo>
                  <a:pt x="2831845" y="2667025"/>
                </a:lnTo>
                <a:lnTo>
                  <a:pt x="2783847" y="2666275"/>
                </a:lnTo>
                <a:lnTo>
                  <a:pt x="2735850" y="2665377"/>
                </a:lnTo>
                <a:lnTo>
                  <a:pt x="2687853" y="2664303"/>
                </a:lnTo>
                <a:lnTo>
                  <a:pt x="2639855" y="2663019"/>
                </a:lnTo>
                <a:lnTo>
                  <a:pt x="2591858" y="2661485"/>
                </a:lnTo>
                <a:lnTo>
                  <a:pt x="2543861" y="2659653"/>
                </a:lnTo>
                <a:lnTo>
                  <a:pt x="2495863" y="2657467"/>
                </a:lnTo>
                <a:lnTo>
                  <a:pt x="2447866" y="2654861"/>
                </a:lnTo>
                <a:lnTo>
                  <a:pt x="2399868" y="2651757"/>
                </a:lnTo>
                <a:lnTo>
                  <a:pt x="2351871" y="2648065"/>
                </a:lnTo>
                <a:lnTo>
                  <a:pt x="2303874" y="2643679"/>
                </a:lnTo>
                <a:lnTo>
                  <a:pt x="2255876" y="2638475"/>
                </a:lnTo>
                <a:lnTo>
                  <a:pt x="2207879" y="2632313"/>
                </a:lnTo>
                <a:lnTo>
                  <a:pt x="2159882" y="2625028"/>
                </a:lnTo>
                <a:lnTo>
                  <a:pt x="2111884" y="2616436"/>
                </a:lnTo>
                <a:lnTo>
                  <a:pt x="2063887" y="2606327"/>
                </a:lnTo>
                <a:lnTo>
                  <a:pt x="2015889" y="2594468"/>
                </a:lnTo>
                <a:lnTo>
                  <a:pt x="1967892" y="2580602"/>
                </a:lnTo>
                <a:lnTo>
                  <a:pt x="1919895" y="2564449"/>
                </a:lnTo>
                <a:lnTo>
                  <a:pt x="1871897" y="2545714"/>
                </a:lnTo>
                <a:lnTo>
                  <a:pt x="1823900" y="2524088"/>
                </a:lnTo>
                <a:lnTo>
                  <a:pt x="1775902" y="2499263"/>
                </a:lnTo>
                <a:lnTo>
                  <a:pt x="1727905" y="2470943"/>
                </a:lnTo>
                <a:lnTo>
                  <a:pt x="1679908" y="2438861"/>
                </a:lnTo>
                <a:lnTo>
                  <a:pt x="1631910" y="2402799"/>
                </a:lnTo>
                <a:lnTo>
                  <a:pt x="1583913" y="2362610"/>
                </a:lnTo>
                <a:lnTo>
                  <a:pt x="1535916" y="2318240"/>
                </a:lnTo>
                <a:lnTo>
                  <a:pt x="1487918" y="2269749"/>
                </a:lnTo>
                <a:lnTo>
                  <a:pt x="1439921" y="2217320"/>
                </a:lnTo>
                <a:lnTo>
                  <a:pt x="1391923" y="2161266"/>
                </a:lnTo>
                <a:lnTo>
                  <a:pt x="1343926" y="2102023"/>
                </a:lnTo>
                <a:lnTo>
                  <a:pt x="1295929" y="2040125"/>
                </a:lnTo>
                <a:lnTo>
                  <a:pt x="1247931" y="1976173"/>
                </a:lnTo>
                <a:lnTo>
                  <a:pt x="1199934" y="1910797"/>
                </a:lnTo>
                <a:lnTo>
                  <a:pt x="1151937" y="1844616"/>
                </a:lnTo>
                <a:lnTo>
                  <a:pt x="1103939" y="1778202"/>
                </a:lnTo>
                <a:lnTo>
                  <a:pt x="1055942" y="1712056"/>
                </a:lnTo>
                <a:lnTo>
                  <a:pt x="1007944" y="1646594"/>
                </a:lnTo>
                <a:lnTo>
                  <a:pt x="959947" y="1582142"/>
                </a:lnTo>
                <a:lnTo>
                  <a:pt x="911950" y="1518947"/>
                </a:lnTo>
                <a:lnTo>
                  <a:pt x="863952" y="1457183"/>
                </a:lnTo>
                <a:lnTo>
                  <a:pt x="815955" y="1396967"/>
                </a:lnTo>
                <a:lnTo>
                  <a:pt x="767958" y="1338369"/>
                </a:lnTo>
                <a:lnTo>
                  <a:pt x="719960" y="1281431"/>
                </a:lnTo>
                <a:lnTo>
                  <a:pt x="671963" y="1226168"/>
                </a:lnTo>
                <a:lnTo>
                  <a:pt x="623965" y="1172582"/>
                </a:lnTo>
                <a:lnTo>
                  <a:pt x="575968" y="1120665"/>
                </a:lnTo>
                <a:lnTo>
                  <a:pt x="527971" y="1070402"/>
                </a:lnTo>
                <a:lnTo>
                  <a:pt x="479973" y="1021775"/>
                </a:lnTo>
                <a:lnTo>
                  <a:pt x="431976" y="974764"/>
                </a:lnTo>
                <a:lnTo>
                  <a:pt x="383979" y="929347"/>
                </a:lnTo>
                <a:lnTo>
                  <a:pt x="335981" y="885502"/>
                </a:lnTo>
                <a:lnTo>
                  <a:pt x="287984" y="843208"/>
                </a:lnTo>
                <a:lnTo>
                  <a:pt x="239986" y="802439"/>
                </a:lnTo>
                <a:lnTo>
                  <a:pt x="191989" y="763173"/>
                </a:lnTo>
                <a:lnTo>
                  <a:pt x="143992" y="725385"/>
                </a:lnTo>
                <a:lnTo>
                  <a:pt x="95994" y="689049"/>
                </a:lnTo>
                <a:lnTo>
                  <a:pt x="47997" y="654137"/>
                </a:lnTo>
                <a:lnTo>
                  <a:pt x="0" y="620621"/>
                </a:lnTo>
                <a:close/>
              </a:path>
            </a:pathLst>
          </a:custGeom>
          <a:solidFill>
            <a:srgbClr val="4D4D4D">
              <a:alpha val="4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03" name="pl148">
            <a:extLst>
              <a:ext uri="{FF2B5EF4-FFF2-40B4-BE49-F238E27FC236}">
                <a16:creationId xmlns:a16="http://schemas.microsoft.com/office/drawing/2014/main" id="{939E1645-2101-A519-641D-3A135EE4C0E0}"/>
              </a:ext>
            </a:extLst>
          </p:cNvPr>
          <p:cNvSpPr/>
          <p:nvPr/>
        </p:nvSpPr>
        <p:spPr>
          <a:xfrm>
            <a:off x="1694825" y="1982722"/>
            <a:ext cx="3791792" cy="2576403"/>
          </a:xfrm>
          <a:custGeom>
            <a:avLst/>
            <a:gdLst/>
            <a:ahLst/>
            <a:cxnLst/>
            <a:rect l="0" t="0" r="0" b="0"/>
            <a:pathLst>
              <a:path w="3791792" h="2576403">
                <a:moveTo>
                  <a:pt x="0" y="0"/>
                </a:moveTo>
                <a:lnTo>
                  <a:pt x="47997" y="4479"/>
                </a:lnTo>
                <a:lnTo>
                  <a:pt x="95994" y="9802"/>
                </a:lnTo>
                <a:lnTo>
                  <a:pt x="143992" y="16117"/>
                </a:lnTo>
                <a:lnTo>
                  <a:pt x="191989" y="23597"/>
                </a:lnTo>
                <a:lnTo>
                  <a:pt x="239986" y="32439"/>
                </a:lnTo>
                <a:lnTo>
                  <a:pt x="287984" y="42868"/>
                </a:lnTo>
                <a:lnTo>
                  <a:pt x="335981" y="55135"/>
                </a:lnTo>
                <a:lnTo>
                  <a:pt x="383979" y="69523"/>
                </a:lnTo>
                <a:lnTo>
                  <a:pt x="431976" y="86341"/>
                </a:lnTo>
                <a:lnTo>
                  <a:pt x="479973" y="105922"/>
                </a:lnTo>
                <a:lnTo>
                  <a:pt x="527971" y="128619"/>
                </a:lnTo>
                <a:lnTo>
                  <a:pt x="575968" y="154794"/>
                </a:lnTo>
                <a:lnTo>
                  <a:pt x="623965" y="184808"/>
                </a:lnTo>
                <a:lnTo>
                  <a:pt x="671963" y="219001"/>
                </a:lnTo>
                <a:lnTo>
                  <a:pt x="719960" y="257671"/>
                </a:lnTo>
                <a:lnTo>
                  <a:pt x="767958" y="301051"/>
                </a:lnTo>
                <a:lnTo>
                  <a:pt x="815955" y="349280"/>
                </a:lnTo>
                <a:lnTo>
                  <a:pt x="863952" y="402374"/>
                </a:lnTo>
                <a:lnTo>
                  <a:pt x="911950" y="460207"/>
                </a:lnTo>
                <a:lnTo>
                  <a:pt x="959947" y="522490"/>
                </a:lnTo>
                <a:lnTo>
                  <a:pt x="1007944" y="588771"/>
                </a:lnTo>
                <a:lnTo>
                  <a:pt x="1055942" y="658447"/>
                </a:lnTo>
                <a:lnTo>
                  <a:pt x="1103939" y="730787"/>
                </a:lnTo>
                <a:lnTo>
                  <a:pt x="1151937" y="804981"/>
                </a:lnTo>
                <a:lnTo>
                  <a:pt x="1199934" y="880188"/>
                </a:lnTo>
                <a:lnTo>
                  <a:pt x="1247931" y="955590"/>
                </a:lnTo>
                <a:lnTo>
                  <a:pt x="1295929" y="1030441"/>
                </a:lnTo>
                <a:lnTo>
                  <a:pt x="1343926" y="1104103"/>
                </a:lnTo>
                <a:lnTo>
                  <a:pt x="1391923" y="1176061"/>
                </a:lnTo>
                <a:lnTo>
                  <a:pt x="1439921" y="1245935"/>
                </a:lnTo>
                <a:lnTo>
                  <a:pt x="1487918" y="1313462"/>
                </a:lnTo>
                <a:lnTo>
                  <a:pt x="1535916" y="1378484"/>
                </a:lnTo>
                <a:lnTo>
                  <a:pt x="1583913" y="1440927"/>
                </a:lnTo>
                <a:lnTo>
                  <a:pt x="1631910" y="1500779"/>
                </a:lnTo>
                <a:lnTo>
                  <a:pt x="1679908" y="1558072"/>
                </a:lnTo>
                <a:lnTo>
                  <a:pt x="1727905" y="1612869"/>
                </a:lnTo>
                <a:lnTo>
                  <a:pt x="1775902" y="1665247"/>
                </a:lnTo>
                <a:lnTo>
                  <a:pt x="1823900" y="1715294"/>
                </a:lnTo>
                <a:lnTo>
                  <a:pt x="1871897" y="1763102"/>
                </a:lnTo>
                <a:lnTo>
                  <a:pt x="1919895" y="1808761"/>
                </a:lnTo>
                <a:lnTo>
                  <a:pt x="1967892" y="1852359"/>
                </a:lnTo>
                <a:lnTo>
                  <a:pt x="2015889" y="1893983"/>
                </a:lnTo>
                <a:lnTo>
                  <a:pt x="2063887" y="1933712"/>
                </a:lnTo>
                <a:lnTo>
                  <a:pt x="2111884" y="1971624"/>
                </a:lnTo>
                <a:lnTo>
                  <a:pt x="2159882" y="2007791"/>
                </a:lnTo>
                <a:lnTo>
                  <a:pt x="2207879" y="2042283"/>
                </a:lnTo>
                <a:lnTo>
                  <a:pt x="2255876" y="2075166"/>
                </a:lnTo>
                <a:lnTo>
                  <a:pt x="2303874" y="2106503"/>
                </a:lnTo>
                <a:lnTo>
                  <a:pt x="2351871" y="2136355"/>
                </a:lnTo>
                <a:lnTo>
                  <a:pt x="2399868" y="2164781"/>
                </a:lnTo>
                <a:lnTo>
                  <a:pt x="2447866" y="2191836"/>
                </a:lnTo>
                <a:lnTo>
                  <a:pt x="2495863" y="2217576"/>
                </a:lnTo>
                <a:lnTo>
                  <a:pt x="2543861" y="2242054"/>
                </a:lnTo>
                <a:lnTo>
                  <a:pt x="2591858" y="2265320"/>
                </a:lnTo>
                <a:lnTo>
                  <a:pt x="2639855" y="2287426"/>
                </a:lnTo>
                <a:lnTo>
                  <a:pt x="2687853" y="2308420"/>
                </a:lnTo>
                <a:lnTo>
                  <a:pt x="2735850" y="2328348"/>
                </a:lnTo>
                <a:lnTo>
                  <a:pt x="2783847" y="2347258"/>
                </a:lnTo>
                <a:lnTo>
                  <a:pt x="2831845" y="2365193"/>
                </a:lnTo>
                <a:lnTo>
                  <a:pt x="2879842" y="2382197"/>
                </a:lnTo>
                <a:lnTo>
                  <a:pt x="2927840" y="2398311"/>
                </a:lnTo>
                <a:lnTo>
                  <a:pt x="2975837" y="2413577"/>
                </a:lnTo>
                <a:lnTo>
                  <a:pt x="3023834" y="2428034"/>
                </a:lnTo>
                <a:lnTo>
                  <a:pt x="3071832" y="2441720"/>
                </a:lnTo>
                <a:lnTo>
                  <a:pt x="3119829" y="2454671"/>
                </a:lnTo>
                <a:lnTo>
                  <a:pt x="3167826" y="2466923"/>
                </a:lnTo>
                <a:lnTo>
                  <a:pt x="3215824" y="2478511"/>
                </a:lnTo>
                <a:lnTo>
                  <a:pt x="3263821" y="2489466"/>
                </a:lnTo>
                <a:lnTo>
                  <a:pt x="3311819" y="2499821"/>
                </a:lnTo>
                <a:lnTo>
                  <a:pt x="3359816" y="2509605"/>
                </a:lnTo>
                <a:lnTo>
                  <a:pt x="3407813" y="2518848"/>
                </a:lnTo>
                <a:lnTo>
                  <a:pt x="3455811" y="2527578"/>
                </a:lnTo>
                <a:lnTo>
                  <a:pt x="3503808" y="2535821"/>
                </a:lnTo>
                <a:lnTo>
                  <a:pt x="3551805" y="2543603"/>
                </a:lnTo>
                <a:lnTo>
                  <a:pt x="3599803" y="2550948"/>
                </a:lnTo>
                <a:lnTo>
                  <a:pt x="3647800" y="2557878"/>
                </a:lnTo>
                <a:lnTo>
                  <a:pt x="3695798" y="2564417"/>
                </a:lnTo>
                <a:lnTo>
                  <a:pt x="3743795" y="2570586"/>
                </a:lnTo>
                <a:lnTo>
                  <a:pt x="3791792" y="2576403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04" name="pl149">
            <a:extLst>
              <a:ext uri="{FF2B5EF4-FFF2-40B4-BE49-F238E27FC236}">
                <a16:creationId xmlns:a16="http://schemas.microsoft.com/office/drawing/2014/main" id="{DE5FA32E-2D29-D4C4-BDA7-D024FF26240B}"/>
              </a:ext>
            </a:extLst>
          </p:cNvPr>
          <p:cNvSpPr/>
          <p:nvPr/>
        </p:nvSpPr>
        <p:spPr>
          <a:xfrm>
            <a:off x="1694825" y="2603344"/>
            <a:ext cx="3791792" cy="2050074"/>
          </a:xfrm>
          <a:custGeom>
            <a:avLst/>
            <a:gdLst/>
            <a:ahLst/>
            <a:cxnLst/>
            <a:rect l="0" t="0" r="0" b="0"/>
            <a:pathLst>
              <a:path w="3791792" h="2050074">
                <a:moveTo>
                  <a:pt x="3791792" y="2050074"/>
                </a:moveTo>
                <a:lnTo>
                  <a:pt x="3743795" y="2050055"/>
                </a:lnTo>
                <a:lnTo>
                  <a:pt x="3695798" y="2050031"/>
                </a:lnTo>
                <a:lnTo>
                  <a:pt x="3647800" y="2050003"/>
                </a:lnTo>
                <a:lnTo>
                  <a:pt x="3599803" y="2049969"/>
                </a:lnTo>
                <a:lnTo>
                  <a:pt x="3551805" y="2049928"/>
                </a:lnTo>
                <a:lnTo>
                  <a:pt x="3503808" y="2049880"/>
                </a:lnTo>
                <a:lnTo>
                  <a:pt x="3455811" y="2049821"/>
                </a:lnTo>
                <a:lnTo>
                  <a:pt x="3407813" y="2049750"/>
                </a:lnTo>
                <a:lnTo>
                  <a:pt x="3359816" y="2049666"/>
                </a:lnTo>
                <a:lnTo>
                  <a:pt x="3311819" y="2049564"/>
                </a:lnTo>
                <a:lnTo>
                  <a:pt x="3263821" y="2049442"/>
                </a:lnTo>
                <a:lnTo>
                  <a:pt x="3215824" y="2049296"/>
                </a:lnTo>
                <a:lnTo>
                  <a:pt x="3167826" y="2049120"/>
                </a:lnTo>
                <a:lnTo>
                  <a:pt x="3119829" y="2048909"/>
                </a:lnTo>
                <a:lnTo>
                  <a:pt x="3071832" y="2048656"/>
                </a:lnTo>
                <a:lnTo>
                  <a:pt x="3023834" y="2048352"/>
                </a:lnTo>
                <a:lnTo>
                  <a:pt x="2975837" y="2047988"/>
                </a:lnTo>
                <a:lnTo>
                  <a:pt x="2927840" y="2047552"/>
                </a:lnTo>
                <a:lnTo>
                  <a:pt x="2879842" y="2047029"/>
                </a:lnTo>
                <a:lnTo>
                  <a:pt x="2831845" y="2046403"/>
                </a:lnTo>
                <a:lnTo>
                  <a:pt x="2783847" y="2045653"/>
                </a:lnTo>
                <a:lnTo>
                  <a:pt x="2735850" y="2044756"/>
                </a:lnTo>
                <a:lnTo>
                  <a:pt x="2687853" y="2043682"/>
                </a:lnTo>
                <a:lnTo>
                  <a:pt x="2639855" y="2042398"/>
                </a:lnTo>
                <a:lnTo>
                  <a:pt x="2591858" y="2040864"/>
                </a:lnTo>
                <a:lnTo>
                  <a:pt x="2543861" y="2039031"/>
                </a:lnTo>
                <a:lnTo>
                  <a:pt x="2495863" y="2036845"/>
                </a:lnTo>
                <a:lnTo>
                  <a:pt x="2447866" y="2034239"/>
                </a:lnTo>
                <a:lnTo>
                  <a:pt x="2399868" y="2031136"/>
                </a:lnTo>
                <a:lnTo>
                  <a:pt x="2351871" y="2027444"/>
                </a:lnTo>
                <a:lnTo>
                  <a:pt x="2303874" y="2023057"/>
                </a:lnTo>
                <a:lnTo>
                  <a:pt x="2255876" y="2017854"/>
                </a:lnTo>
                <a:lnTo>
                  <a:pt x="2207879" y="2011691"/>
                </a:lnTo>
                <a:lnTo>
                  <a:pt x="2159882" y="2004406"/>
                </a:lnTo>
                <a:lnTo>
                  <a:pt x="2111884" y="1995814"/>
                </a:lnTo>
                <a:lnTo>
                  <a:pt x="2063887" y="1985705"/>
                </a:lnTo>
                <a:lnTo>
                  <a:pt x="2015889" y="1973847"/>
                </a:lnTo>
                <a:lnTo>
                  <a:pt x="1967892" y="1959980"/>
                </a:lnTo>
                <a:lnTo>
                  <a:pt x="1919895" y="1943828"/>
                </a:lnTo>
                <a:lnTo>
                  <a:pt x="1871897" y="1925092"/>
                </a:lnTo>
                <a:lnTo>
                  <a:pt x="1823900" y="1903466"/>
                </a:lnTo>
                <a:lnTo>
                  <a:pt x="1775902" y="1878641"/>
                </a:lnTo>
                <a:lnTo>
                  <a:pt x="1727905" y="1850321"/>
                </a:lnTo>
                <a:lnTo>
                  <a:pt x="1679908" y="1818239"/>
                </a:lnTo>
                <a:lnTo>
                  <a:pt x="1631910" y="1782177"/>
                </a:lnTo>
                <a:lnTo>
                  <a:pt x="1583913" y="1741988"/>
                </a:lnTo>
                <a:lnTo>
                  <a:pt x="1535916" y="1697619"/>
                </a:lnTo>
                <a:lnTo>
                  <a:pt x="1487918" y="1649127"/>
                </a:lnTo>
                <a:lnTo>
                  <a:pt x="1439921" y="1596698"/>
                </a:lnTo>
                <a:lnTo>
                  <a:pt x="1391923" y="1540645"/>
                </a:lnTo>
                <a:lnTo>
                  <a:pt x="1343926" y="1481402"/>
                </a:lnTo>
                <a:lnTo>
                  <a:pt x="1295929" y="1419504"/>
                </a:lnTo>
                <a:lnTo>
                  <a:pt x="1247931" y="1355551"/>
                </a:lnTo>
                <a:lnTo>
                  <a:pt x="1199934" y="1290175"/>
                </a:lnTo>
                <a:lnTo>
                  <a:pt x="1151937" y="1223994"/>
                </a:lnTo>
                <a:lnTo>
                  <a:pt x="1103939" y="1157580"/>
                </a:lnTo>
                <a:lnTo>
                  <a:pt x="1055942" y="1091434"/>
                </a:lnTo>
                <a:lnTo>
                  <a:pt x="1007944" y="1025972"/>
                </a:lnTo>
                <a:lnTo>
                  <a:pt x="959947" y="961521"/>
                </a:lnTo>
                <a:lnTo>
                  <a:pt x="911950" y="898326"/>
                </a:lnTo>
                <a:lnTo>
                  <a:pt x="863952" y="836562"/>
                </a:lnTo>
                <a:lnTo>
                  <a:pt x="815955" y="776345"/>
                </a:lnTo>
                <a:lnTo>
                  <a:pt x="767958" y="717748"/>
                </a:lnTo>
                <a:lnTo>
                  <a:pt x="719960" y="660809"/>
                </a:lnTo>
                <a:lnTo>
                  <a:pt x="671963" y="605546"/>
                </a:lnTo>
                <a:lnTo>
                  <a:pt x="623965" y="551961"/>
                </a:lnTo>
                <a:lnTo>
                  <a:pt x="575968" y="500044"/>
                </a:lnTo>
                <a:lnTo>
                  <a:pt x="527971" y="449781"/>
                </a:lnTo>
                <a:lnTo>
                  <a:pt x="479973" y="401153"/>
                </a:lnTo>
                <a:lnTo>
                  <a:pt x="431976" y="354142"/>
                </a:lnTo>
                <a:lnTo>
                  <a:pt x="383979" y="308725"/>
                </a:lnTo>
                <a:lnTo>
                  <a:pt x="335981" y="264881"/>
                </a:lnTo>
                <a:lnTo>
                  <a:pt x="287984" y="222586"/>
                </a:lnTo>
                <a:lnTo>
                  <a:pt x="239986" y="181818"/>
                </a:lnTo>
                <a:lnTo>
                  <a:pt x="191989" y="142552"/>
                </a:lnTo>
                <a:lnTo>
                  <a:pt x="143992" y="104764"/>
                </a:lnTo>
                <a:lnTo>
                  <a:pt x="95994" y="68427"/>
                </a:lnTo>
                <a:lnTo>
                  <a:pt x="47997" y="33515"/>
                </a:lnTo>
                <a:lnTo>
                  <a:pt x="0" y="0"/>
                </a:lnTo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05" name="pl150">
            <a:extLst>
              <a:ext uri="{FF2B5EF4-FFF2-40B4-BE49-F238E27FC236}">
                <a16:creationId xmlns:a16="http://schemas.microsoft.com/office/drawing/2014/main" id="{EB657CA0-572C-0D58-E4DF-29211FA4B5B8}"/>
              </a:ext>
            </a:extLst>
          </p:cNvPr>
          <p:cNvSpPr/>
          <p:nvPr/>
        </p:nvSpPr>
        <p:spPr>
          <a:xfrm>
            <a:off x="1694825" y="2092992"/>
            <a:ext cx="3791792" cy="2557457"/>
          </a:xfrm>
          <a:custGeom>
            <a:avLst/>
            <a:gdLst/>
            <a:ahLst/>
            <a:cxnLst/>
            <a:rect l="0" t="0" r="0" b="0"/>
            <a:pathLst>
              <a:path w="3791792" h="2557457">
                <a:moveTo>
                  <a:pt x="0" y="0"/>
                </a:moveTo>
                <a:lnTo>
                  <a:pt x="47997" y="16508"/>
                </a:lnTo>
                <a:lnTo>
                  <a:pt x="95994" y="34927"/>
                </a:lnTo>
                <a:lnTo>
                  <a:pt x="143992" y="55442"/>
                </a:lnTo>
                <a:lnTo>
                  <a:pt x="191989" y="78248"/>
                </a:lnTo>
                <a:lnTo>
                  <a:pt x="239986" y="103549"/>
                </a:lnTo>
                <a:lnTo>
                  <a:pt x="287984" y="131552"/>
                </a:lnTo>
                <a:lnTo>
                  <a:pt x="335981" y="162468"/>
                </a:lnTo>
                <a:lnTo>
                  <a:pt x="383979" y="196501"/>
                </a:lnTo>
                <a:lnTo>
                  <a:pt x="431976" y="233851"/>
                </a:lnTo>
                <a:lnTo>
                  <a:pt x="479973" y="274700"/>
                </a:lnTo>
                <a:lnTo>
                  <a:pt x="527971" y="319210"/>
                </a:lnTo>
                <a:lnTo>
                  <a:pt x="575968" y="367511"/>
                </a:lnTo>
                <a:lnTo>
                  <a:pt x="623965" y="419695"/>
                </a:lnTo>
                <a:lnTo>
                  <a:pt x="671963" y="475806"/>
                </a:lnTo>
                <a:lnTo>
                  <a:pt x="719960" y="535831"/>
                </a:lnTo>
                <a:lnTo>
                  <a:pt x="767958" y="599690"/>
                </a:lnTo>
                <a:lnTo>
                  <a:pt x="815955" y="667235"/>
                </a:lnTo>
                <a:lnTo>
                  <a:pt x="863952" y="738236"/>
                </a:lnTo>
                <a:lnTo>
                  <a:pt x="911950" y="812389"/>
                </a:lnTo>
                <a:lnTo>
                  <a:pt x="959947" y="889311"/>
                </a:lnTo>
                <a:lnTo>
                  <a:pt x="1007944" y="968545"/>
                </a:lnTo>
                <a:lnTo>
                  <a:pt x="1055942" y="1049574"/>
                </a:lnTo>
                <a:lnTo>
                  <a:pt x="1103939" y="1131825"/>
                </a:lnTo>
                <a:lnTo>
                  <a:pt x="1151937" y="1214693"/>
                </a:lnTo>
                <a:lnTo>
                  <a:pt x="1199934" y="1297553"/>
                </a:lnTo>
                <a:lnTo>
                  <a:pt x="1247931" y="1379780"/>
                </a:lnTo>
                <a:lnTo>
                  <a:pt x="1295929" y="1460767"/>
                </a:lnTo>
                <a:lnTo>
                  <a:pt x="1343926" y="1539947"/>
                </a:lnTo>
                <a:lnTo>
                  <a:pt x="1391923" y="1616801"/>
                </a:lnTo>
                <a:lnTo>
                  <a:pt x="1439921" y="1690875"/>
                </a:lnTo>
                <a:lnTo>
                  <a:pt x="1487918" y="1761788"/>
                </a:lnTo>
                <a:lnTo>
                  <a:pt x="1535916" y="1829237"/>
                </a:lnTo>
                <a:lnTo>
                  <a:pt x="1583913" y="1892997"/>
                </a:lnTo>
                <a:lnTo>
                  <a:pt x="1631910" y="1952918"/>
                </a:lnTo>
                <a:lnTo>
                  <a:pt x="1679908" y="2008925"/>
                </a:lnTo>
                <a:lnTo>
                  <a:pt x="1727905" y="2061006"/>
                </a:lnTo>
                <a:lnTo>
                  <a:pt x="1775902" y="2109205"/>
                </a:lnTo>
                <a:lnTo>
                  <a:pt x="1823900" y="2153615"/>
                </a:lnTo>
                <a:lnTo>
                  <a:pt x="1871897" y="2194369"/>
                </a:lnTo>
                <a:lnTo>
                  <a:pt x="1919895" y="2231629"/>
                </a:lnTo>
                <a:lnTo>
                  <a:pt x="1967892" y="2265577"/>
                </a:lnTo>
                <a:lnTo>
                  <a:pt x="2015889" y="2296413"/>
                </a:lnTo>
                <a:lnTo>
                  <a:pt x="2063887" y="2324342"/>
                </a:lnTo>
                <a:lnTo>
                  <a:pt x="2111884" y="2349574"/>
                </a:lnTo>
                <a:lnTo>
                  <a:pt x="2159882" y="2372317"/>
                </a:lnTo>
                <a:lnTo>
                  <a:pt x="2207879" y="2392773"/>
                </a:lnTo>
                <a:lnTo>
                  <a:pt x="2255876" y="2411139"/>
                </a:lnTo>
                <a:lnTo>
                  <a:pt x="2303874" y="2427600"/>
                </a:lnTo>
                <a:lnTo>
                  <a:pt x="2351871" y="2442331"/>
                </a:lnTo>
                <a:lnTo>
                  <a:pt x="2399868" y="2455496"/>
                </a:lnTo>
                <a:lnTo>
                  <a:pt x="2447866" y="2467248"/>
                </a:lnTo>
                <a:lnTo>
                  <a:pt x="2495863" y="2477728"/>
                </a:lnTo>
                <a:lnTo>
                  <a:pt x="2543861" y="2487063"/>
                </a:lnTo>
                <a:lnTo>
                  <a:pt x="2591858" y="2495372"/>
                </a:lnTo>
                <a:lnTo>
                  <a:pt x="2639855" y="2502761"/>
                </a:lnTo>
                <a:lnTo>
                  <a:pt x="2687853" y="2509329"/>
                </a:lnTo>
                <a:lnTo>
                  <a:pt x="2735850" y="2515163"/>
                </a:lnTo>
                <a:lnTo>
                  <a:pt x="2783847" y="2520342"/>
                </a:lnTo>
                <a:lnTo>
                  <a:pt x="2831845" y="2524938"/>
                </a:lnTo>
                <a:lnTo>
                  <a:pt x="2879842" y="2529015"/>
                </a:lnTo>
                <a:lnTo>
                  <a:pt x="2927840" y="2532629"/>
                </a:lnTo>
                <a:lnTo>
                  <a:pt x="2975837" y="2535832"/>
                </a:lnTo>
                <a:lnTo>
                  <a:pt x="3023834" y="2538671"/>
                </a:lnTo>
                <a:lnTo>
                  <a:pt x="3071832" y="2541186"/>
                </a:lnTo>
                <a:lnTo>
                  <a:pt x="3119829" y="2543413"/>
                </a:lnTo>
                <a:lnTo>
                  <a:pt x="3167826" y="2545385"/>
                </a:lnTo>
                <a:lnTo>
                  <a:pt x="3215824" y="2547131"/>
                </a:lnTo>
                <a:lnTo>
                  <a:pt x="3263821" y="2548676"/>
                </a:lnTo>
                <a:lnTo>
                  <a:pt x="3311819" y="2550044"/>
                </a:lnTo>
                <a:lnTo>
                  <a:pt x="3359816" y="2551254"/>
                </a:lnTo>
                <a:lnTo>
                  <a:pt x="3407813" y="2552325"/>
                </a:lnTo>
                <a:lnTo>
                  <a:pt x="3455811" y="2553273"/>
                </a:lnTo>
                <a:lnTo>
                  <a:pt x="3503808" y="2554111"/>
                </a:lnTo>
                <a:lnTo>
                  <a:pt x="3551805" y="2554853"/>
                </a:lnTo>
                <a:lnTo>
                  <a:pt x="3599803" y="2555509"/>
                </a:lnTo>
                <a:lnTo>
                  <a:pt x="3647800" y="2556089"/>
                </a:lnTo>
                <a:lnTo>
                  <a:pt x="3695798" y="2556602"/>
                </a:lnTo>
                <a:lnTo>
                  <a:pt x="3743795" y="2557056"/>
                </a:lnTo>
                <a:lnTo>
                  <a:pt x="3791792" y="2557457"/>
                </a:lnTo>
              </a:path>
            </a:pathLst>
          </a:custGeom>
          <a:ln w="27101" cap="flat">
            <a:solidFill>
              <a:srgbClr val="4D4D4D"/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6" name="tx151">
            <a:extLst>
              <a:ext uri="{FF2B5EF4-FFF2-40B4-BE49-F238E27FC236}">
                <a16:creationId xmlns:a16="http://schemas.microsoft.com/office/drawing/2014/main" id="{074B519E-C901-EACC-5EF8-2B692310EDC8}"/>
              </a:ext>
            </a:extLst>
          </p:cNvPr>
          <p:cNvSpPr/>
          <p:nvPr/>
        </p:nvSpPr>
        <p:spPr>
          <a:xfrm>
            <a:off x="1224978" y="4613510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</a:t>
            </a:r>
          </a:p>
        </p:txBody>
      </p:sp>
      <p:sp>
        <p:nvSpPr>
          <p:cNvPr id="1807" name="tx152">
            <a:extLst>
              <a:ext uri="{FF2B5EF4-FFF2-40B4-BE49-F238E27FC236}">
                <a16:creationId xmlns:a16="http://schemas.microsoft.com/office/drawing/2014/main" id="{CE71754A-ECEA-B7A4-B69C-37138E295C95}"/>
              </a:ext>
            </a:extLst>
          </p:cNvPr>
          <p:cNvSpPr/>
          <p:nvPr/>
        </p:nvSpPr>
        <p:spPr>
          <a:xfrm>
            <a:off x="1224978" y="3940045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0.25</a:t>
            </a:r>
          </a:p>
        </p:txBody>
      </p:sp>
      <p:sp>
        <p:nvSpPr>
          <p:cNvPr id="1808" name="tx153">
            <a:extLst>
              <a:ext uri="{FF2B5EF4-FFF2-40B4-BE49-F238E27FC236}">
                <a16:creationId xmlns:a16="http://schemas.microsoft.com/office/drawing/2014/main" id="{BF67B72D-2BEC-9B25-B839-2782E980A6CD}"/>
              </a:ext>
            </a:extLst>
          </p:cNvPr>
          <p:cNvSpPr/>
          <p:nvPr/>
        </p:nvSpPr>
        <p:spPr>
          <a:xfrm>
            <a:off x="1224978" y="3266580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0.50</a:t>
            </a:r>
          </a:p>
        </p:txBody>
      </p:sp>
      <p:sp>
        <p:nvSpPr>
          <p:cNvPr id="1809" name="tx154">
            <a:extLst>
              <a:ext uri="{FF2B5EF4-FFF2-40B4-BE49-F238E27FC236}">
                <a16:creationId xmlns:a16="http://schemas.microsoft.com/office/drawing/2014/main" id="{D13AACCA-53F0-F891-8D77-FAB2BB4517E4}"/>
              </a:ext>
            </a:extLst>
          </p:cNvPr>
          <p:cNvSpPr/>
          <p:nvPr/>
        </p:nvSpPr>
        <p:spPr>
          <a:xfrm>
            <a:off x="1224978" y="2593115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0.75</a:t>
            </a:r>
          </a:p>
        </p:txBody>
      </p:sp>
      <p:sp>
        <p:nvSpPr>
          <p:cNvPr id="1810" name="tx155">
            <a:extLst>
              <a:ext uri="{FF2B5EF4-FFF2-40B4-BE49-F238E27FC236}">
                <a16:creationId xmlns:a16="http://schemas.microsoft.com/office/drawing/2014/main" id="{8B83BAD4-A5AF-5159-F738-7FEFB9C2EF8B}"/>
              </a:ext>
            </a:extLst>
          </p:cNvPr>
          <p:cNvSpPr/>
          <p:nvPr/>
        </p:nvSpPr>
        <p:spPr>
          <a:xfrm>
            <a:off x="1224978" y="1919650"/>
            <a:ext cx="217627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811" name="tx156">
            <a:extLst>
              <a:ext uri="{FF2B5EF4-FFF2-40B4-BE49-F238E27FC236}">
                <a16:creationId xmlns:a16="http://schemas.microsoft.com/office/drawing/2014/main" id="{E8F2BE9D-2F03-3BF4-C703-FD48F724F224}"/>
              </a:ext>
            </a:extLst>
          </p:cNvPr>
          <p:cNvSpPr/>
          <p:nvPr/>
        </p:nvSpPr>
        <p:spPr>
          <a:xfrm>
            <a:off x="1663795" y="4850838"/>
            <a:ext cx="62179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1812" name="tx157">
            <a:extLst>
              <a:ext uri="{FF2B5EF4-FFF2-40B4-BE49-F238E27FC236}">
                <a16:creationId xmlns:a16="http://schemas.microsoft.com/office/drawing/2014/main" id="{4F98E923-96B2-D05B-BA00-69B5F64C8C5C}"/>
              </a:ext>
            </a:extLst>
          </p:cNvPr>
          <p:cNvSpPr/>
          <p:nvPr/>
        </p:nvSpPr>
        <p:spPr>
          <a:xfrm>
            <a:off x="2927669" y="4850838"/>
            <a:ext cx="62179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813" name="tx158">
            <a:extLst>
              <a:ext uri="{FF2B5EF4-FFF2-40B4-BE49-F238E27FC236}">
                <a16:creationId xmlns:a16="http://schemas.microsoft.com/office/drawing/2014/main" id="{D2037670-C124-8C4B-A298-D0EBECCBFBB2}"/>
              </a:ext>
            </a:extLst>
          </p:cNvPr>
          <p:cNvSpPr/>
          <p:nvPr/>
        </p:nvSpPr>
        <p:spPr>
          <a:xfrm>
            <a:off x="4191543" y="4850838"/>
            <a:ext cx="62179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814" name="tx159">
            <a:extLst>
              <a:ext uri="{FF2B5EF4-FFF2-40B4-BE49-F238E27FC236}">
                <a16:creationId xmlns:a16="http://schemas.microsoft.com/office/drawing/2014/main" id="{27EFA6D4-6030-8C2A-B96F-B9B351D45451}"/>
              </a:ext>
            </a:extLst>
          </p:cNvPr>
          <p:cNvSpPr/>
          <p:nvPr/>
        </p:nvSpPr>
        <p:spPr>
          <a:xfrm>
            <a:off x="5455417" y="4850838"/>
            <a:ext cx="62179" cy="800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815" name="tx160">
            <a:extLst>
              <a:ext uri="{FF2B5EF4-FFF2-40B4-BE49-F238E27FC236}">
                <a16:creationId xmlns:a16="http://schemas.microsoft.com/office/drawing/2014/main" id="{C0019CAC-B01A-A805-D398-36E3E3370D3B}"/>
              </a:ext>
            </a:extLst>
          </p:cNvPr>
          <p:cNvSpPr/>
          <p:nvPr/>
        </p:nvSpPr>
        <p:spPr>
          <a:xfrm>
            <a:off x="3106547" y="4989142"/>
            <a:ext cx="968349" cy="1000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Genomic Offset</a:t>
            </a:r>
          </a:p>
        </p:txBody>
      </p:sp>
      <p:sp>
        <p:nvSpPr>
          <p:cNvPr id="1816" name="tx161">
            <a:extLst>
              <a:ext uri="{FF2B5EF4-FFF2-40B4-BE49-F238E27FC236}">
                <a16:creationId xmlns:a16="http://schemas.microsoft.com/office/drawing/2014/main" id="{8188F546-CE5D-EA0C-71F1-3ED8583C041F}"/>
              </a:ext>
            </a:extLst>
          </p:cNvPr>
          <p:cNvSpPr/>
          <p:nvPr/>
        </p:nvSpPr>
        <p:spPr>
          <a:xfrm rot="16200000">
            <a:off x="862280" y="3256567"/>
            <a:ext cx="496884" cy="1000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Survival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069AE6-9898-B578-0F52-4C93F6E10786}"/>
              </a:ext>
            </a:extLst>
          </p:cNvPr>
          <p:cNvGrpSpPr/>
          <p:nvPr/>
        </p:nvGrpSpPr>
        <p:grpSpPr>
          <a:xfrm>
            <a:off x="11380124" y="1817440"/>
            <a:ext cx="1456773" cy="1037460"/>
            <a:chOff x="11250089" y="7007106"/>
            <a:chExt cx="840598" cy="598643"/>
          </a:xfrm>
        </p:grpSpPr>
        <p:sp>
          <p:nvSpPr>
            <p:cNvPr id="5" name="rc235">
              <a:extLst>
                <a:ext uri="{FF2B5EF4-FFF2-40B4-BE49-F238E27FC236}">
                  <a16:creationId xmlns:a16="http://schemas.microsoft.com/office/drawing/2014/main" id="{2F50C7FA-C908-F633-6D06-8AFBCD6DF88C}"/>
                </a:ext>
              </a:extLst>
            </p:cNvPr>
            <p:cNvSpPr/>
            <p:nvPr/>
          </p:nvSpPr>
          <p:spPr>
            <a:xfrm>
              <a:off x="11250089" y="7166837"/>
              <a:ext cx="219455" cy="219456"/>
            </a:xfrm>
            <a:prstGeom prst="rect">
              <a:avLst/>
            </a:prstGeom>
            <a:solidFill>
              <a:srgbClr val="CDCCCC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239" name="rc238">
              <a:extLst>
                <a:ext uri="{FF2B5EF4-FFF2-40B4-BE49-F238E27FC236}">
                  <a16:creationId xmlns:a16="http://schemas.microsoft.com/office/drawing/2014/main" id="{15622E18-0755-93B8-B80C-11BB759B19C8}"/>
                </a:ext>
              </a:extLst>
            </p:cNvPr>
            <p:cNvSpPr/>
            <p:nvPr/>
          </p:nvSpPr>
          <p:spPr>
            <a:xfrm>
              <a:off x="11250089" y="7386293"/>
              <a:ext cx="219455" cy="219456"/>
            </a:xfrm>
            <a:prstGeom prst="rect">
              <a:avLst/>
            </a:prstGeom>
            <a:solidFill>
              <a:srgbClr val="4D4D4D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3" name="tx233">
              <a:extLst>
                <a:ext uri="{FF2B5EF4-FFF2-40B4-BE49-F238E27FC236}">
                  <a16:creationId xmlns:a16="http://schemas.microsoft.com/office/drawing/2014/main" id="{94C3487F-A936-1B8A-1C6A-09A85B7B9E77}"/>
                </a:ext>
              </a:extLst>
            </p:cNvPr>
            <p:cNvSpPr/>
            <p:nvPr/>
          </p:nvSpPr>
          <p:spPr>
            <a:xfrm>
              <a:off x="11310153" y="7007106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4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4" name="pt234">
              <a:extLst>
                <a:ext uri="{FF2B5EF4-FFF2-40B4-BE49-F238E27FC236}">
                  <a16:creationId xmlns:a16="http://schemas.microsoft.com/office/drawing/2014/main" id="{95A0EF8E-C3D8-9319-9B6A-E48165912D50}"/>
                </a:ext>
              </a:extLst>
            </p:cNvPr>
            <p:cNvSpPr/>
            <p:nvPr/>
          </p:nvSpPr>
          <p:spPr>
            <a:xfrm>
              <a:off x="11314665" y="7231413"/>
              <a:ext cx="90303" cy="90303"/>
            </a:xfrm>
            <a:prstGeom prst="ellipse">
              <a:avLst/>
            </a:prstGeom>
            <a:solidFill>
              <a:srgbClr val="CDCCCC"/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236">
              <a:extLst>
                <a:ext uri="{FF2B5EF4-FFF2-40B4-BE49-F238E27FC236}">
                  <a16:creationId xmlns:a16="http://schemas.microsoft.com/office/drawing/2014/main" id="{4D4F2F0C-55E6-F40F-40E1-E76F3B18BBAE}"/>
                </a:ext>
              </a:extLst>
            </p:cNvPr>
            <p:cNvSpPr/>
            <p:nvPr/>
          </p:nvSpPr>
          <p:spPr>
            <a:xfrm>
              <a:off x="11272034" y="7276565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CDCCCC"/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8" name="pt237">
              <a:extLst>
                <a:ext uri="{FF2B5EF4-FFF2-40B4-BE49-F238E27FC236}">
                  <a16:creationId xmlns:a16="http://schemas.microsoft.com/office/drawing/2014/main" id="{20E2F005-5906-A842-7C56-9E83955DDB50}"/>
                </a:ext>
              </a:extLst>
            </p:cNvPr>
            <p:cNvSpPr/>
            <p:nvPr/>
          </p:nvSpPr>
          <p:spPr>
            <a:xfrm>
              <a:off x="11314665" y="7450869"/>
              <a:ext cx="90303" cy="90303"/>
            </a:xfrm>
            <a:prstGeom prst="ellipse">
              <a:avLst/>
            </a:prstGeom>
            <a:solidFill>
              <a:srgbClr val="4D4D4D"/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0" name="pl239">
              <a:extLst>
                <a:ext uri="{FF2B5EF4-FFF2-40B4-BE49-F238E27FC236}">
                  <a16:creationId xmlns:a16="http://schemas.microsoft.com/office/drawing/2014/main" id="{74C8D277-7C51-A71D-60D3-519FD13B1B02}"/>
                </a:ext>
              </a:extLst>
            </p:cNvPr>
            <p:cNvSpPr/>
            <p:nvPr/>
          </p:nvSpPr>
          <p:spPr>
            <a:xfrm>
              <a:off x="11272034" y="7496021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D4D4D"/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1" name="tx240">
              <a:extLst>
                <a:ext uri="{FF2B5EF4-FFF2-40B4-BE49-F238E27FC236}">
                  <a16:creationId xmlns:a16="http://schemas.microsoft.com/office/drawing/2014/main" id="{F80D88DD-FE39-5AA7-0AAD-E32039F71CC3}"/>
                </a:ext>
              </a:extLst>
            </p:cNvPr>
            <p:cNvSpPr/>
            <p:nvPr/>
          </p:nvSpPr>
          <p:spPr>
            <a:xfrm>
              <a:off x="11587493" y="7236560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1</a:t>
              </a:r>
              <a:endParaRPr sz="13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242" name="tx241">
              <a:extLst>
                <a:ext uri="{FF2B5EF4-FFF2-40B4-BE49-F238E27FC236}">
                  <a16:creationId xmlns:a16="http://schemas.microsoft.com/office/drawing/2014/main" id="{AFF42877-BB44-D393-6234-2EE9FBD98562}"/>
                </a:ext>
              </a:extLst>
            </p:cNvPr>
            <p:cNvSpPr/>
            <p:nvPr/>
          </p:nvSpPr>
          <p:spPr>
            <a:xfrm>
              <a:off x="11587398" y="7456016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13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 2</a:t>
              </a:r>
              <a:endParaRPr sz="13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4336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459195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683642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90808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132535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207141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3295865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452031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g21"/>
            <p:cNvSpPr/>
            <p:nvPr/>
          </p:nvSpPr>
          <p:spPr>
            <a:xfrm>
              <a:off x="315906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433655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33711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16008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253973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03630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24488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433274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04142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280455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280858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3330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t33"/>
            <p:cNvSpPr/>
            <p:nvPr/>
          </p:nvSpPr>
          <p:spPr>
            <a:xfrm>
              <a:off x="370744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t34"/>
            <p:cNvSpPr/>
            <p:nvPr/>
          </p:nvSpPr>
          <p:spPr>
            <a:xfrm>
              <a:off x="4079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t35"/>
            <p:cNvSpPr/>
            <p:nvPr/>
          </p:nvSpPr>
          <p:spPr>
            <a:xfrm>
              <a:off x="370754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t36"/>
            <p:cNvSpPr/>
            <p:nvPr/>
          </p:nvSpPr>
          <p:spPr>
            <a:xfrm>
              <a:off x="53106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t37"/>
            <p:cNvSpPr/>
            <p:nvPr/>
          </p:nvSpPr>
          <p:spPr>
            <a:xfrm>
              <a:off x="38675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t38"/>
            <p:cNvSpPr/>
            <p:nvPr/>
          </p:nvSpPr>
          <p:spPr>
            <a:xfrm>
              <a:off x="344601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t39"/>
            <p:cNvSpPr/>
            <p:nvPr/>
          </p:nvSpPr>
          <p:spPr>
            <a:xfrm>
              <a:off x="3960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t40"/>
            <p:cNvSpPr/>
            <p:nvPr/>
          </p:nvSpPr>
          <p:spPr>
            <a:xfrm>
              <a:off x="396062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t41"/>
            <p:cNvSpPr/>
            <p:nvPr/>
          </p:nvSpPr>
          <p:spPr>
            <a:xfrm>
              <a:off x="407956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t42"/>
            <p:cNvSpPr/>
            <p:nvPr/>
          </p:nvSpPr>
          <p:spPr>
            <a:xfrm>
              <a:off x="3867712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5310618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3446116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20364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320808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276207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11940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275839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299374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299207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30152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312460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434590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434860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2978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3066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70340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3066047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15410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3153842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93997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70340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425692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323977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294131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256928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32394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157848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884966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176767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88454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2980687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20405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1953965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297808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195314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176841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204052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22725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384400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270207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384400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2703198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262521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227251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249196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26240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249306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79980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2801240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436516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38932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436903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g96"/>
            <p:cNvSpPr/>
            <p:nvPr/>
          </p:nvSpPr>
          <p:spPr>
            <a:xfrm>
              <a:off x="388919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g97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g98"/>
            <p:cNvSpPr/>
            <p:nvPr/>
          </p:nvSpPr>
          <p:spPr>
            <a:xfrm>
              <a:off x="414757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g99"/>
            <p:cNvSpPr/>
            <p:nvPr/>
          </p:nvSpPr>
          <p:spPr>
            <a:xfrm>
              <a:off x="414968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g100"/>
            <p:cNvSpPr/>
            <p:nvPr/>
          </p:nvSpPr>
          <p:spPr>
            <a:xfrm>
              <a:off x="444980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g101"/>
            <p:cNvSpPr/>
            <p:nvPr/>
          </p:nvSpPr>
          <p:spPr>
            <a:xfrm>
              <a:off x="427443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g102"/>
            <p:cNvSpPr/>
            <p:nvPr/>
          </p:nvSpPr>
          <p:spPr>
            <a:xfrm>
              <a:off x="427032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g103"/>
            <p:cNvSpPr/>
            <p:nvPr/>
          </p:nvSpPr>
          <p:spPr>
            <a:xfrm>
              <a:off x="4442862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g104"/>
            <p:cNvSpPr/>
            <p:nvPr/>
          </p:nvSpPr>
          <p:spPr>
            <a:xfrm>
              <a:off x="249094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g105"/>
            <p:cNvSpPr/>
            <p:nvPr/>
          </p:nvSpPr>
          <p:spPr>
            <a:xfrm>
              <a:off x="382495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g106"/>
            <p:cNvSpPr/>
            <p:nvPr/>
          </p:nvSpPr>
          <p:spPr>
            <a:xfrm>
              <a:off x="262024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g107"/>
            <p:cNvSpPr/>
            <p:nvPr/>
          </p:nvSpPr>
          <p:spPr>
            <a:xfrm>
              <a:off x="227564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g108"/>
            <p:cNvSpPr/>
            <p:nvPr/>
          </p:nvSpPr>
          <p:spPr>
            <a:xfrm>
              <a:off x="269872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g109"/>
            <p:cNvSpPr/>
            <p:nvPr/>
          </p:nvSpPr>
          <p:spPr>
            <a:xfrm>
              <a:off x="227348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g110"/>
            <p:cNvSpPr/>
            <p:nvPr/>
          </p:nvSpPr>
          <p:spPr>
            <a:xfrm>
              <a:off x="382495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g111"/>
            <p:cNvSpPr/>
            <p:nvPr/>
          </p:nvSpPr>
          <p:spPr>
            <a:xfrm>
              <a:off x="249045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g112"/>
            <p:cNvSpPr/>
            <p:nvPr/>
          </p:nvSpPr>
          <p:spPr>
            <a:xfrm>
              <a:off x="279353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g113"/>
            <p:cNvSpPr/>
            <p:nvPr/>
          </p:nvSpPr>
          <p:spPr>
            <a:xfrm>
              <a:off x="261981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g114"/>
            <p:cNvSpPr/>
            <p:nvPr/>
          </p:nvSpPr>
          <p:spPr>
            <a:xfrm>
              <a:off x="279663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g115"/>
            <p:cNvSpPr/>
            <p:nvPr/>
          </p:nvSpPr>
          <p:spPr>
            <a:xfrm>
              <a:off x="269625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g116"/>
            <p:cNvSpPr/>
            <p:nvPr/>
          </p:nvSpPr>
          <p:spPr>
            <a:xfrm>
              <a:off x="1623483" y="2375212"/>
              <a:ext cx="3899276" cy="1498522"/>
            </a:xfrm>
            <a:custGeom>
              <a:avLst/>
              <a:gdLst/>
              <a:ahLst/>
              <a:cxnLst/>
              <a:rect l="0" t="0" r="0" b="0"/>
              <a:pathLst>
                <a:path w="3899276" h="1498522">
                  <a:moveTo>
                    <a:pt x="0" y="181797"/>
                  </a:moveTo>
                  <a:lnTo>
                    <a:pt x="49357" y="195343"/>
                  </a:lnTo>
                  <a:lnTo>
                    <a:pt x="98715" y="208797"/>
                  </a:lnTo>
                  <a:lnTo>
                    <a:pt x="148073" y="222153"/>
                  </a:lnTo>
                  <a:lnTo>
                    <a:pt x="197431" y="235404"/>
                  </a:lnTo>
                  <a:lnTo>
                    <a:pt x="246789" y="248540"/>
                  </a:lnTo>
                  <a:lnTo>
                    <a:pt x="296147" y="261554"/>
                  </a:lnTo>
                  <a:lnTo>
                    <a:pt x="345505" y="274434"/>
                  </a:lnTo>
                  <a:lnTo>
                    <a:pt x="394863" y="287170"/>
                  </a:lnTo>
                  <a:lnTo>
                    <a:pt x="444221" y="299750"/>
                  </a:lnTo>
                  <a:lnTo>
                    <a:pt x="493579" y="312160"/>
                  </a:lnTo>
                  <a:lnTo>
                    <a:pt x="542937" y="324385"/>
                  </a:lnTo>
                  <a:lnTo>
                    <a:pt x="592295" y="336410"/>
                  </a:lnTo>
                  <a:lnTo>
                    <a:pt x="641653" y="348216"/>
                  </a:lnTo>
                  <a:lnTo>
                    <a:pt x="691011" y="359784"/>
                  </a:lnTo>
                  <a:lnTo>
                    <a:pt x="740368" y="371092"/>
                  </a:lnTo>
                  <a:lnTo>
                    <a:pt x="789726" y="382116"/>
                  </a:lnTo>
                  <a:lnTo>
                    <a:pt x="839084" y="392831"/>
                  </a:lnTo>
                  <a:lnTo>
                    <a:pt x="888442" y="403207"/>
                  </a:lnTo>
                  <a:lnTo>
                    <a:pt x="937800" y="413214"/>
                  </a:lnTo>
                  <a:lnTo>
                    <a:pt x="987158" y="422818"/>
                  </a:lnTo>
                  <a:lnTo>
                    <a:pt x="1036516" y="431983"/>
                  </a:lnTo>
                  <a:lnTo>
                    <a:pt x="1085874" y="440669"/>
                  </a:lnTo>
                  <a:lnTo>
                    <a:pt x="1135232" y="448837"/>
                  </a:lnTo>
                  <a:lnTo>
                    <a:pt x="1184590" y="456442"/>
                  </a:lnTo>
                  <a:lnTo>
                    <a:pt x="1233948" y="463441"/>
                  </a:lnTo>
                  <a:lnTo>
                    <a:pt x="1283306" y="469787"/>
                  </a:lnTo>
                  <a:lnTo>
                    <a:pt x="1332664" y="475436"/>
                  </a:lnTo>
                  <a:lnTo>
                    <a:pt x="1382022" y="480344"/>
                  </a:lnTo>
                  <a:lnTo>
                    <a:pt x="1431379" y="484469"/>
                  </a:lnTo>
                  <a:lnTo>
                    <a:pt x="1480737" y="487774"/>
                  </a:lnTo>
                  <a:lnTo>
                    <a:pt x="1530095" y="490228"/>
                  </a:lnTo>
                  <a:lnTo>
                    <a:pt x="1579453" y="491805"/>
                  </a:lnTo>
                  <a:lnTo>
                    <a:pt x="1628811" y="492489"/>
                  </a:lnTo>
                  <a:lnTo>
                    <a:pt x="1678169" y="492271"/>
                  </a:lnTo>
                  <a:lnTo>
                    <a:pt x="1727527" y="491152"/>
                  </a:lnTo>
                  <a:lnTo>
                    <a:pt x="1776885" y="489142"/>
                  </a:lnTo>
                  <a:lnTo>
                    <a:pt x="1826243" y="486260"/>
                  </a:lnTo>
                  <a:lnTo>
                    <a:pt x="1875601" y="482534"/>
                  </a:lnTo>
                  <a:lnTo>
                    <a:pt x="1924959" y="477995"/>
                  </a:lnTo>
                  <a:lnTo>
                    <a:pt x="1974317" y="472683"/>
                  </a:lnTo>
                  <a:lnTo>
                    <a:pt x="2023675" y="466639"/>
                  </a:lnTo>
                  <a:lnTo>
                    <a:pt x="2073033" y="459907"/>
                  </a:lnTo>
                  <a:lnTo>
                    <a:pt x="2122390" y="452533"/>
                  </a:lnTo>
                  <a:lnTo>
                    <a:pt x="2171748" y="444563"/>
                  </a:lnTo>
                  <a:lnTo>
                    <a:pt x="2221106" y="436039"/>
                  </a:lnTo>
                  <a:lnTo>
                    <a:pt x="2270464" y="427006"/>
                  </a:lnTo>
                  <a:lnTo>
                    <a:pt x="2319822" y="417504"/>
                  </a:lnTo>
                  <a:lnTo>
                    <a:pt x="2369180" y="407570"/>
                  </a:lnTo>
                  <a:lnTo>
                    <a:pt x="2418538" y="397241"/>
                  </a:lnTo>
                  <a:lnTo>
                    <a:pt x="2467896" y="386550"/>
                  </a:lnTo>
                  <a:lnTo>
                    <a:pt x="2517254" y="375527"/>
                  </a:lnTo>
                  <a:lnTo>
                    <a:pt x="2566612" y="364200"/>
                  </a:lnTo>
                  <a:lnTo>
                    <a:pt x="2615970" y="352595"/>
                  </a:lnTo>
                  <a:lnTo>
                    <a:pt x="2665328" y="340735"/>
                  </a:lnTo>
                  <a:lnTo>
                    <a:pt x="2714686" y="328642"/>
                  </a:lnTo>
                  <a:lnTo>
                    <a:pt x="2764044" y="316333"/>
                  </a:lnTo>
                  <a:lnTo>
                    <a:pt x="2813401" y="303828"/>
                  </a:lnTo>
                  <a:lnTo>
                    <a:pt x="2862759" y="291142"/>
                  </a:lnTo>
                  <a:lnTo>
                    <a:pt x="2912117" y="278288"/>
                  </a:lnTo>
                  <a:lnTo>
                    <a:pt x="2961475" y="265282"/>
                  </a:lnTo>
                  <a:lnTo>
                    <a:pt x="3010833" y="252133"/>
                  </a:lnTo>
                  <a:lnTo>
                    <a:pt x="3060191" y="238854"/>
                  </a:lnTo>
                  <a:lnTo>
                    <a:pt x="3109549" y="225454"/>
                  </a:lnTo>
                  <a:lnTo>
                    <a:pt x="3158907" y="211942"/>
                  </a:lnTo>
                  <a:lnTo>
                    <a:pt x="3208265" y="198325"/>
                  </a:lnTo>
                  <a:lnTo>
                    <a:pt x="3257623" y="184612"/>
                  </a:lnTo>
                  <a:lnTo>
                    <a:pt x="3306981" y="170810"/>
                  </a:lnTo>
                  <a:lnTo>
                    <a:pt x="3356339" y="156924"/>
                  </a:lnTo>
                  <a:lnTo>
                    <a:pt x="3405697" y="142960"/>
                  </a:lnTo>
                  <a:lnTo>
                    <a:pt x="3455055" y="128923"/>
                  </a:lnTo>
                  <a:lnTo>
                    <a:pt x="3504412" y="114819"/>
                  </a:lnTo>
                  <a:lnTo>
                    <a:pt x="3553770" y="100651"/>
                  </a:lnTo>
                  <a:lnTo>
                    <a:pt x="3603128" y="86423"/>
                  </a:lnTo>
                  <a:lnTo>
                    <a:pt x="3652486" y="72140"/>
                  </a:lnTo>
                  <a:lnTo>
                    <a:pt x="3701844" y="57805"/>
                  </a:lnTo>
                  <a:lnTo>
                    <a:pt x="3751202" y="43420"/>
                  </a:lnTo>
                  <a:lnTo>
                    <a:pt x="3800560" y="28989"/>
                  </a:lnTo>
                  <a:lnTo>
                    <a:pt x="3849918" y="14515"/>
                  </a:lnTo>
                  <a:lnTo>
                    <a:pt x="3899276" y="0"/>
                  </a:lnTo>
                  <a:lnTo>
                    <a:pt x="3899276" y="1498522"/>
                  </a:lnTo>
                  <a:lnTo>
                    <a:pt x="3849918" y="1484244"/>
                  </a:lnTo>
                  <a:lnTo>
                    <a:pt x="3800560" y="1470008"/>
                  </a:lnTo>
                  <a:lnTo>
                    <a:pt x="3751202" y="1455815"/>
                  </a:lnTo>
                  <a:lnTo>
                    <a:pt x="3701844" y="1441668"/>
                  </a:lnTo>
                  <a:lnTo>
                    <a:pt x="3652486" y="1427570"/>
                  </a:lnTo>
                  <a:lnTo>
                    <a:pt x="3603128" y="1413525"/>
                  </a:lnTo>
                  <a:lnTo>
                    <a:pt x="3553770" y="1399536"/>
                  </a:lnTo>
                  <a:lnTo>
                    <a:pt x="3504412" y="1385606"/>
                  </a:lnTo>
                  <a:lnTo>
                    <a:pt x="3455055" y="1371739"/>
                  </a:lnTo>
                  <a:lnTo>
                    <a:pt x="3405697" y="1357940"/>
                  </a:lnTo>
                  <a:lnTo>
                    <a:pt x="3356339" y="1344214"/>
                  </a:lnTo>
                  <a:lnTo>
                    <a:pt x="3306981" y="1330566"/>
                  </a:lnTo>
                  <a:lnTo>
                    <a:pt x="3257623" y="1317001"/>
                  </a:lnTo>
                  <a:lnTo>
                    <a:pt x="3208265" y="1303526"/>
                  </a:lnTo>
                  <a:lnTo>
                    <a:pt x="3158907" y="1290148"/>
                  </a:lnTo>
                  <a:lnTo>
                    <a:pt x="3109549" y="1276874"/>
                  </a:lnTo>
                  <a:lnTo>
                    <a:pt x="3060191" y="1263711"/>
                  </a:lnTo>
                  <a:lnTo>
                    <a:pt x="3010833" y="1250670"/>
                  </a:lnTo>
                  <a:lnTo>
                    <a:pt x="2961475" y="1237759"/>
                  </a:lnTo>
                  <a:lnTo>
                    <a:pt x="2912117" y="1224991"/>
                  </a:lnTo>
                  <a:lnTo>
                    <a:pt x="2862759" y="1212375"/>
                  </a:lnTo>
                  <a:lnTo>
                    <a:pt x="2813401" y="1199927"/>
                  </a:lnTo>
                  <a:lnTo>
                    <a:pt x="2764044" y="1187660"/>
                  </a:lnTo>
                  <a:lnTo>
                    <a:pt x="2714686" y="1175589"/>
                  </a:lnTo>
                  <a:lnTo>
                    <a:pt x="2665328" y="1163733"/>
                  </a:lnTo>
                  <a:lnTo>
                    <a:pt x="2615970" y="1152111"/>
                  </a:lnTo>
                  <a:lnTo>
                    <a:pt x="2566612" y="1140744"/>
                  </a:lnTo>
                  <a:lnTo>
                    <a:pt x="2517254" y="1129655"/>
                  </a:lnTo>
                  <a:lnTo>
                    <a:pt x="2467896" y="1118870"/>
                  </a:lnTo>
                  <a:lnTo>
                    <a:pt x="2418538" y="1108417"/>
                  </a:lnTo>
                  <a:lnTo>
                    <a:pt x="2369180" y="1098326"/>
                  </a:lnTo>
                  <a:lnTo>
                    <a:pt x="2319822" y="1088630"/>
                  </a:lnTo>
                  <a:lnTo>
                    <a:pt x="2270464" y="1079366"/>
                  </a:lnTo>
                  <a:lnTo>
                    <a:pt x="2221106" y="1070570"/>
                  </a:lnTo>
                  <a:lnTo>
                    <a:pt x="2171748" y="1062285"/>
                  </a:lnTo>
                  <a:lnTo>
                    <a:pt x="2122390" y="1054552"/>
                  </a:lnTo>
                  <a:lnTo>
                    <a:pt x="2073033" y="1047416"/>
                  </a:lnTo>
                  <a:lnTo>
                    <a:pt x="2023675" y="1040922"/>
                  </a:lnTo>
                  <a:lnTo>
                    <a:pt x="1974317" y="1035116"/>
                  </a:lnTo>
                  <a:lnTo>
                    <a:pt x="1924959" y="1030042"/>
                  </a:lnTo>
                  <a:lnTo>
                    <a:pt x="1875601" y="1025741"/>
                  </a:lnTo>
                  <a:lnTo>
                    <a:pt x="1826243" y="1022252"/>
                  </a:lnTo>
                  <a:lnTo>
                    <a:pt x="1776885" y="1019609"/>
                  </a:lnTo>
                  <a:lnTo>
                    <a:pt x="1727527" y="1017837"/>
                  </a:lnTo>
                  <a:lnTo>
                    <a:pt x="1678169" y="1016956"/>
                  </a:lnTo>
                  <a:lnTo>
                    <a:pt x="1628811" y="1016975"/>
                  </a:lnTo>
                  <a:lnTo>
                    <a:pt x="1579453" y="1017897"/>
                  </a:lnTo>
                  <a:lnTo>
                    <a:pt x="1530095" y="1019712"/>
                  </a:lnTo>
                  <a:lnTo>
                    <a:pt x="1480737" y="1022404"/>
                  </a:lnTo>
                  <a:lnTo>
                    <a:pt x="1431379" y="1025947"/>
                  </a:lnTo>
                  <a:lnTo>
                    <a:pt x="1382022" y="1030310"/>
                  </a:lnTo>
                  <a:lnTo>
                    <a:pt x="1332664" y="1035456"/>
                  </a:lnTo>
                  <a:lnTo>
                    <a:pt x="1283306" y="1041342"/>
                  </a:lnTo>
                  <a:lnTo>
                    <a:pt x="1233948" y="1047927"/>
                  </a:lnTo>
                  <a:lnTo>
                    <a:pt x="1184590" y="1055163"/>
                  </a:lnTo>
                  <a:lnTo>
                    <a:pt x="1135232" y="1063006"/>
                  </a:lnTo>
                  <a:lnTo>
                    <a:pt x="1085874" y="1071412"/>
                  </a:lnTo>
                  <a:lnTo>
                    <a:pt x="1036516" y="1080336"/>
                  </a:lnTo>
                  <a:lnTo>
                    <a:pt x="987158" y="1089739"/>
                  </a:lnTo>
                  <a:lnTo>
                    <a:pt x="937800" y="1099581"/>
                  </a:lnTo>
                  <a:lnTo>
                    <a:pt x="888442" y="1109826"/>
                  </a:lnTo>
                  <a:lnTo>
                    <a:pt x="839084" y="1120440"/>
                  </a:lnTo>
                  <a:lnTo>
                    <a:pt x="789726" y="1131392"/>
                  </a:lnTo>
                  <a:lnTo>
                    <a:pt x="740368" y="1142654"/>
                  </a:lnTo>
                  <a:lnTo>
                    <a:pt x="691011" y="1154200"/>
                  </a:lnTo>
                  <a:lnTo>
                    <a:pt x="641653" y="1166006"/>
                  </a:lnTo>
                  <a:lnTo>
                    <a:pt x="592295" y="1178050"/>
                  </a:lnTo>
                  <a:lnTo>
                    <a:pt x="542937" y="1190313"/>
                  </a:lnTo>
                  <a:lnTo>
                    <a:pt x="493579" y="1202776"/>
                  </a:lnTo>
                  <a:lnTo>
                    <a:pt x="444221" y="1215424"/>
                  </a:lnTo>
                  <a:lnTo>
                    <a:pt x="394863" y="1228242"/>
                  </a:lnTo>
                  <a:lnTo>
                    <a:pt x="345505" y="1241216"/>
                  </a:lnTo>
                  <a:lnTo>
                    <a:pt x="296147" y="1254334"/>
                  </a:lnTo>
                  <a:lnTo>
                    <a:pt x="246789" y="1267585"/>
                  </a:lnTo>
                  <a:lnTo>
                    <a:pt x="197431" y="1280959"/>
                  </a:lnTo>
                  <a:lnTo>
                    <a:pt x="148073" y="1294448"/>
                  </a:lnTo>
                  <a:lnTo>
                    <a:pt x="98715" y="1308042"/>
                  </a:lnTo>
                  <a:lnTo>
                    <a:pt x="49357" y="1321734"/>
                  </a:lnTo>
                  <a:lnTo>
                    <a:pt x="0" y="1335518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l117"/>
            <p:cNvSpPr/>
            <p:nvPr/>
          </p:nvSpPr>
          <p:spPr>
            <a:xfrm>
              <a:off x="1623483" y="2375212"/>
              <a:ext cx="3899276" cy="492489"/>
            </a:xfrm>
            <a:custGeom>
              <a:avLst/>
              <a:gdLst/>
              <a:ahLst/>
              <a:cxnLst/>
              <a:rect l="0" t="0" r="0" b="0"/>
              <a:pathLst>
                <a:path w="3899276" h="492489">
                  <a:moveTo>
                    <a:pt x="0" y="181797"/>
                  </a:moveTo>
                  <a:lnTo>
                    <a:pt x="49357" y="195343"/>
                  </a:lnTo>
                  <a:lnTo>
                    <a:pt x="98715" y="208797"/>
                  </a:lnTo>
                  <a:lnTo>
                    <a:pt x="148073" y="222153"/>
                  </a:lnTo>
                  <a:lnTo>
                    <a:pt x="197431" y="235404"/>
                  </a:lnTo>
                  <a:lnTo>
                    <a:pt x="246789" y="248540"/>
                  </a:lnTo>
                  <a:lnTo>
                    <a:pt x="296147" y="261554"/>
                  </a:lnTo>
                  <a:lnTo>
                    <a:pt x="345505" y="274434"/>
                  </a:lnTo>
                  <a:lnTo>
                    <a:pt x="394863" y="287170"/>
                  </a:lnTo>
                  <a:lnTo>
                    <a:pt x="444221" y="299750"/>
                  </a:lnTo>
                  <a:lnTo>
                    <a:pt x="493579" y="312160"/>
                  </a:lnTo>
                  <a:lnTo>
                    <a:pt x="542937" y="324385"/>
                  </a:lnTo>
                  <a:lnTo>
                    <a:pt x="592295" y="336410"/>
                  </a:lnTo>
                  <a:lnTo>
                    <a:pt x="641653" y="348216"/>
                  </a:lnTo>
                  <a:lnTo>
                    <a:pt x="691011" y="359784"/>
                  </a:lnTo>
                  <a:lnTo>
                    <a:pt x="740368" y="371092"/>
                  </a:lnTo>
                  <a:lnTo>
                    <a:pt x="789726" y="382116"/>
                  </a:lnTo>
                  <a:lnTo>
                    <a:pt x="839084" y="392831"/>
                  </a:lnTo>
                  <a:lnTo>
                    <a:pt x="888442" y="403207"/>
                  </a:lnTo>
                  <a:lnTo>
                    <a:pt x="937800" y="413214"/>
                  </a:lnTo>
                  <a:lnTo>
                    <a:pt x="987158" y="422818"/>
                  </a:lnTo>
                  <a:lnTo>
                    <a:pt x="1036516" y="431983"/>
                  </a:lnTo>
                  <a:lnTo>
                    <a:pt x="1085874" y="440669"/>
                  </a:lnTo>
                  <a:lnTo>
                    <a:pt x="1135232" y="448837"/>
                  </a:lnTo>
                  <a:lnTo>
                    <a:pt x="1184590" y="456442"/>
                  </a:lnTo>
                  <a:lnTo>
                    <a:pt x="1233948" y="463441"/>
                  </a:lnTo>
                  <a:lnTo>
                    <a:pt x="1283306" y="469787"/>
                  </a:lnTo>
                  <a:lnTo>
                    <a:pt x="1332664" y="475436"/>
                  </a:lnTo>
                  <a:lnTo>
                    <a:pt x="1382022" y="480344"/>
                  </a:lnTo>
                  <a:lnTo>
                    <a:pt x="1431379" y="484469"/>
                  </a:lnTo>
                  <a:lnTo>
                    <a:pt x="1480737" y="487774"/>
                  </a:lnTo>
                  <a:lnTo>
                    <a:pt x="1530095" y="490228"/>
                  </a:lnTo>
                  <a:lnTo>
                    <a:pt x="1579453" y="491805"/>
                  </a:lnTo>
                  <a:lnTo>
                    <a:pt x="1628811" y="492489"/>
                  </a:lnTo>
                  <a:lnTo>
                    <a:pt x="1678169" y="492271"/>
                  </a:lnTo>
                  <a:lnTo>
                    <a:pt x="1727527" y="491152"/>
                  </a:lnTo>
                  <a:lnTo>
                    <a:pt x="1776885" y="489142"/>
                  </a:lnTo>
                  <a:lnTo>
                    <a:pt x="1826243" y="486260"/>
                  </a:lnTo>
                  <a:lnTo>
                    <a:pt x="1875601" y="482534"/>
                  </a:lnTo>
                  <a:lnTo>
                    <a:pt x="1924959" y="477995"/>
                  </a:lnTo>
                  <a:lnTo>
                    <a:pt x="1974317" y="472683"/>
                  </a:lnTo>
                  <a:lnTo>
                    <a:pt x="2023675" y="466639"/>
                  </a:lnTo>
                  <a:lnTo>
                    <a:pt x="2073033" y="459907"/>
                  </a:lnTo>
                  <a:lnTo>
                    <a:pt x="2122390" y="452533"/>
                  </a:lnTo>
                  <a:lnTo>
                    <a:pt x="2171748" y="444563"/>
                  </a:lnTo>
                  <a:lnTo>
                    <a:pt x="2221106" y="436039"/>
                  </a:lnTo>
                  <a:lnTo>
                    <a:pt x="2270464" y="427006"/>
                  </a:lnTo>
                  <a:lnTo>
                    <a:pt x="2319822" y="417504"/>
                  </a:lnTo>
                  <a:lnTo>
                    <a:pt x="2369180" y="407570"/>
                  </a:lnTo>
                  <a:lnTo>
                    <a:pt x="2418538" y="397241"/>
                  </a:lnTo>
                  <a:lnTo>
                    <a:pt x="2467896" y="386550"/>
                  </a:lnTo>
                  <a:lnTo>
                    <a:pt x="2517254" y="375527"/>
                  </a:lnTo>
                  <a:lnTo>
                    <a:pt x="2566612" y="364200"/>
                  </a:lnTo>
                  <a:lnTo>
                    <a:pt x="2615970" y="352595"/>
                  </a:lnTo>
                  <a:lnTo>
                    <a:pt x="2665328" y="340735"/>
                  </a:lnTo>
                  <a:lnTo>
                    <a:pt x="2714686" y="328642"/>
                  </a:lnTo>
                  <a:lnTo>
                    <a:pt x="2764044" y="316333"/>
                  </a:lnTo>
                  <a:lnTo>
                    <a:pt x="2813401" y="303828"/>
                  </a:lnTo>
                  <a:lnTo>
                    <a:pt x="2862759" y="291142"/>
                  </a:lnTo>
                  <a:lnTo>
                    <a:pt x="2912117" y="278288"/>
                  </a:lnTo>
                  <a:lnTo>
                    <a:pt x="2961475" y="265282"/>
                  </a:lnTo>
                  <a:lnTo>
                    <a:pt x="3010833" y="252133"/>
                  </a:lnTo>
                  <a:lnTo>
                    <a:pt x="3060191" y="238854"/>
                  </a:lnTo>
                  <a:lnTo>
                    <a:pt x="3109549" y="225454"/>
                  </a:lnTo>
                  <a:lnTo>
                    <a:pt x="3158907" y="211942"/>
                  </a:lnTo>
                  <a:lnTo>
                    <a:pt x="3208265" y="198325"/>
                  </a:lnTo>
                  <a:lnTo>
                    <a:pt x="3257623" y="184612"/>
                  </a:lnTo>
                  <a:lnTo>
                    <a:pt x="3306981" y="170810"/>
                  </a:lnTo>
                  <a:lnTo>
                    <a:pt x="3356339" y="156924"/>
                  </a:lnTo>
                  <a:lnTo>
                    <a:pt x="3405697" y="142960"/>
                  </a:lnTo>
                  <a:lnTo>
                    <a:pt x="3455055" y="128923"/>
                  </a:lnTo>
                  <a:lnTo>
                    <a:pt x="3504412" y="114819"/>
                  </a:lnTo>
                  <a:lnTo>
                    <a:pt x="3553770" y="100651"/>
                  </a:lnTo>
                  <a:lnTo>
                    <a:pt x="3603128" y="86423"/>
                  </a:lnTo>
                  <a:lnTo>
                    <a:pt x="3652486" y="72140"/>
                  </a:lnTo>
                  <a:lnTo>
                    <a:pt x="3701844" y="57805"/>
                  </a:lnTo>
                  <a:lnTo>
                    <a:pt x="3751202" y="43420"/>
                  </a:lnTo>
                  <a:lnTo>
                    <a:pt x="3800560" y="28989"/>
                  </a:lnTo>
                  <a:lnTo>
                    <a:pt x="3849918" y="14515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l118"/>
            <p:cNvSpPr/>
            <p:nvPr/>
          </p:nvSpPr>
          <p:spPr>
            <a:xfrm>
              <a:off x="1623483" y="3392168"/>
              <a:ext cx="3899276" cy="481566"/>
            </a:xfrm>
            <a:custGeom>
              <a:avLst/>
              <a:gdLst/>
              <a:ahLst/>
              <a:cxnLst/>
              <a:rect l="0" t="0" r="0" b="0"/>
              <a:pathLst>
                <a:path w="3899276" h="481566">
                  <a:moveTo>
                    <a:pt x="3899276" y="481566"/>
                  </a:moveTo>
                  <a:lnTo>
                    <a:pt x="3849918" y="467288"/>
                  </a:lnTo>
                  <a:lnTo>
                    <a:pt x="3800560" y="453052"/>
                  </a:lnTo>
                  <a:lnTo>
                    <a:pt x="3751202" y="438859"/>
                  </a:lnTo>
                  <a:lnTo>
                    <a:pt x="3701844" y="424712"/>
                  </a:lnTo>
                  <a:lnTo>
                    <a:pt x="3652486" y="410614"/>
                  </a:lnTo>
                  <a:lnTo>
                    <a:pt x="3603128" y="396569"/>
                  </a:lnTo>
                  <a:lnTo>
                    <a:pt x="3553770" y="382579"/>
                  </a:lnTo>
                  <a:lnTo>
                    <a:pt x="3504412" y="368649"/>
                  </a:lnTo>
                  <a:lnTo>
                    <a:pt x="3455055" y="354783"/>
                  </a:lnTo>
                  <a:lnTo>
                    <a:pt x="3405697" y="340984"/>
                  </a:lnTo>
                  <a:lnTo>
                    <a:pt x="3356339" y="327258"/>
                  </a:lnTo>
                  <a:lnTo>
                    <a:pt x="3306981" y="313610"/>
                  </a:lnTo>
                  <a:lnTo>
                    <a:pt x="3257623" y="300045"/>
                  </a:lnTo>
                  <a:lnTo>
                    <a:pt x="3208265" y="286570"/>
                  </a:lnTo>
                  <a:lnTo>
                    <a:pt x="3158907" y="273192"/>
                  </a:lnTo>
                  <a:lnTo>
                    <a:pt x="3109549" y="259917"/>
                  </a:lnTo>
                  <a:lnTo>
                    <a:pt x="3060191" y="246755"/>
                  </a:lnTo>
                  <a:lnTo>
                    <a:pt x="3010833" y="233714"/>
                  </a:lnTo>
                  <a:lnTo>
                    <a:pt x="2961475" y="220803"/>
                  </a:lnTo>
                  <a:lnTo>
                    <a:pt x="2912117" y="208034"/>
                  </a:lnTo>
                  <a:lnTo>
                    <a:pt x="2862759" y="195419"/>
                  </a:lnTo>
                  <a:lnTo>
                    <a:pt x="2813401" y="182971"/>
                  </a:lnTo>
                  <a:lnTo>
                    <a:pt x="2764044" y="170703"/>
                  </a:lnTo>
                  <a:lnTo>
                    <a:pt x="2714686" y="158633"/>
                  </a:lnTo>
                  <a:lnTo>
                    <a:pt x="2665328" y="146777"/>
                  </a:lnTo>
                  <a:lnTo>
                    <a:pt x="2615970" y="135155"/>
                  </a:lnTo>
                  <a:lnTo>
                    <a:pt x="2566612" y="123788"/>
                  </a:lnTo>
                  <a:lnTo>
                    <a:pt x="2517254" y="112699"/>
                  </a:lnTo>
                  <a:lnTo>
                    <a:pt x="2467896" y="101914"/>
                  </a:lnTo>
                  <a:lnTo>
                    <a:pt x="2418538" y="91461"/>
                  </a:lnTo>
                  <a:lnTo>
                    <a:pt x="2369180" y="81370"/>
                  </a:lnTo>
                  <a:lnTo>
                    <a:pt x="2319822" y="71674"/>
                  </a:lnTo>
                  <a:lnTo>
                    <a:pt x="2270464" y="62409"/>
                  </a:lnTo>
                  <a:lnTo>
                    <a:pt x="2221106" y="53614"/>
                  </a:lnTo>
                  <a:lnTo>
                    <a:pt x="2171748" y="45329"/>
                  </a:lnTo>
                  <a:lnTo>
                    <a:pt x="2122390" y="37596"/>
                  </a:lnTo>
                  <a:lnTo>
                    <a:pt x="2073033" y="30460"/>
                  </a:lnTo>
                  <a:lnTo>
                    <a:pt x="2023675" y="23966"/>
                  </a:lnTo>
                  <a:lnTo>
                    <a:pt x="1974317" y="18160"/>
                  </a:lnTo>
                  <a:lnTo>
                    <a:pt x="1924959" y="13085"/>
                  </a:lnTo>
                  <a:lnTo>
                    <a:pt x="1875601" y="8785"/>
                  </a:lnTo>
                  <a:lnTo>
                    <a:pt x="1826243" y="5296"/>
                  </a:lnTo>
                  <a:lnTo>
                    <a:pt x="1776885" y="2652"/>
                  </a:lnTo>
                  <a:lnTo>
                    <a:pt x="1727527" y="881"/>
                  </a:lnTo>
                  <a:lnTo>
                    <a:pt x="1678169" y="0"/>
                  </a:lnTo>
                  <a:lnTo>
                    <a:pt x="1628811" y="19"/>
                  </a:lnTo>
                  <a:lnTo>
                    <a:pt x="1579453" y="941"/>
                  </a:lnTo>
                  <a:lnTo>
                    <a:pt x="1530095" y="2756"/>
                  </a:lnTo>
                  <a:lnTo>
                    <a:pt x="1480737" y="5447"/>
                  </a:lnTo>
                  <a:lnTo>
                    <a:pt x="1431379" y="8991"/>
                  </a:lnTo>
                  <a:lnTo>
                    <a:pt x="1382022" y="13354"/>
                  </a:lnTo>
                  <a:lnTo>
                    <a:pt x="1332664" y="18499"/>
                  </a:lnTo>
                  <a:lnTo>
                    <a:pt x="1283306" y="24386"/>
                  </a:lnTo>
                  <a:lnTo>
                    <a:pt x="1233948" y="30970"/>
                  </a:lnTo>
                  <a:lnTo>
                    <a:pt x="1184590" y="38207"/>
                  </a:lnTo>
                  <a:lnTo>
                    <a:pt x="1135232" y="46050"/>
                  </a:lnTo>
                  <a:lnTo>
                    <a:pt x="1085874" y="54456"/>
                  </a:lnTo>
                  <a:lnTo>
                    <a:pt x="1036516" y="63380"/>
                  </a:lnTo>
                  <a:lnTo>
                    <a:pt x="987158" y="72783"/>
                  </a:lnTo>
                  <a:lnTo>
                    <a:pt x="937800" y="82625"/>
                  </a:lnTo>
                  <a:lnTo>
                    <a:pt x="888442" y="92869"/>
                  </a:lnTo>
                  <a:lnTo>
                    <a:pt x="839084" y="103484"/>
                  </a:lnTo>
                  <a:lnTo>
                    <a:pt x="789726" y="114436"/>
                  </a:lnTo>
                  <a:lnTo>
                    <a:pt x="740368" y="125698"/>
                  </a:lnTo>
                  <a:lnTo>
                    <a:pt x="691011" y="137244"/>
                  </a:lnTo>
                  <a:lnTo>
                    <a:pt x="641653" y="149050"/>
                  </a:lnTo>
                  <a:lnTo>
                    <a:pt x="592295" y="161094"/>
                  </a:lnTo>
                  <a:lnTo>
                    <a:pt x="542937" y="173357"/>
                  </a:lnTo>
                  <a:lnTo>
                    <a:pt x="493579" y="185820"/>
                  </a:lnTo>
                  <a:lnTo>
                    <a:pt x="444221" y="198468"/>
                  </a:lnTo>
                  <a:lnTo>
                    <a:pt x="394863" y="211285"/>
                  </a:lnTo>
                  <a:lnTo>
                    <a:pt x="345505" y="224259"/>
                  </a:lnTo>
                  <a:lnTo>
                    <a:pt x="296147" y="237377"/>
                  </a:lnTo>
                  <a:lnTo>
                    <a:pt x="246789" y="250629"/>
                  </a:lnTo>
                  <a:lnTo>
                    <a:pt x="197431" y="264003"/>
                  </a:lnTo>
                  <a:lnTo>
                    <a:pt x="148073" y="277492"/>
                  </a:lnTo>
                  <a:lnTo>
                    <a:pt x="98715" y="291086"/>
                  </a:lnTo>
                  <a:lnTo>
                    <a:pt x="49357" y="304778"/>
                  </a:lnTo>
                  <a:lnTo>
                    <a:pt x="0" y="318561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l119"/>
            <p:cNvSpPr/>
            <p:nvPr/>
          </p:nvSpPr>
          <p:spPr>
            <a:xfrm>
              <a:off x="1623483" y="3124473"/>
              <a:ext cx="3899276" cy="9396"/>
            </a:xfrm>
            <a:custGeom>
              <a:avLst/>
              <a:gdLst/>
              <a:ahLst/>
              <a:cxnLst/>
              <a:rect l="0" t="0" r="0" b="0"/>
              <a:pathLst>
                <a:path w="3899276" h="9396">
                  <a:moveTo>
                    <a:pt x="0" y="9396"/>
                  </a:moveTo>
                  <a:lnTo>
                    <a:pt x="49357" y="9277"/>
                  </a:lnTo>
                  <a:lnTo>
                    <a:pt x="98715" y="9158"/>
                  </a:lnTo>
                  <a:lnTo>
                    <a:pt x="148073" y="9039"/>
                  </a:lnTo>
                  <a:lnTo>
                    <a:pt x="197431" y="8920"/>
                  </a:lnTo>
                  <a:lnTo>
                    <a:pt x="246789" y="8801"/>
                  </a:lnTo>
                  <a:lnTo>
                    <a:pt x="296147" y="8683"/>
                  </a:lnTo>
                  <a:lnTo>
                    <a:pt x="345505" y="8564"/>
                  </a:lnTo>
                  <a:lnTo>
                    <a:pt x="394863" y="8445"/>
                  </a:lnTo>
                  <a:lnTo>
                    <a:pt x="444221" y="8326"/>
                  </a:lnTo>
                  <a:lnTo>
                    <a:pt x="493579" y="8207"/>
                  </a:lnTo>
                  <a:lnTo>
                    <a:pt x="542937" y="8088"/>
                  </a:lnTo>
                  <a:lnTo>
                    <a:pt x="592295" y="7969"/>
                  </a:lnTo>
                  <a:lnTo>
                    <a:pt x="641653" y="7850"/>
                  </a:lnTo>
                  <a:lnTo>
                    <a:pt x="691011" y="7731"/>
                  </a:lnTo>
                  <a:lnTo>
                    <a:pt x="740368" y="7612"/>
                  </a:lnTo>
                  <a:lnTo>
                    <a:pt x="789726" y="7493"/>
                  </a:lnTo>
                  <a:lnTo>
                    <a:pt x="839084" y="7374"/>
                  </a:lnTo>
                  <a:lnTo>
                    <a:pt x="888442" y="7255"/>
                  </a:lnTo>
                  <a:lnTo>
                    <a:pt x="937800" y="7136"/>
                  </a:lnTo>
                  <a:lnTo>
                    <a:pt x="987158" y="7017"/>
                  </a:lnTo>
                  <a:lnTo>
                    <a:pt x="1036516" y="6898"/>
                  </a:lnTo>
                  <a:lnTo>
                    <a:pt x="1085874" y="6779"/>
                  </a:lnTo>
                  <a:lnTo>
                    <a:pt x="1135232" y="6660"/>
                  </a:lnTo>
                  <a:lnTo>
                    <a:pt x="1184590" y="6542"/>
                  </a:lnTo>
                  <a:lnTo>
                    <a:pt x="1233948" y="6423"/>
                  </a:lnTo>
                  <a:lnTo>
                    <a:pt x="1283306" y="6304"/>
                  </a:lnTo>
                  <a:lnTo>
                    <a:pt x="1332664" y="6185"/>
                  </a:lnTo>
                  <a:lnTo>
                    <a:pt x="1382022" y="6066"/>
                  </a:lnTo>
                  <a:lnTo>
                    <a:pt x="1431379" y="5947"/>
                  </a:lnTo>
                  <a:lnTo>
                    <a:pt x="1480737" y="5828"/>
                  </a:lnTo>
                  <a:lnTo>
                    <a:pt x="1530095" y="5709"/>
                  </a:lnTo>
                  <a:lnTo>
                    <a:pt x="1579453" y="5590"/>
                  </a:lnTo>
                  <a:lnTo>
                    <a:pt x="1628811" y="5471"/>
                  </a:lnTo>
                  <a:lnTo>
                    <a:pt x="1678169" y="5352"/>
                  </a:lnTo>
                  <a:lnTo>
                    <a:pt x="1727527" y="5233"/>
                  </a:lnTo>
                  <a:lnTo>
                    <a:pt x="1776885" y="5114"/>
                  </a:lnTo>
                  <a:lnTo>
                    <a:pt x="1826243" y="4995"/>
                  </a:lnTo>
                  <a:lnTo>
                    <a:pt x="1875601" y="4876"/>
                  </a:lnTo>
                  <a:lnTo>
                    <a:pt x="1924959" y="4757"/>
                  </a:lnTo>
                  <a:lnTo>
                    <a:pt x="1974317" y="4638"/>
                  </a:lnTo>
                  <a:lnTo>
                    <a:pt x="2023675" y="4519"/>
                  </a:lnTo>
                  <a:lnTo>
                    <a:pt x="2073033" y="4400"/>
                  </a:lnTo>
                  <a:lnTo>
                    <a:pt x="2122390" y="4282"/>
                  </a:lnTo>
                  <a:lnTo>
                    <a:pt x="2171748" y="4163"/>
                  </a:lnTo>
                  <a:lnTo>
                    <a:pt x="2221106" y="4044"/>
                  </a:lnTo>
                  <a:lnTo>
                    <a:pt x="2270464" y="3925"/>
                  </a:lnTo>
                  <a:lnTo>
                    <a:pt x="2319822" y="3806"/>
                  </a:lnTo>
                  <a:lnTo>
                    <a:pt x="2369180" y="3687"/>
                  </a:lnTo>
                  <a:lnTo>
                    <a:pt x="2418538" y="3568"/>
                  </a:lnTo>
                  <a:lnTo>
                    <a:pt x="2467896" y="3449"/>
                  </a:lnTo>
                  <a:lnTo>
                    <a:pt x="2517254" y="3330"/>
                  </a:lnTo>
                  <a:lnTo>
                    <a:pt x="2566612" y="3211"/>
                  </a:lnTo>
                  <a:lnTo>
                    <a:pt x="2615970" y="3092"/>
                  </a:lnTo>
                  <a:lnTo>
                    <a:pt x="2665328" y="2973"/>
                  </a:lnTo>
                  <a:lnTo>
                    <a:pt x="2714686" y="2854"/>
                  </a:lnTo>
                  <a:lnTo>
                    <a:pt x="2764044" y="2735"/>
                  </a:lnTo>
                  <a:lnTo>
                    <a:pt x="2813401" y="2616"/>
                  </a:lnTo>
                  <a:lnTo>
                    <a:pt x="2862759" y="2497"/>
                  </a:lnTo>
                  <a:lnTo>
                    <a:pt x="2912117" y="2378"/>
                  </a:lnTo>
                  <a:lnTo>
                    <a:pt x="2961475" y="2259"/>
                  </a:lnTo>
                  <a:lnTo>
                    <a:pt x="3010833" y="2141"/>
                  </a:lnTo>
                  <a:lnTo>
                    <a:pt x="3060191" y="2022"/>
                  </a:lnTo>
                  <a:lnTo>
                    <a:pt x="3109549" y="1903"/>
                  </a:lnTo>
                  <a:lnTo>
                    <a:pt x="3158907" y="1784"/>
                  </a:lnTo>
                  <a:lnTo>
                    <a:pt x="3208265" y="1665"/>
                  </a:lnTo>
                  <a:lnTo>
                    <a:pt x="3257623" y="1546"/>
                  </a:lnTo>
                  <a:lnTo>
                    <a:pt x="3306981" y="1427"/>
                  </a:lnTo>
                  <a:lnTo>
                    <a:pt x="3356339" y="1308"/>
                  </a:lnTo>
                  <a:lnTo>
                    <a:pt x="3405697" y="1189"/>
                  </a:lnTo>
                  <a:lnTo>
                    <a:pt x="3455055" y="1070"/>
                  </a:lnTo>
                  <a:lnTo>
                    <a:pt x="3504412" y="951"/>
                  </a:lnTo>
                  <a:lnTo>
                    <a:pt x="3553770" y="832"/>
                  </a:lnTo>
                  <a:lnTo>
                    <a:pt x="3603128" y="713"/>
                  </a:lnTo>
                  <a:lnTo>
                    <a:pt x="3652486" y="594"/>
                  </a:lnTo>
                  <a:lnTo>
                    <a:pt x="3701844" y="475"/>
                  </a:lnTo>
                  <a:lnTo>
                    <a:pt x="3751202" y="356"/>
                  </a:lnTo>
                  <a:lnTo>
                    <a:pt x="3800560" y="237"/>
                  </a:lnTo>
                  <a:lnTo>
                    <a:pt x="3849918" y="118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tx120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931515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155962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0.015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380408" y="4234627"/>
              <a:ext cx="27980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40326" y="4372931"/>
              <a:ext cx="665591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1" name="pt1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tx1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6" name="pt1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tx1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28519" y="983989"/>
              <a:ext cx="2184958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LEA Offset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70057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0271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536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8017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45746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272713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3996809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5266479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403730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36383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269037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01690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209230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336197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4631644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g21"/>
            <p:cNvSpPr/>
            <p:nvPr/>
          </p:nvSpPr>
          <p:spPr>
            <a:xfrm>
              <a:off x="478041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5234338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520486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525591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5446399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464982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546195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53924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538645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531062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529465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516048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t33"/>
            <p:cNvSpPr/>
            <p:nvPr/>
          </p:nvSpPr>
          <p:spPr>
            <a:xfrm>
              <a:off x="1887861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t34"/>
            <p:cNvSpPr/>
            <p:nvPr/>
          </p:nvSpPr>
          <p:spPr>
            <a:xfrm>
              <a:off x="23219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t35"/>
            <p:cNvSpPr/>
            <p:nvPr/>
          </p:nvSpPr>
          <p:spPr>
            <a:xfrm>
              <a:off x="1856045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t36"/>
            <p:cNvSpPr/>
            <p:nvPr/>
          </p:nvSpPr>
          <p:spPr>
            <a:xfrm>
              <a:off x="187021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t37"/>
            <p:cNvSpPr/>
            <p:nvPr/>
          </p:nvSpPr>
          <p:spPr>
            <a:xfrm>
              <a:off x="18408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t38"/>
            <p:cNvSpPr/>
            <p:nvPr/>
          </p:nvSpPr>
          <p:spPr>
            <a:xfrm>
              <a:off x="191644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t39"/>
            <p:cNvSpPr/>
            <p:nvPr/>
          </p:nvSpPr>
          <p:spPr>
            <a:xfrm>
              <a:off x="19580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t40"/>
            <p:cNvSpPr/>
            <p:nvPr/>
          </p:nvSpPr>
          <p:spPr>
            <a:xfrm>
              <a:off x="1907924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t41"/>
            <p:cNvSpPr/>
            <p:nvPr/>
          </p:nvSpPr>
          <p:spPr>
            <a:xfrm>
              <a:off x="19127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t42"/>
            <p:cNvSpPr/>
            <p:nvPr/>
          </p:nvSpPr>
          <p:spPr>
            <a:xfrm>
              <a:off x="1958083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19127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2321929" y="3992152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443815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454273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440906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452747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462622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44092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453901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407672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4455087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447321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387375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434159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03827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182722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2038275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2639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197997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01719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639390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192659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1827229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2064243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157833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1956491" y="3992152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3136207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318309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601139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311278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3180278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327062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3772908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3288886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3201284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3200692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324010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3240101" y="399215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457372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470522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52313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459289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4573722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523135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501529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462190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4495484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4613983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4586505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4667841" y="39921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470343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501754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479645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g96"/>
            <p:cNvSpPr/>
            <p:nvPr/>
          </p:nvSpPr>
          <p:spPr>
            <a:xfrm>
              <a:off x="484119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g97"/>
            <p:cNvSpPr/>
            <p:nvPr/>
          </p:nvSpPr>
          <p:spPr>
            <a:xfrm>
              <a:off x="446216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g98"/>
            <p:cNvSpPr/>
            <p:nvPr/>
          </p:nvSpPr>
          <p:spPr>
            <a:xfrm>
              <a:off x="5443175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g99"/>
            <p:cNvSpPr/>
            <p:nvPr/>
          </p:nvSpPr>
          <p:spPr>
            <a:xfrm>
              <a:off x="4776440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g100"/>
            <p:cNvSpPr/>
            <p:nvPr/>
          </p:nvSpPr>
          <p:spPr>
            <a:xfrm>
              <a:off x="4774874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g101"/>
            <p:cNvSpPr/>
            <p:nvPr/>
          </p:nvSpPr>
          <p:spPr>
            <a:xfrm>
              <a:off x="4963866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g102"/>
            <p:cNvSpPr/>
            <p:nvPr/>
          </p:nvSpPr>
          <p:spPr>
            <a:xfrm>
              <a:off x="486407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g103"/>
            <p:cNvSpPr/>
            <p:nvPr/>
          </p:nvSpPr>
          <p:spPr>
            <a:xfrm>
              <a:off x="5009321" y="396708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g104"/>
            <p:cNvSpPr/>
            <p:nvPr/>
          </p:nvSpPr>
          <p:spPr>
            <a:xfrm>
              <a:off x="243893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g105"/>
            <p:cNvSpPr/>
            <p:nvPr/>
          </p:nvSpPr>
          <p:spPr>
            <a:xfrm>
              <a:off x="237244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g106"/>
            <p:cNvSpPr/>
            <p:nvPr/>
          </p:nvSpPr>
          <p:spPr>
            <a:xfrm>
              <a:off x="248848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g107"/>
            <p:cNvSpPr/>
            <p:nvPr/>
          </p:nvSpPr>
          <p:spPr>
            <a:xfrm>
              <a:off x="31408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g108"/>
            <p:cNvSpPr/>
            <p:nvPr/>
          </p:nvSpPr>
          <p:spPr>
            <a:xfrm>
              <a:off x="236528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g109"/>
            <p:cNvSpPr/>
            <p:nvPr/>
          </p:nvSpPr>
          <p:spPr>
            <a:xfrm>
              <a:off x="230503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g110"/>
            <p:cNvSpPr/>
            <p:nvPr/>
          </p:nvSpPr>
          <p:spPr>
            <a:xfrm>
              <a:off x="239957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g111"/>
            <p:cNvSpPr/>
            <p:nvPr/>
          </p:nvSpPr>
          <p:spPr>
            <a:xfrm>
              <a:off x="247335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g112"/>
            <p:cNvSpPr/>
            <p:nvPr/>
          </p:nvSpPr>
          <p:spPr>
            <a:xfrm>
              <a:off x="245476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g113"/>
            <p:cNvSpPr/>
            <p:nvPr/>
          </p:nvSpPr>
          <p:spPr>
            <a:xfrm>
              <a:off x="31408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g114"/>
            <p:cNvSpPr/>
            <p:nvPr/>
          </p:nvSpPr>
          <p:spPr>
            <a:xfrm>
              <a:off x="246967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g115"/>
            <p:cNvSpPr/>
            <p:nvPr/>
          </p:nvSpPr>
          <p:spPr>
            <a:xfrm>
              <a:off x="25043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g116"/>
            <p:cNvSpPr/>
            <p:nvPr/>
          </p:nvSpPr>
          <p:spPr>
            <a:xfrm>
              <a:off x="1623483" y="2427309"/>
              <a:ext cx="3899276" cy="1463096"/>
            </a:xfrm>
            <a:custGeom>
              <a:avLst/>
              <a:gdLst/>
              <a:ahLst/>
              <a:cxnLst/>
              <a:rect l="0" t="0" r="0" b="0"/>
              <a:pathLst>
                <a:path w="3899276" h="1463096">
                  <a:moveTo>
                    <a:pt x="0" y="476390"/>
                  </a:moveTo>
                  <a:lnTo>
                    <a:pt x="49357" y="478514"/>
                  </a:lnTo>
                  <a:lnTo>
                    <a:pt x="98715" y="480577"/>
                  </a:lnTo>
                  <a:lnTo>
                    <a:pt x="148073" y="482576"/>
                  </a:lnTo>
                  <a:lnTo>
                    <a:pt x="197431" y="484508"/>
                  </a:lnTo>
                  <a:lnTo>
                    <a:pt x="246789" y="486368"/>
                  </a:lnTo>
                  <a:lnTo>
                    <a:pt x="296147" y="488153"/>
                  </a:lnTo>
                  <a:lnTo>
                    <a:pt x="345505" y="489858"/>
                  </a:lnTo>
                  <a:lnTo>
                    <a:pt x="394863" y="491479"/>
                  </a:lnTo>
                  <a:lnTo>
                    <a:pt x="444221" y="493011"/>
                  </a:lnTo>
                  <a:lnTo>
                    <a:pt x="493579" y="494449"/>
                  </a:lnTo>
                  <a:lnTo>
                    <a:pt x="542937" y="495787"/>
                  </a:lnTo>
                  <a:lnTo>
                    <a:pt x="592295" y="497019"/>
                  </a:lnTo>
                  <a:lnTo>
                    <a:pt x="641653" y="498139"/>
                  </a:lnTo>
                  <a:lnTo>
                    <a:pt x="691011" y="499140"/>
                  </a:lnTo>
                  <a:lnTo>
                    <a:pt x="740368" y="500016"/>
                  </a:lnTo>
                  <a:lnTo>
                    <a:pt x="789726" y="500758"/>
                  </a:lnTo>
                  <a:lnTo>
                    <a:pt x="839084" y="501359"/>
                  </a:lnTo>
                  <a:lnTo>
                    <a:pt x="888442" y="501811"/>
                  </a:lnTo>
                  <a:lnTo>
                    <a:pt x="937800" y="502103"/>
                  </a:lnTo>
                  <a:lnTo>
                    <a:pt x="987158" y="502227"/>
                  </a:lnTo>
                  <a:lnTo>
                    <a:pt x="1036516" y="502173"/>
                  </a:lnTo>
                  <a:lnTo>
                    <a:pt x="1085874" y="501930"/>
                  </a:lnTo>
                  <a:lnTo>
                    <a:pt x="1135232" y="501487"/>
                  </a:lnTo>
                  <a:lnTo>
                    <a:pt x="1184590" y="500833"/>
                  </a:lnTo>
                  <a:lnTo>
                    <a:pt x="1233948" y="499956"/>
                  </a:lnTo>
                  <a:lnTo>
                    <a:pt x="1283306" y="498844"/>
                  </a:lnTo>
                  <a:lnTo>
                    <a:pt x="1332664" y="497483"/>
                  </a:lnTo>
                  <a:lnTo>
                    <a:pt x="1382022" y="495862"/>
                  </a:lnTo>
                  <a:lnTo>
                    <a:pt x="1431379" y="493966"/>
                  </a:lnTo>
                  <a:lnTo>
                    <a:pt x="1480737" y="491784"/>
                  </a:lnTo>
                  <a:lnTo>
                    <a:pt x="1530095" y="489301"/>
                  </a:lnTo>
                  <a:lnTo>
                    <a:pt x="1579453" y="486505"/>
                  </a:lnTo>
                  <a:lnTo>
                    <a:pt x="1628811" y="483383"/>
                  </a:lnTo>
                  <a:lnTo>
                    <a:pt x="1678169" y="479924"/>
                  </a:lnTo>
                  <a:lnTo>
                    <a:pt x="1727527" y="476116"/>
                  </a:lnTo>
                  <a:lnTo>
                    <a:pt x="1776885" y="471948"/>
                  </a:lnTo>
                  <a:lnTo>
                    <a:pt x="1826243" y="467412"/>
                  </a:lnTo>
                  <a:lnTo>
                    <a:pt x="1875601" y="462499"/>
                  </a:lnTo>
                  <a:lnTo>
                    <a:pt x="1924959" y="457202"/>
                  </a:lnTo>
                  <a:lnTo>
                    <a:pt x="1974317" y="451517"/>
                  </a:lnTo>
                  <a:lnTo>
                    <a:pt x="2023675" y="445440"/>
                  </a:lnTo>
                  <a:lnTo>
                    <a:pt x="2073033" y="438970"/>
                  </a:lnTo>
                  <a:lnTo>
                    <a:pt x="2122390" y="432106"/>
                  </a:lnTo>
                  <a:lnTo>
                    <a:pt x="2171748" y="424851"/>
                  </a:lnTo>
                  <a:lnTo>
                    <a:pt x="2221106" y="417207"/>
                  </a:lnTo>
                  <a:lnTo>
                    <a:pt x="2270464" y="409181"/>
                  </a:lnTo>
                  <a:lnTo>
                    <a:pt x="2319822" y="400780"/>
                  </a:lnTo>
                  <a:lnTo>
                    <a:pt x="2369180" y="392010"/>
                  </a:lnTo>
                  <a:lnTo>
                    <a:pt x="2418538" y="382883"/>
                  </a:lnTo>
                  <a:lnTo>
                    <a:pt x="2467896" y="373407"/>
                  </a:lnTo>
                  <a:lnTo>
                    <a:pt x="2517254" y="363596"/>
                  </a:lnTo>
                  <a:lnTo>
                    <a:pt x="2566612" y="353460"/>
                  </a:lnTo>
                  <a:lnTo>
                    <a:pt x="2615970" y="343012"/>
                  </a:lnTo>
                  <a:lnTo>
                    <a:pt x="2665328" y="332266"/>
                  </a:lnTo>
                  <a:lnTo>
                    <a:pt x="2714686" y="321235"/>
                  </a:lnTo>
                  <a:lnTo>
                    <a:pt x="2764044" y="309931"/>
                  </a:lnTo>
                  <a:lnTo>
                    <a:pt x="2813401" y="298367"/>
                  </a:lnTo>
                  <a:lnTo>
                    <a:pt x="2862759" y="286557"/>
                  </a:lnTo>
                  <a:lnTo>
                    <a:pt x="2912117" y="274513"/>
                  </a:lnTo>
                  <a:lnTo>
                    <a:pt x="2961475" y="262248"/>
                  </a:lnTo>
                  <a:lnTo>
                    <a:pt x="3010833" y="249773"/>
                  </a:lnTo>
                  <a:lnTo>
                    <a:pt x="3060191" y="237099"/>
                  </a:lnTo>
                  <a:lnTo>
                    <a:pt x="3109549" y="224238"/>
                  </a:lnTo>
                  <a:lnTo>
                    <a:pt x="3158907" y="211199"/>
                  </a:lnTo>
                  <a:lnTo>
                    <a:pt x="3208265" y="197994"/>
                  </a:lnTo>
                  <a:lnTo>
                    <a:pt x="3257623" y="184631"/>
                  </a:lnTo>
                  <a:lnTo>
                    <a:pt x="3306981" y="171119"/>
                  </a:lnTo>
                  <a:lnTo>
                    <a:pt x="3356339" y="157466"/>
                  </a:lnTo>
                  <a:lnTo>
                    <a:pt x="3405697" y="143682"/>
                  </a:lnTo>
                  <a:lnTo>
                    <a:pt x="3455055" y="129772"/>
                  </a:lnTo>
                  <a:lnTo>
                    <a:pt x="3504412" y="115745"/>
                  </a:lnTo>
                  <a:lnTo>
                    <a:pt x="3553770" y="101606"/>
                  </a:lnTo>
                  <a:lnTo>
                    <a:pt x="3603128" y="87362"/>
                  </a:lnTo>
                  <a:lnTo>
                    <a:pt x="3652486" y="73020"/>
                  </a:lnTo>
                  <a:lnTo>
                    <a:pt x="3701844" y="58583"/>
                  </a:lnTo>
                  <a:lnTo>
                    <a:pt x="3751202" y="44058"/>
                  </a:lnTo>
                  <a:lnTo>
                    <a:pt x="3800560" y="29450"/>
                  </a:lnTo>
                  <a:lnTo>
                    <a:pt x="3849918" y="14762"/>
                  </a:lnTo>
                  <a:lnTo>
                    <a:pt x="3899276" y="0"/>
                  </a:lnTo>
                  <a:lnTo>
                    <a:pt x="3899276" y="920899"/>
                  </a:lnTo>
                  <a:lnTo>
                    <a:pt x="3849918" y="919030"/>
                  </a:lnTo>
                  <a:lnTo>
                    <a:pt x="3800560" y="917235"/>
                  </a:lnTo>
                  <a:lnTo>
                    <a:pt x="3751202" y="915520"/>
                  </a:lnTo>
                  <a:lnTo>
                    <a:pt x="3701844" y="913889"/>
                  </a:lnTo>
                  <a:lnTo>
                    <a:pt x="3652486" y="912346"/>
                  </a:lnTo>
                  <a:lnTo>
                    <a:pt x="3603128" y="910897"/>
                  </a:lnTo>
                  <a:lnTo>
                    <a:pt x="3553770" y="909547"/>
                  </a:lnTo>
                  <a:lnTo>
                    <a:pt x="3504412" y="908302"/>
                  </a:lnTo>
                  <a:lnTo>
                    <a:pt x="3455055" y="907168"/>
                  </a:lnTo>
                  <a:lnTo>
                    <a:pt x="3405697" y="906152"/>
                  </a:lnTo>
                  <a:lnTo>
                    <a:pt x="3356339" y="905260"/>
                  </a:lnTo>
                  <a:lnTo>
                    <a:pt x="3306981" y="904502"/>
                  </a:lnTo>
                  <a:lnTo>
                    <a:pt x="3257623" y="903883"/>
                  </a:lnTo>
                  <a:lnTo>
                    <a:pt x="3208265" y="903413"/>
                  </a:lnTo>
                  <a:lnTo>
                    <a:pt x="3158907" y="903102"/>
                  </a:lnTo>
                  <a:lnTo>
                    <a:pt x="3109549" y="902957"/>
                  </a:lnTo>
                  <a:lnTo>
                    <a:pt x="3060191" y="902989"/>
                  </a:lnTo>
                  <a:lnTo>
                    <a:pt x="3010833" y="903209"/>
                  </a:lnTo>
                  <a:lnTo>
                    <a:pt x="2961475" y="903627"/>
                  </a:lnTo>
                  <a:lnTo>
                    <a:pt x="2912117" y="904255"/>
                  </a:lnTo>
                  <a:lnTo>
                    <a:pt x="2862759" y="905105"/>
                  </a:lnTo>
                  <a:lnTo>
                    <a:pt x="2813401" y="906188"/>
                  </a:lnTo>
                  <a:lnTo>
                    <a:pt x="2764044" y="907518"/>
                  </a:lnTo>
                  <a:lnTo>
                    <a:pt x="2714686" y="909108"/>
                  </a:lnTo>
                  <a:lnTo>
                    <a:pt x="2665328" y="910969"/>
                  </a:lnTo>
                  <a:lnTo>
                    <a:pt x="2615970" y="913117"/>
                  </a:lnTo>
                  <a:lnTo>
                    <a:pt x="2566612" y="915563"/>
                  </a:lnTo>
                  <a:lnTo>
                    <a:pt x="2517254" y="918321"/>
                  </a:lnTo>
                  <a:lnTo>
                    <a:pt x="2467896" y="921403"/>
                  </a:lnTo>
                  <a:lnTo>
                    <a:pt x="2418538" y="924821"/>
                  </a:lnTo>
                  <a:lnTo>
                    <a:pt x="2369180" y="928587"/>
                  </a:lnTo>
                  <a:lnTo>
                    <a:pt x="2319822" y="932711"/>
                  </a:lnTo>
                  <a:lnTo>
                    <a:pt x="2270464" y="937202"/>
                  </a:lnTo>
                  <a:lnTo>
                    <a:pt x="2221106" y="942070"/>
                  </a:lnTo>
                  <a:lnTo>
                    <a:pt x="2171748" y="947320"/>
                  </a:lnTo>
                  <a:lnTo>
                    <a:pt x="2122390" y="952958"/>
                  </a:lnTo>
                  <a:lnTo>
                    <a:pt x="2073033" y="958988"/>
                  </a:lnTo>
                  <a:lnTo>
                    <a:pt x="2023675" y="965411"/>
                  </a:lnTo>
                  <a:lnTo>
                    <a:pt x="1974317" y="972228"/>
                  </a:lnTo>
                  <a:lnTo>
                    <a:pt x="1924959" y="979436"/>
                  </a:lnTo>
                  <a:lnTo>
                    <a:pt x="1875601" y="987033"/>
                  </a:lnTo>
                  <a:lnTo>
                    <a:pt x="1826243" y="995014"/>
                  </a:lnTo>
                  <a:lnTo>
                    <a:pt x="1776885" y="1003371"/>
                  </a:lnTo>
                  <a:lnTo>
                    <a:pt x="1727527" y="1012097"/>
                  </a:lnTo>
                  <a:lnTo>
                    <a:pt x="1678169" y="1021182"/>
                  </a:lnTo>
                  <a:lnTo>
                    <a:pt x="1628811" y="1030616"/>
                  </a:lnTo>
                  <a:lnTo>
                    <a:pt x="1579453" y="1040388"/>
                  </a:lnTo>
                  <a:lnTo>
                    <a:pt x="1530095" y="1050486"/>
                  </a:lnTo>
                  <a:lnTo>
                    <a:pt x="1480737" y="1060896"/>
                  </a:lnTo>
                  <a:lnTo>
                    <a:pt x="1431379" y="1071607"/>
                  </a:lnTo>
                  <a:lnTo>
                    <a:pt x="1382022" y="1082605"/>
                  </a:lnTo>
                  <a:lnTo>
                    <a:pt x="1332664" y="1093877"/>
                  </a:lnTo>
                  <a:lnTo>
                    <a:pt x="1283306" y="1105410"/>
                  </a:lnTo>
                  <a:lnTo>
                    <a:pt x="1233948" y="1117191"/>
                  </a:lnTo>
                  <a:lnTo>
                    <a:pt x="1184590" y="1129208"/>
                  </a:lnTo>
                  <a:lnTo>
                    <a:pt x="1135232" y="1141447"/>
                  </a:lnTo>
                  <a:lnTo>
                    <a:pt x="1085874" y="1153898"/>
                  </a:lnTo>
                  <a:lnTo>
                    <a:pt x="1036516" y="1166549"/>
                  </a:lnTo>
                  <a:lnTo>
                    <a:pt x="987158" y="1179388"/>
                  </a:lnTo>
                  <a:lnTo>
                    <a:pt x="937800" y="1192406"/>
                  </a:lnTo>
                  <a:lnTo>
                    <a:pt x="888442" y="1205592"/>
                  </a:lnTo>
                  <a:lnTo>
                    <a:pt x="839084" y="1218936"/>
                  </a:lnTo>
                  <a:lnTo>
                    <a:pt x="789726" y="1232431"/>
                  </a:lnTo>
                  <a:lnTo>
                    <a:pt x="740368" y="1246067"/>
                  </a:lnTo>
                  <a:lnTo>
                    <a:pt x="691011" y="1259836"/>
                  </a:lnTo>
                  <a:lnTo>
                    <a:pt x="641653" y="1273731"/>
                  </a:lnTo>
                  <a:lnTo>
                    <a:pt x="592295" y="1287745"/>
                  </a:lnTo>
                  <a:lnTo>
                    <a:pt x="542937" y="1301870"/>
                  </a:lnTo>
                  <a:lnTo>
                    <a:pt x="493579" y="1316102"/>
                  </a:lnTo>
                  <a:lnTo>
                    <a:pt x="444221" y="1330433"/>
                  </a:lnTo>
                  <a:lnTo>
                    <a:pt x="394863" y="1344858"/>
                  </a:lnTo>
                  <a:lnTo>
                    <a:pt x="345505" y="1359373"/>
                  </a:lnTo>
                  <a:lnTo>
                    <a:pt x="296147" y="1373972"/>
                  </a:lnTo>
                  <a:lnTo>
                    <a:pt x="246789" y="1388650"/>
                  </a:lnTo>
                  <a:lnTo>
                    <a:pt x="197431" y="1403404"/>
                  </a:lnTo>
                  <a:lnTo>
                    <a:pt x="148073" y="1418229"/>
                  </a:lnTo>
                  <a:lnTo>
                    <a:pt x="98715" y="1433122"/>
                  </a:lnTo>
                  <a:lnTo>
                    <a:pt x="49357" y="1448078"/>
                  </a:lnTo>
                  <a:lnTo>
                    <a:pt x="0" y="146309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l117"/>
            <p:cNvSpPr/>
            <p:nvPr/>
          </p:nvSpPr>
          <p:spPr>
            <a:xfrm>
              <a:off x="1623483" y="2427309"/>
              <a:ext cx="3899276" cy="502227"/>
            </a:xfrm>
            <a:custGeom>
              <a:avLst/>
              <a:gdLst/>
              <a:ahLst/>
              <a:cxnLst/>
              <a:rect l="0" t="0" r="0" b="0"/>
              <a:pathLst>
                <a:path w="3899276" h="502227">
                  <a:moveTo>
                    <a:pt x="0" y="476390"/>
                  </a:moveTo>
                  <a:lnTo>
                    <a:pt x="49357" y="478514"/>
                  </a:lnTo>
                  <a:lnTo>
                    <a:pt x="98715" y="480577"/>
                  </a:lnTo>
                  <a:lnTo>
                    <a:pt x="148073" y="482576"/>
                  </a:lnTo>
                  <a:lnTo>
                    <a:pt x="197431" y="484508"/>
                  </a:lnTo>
                  <a:lnTo>
                    <a:pt x="246789" y="486368"/>
                  </a:lnTo>
                  <a:lnTo>
                    <a:pt x="296147" y="488153"/>
                  </a:lnTo>
                  <a:lnTo>
                    <a:pt x="345505" y="489858"/>
                  </a:lnTo>
                  <a:lnTo>
                    <a:pt x="394863" y="491479"/>
                  </a:lnTo>
                  <a:lnTo>
                    <a:pt x="444221" y="493011"/>
                  </a:lnTo>
                  <a:lnTo>
                    <a:pt x="493579" y="494449"/>
                  </a:lnTo>
                  <a:lnTo>
                    <a:pt x="542937" y="495787"/>
                  </a:lnTo>
                  <a:lnTo>
                    <a:pt x="592295" y="497019"/>
                  </a:lnTo>
                  <a:lnTo>
                    <a:pt x="641653" y="498139"/>
                  </a:lnTo>
                  <a:lnTo>
                    <a:pt x="691011" y="499140"/>
                  </a:lnTo>
                  <a:lnTo>
                    <a:pt x="740368" y="500016"/>
                  </a:lnTo>
                  <a:lnTo>
                    <a:pt x="789726" y="500758"/>
                  </a:lnTo>
                  <a:lnTo>
                    <a:pt x="839084" y="501359"/>
                  </a:lnTo>
                  <a:lnTo>
                    <a:pt x="888442" y="501811"/>
                  </a:lnTo>
                  <a:lnTo>
                    <a:pt x="937800" y="502103"/>
                  </a:lnTo>
                  <a:lnTo>
                    <a:pt x="987158" y="502227"/>
                  </a:lnTo>
                  <a:lnTo>
                    <a:pt x="1036516" y="502173"/>
                  </a:lnTo>
                  <a:lnTo>
                    <a:pt x="1085874" y="501930"/>
                  </a:lnTo>
                  <a:lnTo>
                    <a:pt x="1135232" y="501487"/>
                  </a:lnTo>
                  <a:lnTo>
                    <a:pt x="1184590" y="500833"/>
                  </a:lnTo>
                  <a:lnTo>
                    <a:pt x="1233948" y="499956"/>
                  </a:lnTo>
                  <a:lnTo>
                    <a:pt x="1283306" y="498844"/>
                  </a:lnTo>
                  <a:lnTo>
                    <a:pt x="1332664" y="497483"/>
                  </a:lnTo>
                  <a:lnTo>
                    <a:pt x="1382022" y="495862"/>
                  </a:lnTo>
                  <a:lnTo>
                    <a:pt x="1431379" y="493966"/>
                  </a:lnTo>
                  <a:lnTo>
                    <a:pt x="1480737" y="491784"/>
                  </a:lnTo>
                  <a:lnTo>
                    <a:pt x="1530095" y="489301"/>
                  </a:lnTo>
                  <a:lnTo>
                    <a:pt x="1579453" y="486505"/>
                  </a:lnTo>
                  <a:lnTo>
                    <a:pt x="1628811" y="483383"/>
                  </a:lnTo>
                  <a:lnTo>
                    <a:pt x="1678169" y="479924"/>
                  </a:lnTo>
                  <a:lnTo>
                    <a:pt x="1727527" y="476116"/>
                  </a:lnTo>
                  <a:lnTo>
                    <a:pt x="1776885" y="471948"/>
                  </a:lnTo>
                  <a:lnTo>
                    <a:pt x="1826243" y="467412"/>
                  </a:lnTo>
                  <a:lnTo>
                    <a:pt x="1875601" y="462499"/>
                  </a:lnTo>
                  <a:lnTo>
                    <a:pt x="1924959" y="457202"/>
                  </a:lnTo>
                  <a:lnTo>
                    <a:pt x="1974317" y="451517"/>
                  </a:lnTo>
                  <a:lnTo>
                    <a:pt x="2023675" y="445440"/>
                  </a:lnTo>
                  <a:lnTo>
                    <a:pt x="2073033" y="438970"/>
                  </a:lnTo>
                  <a:lnTo>
                    <a:pt x="2122390" y="432106"/>
                  </a:lnTo>
                  <a:lnTo>
                    <a:pt x="2171748" y="424851"/>
                  </a:lnTo>
                  <a:lnTo>
                    <a:pt x="2221106" y="417207"/>
                  </a:lnTo>
                  <a:lnTo>
                    <a:pt x="2270464" y="409181"/>
                  </a:lnTo>
                  <a:lnTo>
                    <a:pt x="2319822" y="400780"/>
                  </a:lnTo>
                  <a:lnTo>
                    <a:pt x="2369180" y="392010"/>
                  </a:lnTo>
                  <a:lnTo>
                    <a:pt x="2418538" y="382883"/>
                  </a:lnTo>
                  <a:lnTo>
                    <a:pt x="2467896" y="373407"/>
                  </a:lnTo>
                  <a:lnTo>
                    <a:pt x="2517254" y="363596"/>
                  </a:lnTo>
                  <a:lnTo>
                    <a:pt x="2566612" y="353460"/>
                  </a:lnTo>
                  <a:lnTo>
                    <a:pt x="2615970" y="343012"/>
                  </a:lnTo>
                  <a:lnTo>
                    <a:pt x="2665328" y="332266"/>
                  </a:lnTo>
                  <a:lnTo>
                    <a:pt x="2714686" y="321235"/>
                  </a:lnTo>
                  <a:lnTo>
                    <a:pt x="2764044" y="309931"/>
                  </a:lnTo>
                  <a:lnTo>
                    <a:pt x="2813401" y="298367"/>
                  </a:lnTo>
                  <a:lnTo>
                    <a:pt x="2862759" y="286557"/>
                  </a:lnTo>
                  <a:lnTo>
                    <a:pt x="2912117" y="274513"/>
                  </a:lnTo>
                  <a:lnTo>
                    <a:pt x="2961475" y="262248"/>
                  </a:lnTo>
                  <a:lnTo>
                    <a:pt x="3010833" y="249773"/>
                  </a:lnTo>
                  <a:lnTo>
                    <a:pt x="3060191" y="237099"/>
                  </a:lnTo>
                  <a:lnTo>
                    <a:pt x="3109549" y="224238"/>
                  </a:lnTo>
                  <a:lnTo>
                    <a:pt x="3158907" y="211199"/>
                  </a:lnTo>
                  <a:lnTo>
                    <a:pt x="3208265" y="197994"/>
                  </a:lnTo>
                  <a:lnTo>
                    <a:pt x="3257623" y="184631"/>
                  </a:lnTo>
                  <a:lnTo>
                    <a:pt x="3306981" y="171119"/>
                  </a:lnTo>
                  <a:lnTo>
                    <a:pt x="3356339" y="157466"/>
                  </a:lnTo>
                  <a:lnTo>
                    <a:pt x="3405697" y="143682"/>
                  </a:lnTo>
                  <a:lnTo>
                    <a:pt x="3455055" y="129772"/>
                  </a:lnTo>
                  <a:lnTo>
                    <a:pt x="3504412" y="115745"/>
                  </a:lnTo>
                  <a:lnTo>
                    <a:pt x="3553770" y="101606"/>
                  </a:lnTo>
                  <a:lnTo>
                    <a:pt x="3603128" y="87362"/>
                  </a:lnTo>
                  <a:lnTo>
                    <a:pt x="3652486" y="73020"/>
                  </a:lnTo>
                  <a:lnTo>
                    <a:pt x="3701844" y="58583"/>
                  </a:lnTo>
                  <a:lnTo>
                    <a:pt x="3751202" y="44058"/>
                  </a:lnTo>
                  <a:lnTo>
                    <a:pt x="3800560" y="29450"/>
                  </a:lnTo>
                  <a:lnTo>
                    <a:pt x="3849918" y="14762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l118"/>
            <p:cNvSpPr/>
            <p:nvPr/>
          </p:nvSpPr>
          <p:spPr>
            <a:xfrm>
              <a:off x="1623483" y="3330266"/>
              <a:ext cx="3899276" cy="560139"/>
            </a:xfrm>
            <a:custGeom>
              <a:avLst/>
              <a:gdLst/>
              <a:ahLst/>
              <a:cxnLst/>
              <a:rect l="0" t="0" r="0" b="0"/>
              <a:pathLst>
                <a:path w="3899276" h="560139">
                  <a:moveTo>
                    <a:pt x="3899276" y="17941"/>
                  </a:moveTo>
                  <a:lnTo>
                    <a:pt x="3849918" y="16072"/>
                  </a:lnTo>
                  <a:lnTo>
                    <a:pt x="3800560" y="14278"/>
                  </a:lnTo>
                  <a:lnTo>
                    <a:pt x="3751202" y="12563"/>
                  </a:lnTo>
                  <a:lnTo>
                    <a:pt x="3701844" y="10932"/>
                  </a:lnTo>
                  <a:lnTo>
                    <a:pt x="3652486" y="9389"/>
                  </a:lnTo>
                  <a:lnTo>
                    <a:pt x="3603128" y="7940"/>
                  </a:lnTo>
                  <a:lnTo>
                    <a:pt x="3553770" y="6590"/>
                  </a:lnTo>
                  <a:lnTo>
                    <a:pt x="3504412" y="5344"/>
                  </a:lnTo>
                  <a:lnTo>
                    <a:pt x="3455055" y="4210"/>
                  </a:lnTo>
                  <a:lnTo>
                    <a:pt x="3405697" y="3194"/>
                  </a:lnTo>
                  <a:lnTo>
                    <a:pt x="3356339" y="2303"/>
                  </a:lnTo>
                  <a:lnTo>
                    <a:pt x="3306981" y="1544"/>
                  </a:lnTo>
                  <a:lnTo>
                    <a:pt x="3257623" y="926"/>
                  </a:lnTo>
                  <a:lnTo>
                    <a:pt x="3208265" y="456"/>
                  </a:lnTo>
                  <a:lnTo>
                    <a:pt x="3158907" y="144"/>
                  </a:lnTo>
                  <a:lnTo>
                    <a:pt x="3109549" y="0"/>
                  </a:lnTo>
                  <a:lnTo>
                    <a:pt x="3060191" y="32"/>
                  </a:lnTo>
                  <a:lnTo>
                    <a:pt x="3010833" y="252"/>
                  </a:lnTo>
                  <a:lnTo>
                    <a:pt x="2961475" y="670"/>
                  </a:lnTo>
                  <a:lnTo>
                    <a:pt x="2912117" y="1298"/>
                  </a:lnTo>
                  <a:lnTo>
                    <a:pt x="2862759" y="2147"/>
                  </a:lnTo>
                  <a:lnTo>
                    <a:pt x="2813401" y="3231"/>
                  </a:lnTo>
                  <a:lnTo>
                    <a:pt x="2764044" y="4561"/>
                  </a:lnTo>
                  <a:lnTo>
                    <a:pt x="2714686" y="6150"/>
                  </a:lnTo>
                  <a:lnTo>
                    <a:pt x="2665328" y="8012"/>
                  </a:lnTo>
                  <a:lnTo>
                    <a:pt x="2615970" y="10160"/>
                  </a:lnTo>
                  <a:lnTo>
                    <a:pt x="2566612" y="12606"/>
                  </a:lnTo>
                  <a:lnTo>
                    <a:pt x="2517254" y="15363"/>
                  </a:lnTo>
                  <a:lnTo>
                    <a:pt x="2467896" y="18445"/>
                  </a:lnTo>
                  <a:lnTo>
                    <a:pt x="2418538" y="21864"/>
                  </a:lnTo>
                  <a:lnTo>
                    <a:pt x="2369180" y="25630"/>
                  </a:lnTo>
                  <a:lnTo>
                    <a:pt x="2319822" y="29754"/>
                  </a:lnTo>
                  <a:lnTo>
                    <a:pt x="2270464" y="34245"/>
                  </a:lnTo>
                  <a:lnTo>
                    <a:pt x="2221106" y="39113"/>
                  </a:lnTo>
                  <a:lnTo>
                    <a:pt x="2171748" y="44363"/>
                  </a:lnTo>
                  <a:lnTo>
                    <a:pt x="2122390" y="50001"/>
                  </a:lnTo>
                  <a:lnTo>
                    <a:pt x="2073033" y="56031"/>
                  </a:lnTo>
                  <a:lnTo>
                    <a:pt x="2023675" y="62454"/>
                  </a:lnTo>
                  <a:lnTo>
                    <a:pt x="1974317" y="69271"/>
                  </a:lnTo>
                  <a:lnTo>
                    <a:pt x="1924959" y="76479"/>
                  </a:lnTo>
                  <a:lnTo>
                    <a:pt x="1875601" y="84076"/>
                  </a:lnTo>
                  <a:lnTo>
                    <a:pt x="1826243" y="92057"/>
                  </a:lnTo>
                  <a:lnTo>
                    <a:pt x="1776885" y="100414"/>
                  </a:lnTo>
                  <a:lnTo>
                    <a:pt x="1727527" y="109140"/>
                  </a:lnTo>
                  <a:lnTo>
                    <a:pt x="1678169" y="118225"/>
                  </a:lnTo>
                  <a:lnTo>
                    <a:pt x="1628811" y="127659"/>
                  </a:lnTo>
                  <a:lnTo>
                    <a:pt x="1579453" y="137431"/>
                  </a:lnTo>
                  <a:lnTo>
                    <a:pt x="1530095" y="147528"/>
                  </a:lnTo>
                  <a:lnTo>
                    <a:pt x="1480737" y="157939"/>
                  </a:lnTo>
                  <a:lnTo>
                    <a:pt x="1431379" y="168650"/>
                  </a:lnTo>
                  <a:lnTo>
                    <a:pt x="1382022" y="179648"/>
                  </a:lnTo>
                  <a:lnTo>
                    <a:pt x="1332664" y="190920"/>
                  </a:lnTo>
                  <a:lnTo>
                    <a:pt x="1283306" y="202453"/>
                  </a:lnTo>
                  <a:lnTo>
                    <a:pt x="1233948" y="214234"/>
                  </a:lnTo>
                  <a:lnTo>
                    <a:pt x="1184590" y="226251"/>
                  </a:lnTo>
                  <a:lnTo>
                    <a:pt x="1135232" y="238490"/>
                  </a:lnTo>
                  <a:lnTo>
                    <a:pt x="1085874" y="250941"/>
                  </a:lnTo>
                  <a:lnTo>
                    <a:pt x="1036516" y="263592"/>
                  </a:lnTo>
                  <a:lnTo>
                    <a:pt x="987158" y="276431"/>
                  </a:lnTo>
                  <a:lnTo>
                    <a:pt x="937800" y="289448"/>
                  </a:lnTo>
                  <a:lnTo>
                    <a:pt x="888442" y="302634"/>
                  </a:lnTo>
                  <a:lnTo>
                    <a:pt x="839084" y="315979"/>
                  </a:lnTo>
                  <a:lnTo>
                    <a:pt x="789726" y="329474"/>
                  </a:lnTo>
                  <a:lnTo>
                    <a:pt x="740368" y="343109"/>
                  </a:lnTo>
                  <a:lnTo>
                    <a:pt x="691011" y="356879"/>
                  </a:lnTo>
                  <a:lnTo>
                    <a:pt x="641653" y="370774"/>
                  </a:lnTo>
                  <a:lnTo>
                    <a:pt x="592295" y="384787"/>
                  </a:lnTo>
                  <a:lnTo>
                    <a:pt x="542937" y="398913"/>
                  </a:lnTo>
                  <a:lnTo>
                    <a:pt x="493579" y="413144"/>
                  </a:lnTo>
                  <a:lnTo>
                    <a:pt x="444221" y="427476"/>
                  </a:lnTo>
                  <a:lnTo>
                    <a:pt x="394863" y="441901"/>
                  </a:lnTo>
                  <a:lnTo>
                    <a:pt x="345505" y="456416"/>
                  </a:lnTo>
                  <a:lnTo>
                    <a:pt x="296147" y="471014"/>
                  </a:lnTo>
                  <a:lnTo>
                    <a:pt x="246789" y="485693"/>
                  </a:lnTo>
                  <a:lnTo>
                    <a:pt x="197431" y="500446"/>
                  </a:lnTo>
                  <a:lnTo>
                    <a:pt x="148073" y="515272"/>
                  </a:lnTo>
                  <a:lnTo>
                    <a:pt x="98715" y="530164"/>
                  </a:lnTo>
                  <a:lnTo>
                    <a:pt x="49357" y="545121"/>
                  </a:lnTo>
                  <a:lnTo>
                    <a:pt x="0" y="560139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l119"/>
            <p:cNvSpPr/>
            <p:nvPr/>
          </p:nvSpPr>
          <p:spPr>
            <a:xfrm>
              <a:off x="1623483" y="2887758"/>
              <a:ext cx="3899276" cy="509293"/>
            </a:xfrm>
            <a:custGeom>
              <a:avLst/>
              <a:gdLst/>
              <a:ahLst/>
              <a:cxnLst/>
              <a:rect l="0" t="0" r="0" b="0"/>
              <a:pathLst>
                <a:path w="3899276" h="509293">
                  <a:moveTo>
                    <a:pt x="0" y="509293"/>
                  </a:moveTo>
                  <a:lnTo>
                    <a:pt x="49357" y="502846"/>
                  </a:lnTo>
                  <a:lnTo>
                    <a:pt x="98715" y="496400"/>
                  </a:lnTo>
                  <a:lnTo>
                    <a:pt x="148073" y="489953"/>
                  </a:lnTo>
                  <a:lnTo>
                    <a:pt x="197431" y="483506"/>
                  </a:lnTo>
                  <a:lnTo>
                    <a:pt x="246789" y="477059"/>
                  </a:lnTo>
                  <a:lnTo>
                    <a:pt x="296147" y="470613"/>
                  </a:lnTo>
                  <a:lnTo>
                    <a:pt x="345505" y="464166"/>
                  </a:lnTo>
                  <a:lnTo>
                    <a:pt x="394863" y="457719"/>
                  </a:lnTo>
                  <a:lnTo>
                    <a:pt x="444221" y="451272"/>
                  </a:lnTo>
                  <a:lnTo>
                    <a:pt x="493579" y="444826"/>
                  </a:lnTo>
                  <a:lnTo>
                    <a:pt x="542937" y="438379"/>
                  </a:lnTo>
                  <a:lnTo>
                    <a:pt x="592295" y="431932"/>
                  </a:lnTo>
                  <a:lnTo>
                    <a:pt x="641653" y="425485"/>
                  </a:lnTo>
                  <a:lnTo>
                    <a:pt x="691011" y="419039"/>
                  </a:lnTo>
                  <a:lnTo>
                    <a:pt x="740368" y="412592"/>
                  </a:lnTo>
                  <a:lnTo>
                    <a:pt x="789726" y="406145"/>
                  </a:lnTo>
                  <a:lnTo>
                    <a:pt x="839084" y="399698"/>
                  </a:lnTo>
                  <a:lnTo>
                    <a:pt x="888442" y="393252"/>
                  </a:lnTo>
                  <a:lnTo>
                    <a:pt x="937800" y="386805"/>
                  </a:lnTo>
                  <a:lnTo>
                    <a:pt x="987158" y="380358"/>
                  </a:lnTo>
                  <a:lnTo>
                    <a:pt x="1036516" y="373911"/>
                  </a:lnTo>
                  <a:lnTo>
                    <a:pt x="1085874" y="367465"/>
                  </a:lnTo>
                  <a:lnTo>
                    <a:pt x="1135232" y="361018"/>
                  </a:lnTo>
                  <a:lnTo>
                    <a:pt x="1184590" y="354571"/>
                  </a:lnTo>
                  <a:lnTo>
                    <a:pt x="1233948" y="348124"/>
                  </a:lnTo>
                  <a:lnTo>
                    <a:pt x="1283306" y="341678"/>
                  </a:lnTo>
                  <a:lnTo>
                    <a:pt x="1332664" y="335231"/>
                  </a:lnTo>
                  <a:lnTo>
                    <a:pt x="1382022" y="328784"/>
                  </a:lnTo>
                  <a:lnTo>
                    <a:pt x="1431379" y="322337"/>
                  </a:lnTo>
                  <a:lnTo>
                    <a:pt x="1480737" y="315891"/>
                  </a:lnTo>
                  <a:lnTo>
                    <a:pt x="1530095" y="309444"/>
                  </a:lnTo>
                  <a:lnTo>
                    <a:pt x="1579453" y="302997"/>
                  </a:lnTo>
                  <a:lnTo>
                    <a:pt x="1628811" y="296550"/>
                  </a:lnTo>
                  <a:lnTo>
                    <a:pt x="1678169" y="290103"/>
                  </a:lnTo>
                  <a:lnTo>
                    <a:pt x="1727527" y="283657"/>
                  </a:lnTo>
                  <a:lnTo>
                    <a:pt x="1776885" y="277210"/>
                  </a:lnTo>
                  <a:lnTo>
                    <a:pt x="1826243" y="270763"/>
                  </a:lnTo>
                  <a:lnTo>
                    <a:pt x="1875601" y="264316"/>
                  </a:lnTo>
                  <a:lnTo>
                    <a:pt x="1924959" y="257870"/>
                  </a:lnTo>
                  <a:lnTo>
                    <a:pt x="1974317" y="251423"/>
                  </a:lnTo>
                  <a:lnTo>
                    <a:pt x="2023675" y="244976"/>
                  </a:lnTo>
                  <a:lnTo>
                    <a:pt x="2073033" y="238529"/>
                  </a:lnTo>
                  <a:lnTo>
                    <a:pt x="2122390" y="232083"/>
                  </a:lnTo>
                  <a:lnTo>
                    <a:pt x="2171748" y="225636"/>
                  </a:lnTo>
                  <a:lnTo>
                    <a:pt x="2221106" y="219189"/>
                  </a:lnTo>
                  <a:lnTo>
                    <a:pt x="2270464" y="212742"/>
                  </a:lnTo>
                  <a:lnTo>
                    <a:pt x="2319822" y="206296"/>
                  </a:lnTo>
                  <a:lnTo>
                    <a:pt x="2369180" y="199849"/>
                  </a:lnTo>
                  <a:lnTo>
                    <a:pt x="2418538" y="193402"/>
                  </a:lnTo>
                  <a:lnTo>
                    <a:pt x="2467896" y="186955"/>
                  </a:lnTo>
                  <a:lnTo>
                    <a:pt x="2517254" y="180509"/>
                  </a:lnTo>
                  <a:lnTo>
                    <a:pt x="2566612" y="174062"/>
                  </a:lnTo>
                  <a:lnTo>
                    <a:pt x="2615970" y="167615"/>
                  </a:lnTo>
                  <a:lnTo>
                    <a:pt x="2665328" y="161168"/>
                  </a:lnTo>
                  <a:lnTo>
                    <a:pt x="2714686" y="154722"/>
                  </a:lnTo>
                  <a:lnTo>
                    <a:pt x="2764044" y="148275"/>
                  </a:lnTo>
                  <a:lnTo>
                    <a:pt x="2813401" y="141828"/>
                  </a:lnTo>
                  <a:lnTo>
                    <a:pt x="2862759" y="135381"/>
                  </a:lnTo>
                  <a:lnTo>
                    <a:pt x="2912117" y="128935"/>
                  </a:lnTo>
                  <a:lnTo>
                    <a:pt x="2961475" y="122488"/>
                  </a:lnTo>
                  <a:lnTo>
                    <a:pt x="3010833" y="116041"/>
                  </a:lnTo>
                  <a:lnTo>
                    <a:pt x="3060191" y="109594"/>
                  </a:lnTo>
                  <a:lnTo>
                    <a:pt x="3109549" y="103148"/>
                  </a:lnTo>
                  <a:lnTo>
                    <a:pt x="3158907" y="96701"/>
                  </a:lnTo>
                  <a:lnTo>
                    <a:pt x="3208265" y="90254"/>
                  </a:lnTo>
                  <a:lnTo>
                    <a:pt x="3257623" y="83807"/>
                  </a:lnTo>
                  <a:lnTo>
                    <a:pt x="3306981" y="77361"/>
                  </a:lnTo>
                  <a:lnTo>
                    <a:pt x="3356339" y="70914"/>
                  </a:lnTo>
                  <a:lnTo>
                    <a:pt x="3405697" y="64467"/>
                  </a:lnTo>
                  <a:lnTo>
                    <a:pt x="3455055" y="58020"/>
                  </a:lnTo>
                  <a:lnTo>
                    <a:pt x="3504412" y="51574"/>
                  </a:lnTo>
                  <a:lnTo>
                    <a:pt x="3553770" y="45127"/>
                  </a:lnTo>
                  <a:lnTo>
                    <a:pt x="3603128" y="38680"/>
                  </a:lnTo>
                  <a:lnTo>
                    <a:pt x="3652486" y="32233"/>
                  </a:lnTo>
                  <a:lnTo>
                    <a:pt x="3701844" y="25787"/>
                  </a:lnTo>
                  <a:lnTo>
                    <a:pt x="3751202" y="19340"/>
                  </a:lnTo>
                  <a:lnTo>
                    <a:pt x="3800560" y="12893"/>
                  </a:lnTo>
                  <a:lnTo>
                    <a:pt x="3849918" y="6446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tx120"/>
            <p:cNvSpPr/>
            <p:nvPr/>
          </p:nvSpPr>
          <p:spPr>
            <a:xfrm>
              <a:off x="1148262" y="39972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32383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5036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769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061213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330884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600554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224918" y="4372931"/>
              <a:ext cx="696407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129" name="tx129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1" name="pt131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2" name="pg132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tx133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6" name="pt136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7" name="pt137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tx144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28519" y="983989"/>
              <a:ext cx="222199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RDA Offset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415999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353409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90819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228229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1428519" y="165639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177943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2903784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402813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515249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384704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322114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259524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428519" y="196934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2341607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346596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l21"/>
            <p:cNvSpPr/>
            <p:nvPr/>
          </p:nvSpPr>
          <p:spPr>
            <a:xfrm>
              <a:off x="4590314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l22"/>
            <p:cNvSpPr/>
            <p:nvPr/>
          </p:nvSpPr>
          <p:spPr>
            <a:xfrm>
              <a:off x="571466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506294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824881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381752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58785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673931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659487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400863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505780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17915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40876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g33"/>
            <p:cNvSpPr/>
            <p:nvPr/>
          </p:nvSpPr>
          <p:spPr>
            <a:xfrm>
              <a:off x="3172380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g34"/>
            <p:cNvSpPr/>
            <p:nvPr/>
          </p:nvSpPr>
          <p:spPr>
            <a:xfrm>
              <a:off x="358949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t35"/>
            <p:cNvSpPr/>
            <p:nvPr/>
          </p:nvSpPr>
          <p:spPr>
            <a:xfrm>
              <a:off x="3709287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t36"/>
            <p:cNvSpPr/>
            <p:nvPr/>
          </p:nvSpPr>
          <p:spPr>
            <a:xfrm>
              <a:off x="3912490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t37"/>
            <p:cNvSpPr/>
            <p:nvPr/>
          </p:nvSpPr>
          <p:spPr>
            <a:xfrm>
              <a:off x="5477608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t38"/>
            <p:cNvSpPr/>
            <p:nvPr/>
          </p:nvSpPr>
          <p:spPr>
            <a:xfrm>
              <a:off x="3464905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t39"/>
            <p:cNvSpPr/>
            <p:nvPr/>
          </p:nvSpPr>
          <p:spPr>
            <a:xfrm>
              <a:off x="391233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t40"/>
            <p:cNvSpPr/>
            <p:nvPr/>
          </p:nvSpPr>
          <p:spPr>
            <a:xfrm>
              <a:off x="3709450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t41"/>
            <p:cNvSpPr/>
            <p:nvPr/>
          </p:nvSpPr>
          <p:spPr>
            <a:xfrm>
              <a:off x="415415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t42"/>
            <p:cNvSpPr/>
            <p:nvPr/>
          </p:nvSpPr>
          <p:spPr>
            <a:xfrm>
              <a:off x="3988084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4154151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3464737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t45"/>
            <p:cNvSpPr/>
            <p:nvPr/>
          </p:nvSpPr>
          <p:spPr>
            <a:xfrm>
              <a:off x="3988084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t46"/>
            <p:cNvSpPr/>
            <p:nvPr/>
          </p:nvSpPr>
          <p:spPr>
            <a:xfrm>
              <a:off x="5477608" y="3801895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3590273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101982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74565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351177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095347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58249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332805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333069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500433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500150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g57"/>
            <p:cNvSpPr/>
            <p:nvPr/>
          </p:nvSpPr>
          <p:spPr>
            <a:xfrm>
              <a:off x="3520997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g58"/>
            <p:cNvSpPr/>
            <p:nvPr/>
          </p:nvSpPr>
          <p:spPr>
            <a:xfrm>
              <a:off x="373919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231309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231309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2829279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98357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752082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2556439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2984383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2559387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426590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4265900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2829621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2752082" y="3801895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3611869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3612632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1578331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1821515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1578745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210299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2271992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2027644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2102583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202839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1821947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2271992" y="3801895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238335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282919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4389118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290252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4389118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238335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2903779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2626207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3067873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2627112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t93"/>
            <p:cNvSpPr/>
            <p:nvPr/>
          </p:nvSpPr>
          <p:spPr>
            <a:xfrm>
              <a:off x="2828310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t94"/>
            <p:cNvSpPr/>
            <p:nvPr/>
          </p:nvSpPr>
          <p:spPr>
            <a:xfrm>
              <a:off x="3068325" y="3801895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3834684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g96"/>
            <p:cNvSpPr/>
            <p:nvPr/>
          </p:nvSpPr>
          <p:spPr>
            <a:xfrm>
              <a:off x="379046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g97"/>
            <p:cNvSpPr/>
            <p:nvPr/>
          </p:nvSpPr>
          <p:spPr>
            <a:xfrm>
              <a:off x="3345050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g98"/>
            <p:cNvSpPr/>
            <p:nvPr/>
          </p:nvSpPr>
          <p:spPr>
            <a:xfrm>
              <a:off x="5218700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g99"/>
            <p:cNvSpPr/>
            <p:nvPr/>
          </p:nvSpPr>
          <p:spPr>
            <a:xfrm>
              <a:off x="38699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g100"/>
            <p:cNvSpPr/>
            <p:nvPr/>
          </p:nvSpPr>
          <p:spPr>
            <a:xfrm>
              <a:off x="3380388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g101"/>
            <p:cNvSpPr/>
            <p:nvPr/>
          </p:nvSpPr>
          <p:spPr>
            <a:xfrm>
              <a:off x="3602324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g102"/>
            <p:cNvSpPr/>
            <p:nvPr/>
          </p:nvSpPr>
          <p:spPr>
            <a:xfrm>
              <a:off x="361234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g103"/>
            <p:cNvSpPr/>
            <p:nvPr/>
          </p:nvSpPr>
          <p:spPr>
            <a:xfrm>
              <a:off x="4010215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g104"/>
            <p:cNvSpPr/>
            <p:nvPr/>
          </p:nvSpPr>
          <p:spPr>
            <a:xfrm>
              <a:off x="3771358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g105"/>
            <p:cNvSpPr/>
            <p:nvPr/>
          </p:nvSpPr>
          <p:spPr>
            <a:xfrm>
              <a:off x="4004042" y="377683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g106"/>
            <p:cNvSpPr/>
            <p:nvPr/>
          </p:nvSpPr>
          <p:spPr>
            <a:xfrm>
              <a:off x="258388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g107"/>
            <p:cNvSpPr/>
            <p:nvPr/>
          </p:nvSpPr>
          <p:spPr>
            <a:xfrm>
              <a:off x="457788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g108"/>
            <p:cNvSpPr/>
            <p:nvPr/>
          </p:nvSpPr>
          <p:spPr>
            <a:xfrm>
              <a:off x="258486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g109"/>
            <p:cNvSpPr/>
            <p:nvPr/>
          </p:nvSpPr>
          <p:spPr>
            <a:xfrm>
              <a:off x="457788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g110"/>
            <p:cNvSpPr/>
            <p:nvPr/>
          </p:nvSpPr>
          <p:spPr>
            <a:xfrm>
              <a:off x="301833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g111"/>
            <p:cNvSpPr/>
            <p:nvPr/>
          </p:nvSpPr>
          <p:spPr>
            <a:xfrm>
              <a:off x="28243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g112"/>
            <p:cNvSpPr/>
            <p:nvPr/>
          </p:nvSpPr>
          <p:spPr>
            <a:xfrm>
              <a:off x="2819826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g113"/>
            <p:cNvSpPr/>
            <p:nvPr/>
          </p:nvSpPr>
          <p:spPr>
            <a:xfrm>
              <a:off x="302254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g114"/>
            <p:cNvSpPr/>
            <p:nvPr/>
          </p:nvSpPr>
          <p:spPr>
            <a:xfrm>
              <a:off x="309481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g115"/>
            <p:cNvSpPr/>
            <p:nvPr/>
          </p:nvSpPr>
          <p:spPr>
            <a:xfrm>
              <a:off x="325065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g116"/>
            <p:cNvSpPr/>
            <p:nvPr/>
          </p:nvSpPr>
          <p:spPr>
            <a:xfrm>
              <a:off x="326321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g117"/>
            <p:cNvSpPr/>
            <p:nvPr/>
          </p:nvSpPr>
          <p:spPr>
            <a:xfrm>
              <a:off x="308982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g118"/>
            <p:cNvSpPr/>
            <p:nvPr/>
          </p:nvSpPr>
          <p:spPr>
            <a:xfrm>
              <a:off x="1623483" y="1802034"/>
              <a:ext cx="3899276" cy="2235270"/>
            </a:xfrm>
            <a:custGeom>
              <a:avLst/>
              <a:gdLst/>
              <a:ahLst/>
              <a:cxnLst/>
              <a:rect l="0" t="0" r="0" b="0"/>
              <a:pathLst>
                <a:path w="3899276" h="2235270">
                  <a:moveTo>
                    <a:pt x="0" y="1119641"/>
                  </a:moveTo>
                  <a:lnTo>
                    <a:pt x="49357" y="1119043"/>
                  </a:lnTo>
                  <a:lnTo>
                    <a:pt x="98715" y="1118377"/>
                  </a:lnTo>
                  <a:lnTo>
                    <a:pt x="148073" y="1117637"/>
                  </a:lnTo>
                  <a:lnTo>
                    <a:pt x="197431" y="1116819"/>
                  </a:lnTo>
                  <a:lnTo>
                    <a:pt x="246789" y="1115917"/>
                  </a:lnTo>
                  <a:lnTo>
                    <a:pt x="296147" y="1114924"/>
                  </a:lnTo>
                  <a:lnTo>
                    <a:pt x="345505" y="1113833"/>
                  </a:lnTo>
                  <a:lnTo>
                    <a:pt x="394863" y="1112637"/>
                  </a:lnTo>
                  <a:lnTo>
                    <a:pt x="444221" y="1111327"/>
                  </a:lnTo>
                  <a:lnTo>
                    <a:pt x="493579" y="1109894"/>
                  </a:lnTo>
                  <a:lnTo>
                    <a:pt x="542937" y="1108328"/>
                  </a:lnTo>
                  <a:lnTo>
                    <a:pt x="592295" y="1106618"/>
                  </a:lnTo>
                  <a:lnTo>
                    <a:pt x="641653" y="1104751"/>
                  </a:lnTo>
                  <a:lnTo>
                    <a:pt x="691011" y="1102713"/>
                  </a:lnTo>
                  <a:lnTo>
                    <a:pt x="740368" y="1100491"/>
                  </a:lnTo>
                  <a:lnTo>
                    <a:pt x="789726" y="1098067"/>
                  </a:lnTo>
                  <a:lnTo>
                    <a:pt x="839084" y="1095424"/>
                  </a:lnTo>
                  <a:lnTo>
                    <a:pt x="888442" y="1092541"/>
                  </a:lnTo>
                  <a:lnTo>
                    <a:pt x="937800" y="1089398"/>
                  </a:lnTo>
                  <a:lnTo>
                    <a:pt x="987158" y="1085969"/>
                  </a:lnTo>
                  <a:lnTo>
                    <a:pt x="1036516" y="1082231"/>
                  </a:lnTo>
                  <a:lnTo>
                    <a:pt x="1085874" y="1078153"/>
                  </a:lnTo>
                  <a:lnTo>
                    <a:pt x="1135232" y="1073706"/>
                  </a:lnTo>
                  <a:lnTo>
                    <a:pt x="1184590" y="1068857"/>
                  </a:lnTo>
                  <a:lnTo>
                    <a:pt x="1233948" y="1063571"/>
                  </a:lnTo>
                  <a:lnTo>
                    <a:pt x="1283306" y="1057811"/>
                  </a:lnTo>
                  <a:lnTo>
                    <a:pt x="1332664" y="1051538"/>
                  </a:lnTo>
                  <a:lnTo>
                    <a:pt x="1382022" y="1044714"/>
                  </a:lnTo>
                  <a:lnTo>
                    <a:pt x="1431379" y="1037297"/>
                  </a:lnTo>
                  <a:lnTo>
                    <a:pt x="1480737" y="1029248"/>
                  </a:lnTo>
                  <a:lnTo>
                    <a:pt x="1530095" y="1020529"/>
                  </a:lnTo>
                  <a:lnTo>
                    <a:pt x="1579453" y="1011102"/>
                  </a:lnTo>
                  <a:lnTo>
                    <a:pt x="1628811" y="1000937"/>
                  </a:lnTo>
                  <a:lnTo>
                    <a:pt x="1678169" y="990006"/>
                  </a:lnTo>
                  <a:lnTo>
                    <a:pt x="1727527" y="978287"/>
                  </a:lnTo>
                  <a:lnTo>
                    <a:pt x="1776885" y="965768"/>
                  </a:lnTo>
                  <a:lnTo>
                    <a:pt x="1826243" y="952442"/>
                  </a:lnTo>
                  <a:lnTo>
                    <a:pt x="1875601" y="938310"/>
                  </a:lnTo>
                  <a:lnTo>
                    <a:pt x="1924959" y="923384"/>
                  </a:lnTo>
                  <a:lnTo>
                    <a:pt x="1974317" y="907680"/>
                  </a:lnTo>
                  <a:lnTo>
                    <a:pt x="2023675" y="891223"/>
                  </a:lnTo>
                  <a:lnTo>
                    <a:pt x="2073033" y="874042"/>
                  </a:lnTo>
                  <a:lnTo>
                    <a:pt x="2122390" y="856173"/>
                  </a:lnTo>
                  <a:lnTo>
                    <a:pt x="2171748" y="837652"/>
                  </a:lnTo>
                  <a:lnTo>
                    <a:pt x="2221106" y="818518"/>
                  </a:lnTo>
                  <a:lnTo>
                    <a:pt x="2270464" y="798813"/>
                  </a:lnTo>
                  <a:lnTo>
                    <a:pt x="2319822" y="778575"/>
                  </a:lnTo>
                  <a:lnTo>
                    <a:pt x="2369180" y="757844"/>
                  </a:lnTo>
                  <a:lnTo>
                    <a:pt x="2418538" y="736658"/>
                  </a:lnTo>
                  <a:lnTo>
                    <a:pt x="2467896" y="715053"/>
                  </a:lnTo>
                  <a:lnTo>
                    <a:pt x="2517254" y="693062"/>
                  </a:lnTo>
                  <a:lnTo>
                    <a:pt x="2566612" y="670718"/>
                  </a:lnTo>
                  <a:lnTo>
                    <a:pt x="2615970" y="648049"/>
                  </a:lnTo>
                  <a:lnTo>
                    <a:pt x="2665328" y="625083"/>
                  </a:lnTo>
                  <a:lnTo>
                    <a:pt x="2714686" y="601844"/>
                  </a:lnTo>
                  <a:lnTo>
                    <a:pt x="2764044" y="578355"/>
                  </a:lnTo>
                  <a:lnTo>
                    <a:pt x="2813401" y="554637"/>
                  </a:lnTo>
                  <a:lnTo>
                    <a:pt x="2862759" y="530709"/>
                  </a:lnTo>
                  <a:lnTo>
                    <a:pt x="2912117" y="506588"/>
                  </a:lnTo>
                  <a:lnTo>
                    <a:pt x="2961475" y="482290"/>
                  </a:lnTo>
                  <a:lnTo>
                    <a:pt x="3010833" y="457828"/>
                  </a:lnTo>
                  <a:lnTo>
                    <a:pt x="3060191" y="433216"/>
                  </a:lnTo>
                  <a:lnTo>
                    <a:pt x="3109549" y="408465"/>
                  </a:lnTo>
                  <a:lnTo>
                    <a:pt x="3158907" y="383586"/>
                  </a:lnTo>
                  <a:lnTo>
                    <a:pt x="3208265" y="358589"/>
                  </a:lnTo>
                  <a:lnTo>
                    <a:pt x="3257623" y="333482"/>
                  </a:lnTo>
                  <a:lnTo>
                    <a:pt x="3306981" y="308274"/>
                  </a:lnTo>
                  <a:lnTo>
                    <a:pt x="3356339" y="282972"/>
                  </a:lnTo>
                  <a:lnTo>
                    <a:pt x="3405697" y="257582"/>
                  </a:lnTo>
                  <a:lnTo>
                    <a:pt x="3455055" y="232112"/>
                  </a:lnTo>
                  <a:lnTo>
                    <a:pt x="3504412" y="206565"/>
                  </a:lnTo>
                  <a:lnTo>
                    <a:pt x="3553770" y="180948"/>
                  </a:lnTo>
                  <a:lnTo>
                    <a:pt x="3603128" y="155265"/>
                  </a:lnTo>
                  <a:lnTo>
                    <a:pt x="3652486" y="129520"/>
                  </a:lnTo>
                  <a:lnTo>
                    <a:pt x="3701844" y="103717"/>
                  </a:lnTo>
                  <a:lnTo>
                    <a:pt x="3751202" y="77861"/>
                  </a:lnTo>
                  <a:lnTo>
                    <a:pt x="3800560" y="51954"/>
                  </a:lnTo>
                  <a:lnTo>
                    <a:pt x="3849918" y="25999"/>
                  </a:lnTo>
                  <a:lnTo>
                    <a:pt x="3899276" y="0"/>
                  </a:lnTo>
                  <a:lnTo>
                    <a:pt x="3899276" y="1281242"/>
                  </a:lnTo>
                  <a:lnTo>
                    <a:pt x="3849918" y="1281491"/>
                  </a:lnTo>
                  <a:lnTo>
                    <a:pt x="3800560" y="1281786"/>
                  </a:lnTo>
                  <a:lnTo>
                    <a:pt x="3751202" y="1282128"/>
                  </a:lnTo>
                  <a:lnTo>
                    <a:pt x="3701844" y="1282520"/>
                  </a:lnTo>
                  <a:lnTo>
                    <a:pt x="3652486" y="1282967"/>
                  </a:lnTo>
                  <a:lnTo>
                    <a:pt x="3603128" y="1283471"/>
                  </a:lnTo>
                  <a:lnTo>
                    <a:pt x="3553770" y="1284037"/>
                  </a:lnTo>
                  <a:lnTo>
                    <a:pt x="3504412" y="1284668"/>
                  </a:lnTo>
                  <a:lnTo>
                    <a:pt x="3455055" y="1285371"/>
                  </a:lnTo>
                  <a:lnTo>
                    <a:pt x="3405697" y="1286149"/>
                  </a:lnTo>
                  <a:lnTo>
                    <a:pt x="3356339" y="1287008"/>
                  </a:lnTo>
                  <a:lnTo>
                    <a:pt x="3306981" y="1287955"/>
                  </a:lnTo>
                  <a:lnTo>
                    <a:pt x="3257623" y="1288996"/>
                  </a:lnTo>
                  <a:lnTo>
                    <a:pt x="3208265" y="1290138"/>
                  </a:lnTo>
                  <a:lnTo>
                    <a:pt x="3158907" y="1291390"/>
                  </a:lnTo>
                  <a:lnTo>
                    <a:pt x="3109549" y="1292760"/>
                  </a:lnTo>
                  <a:lnTo>
                    <a:pt x="3060191" y="1294258"/>
                  </a:lnTo>
                  <a:lnTo>
                    <a:pt x="3010833" y="1295895"/>
                  </a:lnTo>
                  <a:lnTo>
                    <a:pt x="2961475" y="1297682"/>
                  </a:lnTo>
                  <a:lnTo>
                    <a:pt x="2912117" y="1299633"/>
                  </a:lnTo>
                  <a:lnTo>
                    <a:pt x="2862759" y="1301761"/>
                  </a:lnTo>
                  <a:lnTo>
                    <a:pt x="2813401" y="1304081"/>
                  </a:lnTo>
                  <a:lnTo>
                    <a:pt x="2764044" y="1306613"/>
                  </a:lnTo>
                  <a:lnTo>
                    <a:pt x="2714686" y="1309373"/>
                  </a:lnTo>
                  <a:lnTo>
                    <a:pt x="2665328" y="1312383"/>
                  </a:lnTo>
                  <a:lnTo>
                    <a:pt x="2615970" y="1315666"/>
                  </a:lnTo>
                  <a:lnTo>
                    <a:pt x="2566612" y="1319246"/>
                  </a:lnTo>
                  <a:lnTo>
                    <a:pt x="2517254" y="1323151"/>
                  </a:lnTo>
                  <a:lnTo>
                    <a:pt x="2467896" y="1327409"/>
                  </a:lnTo>
                  <a:lnTo>
                    <a:pt x="2418538" y="1332053"/>
                  </a:lnTo>
                  <a:lnTo>
                    <a:pt x="2369180" y="1337116"/>
                  </a:lnTo>
                  <a:lnTo>
                    <a:pt x="2319822" y="1342634"/>
                  </a:lnTo>
                  <a:lnTo>
                    <a:pt x="2270464" y="1348645"/>
                  </a:lnTo>
                  <a:lnTo>
                    <a:pt x="2221106" y="1355188"/>
                  </a:lnTo>
                  <a:lnTo>
                    <a:pt x="2171748" y="1362304"/>
                  </a:lnTo>
                  <a:lnTo>
                    <a:pt x="2122390" y="1370032"/>
                  </a:lnTo>
                  <a:lnTo>
                    <a:pt x="2073033" y="1378411"/>
                  </a:lnTo>
                  <a:lnTo>
                    <a:pt x="2023675" y="1387480"/>
                  </a:lnTo>
                  <a:lnTo>
                    <a:pt x="1974317" y="1397272"/>
                  </a:lnTo>
                  <a:lnTo>
                    <a:pt x="1924959" y="1407817"/>
                  </a:lnTo>
                  <a:lnTo>
                    <a:pt x="1875601" y="1419140"/>
                  </a:lnTo>
                  <a:lnTo>
                    <a:pt x="1826243" y="1431257"/>
                  </a:lnTo>
                  <a:lnTo>
                    <a:pt x="1776885" y="1444180"/>
                  </a:lnTo>
                  <a:lnTo>
                    <a:pt x="1727527" y="1457909"/>
                  </a:lnTo>
                  <a:lnTo>
                    <a:pt x="1678169" y="1472440"/>
                  </a:lnTo>
                  <a:lnTo>
                    <a:pt x="1628811" y="1487757"/>
                  </a:lnTo>
                  <a:lnTo>
                    <a:pt x="1579453" y="1503841"/>
                  </a:lnTo>
                  <a:lnTo>
                    <a:pt x="1530095" y="1520664"/>
                  </a:lnTo>
                  <a:lnTo>
                    <a:pt x="1480737" y="1538193"/>
                  </a:lnTo>
                  <a:lnTo>
                    <a:pt x="1431379" y="1556393"/>
                  </a:lnTo>
                  <a:lnTo>
                    <a:pt x="1382022" y="1575225"/>
                  </a:lnTo>
                  <a:lnTo>
                    <a:pt x="1332664" y="1594650"/>
                  </a:lnTo>
                  <a:lnTo>
                    <a:pt x="1283306" y="1614627"/>
                  </a:lnTo>
                  <a:lnTo>
                    <a:pt x="1233948" y="1635116"/>
                  </a:lnTo>
                  <a:lnTo>
                    <a:pt x="1184590" y="1656079"/>
                  </a:lnTo>
                  <a:lnTo>
                    <a:pt x="1135232" y="1677479"/>
                  </a:lnTo>
                  <a:lnTo>
                    <a:pt x="1085874" y="1699281"/>
                  </a:lnTo>
                  <a:lnTo>
                    <a:pt x="1036516" y="1721452"/>
                  </a:lnTo>
                  <a:lnTo>
                    <a:pt x="987158" y="1743962"/>
                  </a:lnTo>
                  <a:lnTo>
                    <a:pt x="937800" y="1766783"/>
                  </a:lnTo>
                  <a:lnTo>
                    <a:pt x="888442" y="1789888"/>
                  </a:lnTo>
                  <a:lnTo>
                    <a:pt x="839084" y="1813254"/>
                  </a:lnTo>
                  <a:lnTo>
                    <a:pt x="789726" y="1836860"/>
                  </a:lnTo>
                  <a:lnTo>
                    <a:pt x="740368" y="1860685"/>
                  </a:lnTo>
                  <a:lnTo>
                    <a:pt x="691011" y="1884712"/>
                  </a:lnTo>
                  <a:lnTo>
                    <a:pt x="641653" y="1908924"/>
                  </a:lnTo>
                  <a:lnTo>
                    <a:pt x="592295" y="1933305"/>
                  </a:lnTo>
                  <a:lnTo>
                    <a:pt x="542937" y="1957844"/>
                  </a:lnTo>
                  <a:lnTo>
                    <a:pt x="493579" y="1982527"/>
                  </a:lnTo>
                  <a:lnTo>
                    <a:pt x="444221" y="2007343"/>
                  </a:lnTo>
                  <a:lnTo>
                    <a:pt x="394863" y="2032282"/>
                  </a:lnTo>
                  <a:lnTo>
                    <a:pt x="345505" y="2057335"/>
                  </a:lnTo>
                  <a:lnTo>
                    <a:pt x="296147" y="2082493"/>
                  </a:lnTo>
                  <a:lnTo>
                    <a:pt x="246789" y="2107749"/>
                  </a:lnTo>
                  <a:lnTo>
                    <a:pt x="197431" y="2133096"/>
                  </a:lnTo>
                  <a:lnTo>
                    <a:pt x="148073" y="2158527"/>
                  </a:lnTo>
                  <a:lnTo>
                    <a:pt x="98715" y="2184036"/>
                  </a:lnTo>
                  <a:lnTo>
                    <a:pt x="49357" y="2209619"/>
                  </a:lnTo>
                  <a:lnTo>
                    <a:pt x="0" y="2235270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l119"/>
            <p:cNvSpPr/>
            <p:nvPr/>
          </p:nvSpPr>
          <p:spPr>
            <a:xfrm>
              <a:off x="1623483" y="1802034"/>
              <a:ext cx="3899276" cy="1119641"/>
            </a:xfrm>
            <a:custGeom>
              <a:avLst/>
              <a:gdLst/>
              <a:ahLst/>
              <a:cxnLst/>
              <a:rect l="0" t="0" r="0" b="0"/>
              <a:pathLst>
                <a:path w="3899276" h="1119641">
                  <a:moveTo>
                    <a:pt x="0" y="1119641"/>
                  </a:moveTo>
                  <a:lnTo>
                    <a:pt x="49357" y="1119043"/>
                  </a:lnTo>
                  <a:lnTo>
                    <a:pt x="98715" y="1118377"/>
                  </a:lnTo>
                  <a:lnTo>
                    <a:pt x="148073" y="1117637"/>
                  </a:lnTo>
                  <a:lnTo>
                    <a:pt x="197431" y="1116819"/>
                  </a:lnTo>
                  <a:lnTo>
                    <a:pt x="246789" y="1115917"/>
                  </a:lnTo>
                  <a:lnTo>
                    <a:pt x="296147" y="1114924"/>
                  </a:lnTo>
                  <a:lnTo>
                    <a:pt x="345505" y="1113833"/>
                  </a:lnTo>
                  <a:lnTo>
                    <a:pt x="394863" y="1112637"/>
                  </a:lnTo>
                  <a:lnTo>
                    <a:pt x="444221" y="1111327"/>
                  </a:lnTo>
                  <a:lnTo>
                    <a:pt x="493579" y="1109894"/>
                  </a:lnTo>
                  <a:lnTo>
                    <a:pt x="542937" y="1108328"/>
                  </a:lnTo>
                  <a:lnTo>
                    <a:pt x="592295" y="1106618"/>
                  </a:lnTo>
                  <a:lnTo>
                    <a:pt x="641653" y="1104751"/>
                  </a:lnTo>
                  <a:lnTo>
                    <a:pt x="691011" y="1102713"/>
                  </a:lnTo>
                  <a:lnTo>
                    <a:pt x="740368" y="1100491"/>
                  </a:lnTo>
                  <a:lnTo>
                    <a:pt x="789726" y="1098067"/>
                  </a:lnTo>
                  <a:lnTo>
                    <a:pt x="839084" y="1095424"/>
                  </a:lnTo>
                  <a:lnTo>
                    <a:pt x="888442" y="1092541"/>
                  </a:lnTo>
                  <a:lnTo>
                    <a:pt x="937800" y="1089398"/>
                  </a:lnTo>
                  <a:lnTo>
                    <a:pt x="987158" y="1085969"/>
                  </a:lnTo>
                  <a:lnTo>
                    <a:pt x="1036516" y="1082231"/>
                  </a:lnTo>
                  <a:lnTo>
                    <a:pt x="1085874" y="1078153"/>
                  </a:lnTo>
                  <a:lnTo>
                    <a:pt x="1135232" y="1073706"/>
                  </a:lnTo>
                  <a:lnTo>
                    <a:pt x="1184590" y="1068857"/>
                  </a:lnTo>
                  <a:lnTo>
                    <a:pt x="1233948" y="1063571"/>
                  </a:lnTo>
                  <a:lnTo>
                    <a:pt x="1283306" y="1057811"/>
                  </a:lnTo>
                  <a:lnTo>
                    <a:pt x="1332664" y="1051538"/>
                  </a:lnTo>
                  <a:lnTo>
                    <a:pt x="1382022" y="1044714"/>
                  </a:lnTo>
                  <a:lnTo>
                    <a:pt x="1431379" y="1037297"/>
                  </a:lnTo>
                  <a:lnTo>
                    <a:pt x="1480737" y="1029248"/>
                  </a:lnTo>
                  <a:lnTo>
                    <a:pt x="1530095" y="1020529"/>
                  </a:lnTo>
                  <a:lnTo>
                    <a:pt x="1579453" y="1011102"/>
                  </a:lnTo>
                  <a:lnTo>
                    <a:pt x="1628811" y="1000937"/>
                  </a:lnTo>
                  <a:lnTo>
                    <a:pt x="1678169" y="990006"/>
                  </a:lnTo>
                  <a:lnTo>
                    <a:pt x="1727527" y="978287"/>
                  </a:lnTo>
                  <a:lnTo>
                    <a:pt x="1776885" y="965768"/>
                  </a:lnTo>
                  <a:lnTo>
                    <a:pt x="1826243" y="952442"/>
                  </a:lnTo>
                  <a:lnTo>
                    <a:pt x="1875601" y="938310"/>
                  </a:lnTo>
                  <a:lnTo>
                    <a:pt x="1924959" y="923384"/>
                  </a:lnTo>
                  <a:lnTo>
                    <a:pt x="1974317" y="907680"/>
                  </a:lnTo>
                  <a:lnTo>
                    <a:pt x="2023675" y="891223"/>
                  </a:lnTo>
                  <a:lnTo>
                    <a:pt x="2073033" y="874042"/>
                  </a:lnTo>
                  <a:lnTo>
                    <a:pt x="2122390" y="856173"/>
                  </a:lnTo>
                  <a:lnTo>
                    <a:pt x="2171748" y="837652"/>
                  </a:lnTo>
                  <a:lnTo>
                    <a:pt x="2221106" y="818518"/>
                  </a:lnTo>
                  <a:lnTo>
                    <a:pt x="2270464" y="798813"/>
                  </a:lnTo>
                  <a:lnTo>
                    <a:pt x="2319822" y="778575"/>
                  </a:lnTo>
                  <a:lnTo>
                    <a:pt x="2369180" y="757844"/>
                  </a:lnTo>
                  <a:lnTo>
                    <a:pt x="2418538" y="736658"/>
                  </a:lnTo>
                  <a:lnTo>
                    <a:pt x="2467896" y="715053"/>
                  </a:lnTo>
                  <a:lnTo>
                    <a:pt x="2517254" y="693062"/>
                  </a:lnTo>
                  <a:lnTo>
                    <a:pt x="2566612" y="670718"/>
                  </a:lnTo>
                  <a:lnTo>
                    <a:pt x="2615970" y="648049"/>
                  </a:lnTo>
                  <a:lnTo>
                    <a:pt x="2665328" y="625083"/>
                  </a:lnTo>
                  <a:lnTo>
                    <a:pt x="2714686" y="601844"/>
                  </a:lnTo>
                  <a:lnTo>
                    <a:pt x="2764044" y="578355"/>
                  </a:lnTo>
                  <a:lnTo>
                    <a:pt x="2813401" y="554637"/>
                  </a:lnTo>
                  <a:lnTo>
                    <a:pt x="2862759" y="530709"/>
                  </a:lnTo>
                  <a:lnTo>
                    <a:pt x="2912117" y="506588"/>
                  </a:lnTo>
                  <a:lnTo>
                    <a:pt x="2961475" y="482290"/>
                  </a:lnTo>
                  <a:lnTo>
                    <a:pt x="3010833" y="457828"/>
                  </a:lnTo>
                  <a:lnTo>
                    <a:pt x="3060191" y="433216"/>
                  </a:lnTo>
                  <a:lnTo>
                    <a:pt x="3109549" y="408465"/>
                  </a:lnTo>
                  <a:lnTo>
                    <a:pt x="3158907" y="383586"/>
                  </a:lnTo>
                  <a:lnTo>
                    <a:pt x="3208265" y="358589"/>
                  </a:lnTo>
                  <a:lnTo>
                    <a:pt x="3257623" y="333482"/>
                  </a:lnTo>
                  <a:lnTo>
                    <a:pt x="3306981" y="308274"/>
                  </a:lnTo>
                  <a:lnTo>
                    <a:pt x="3356339" y="282972"/>
                  </a:lnTo>
                  <a:lnTo>
                    <a:pt x="3405697" y="257582"/>
                  </a:lnTo>
                  <a:lnTo>
                    <a:pt x="3455055" y="232112"/>
                  </a:lnTo>
                  <a:lnTo>
                    <a:pt x="3504412" y="206565"/>
                  </a:lnTo>
                  <a:lnTo>
                    <a:pt x="3553770" y="180948"/>
                  </a:lnTo>
                  <a:lnTo>
                    <a:pt x="3603128" y="155265"/>
                  </a:lnTo>
                  <a:lnTo>
                    <a:pt x="3652486" y="129520"/>
                  </a:lnTo>
                  <a:lnTo>
                    <a:pt x="3701844" y="103717"/>
                  </a:lnTo>
                  <a:lnTo>
                    <a:pt x="3751202" y="77861"/>
                  </a:lnTo>
                  <a:lnTo>
                    <a:pt x="3800560" y="51954"/>
                  </a:lnTo>
                  <a:lnTo>
                    <a:pt x="3849918" y="25999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pl120"/>
            <p:cNvSpPr/>
            <p:nvPr/>
          </p:nvSpPr>
          <p:spPr>
            <a:xfrm>
              <a:off x="1623483" y="3083276"/>
              <a:ext cx="3899276" cy="954027"/>
            </a:xfrm>
            <a:custGeom>
              <a:avLst/>
              <a:gdLst/>
              <a:ahLst/>
              <a:cxnLst/>
              <a:rect l="0" t="0" r="0" b="0"/>
              <a:pathLst>
                <a:path w="3899276" h="954027">
                  <a:moveTo>
                    <a:pt x="3899276" y="0"/>
                  </a:moveTo>
                  <a:lnTo>
                    <a:pt x="3849918" y="249"/>
                  </a:lnTo>
                  <a:lnTo>
                    <a:pt x="3800560" y="543"/>
                  </a:lnTo>
                  <a:lnTo>
                    <a:pt x="3751202" y="885"/>
                  </a:lnTo>
                  <a:lnTo>
                    <a:pt x="3701844" y="1278"/>
                  </a:lnTo>
                  <a:lnTo>
                    <a:pt x="3652486" y="1724"/>
                  </a:lnTo>
                  <a:lnTo>
                    <a:pt x="3603128" y="2228"/>
                  </a:lnTo>
                  <a:lnTo>
                    <a:pt x="3553770" y="2794"/>
                  </a:lnTo>
                  <a:lnTo>
                    <a:pt x="3504412" y="3426"/>
                  </a:lnTo>
                  <a:lnTo>
                    <a:pt x="3455055" y="4128"/>
                  </a:lnTo>
                  <a:lnTo>
                    <a:pt x="3405697" y="4906"/>
                  </a:lnTo>
                  <a:lnTo>
                    <a:pt x="3356339" y="5766"/>
                  </a:lnTo>
                  <a:lnTo>
                    <a:pt x="3306981" y="6713"/>
                  </a:lnTo>
                  <a:lnTo>
                    <a:pt x="3257623" y="7754"/>
                  </a:lnTo>
                  <a:lnTo>
                    <a:pt x="3208265" y="8896"/>
                  </a:lnTo>
                  <a:lnTo>
                    <a:pt x="3158907" y="10148"/>
                  </a:lnTo>
                  <a:lnTo>
                    <a:pt x="3109549" y="11518"/>
                  </a:lnTo>
                  <a:lnTo>
                    <a:pt x="3060191" y="13016"/>
                  </a:lnTo>
                  <a:lnTo>
                    <a:pt x="3010833" y="14653"/>
                  </a:lnTo>
                  <a:lnTo>
                    <a:pt x="2961475" y="16440"/>
                  </a:lnTo>
                  <a:lnTo>
                    <a:pt x="2912117" y="18390"/>
                  </a:lnTo>
                  <a:lnTo>
                    <a:pt x="2862759" y="20518"/>
                  </a:lnTo>
                  <a:lnTo>
                    <a:pt x="2813401" y="22839"/>
                  </a:lnTo>
                  <a:lnTo>
                    <a:pt x="2764044" y="25370"/>
                  </a:lnTo>
                  <a:lnTo>
                    <a:pt x="2714686" y="28131"/>
                  </a:lnTo>
                  <a:lnTo>
                    <a:pt x="2665328" y="31141"/>
                  </a:lnTo>
                  <a:lnTo>
                    <a:pt x="2615970" y="34424"/>
                  </a:lnTo>
                  <a:lnTo>
                    <a:pt x="2566612" y="38004"/>
                  </a:lnTo>
                  <a:lnTo>
                    <a:pt x="2517254" y="41908"/>
                  </a:lnTo>
                  <a:lnTo>
                    <a:pt x="2467896" y="46167"/>
                  </a:lnTo>
                  <a:lnTo>
                    <a:pt x="2418538" y="50811"/>
                  </a:lnTo>
                  <a:lnTo>
                    <a:pt x="2369180" y="55874"/>
                  </a:lnTo>
                  <a:lnTo>
                    <a:pt x="2319822" y="61392"/>
                  </a:lnTo>
                  <a:lnTo>
                    <a:pt x="2270464" y="67403"/>
                  </a:lnTo>
                  <a:lnTo>
                    <a:pt x="2221106" y="73946"/>
                  </a:lnTo>
                  <a:lnTo>
                    <a:pt x="2171748" y="81062"/>
                  </a:lnTo>
                  <a:lnTo>
                    <a:pt x="2122390" y="88789"/>
                  </a:lnTo>
                  <a:lnTo>
                    <a:pt x="2073033" y="97169"/>
                  </a:lnTo>
                  <a:lnTo>
                    <a:pt x="2023675" y="106238"/>
                  </a:lnTo>
                  <a:lnTo>
                    <a:pt x="1974317" y="116030"/>
                  </a:lnTo>
                  <a:lnTo>
                    <a:pt x="1924959" y="126575"/>
                  </a:lnTo>
                  <a:lnTo>
                    <a:pt x="1875601" y="137897"/>
                  </a:lnTo>
                  <a:lnTo>
                    <a:pt x="1826243" y="150015"/>
                  </a:lnTo>
                  <a:lnTo>
                    <a:pt x="1776885" y="162937"/>
                  </a:lnTo>
                  <a:lnTo>
                    <a:pt x="1727527" y="176667"/>
                  </a:lnTo>
                  <a:lnTo>
                    <a:pt x="1678169" y="191197"/>
                  </a:lnTo>
                  <a:lnTo>
                    <a:pt x="1628811" y="206515"/>
                  </a:lnTo>
                  <a:lnTo>
                    <a:pt x="1579453" y="222599"/>
                  </a:lnTo>
                  <a:lnTo>
                    <a:pt x="1530095" y="239421"/>
                  </a:lnTo>
                  <a:lnTo>
                    <a:pt x="1480737" y="256951"/>
                  </a:lnTo>
                  <a:lnTo>
                    <a:pt x="1431379" y="275151"/>
                  </a:lnTo>
                  <a:lnTo>
                    <a:pt x="1382022" y="293983"/>
                  </a:lnTo>
                  <a:lnTo>
                    <a:pt x="1332664" y="313408"/>
                  </a:lnTo>
                  <a:lnTo>
                    <a:pt x="1283306" y="333384"/>
                  </a:lnTo>
                  <a:lnTo>
                    <a:pt x="1233948" y="353873"/>
                  </a:lnTo>
                  <a:lnTo>
                    <a:pt x="1184590" y="374836"/>
                  </a:lnTo>
                  <a:lnTo>
                    <a:pt x="1135232" y="396236"/>
                  </a:lnTo>
                  <a:lnTo>
                    <a:pt x="1085874" y="418038"/>
                  </a:lnTo>
                  <a:lnTo>
                    <a:pt x="1036516" y="440209"/>
                  </a:lnTo>
                  <a:lnTo>
                    <a:pt x="987158" y="462719"/>
                  </a:lnTo>
                  <a:lnTo>
                    <a:pt x="937800" y="485540"/>
                  </a:lnTo>
                  <a:lnTo>
                    <a:pt x="888442" y="508646"/>
                  </a:lnTo>
                  <a:lnTo>
                    <a:pt x="839084" y="532012"/>
                  </a:lnTo>
                  <a:lnTo>
                    <a:pt x="789726" y="555618"/>
                  </a:lnTo>
                  <a:lnTo>
                    <a:pt x="740368" y="579443"/>
                  </a:lnTo>
                  <a:lnTo>
                    <a:pt x="691011" y="603469"/>
                  </a:lnTo>
                  <a:lnTo>
                    <a:pt x="641653" y="627681"/>
                  </a:lnTo>
                  <a:lnTo>
                    <a:pt x="592295" y="652063"/>
                  </a:lnTo>
                  <a:lnTo>
                    <a:pt x="542937" y="676602"/>
                  </a:lnTo>
                  <a:lnTo>
                    <a:pt x="493579" y="701285"/>
                  </a:lnTo>
                  <a:lnTo>
                    <a:pt x="444221" y="726101"/>
                  </a:lnTo>
                  <a:lnTo>
                    <a:pt x="394863" y="751040"/>
                  </a:lnTo>
                  <a:lnTo>
                    <a:pt x="345505" y="776093"/>
                  </a:lnTo>
                  <a:lnTo>
                    <a:pt x="296147" y="801251"/>
                  </a:lnTo>
                  <a:lnTo>
                    <a:pt x="246789" y="826507"/>
                  </a:lnTo>
                  <a:lnTo>
                    <a:pt x="197431" y="851853"/>
                  </a:lnTo>
                  <a:lnTo>
                    <a:pt x="148073" y="877284"/>
                  </a:lnTo>
                  <a:lnTo>
                    <a:pt x="98715" y="902794"/>
                  </a:lnTo>
                  <a:lnTo>
                    <a:pt x="49357" y="928376"/>
                  </a:lnTo>
                  <a:lnTo>
                    <a:pt x="0" y="954027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21" name="pl121"/>
            <p:cNvSpPr/>
            <p:nvPr/>
          </p:nvSpPr>
          <p:spPr>
            <a:xfrm>
              <a:off x="1623483" y="2442655"/>
              <a:ext cx="3899276" cy="1036834"/>
            </a:xfrm>
            <a:custGeom>
              <a:avLst/>
              <a:gdLst/>
              <a:ahLst/>
              <a:cxnLst/>
              <a:rect l="0" t="0" r="0" b="0"/>
              <a:pathLst>
                <a:path w="3899276" h="1036834">
                  <a:moveTo>
                    <a:pt x="0" y="1036834"/>
                  </a:moveTo>
                  <a:lnTo>
                    <a:pt x="49357" y="1023710"/>
                  </a:lnTo>
                  <a:lnTo>
                    <a:pt x="98715" y="1010585"/>
                  </a:lnTo>
                  <a:lnTo>
                    <a:pt x="148073" y="997461"/>
                  </a:lnTo>
                  <a:lnTo>
                    <a:pt x="197431" y="984336"/>
                  </a:lnTo>
                  <a:lnTo>
                    <a:pt x="246789" y="971212"/>
                  </a:lnTo>
                  <a:lnTo>
                    <a:pt x="296147" y="958087"/>
                  </a:lnTo>
                  <a:lnTo>
                    <a:pt x="345505" y="944963"/>
                  </a:lnTo>
                  <a:lnTo>
                    <a:pt x="394863" y="931838"/>
                  </a:lnTo>
                  <a:lnTo>
                    <a:pt x="444221" y="918714"/>
                  </a:lnTo>
                  <a:lnTo>
                    <a:pt x="493579" y="905589"/>
                  </a:lnTo>
                  <a:lnTo>
                    <a:pt x="542937" y="892465"/>
                  </a:lnTo>
                  <a:lnTo>
                    <a:pt x="592295" y="879340"/>
                  </a:lnTo>
                  <a:lnTo>
                    <a:pt x="641653" y="866216"/>
                  </a:lnTo>
                  <a:lnTo>
                    <a:pt x="691011" y="853091"/>
                  </a:lnTo>
                  <a:lnTo>
                    <a:pt x="740368" y="839967"/>
                  </a:lnTo>
                  <a:lnTo>
                    <a:pt x="789726" y="826842"/>
                  </a:lnTo>
                  <a:lnTo>
                    <a:pt x="839084" y="813718"/>
                  </a:lnTo>
                  <a:lnTo>
                    <a:pt x="888442" y="800593"/>
                  </a:lnTo>
                  <a:lnTo>
                    <a:pt x="937800" y="787469"/>
                  </a:lnTo>
                  <a:lnTo>
                    <a:pt x="987158" y="774344"/>
                  </a:lnTo>
                  <a:lnTo>
                    <a:pt x="1036516" y="761220"/>
                  </a:lnTo>
                  <a:lnTo>
                    <a:pt x="1085874" y="748095"/>
                  </a:lnTo>
                  <a:lnTo>
                    <a:pt x="1135232" y="734971"/>
                  </a:lnTo>
                  <a:lnTo>
                    <a:pt x="1184590" y="721847"/>
                  </a:lnTo>
                  <a:lnTo>
                    <a:pt x="1233948" y="708722"/>
                  </a:lnTo>
                  <a:lnTo>
                    <a:pt x="1283306" y="695598"/>
                  </a:lnTo>
                  <a:lnTo>
                    <a:pt x="1332664" y="682473"/>
                  </a:lnTo>
                  <a:lnTo>
                    <a:pt x="1382022" y="669349"/>
                  </a:lnTo>
                  <a:lnTo>
                    <a:pt x="1431379" y="656224"/>
                  </a:lnTo>
                  <a:lnTo>
                    <a:pt x="1480737" y="643100"/>
                  </a:lnTo>
                  <a:lnTo>
                    <a:pt x="1530095" y="629975"/>
                  </a:lnTo>
                  <a:lnTo>
                    <a:pt x="1579453" y="616851"/>
                  </a:lnTo>
                  <a:lnTo>
                    <a:pt x="1628811" y="603726"/>
                  </a:lnTo>
                  <a:lnTo>
                    <a:pt x="1678169" y="590602"/>
                  </a:lnTo>
                  <a:lnTo>
                    <a:pt x="1727527" y="577477"/>
                  </a:lnTo>
                  <a:lnTo>
                    <a:pt x="1776885" y="564353"/>
                  </a:lnTo>
                  <a:lnTo>
                    <a:pt x="1826243" y="551228"/>
                  </a:lnTo>
                  <a:lnTo>
                    <a:pt x="1875601" y="538104"/>
                  </a:lnTo>
                  <a:lnTo>
                    <a:pt x="1924959" y="524979"/>
                  </a:lnTo>
                  <a:lnTo>
                    <a:pt x="1974317" y="511855"/>
                  </a:lnTo>
                  <a:lnTo>
                    <a:pt x="2023675" y="498730"/>
                  </a:lnTo>
                  <a:lnTo>
                    <a:pt x="2073033" y="485606"/>
                  </a:lnTo>
                  <a:lnTo>
                    <a:pt x="2122390" y="472481"/>
                  </a:lnTo>
                  <a:lnTo>
                    <a:pt x="2171748" y="459357"/>
                  </a:lnTo>
                  <a:lnTo>
                    <a:pt x="2221106" y="446232"/>
                  </a:lnTo>
                  <a:lnTo>
                    <a:pt x="2270464" y="433108"/>
                  </a:lnTo>
                  <a:lnTo>
                    <a:pt x="2319822" y="419983"/>
                  </a:lnTo>
                  <a:lnTo>
                    <a:pt x="2369180" y="406859"/>
                  </a:lnTo>
                  <a:lnTo>
                    <a:pt x="2418538" y="393734"/>
                  </a:lnTo>
                  <a:lnTo>
                    <a:pt x="2467896" y="380610"/>
                  </a:lnTo>
                  <a:lnTo>
                    <a:pt x="2517254" y="367485"/>
                  </a:lnTo>
                  <a:lnTo>
                    <a:pt x="2566612" y="354361"/>
                  </a:lnTo>
                  <a:lnTo>
                    <a:pt x="2615970" y="341236"/>
                  </a:lnTo>
                  <a:lnTo>
                    <a:pt x="2665328" y="328112"/>
                  </a:lnTo>
                  <a:lnTo>
                    <a:pt x="2714686" y="314987"/>
                  </a:lnTo>
                  <a:lnTo>
                    <a:pt x="2764044" y="301863"/>
                  </a:lnTo>
                  <a:lnTo>
                    <a:pt x="2813401" y="288738"/>
                  </a:lnTo>
                  <a:lnTo>
                    <a:pt x="2862759" y="275614"/>
                  </a:lnTo>
                  <a:lnTo>
                    <a:pt x="2912117" y="262489"/>
                  </a:lnTo>
                  <a:lnTo>
                    <a:pt x="2961475" y="249365"/>
                  </a:lnTo>
                  <a:lnTo>
                    <a:pt x="3010833" y="236240"/>
                  </a:lnTo>
                  <a:lnTo>
                    <a:pt x="3060191" y="223116"/>
                  </a:lnTo>
                  <a:lnTo>
                    <a:pt x="3109549" y="209991"/>
                  </a:lnTo>
                  <a:lnTo>
                    <a:pt x="3158907" y="196867"/>
                  </a:lnTo>
                  <a:lnTo>
                    <a:pt x="3208265" y="183742"/>
                  </a:lnTo>
                  <a:lnTo>
                    <a:pt x="3257623" y="170618"/>
                  </a:lnTo>
                  <a:lnTo>
                    <a:pt x="3306981" y="157493"/>
                  </a:lnTo>
                  <a:lnTo>
                    <a:pt x="3356339" y="144369"/>
                  </a:lnTo>
                  <a:lnTo>
                    <a:pt x="3405697" y="131244"/>
                  </a:lnTo>
                  <a:lnTo>
                    <a:pt x="3455055" y="118120"/>
                  </a:lnTo>
                  <a:lnTo>
                    <a:pt x="3504412" y="104995"/>
                  </a:lnTo>
                  <a:lnTo>
                    <a:pt x="3553770" y="91871"/>
                  </a:lnTo>
                  <a:lnTo>
                    <a:pt x="3603128" y="78746"/>
                  </a:lnTo>
                  <a:lnTo>
                    <a:pt x="3652486" y="65622"/>
                  </a:lnTo>
                  <a:lnTo>
                    <a:pt x="3701844" y="52497"/>
                  </a:lnTo>
                  <a:lnTo>
                    <a:pt x="3751202" y="39373"/>
                  </a:lnTo>
                  <a:lnTo>
                    <a:pt x="3800560" y="26248"/>
                  </a:lnTo>
                  <a:lnTo>
                    <a:pt x="3849918" y="13124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380704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318114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255524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148262" y="192934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232794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357147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0.07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481501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605854" y="423462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271507" y="4372931"/>
              <a:ext cx="60322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4" name="pt134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5" name="pg135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6" name="tx136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9" name="pt139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pt145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6" name="pt146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428519" y="983989"/>
              <a:ext cx="2110160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GF Offset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8531225" y="4343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5" name="pl5"/>
            <p:cNvSpPr/>
            <p:nvPr/>
          </p:nvSpPr>
          <p:spPr>
            <a:xfrm>
              <a:off x="1428519" y="3637255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" name="pl6"/>
            <p:cNvSpPr/>
            <p:nvPr/>
          </p:nvSpPr>
          <p:spPr>
            <a:xfrm>
              <a:off x="1428519" y="2981880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" name="pl7"/>
            <p:cNvSpPr/>
            <p:nvPr/>
          </p:nvSpPr>
          <p:spPr>
            <a:xfrm>
              <a:off x="1428519" y="2326506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" name="pl8"/>
            <p:cNvSpPr/>
            <p:nvPr/>
          </p:nvSpPr>
          <p:spPr>
            <a:xfrm>
              <a:off x="1428519" y="1671131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" name="pl9"/>
            <p:cNvSpPr/>
            <p:nvPr/>
          </p:nvSpPr>
          <p:spPr>
            <a:xfrm>
              <a:off x="216209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" name="pl10"/>
            <p:cNvSpPr/>
            <p:nvPr/>
          </p:nvSpPr>
          <p:spPr>
            <a:xfrm>
              <a:off x="3463501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" name="pl11"/>
            <p:cNvSpPr/>
            <p:nvPr/>
          </p:nvSpPr>
          <p:spPr>
            <a:xfrm>
              <a:off x="4764906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" name="pl12"/>
            <p:cNvSpPr/>
            <p:nvPr/>
          </p:nvSpPr>
          <p:spPr>
            <a:xfrm>
              <a:off x="1428519" y="3964942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" name="pl13"/>
            <p:cNvSpPr/>
            <p:nvPr/>
          </p:nvSpPr>
          <p:spPr>
            <a:xfrm>
              <a:off x="1428519" y="3309567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" name="pl14"/>
            <p:cNvSpPr/>
            <p:nvPr/>
          </p:nvSpPr>
          <p:spPr>
            <a:xfrm>
              <a:off x="1428519" y="2654193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5" name="pl15"/>
            <p:cNvSpPr/>
            <p:nvPr/>
          </p:nvSpPr>
          <p:spPr>
            <a:xfrm>
              <a:off x="1428519" y="1998819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6" name="pl16"/>
            <p:cNvSpPr/>
            <p:nvPr/>
          </p:nvSpPr>
          <p:spPr>
            <a:xfrm>
              <a:off x="1428519" y="1343444"/>
              <a:ext cx="4289204" cy="0"/>
            </a:xfrm>
            <a:custGeom>
              <a:avLst/>
              <a:gdLst/>
              <a:ahLst/>
              <a:cxnLst/>
              <a:rect l="0" t="0" r="0" b="0"/>
              <a:pathLst>
                <a:path w="4289204">
                  <a:moveTo>
                    <a:pt x="0" y="0"/>
                  </a:moveTo>
                  <a:lnTo>
                    <a:pt x="4289204" y="0"/>
                  </a:lnTo>
                  <a:lnTo>
                    <a:pt x="428920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7" name="pl17"/>
            <p:cNvSpPr/>
            <p:nvPr/>
          </p:nvSpPr>
          <p:spPr>
            <a:xfrm>
              <a:off x="151139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8" name="pl18"/>
            <p:cNvSpPr/>
            <p:nvPr/>
          </p:nvSpPr>
          <p:spPr>
            <a:xfrm>
              <a:off x="281279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9" name="pl19"/>
            <p:cNvSpPr/>
            <p:nvPr/>
          </p:nvSpPr>
          <p:spPr>
            <a:xfrm>
              <a:off x="4114203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0" name="pl20"/>
            <p:cNvSpPr/>
            <p:nvPr/>
          </p:nvSpPr>
          <p:spPr>
            <a:xfrm>
              <a:off x="5415608" y="1208751"/>
              <a:ext cx="0" cy="2963245"/>
            </a:xfrm>
            <a:custGeom>
              <a:avLst/>
              <a:gdLst/>
              <a:ahLst/>
              <a:cxnLst/>
              <a:rect l="0" t="0" r="0" b="0"/>
              <a:pathLst>
                <a:path h="2963245">
                  <a:moveTo>
                    <a:pt x="0" y="29632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1" name="pg21"/>
            <p:cNvSpPr/>
            <p:nvPr/>
          </p:nvSpPr>
          <p:spPr>
            <a:xfrm>
              <a:off x="3491363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2" name="pg22"/>
            <p:cNvSpPr/>
            <p:nvPr/>
          </p:nvSpPr>
          <p:spPr>
            <a:xfrm>
              <a:off x="3507009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3" name="pg23"/>
            <p:cNvSpPr/>
            <p:nvPr/>
          </p:nvSpPr>
          <p:spPr>
            <a:xfrm>
              <a:off x="3639098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4" name="pg24"/>
            <p:cNvSpPr/>
            <p:nvPr/>
          </p:nvSpPr>
          <p:spPr>
            <a:xfrm>
              <a:off x="363137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5" name="pg25"/>
            <p:cNvSpPr/>
            <p:nvPr/>
          </p:nvSpPr>
          <p:spPr>
            <a:xfrm>
              <a:off x="475602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6" name="pg26"/>
            <p:cNvSpPr/>
            <p:nvPr/>
          </p:nvSpPr>
          <p:spPr>
            <a:xfrm>
              <a:off x="326134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7" name="pg27"/>
            <p:cNvSpPr/>
            <p:nvPr/>
          </p:nvSpPr>
          <p:spPr>
            <a:xfrm>
              <a:off x="341977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8" name="pg28"/>
            <p:cNvSpPr/>
            <p:nvPr/>
          </p:nvSpPr>
          <p:spPr>
            <a:xfrm>
              <a:off x="303969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29" name="pg29"/>
            <p:cNvSpPr/>
            <p:nvPr/>
          </p:nvSpPr>
          <p:spPr>
            <a:xfrm>
              <a:off x="3253286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0" name="pg30"/>
            <p:cNvSpPr/>
            <p:nvPr/>
          </p:nvSpPr>
          <p:spPr>
            <a:xfrm>
              <a:off x="474941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1" name="pg31"/>
            <p:cNvSpPr/>
            <p:nvPr/>
          </p:nvSpPr>
          <p:spPr>
            <a:xfrm>
              <a:off x="3031403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2" name="pg32"/>
            <p:cNvSpPr/>
            <p:nvPr/>
          </p:nvSpPr>
          <p:spPr>
            <a:xfrm>
              <a:off x="341981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3" name="pt33"/>
            <p:cNvSpPr/>
            <p:nvPr/>
          </p:nvSpPr>
          <p:spPr>
            <a:xfrm>
              <a:off x="389053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4" name="pt34"/>
            <p:cNvSpPr/>
            <p:nvPr/>
          </p:nvSpPr>
          <p:spPr>
            <a:xfrm>
              <a:off x="3889841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5" name="pt35"/>
            <p:cNvSpPr/>
            <p:nvPr/>
          </p:nvSpPr>
          <p:spPr>
            <a:xfrm>
              <a:off x="5477608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6" name="pt36"/>
            <p:cNvSpPr/>
            <p:nvPr/>
          </p:nvSpPr>
          <p:spPr>
            <a:xfrm>
              <a:off x="40702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7" name="pt37"/>
            <p:cNvSpPr/>
            <p:nvPr/>
          </p:nvSpPr>
          <p:spPr>
            <a:xfrm>
              <a:off x="3656296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8" name="pt38"/>
            <p:cNvSpPr/>
            <p:nvPr/>
          </p:nvSpPr>
          <p:spPr>
            <a:xfrm>
              <a:off x="3655583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39" name="pt39"/>
            <p:cNvSpPr/>
            <p:nvPr/>
          </p:nvSpPr>
          <p:spPr>
            <a:xfrm>
              <a:off x="4288184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0" name="pt40"/>
            <p:cNvSpPr/>
            <p:nvPr/>
          </p:nvSpPr>
          <p:spPr>
            <a:xfrm>
              <a:off x="4288184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1" name="pt41"/>
            <p:cNvSpPr/>
            <p:nvPr/>
          </p:nvSpPr>
          <p:spPr>
            <a:xfrm>
              <a:off x="4069587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2" name="pt42"/>
            <p:cNvSpPr/>
            <p:nvPr/>
          </p:nvSpPr>
          <p:spPr>
            <a:xfrm>
              <a:off x="41441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3" name="pt43"/>
            <p:cNvSpPr/>
            <p:nvPr/>
          </p:nvSpPr>
          <p:spPr>
            <a:xfrm>
              <a:off x="5477608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4" name="pt44"/>
            <p:cNvSpPr/>
            <p:nvPr/>
          </p:nvSpPr>
          <p:spPr>
            <a:xfrm>
              <a:off x="4144162" y="391979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5" name="pg45"/>
            <p:cNvSpPr/>
            <p:nvPr/>
          </p:nvSpPr>
          <p:spPr>
            <a:xfrm>
              <a:off x="3140851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6" name="pg46"/>
            <p:cNvSpPr/>
            <p:nvPr/>
          </p:nvSpPr>
          <p:spPr>
            <a:xfrm>
              <a:off x="359922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7" name="pg47"/>
            <p:cNvSpPr/>
            <p:nvPr/>
          </p:nvSpPr>
          <p:spPr>
            <a:xfrm>
              <a:off x="3133232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8" name="pg48"/>
            <p:cNvSpPr/>
            <p:nvPr/>
          </p:nvSpPr>
          <p:spPr>
            <a:xfrm>
              <a:off x="3606415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49" name="pg49"/>
            <p:cNvSpPr/>
            <p:nvPr/>
          </p:nvSpPr>
          <p:spPr>
            <a:xfrm>
              <a:off x="336302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0" name="pg50"/>
            <p:cNvSpPr/>
            <p:nvPr/>
          </p:nvSpPr>
          <p:spPr>
            <a:xfrm>
              <a:off x="352834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1" name="pg51"/>
            <p:cNvSpPr/>
            <p:nvPr/>
          </p:nvSpPr>
          <p:spPr>
            <a:xfrm>
              <a:off x="3535659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2" name="pg52"/>
            <p:cNvSpPr/>
            <p:nvPr/>
          </p:nvSpPr>
          <p:spPr>
            <a:xfrm>
              <a:off x="3744893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3" name="pg53"/>
            <p:cNvSpPr/>
            <p:nvPr/>
          </p:nvSpPr>
          <p:spPr>
            <a:xfrm>
              <a:off x="489707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4" name="pg54"/>
            <p:cNvSpPr/>
            <p:nvPr/>
          </p:nvSpPr>
          <p:spPr>
            <a:xfrm>
              <a:off x="489109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5" name="pg55"/>
            <p:cNvSpPr/>
            <p:nvPr/>
          </p:nvSpPr>
          <p:spPr>
            <a:xfrm>
              <a:off x="3737880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6" name="pg56"/>
            <p:cNvSpPr/>
            <p:nvPr/>
          </p:nvSpPr>
          <p:spPr>
            <a:xfrm>
              <a:off x="336312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7" name="pt57"/>
            <p:cNvSpPr/>
            <p:nvPr/>
          </p:nvSpPr>
          <p:spPr>
            <a:xfrm>
              <a:off x="2947916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8" name="pt58"/>
            <p:cNvSpPr/>
            <p:nvPr/>
          </p:nvSpPr>
          <p:spPr>
            <a:xfrm>
              <a:off x="2947916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59" name="pt59"/>
            <p:cNvSpPr/>
            <p:nvPr/>
          </p:nvSpPr>
          <p:spPr>
            <a:xfrm>
              <a:off x="3151912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0" name="pt60"/>
            <p:cNvSpPr/>
            <p:nvPr/>
          </p:nvSpPr>
          <p:spPr>
            <a:xfrm>
              <a:off x="3025358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1" name="pt61"/>
            <p:cNvSpPr/>
            <p:nvPr/>
          </p:nvSpPr>
          <p:spPr>
            <a:xfrm>
              <a:off x="427924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2" name="pt62"/>
            <p:cNvSpPr/>
            <p:nvPr/>
          </p:nvSpPr>
          <p:spPr>
            <a:xfrm>
              <a:off x="2546323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3" name="pt63"/>
            <p:cNvSpPr/>
            <p:nvPr/>
          </p:nvSpPr>
          <p:spPr>
            <a:xfrm>
              <a:off x="2780667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4" name="pt64"/>
            <p:cNvSpPr/>
            <p:nvPr/>
          </p:nvSpPr>
          <p:spPr>
            <a:xfrm>
              <a:off x="315278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5" name="pt65"/>
            <p:cNvSpPr/>
            <p:nvPr/>
          </p:nvSpPr>
          <p:spPr>
            <a:xfrm>
              <a:off x="2783431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6" name="pt66"/>
            <p:cNvSpPr/>
            <p:nvPr/>
          </p:nvSpPr>
          <p:spPr>
            <a:xfrm>
              <a:off x="4279249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7" name="pt67"/>
            <p:cNvSpPr/>
            <p:nvPr/>
          </p:nvSpPr>
          <p:spPr>
            <a:xfrm>
              <a:off x="3025511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8" name="pt68"/>
            <p:cNvSpPr/>
            <p:nvPr/>
          </p:nvSpPr>
          <p:spPr>
            <a:xfrm>
              <a:off x="2546323" y="3919790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69" name="pt69"/>
            <p:cNvSpPr/>
            <p:nvPr/>
          </p:nvSpPr>
          <p:spPr>
            <a:xfrm>
              <a:off x="3402545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0" name="pt70"/>
            <p:cNvSpPr/>
            <p:nvPr/>
          </p:nvSpPr>
          <p:spPr>
            <a:xfrm>
              <a:off x="1812385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1" name="pt71"/>
            <p:cNvSpPr/>
            <p:nvPr/>
          </p:nvSpPr>
          <p:spPr>
            <a:xfrm>
              <a:off x="2067491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2" name="pt72"/>
            <p:cNvSpPr/>
            <p:nvPr/>
          </p:nvSpPr>
          <p:spPr>
            <a:xfrm>
              <a:off x="1578331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3" name="pt73"/>
            <p:cNvSpPr/>
            <p:nvPr/>
          </p:nvSpPr>
          <p:spPr>
            <a:xfrm>
              <a:off x="1991640" y="1298292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4" name="pt74"/>
            <p:cNvSpPr/>
            <p:nvPr/>
          </p:nvSpPr>
          <p:spPr>
            <a:xfrm>
              <a:off x="1813634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5" name="pt75"/>
            <p:cNvSpPr/>
            <p:nvPr/>
          </p:nvSpPr>
          <p:spPr>
            <a:xfrm>
              <a:off x="2066296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6" name="pt76"/>
            <p:cNvSpPr/>
            <p:nvPr/>
          </p:nvSpPr>
          <p:spPr>
            <a:xfrm>
              <a:off x="3401062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7" name="pt77"/>
            <p:cNvSpPr/>
            <p:nvPr/>
          </p:nvSpPr>
          <p:spPr>
            <a:xfrm>
              <a:off x="1992044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8" name="pt78"/>
            <p:cNvSpPr/>
            <p:nvPr/>
          </p:nvSpPr>
          <p:spPr>
            <a:xfrm>
              <a:off x="2208723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79" name="pt79"/>
            <p:cNvSpPr/>
            <p:nvPr/>
          </p:nvSpPr>
          <p:spPr>
            <a:xfrm>
              <a:off x="2208723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0" name="pt80"/>
            <p:cNvSpPr/>
            <p:nvPr/>
          </p:nvSpPr>
          <p:spPr>
            <a:xfrm>
              <a:off x="1578552" y="3919790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1" name="pt81"/>
            <p:cNvSpPr/>
            <p:nvPr/>
          </p:nvSpPr>
          <p:spPr>
            <a:xfrm>
              <a:off x="2392090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2" name="pt82"/>
            <p:cNvSpPr/>
            <p:nvPr/>
          </p:nvSpPr>
          <p:spPr>
            <a:xfrm>
              <a:off x="280482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3" name="pt83"/>
            <p:cNvSpPr/>
            <p:nvPr/>
          </p:nvSpPr>
          <p:spPr>
            <a:xfrm>
              <a:off x="419724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4" name="pt84"/>
            <p:cNvSpPr/>
            <p:nvPr/>
          </p:nvSpPr>
          <p:spPr>
            <a:xfrm>
              <a:off x="2392090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5" name="pt85"/>
            <p:cNvSpPr/>
            <p:nvPr/>
          </p:nvSpPr>
          <p:spPr>
            <a:xfrm>
              <a:off x="419724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6" name="pt86"/>
            <p:cNvSpPr/>
            <p:nvPr/>
          </p:nvSpPr>
          <p:spPr>
            <a:xfrm>
              <a:off x="3016472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7" name="pt87"/>
            <p:cNvSpPr/>
            <p:nvPr/>
          </p:nvSpPr>
          <p:spPr>
            <a:xfrm>
              <a:off x="2625815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8" name="pt88"/>
            <p:cNvSpPr/>
            <p:nvPr/>
          </p:nvSpPr>
          <p:spPr>
            <a:xfrm>
              <a:off x="2875667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89" name="pt89"/>
            <p:cNvSpPr/>
            <p:nvPr/>
          </p:nvSpPr>
          <p:spPr>
            <a:xfrm>
              <a:off x="2627938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0" name="pt90"/>
            <p:cNvSpPr/>
            <p:nvPr/>
          </p:nvSpPr>
          <p:spPr>
            <a:xfrm>
              <a:off x="2877615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1" name="pt91"/>
            <p:cNvSpPr/>
            <p:nvPr/>
          </p:nvSpPr>
          <p:spPr>
            <a:xfrm>
              <a:off x="2802756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2" name="pt92"/>
            <p:cNvSpPr/>
            <p:nvPr/>
          </p:nvSpPr>
          <p:spPr>
            <a:xfrm>
              <a:off x="3018104" y="3919790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3" name="pg93"/>
            <p:cNvSpPr/>
            <p:nvPr/>
          </p:nvSpPr>
          <p:spPr>
            <a:xfrm>
              <a:off x="3966365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4" name="pg94"/>
            <p:cNvSpPr/>
            <p:nvPr/>
          </p:nvSpPr>
          <p:spPr>
            <a:xfrm>
              <a:off x="3512066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5" name="pg95"/>
            <p:cNvSpPr/>
            <p:nvPr/>
          </p:nvSpPr>
          <p:spPr>
            <a:xfrm>
              <a:off x="395968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6" name="pg96"/>
            <p:cNvSpPr/>
            <p:nvPr/>
          </p:nvSpPr>
          <p:spPr>
            <a:xfrm>
              <a:off x="3504600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7" name="pg97"/>
            <p:cNvSpPr/>
            <p:nvPr/>
          </p:nvSpPr>
          <p:spPr>
            <a:xfrm>
              <a:off x="372863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8" name="pg98"/>
            <p:cNvSpPr/>
            <p:nvPr/>
          </p:nvSpPr>
          <p:spPr>
            <a:xfrm>
              <a:off x="3727927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99" name="pg99"/>
            <p:cNvSpPr/>
            <p:nvPr/>
          </p:nvSpPr>
          <p:spPr>
            <a:xfrm>
              <a:off x="3891779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0" name="pg100"/>
            <p:cNvSpPr/>
            <p:nvPr/>
          </p:nvSpPr>
          <p:spPr>
            <a:xfrm>
              <a:off x="5193924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1" name="pg101"/>
            <p:cNvSpPr/>
            <p:nvPr/>
          </p:nvSpPr>
          <p:spPr>
            <a:xfrm>
              <a:off x="4092641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2" name="pg102"/>
            <p:cNvSpPr/>
            <p:nvPr/>
          </p:nvSpPr>
          <p:spPr>
            <a:xfrm>
              <a:off x="389314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3" name="pg103"/>
            <p:cNvSpPr/>
            <p:nvPr/>
          </p:nvSpPr>
          <p:spPr>
            <a:xfrm>
              <a:off x="4087646" y="389472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4" name="pg104"/>
            <p:cNvSpPr/>
            <p:nvPr/>
          </p:nvSpPr>
          <p:spPr>
            <a:xfrm>
              <a:off x="2571041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5" name="pg105"/>
            <p:cNvSpPr/>
            <p:nvPr/>
          </p:nvSpPr>
          <p:spPr>
            <a:xfrm>
              <a:off x="2567237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6" name="pg106"/>
            <p:cNvSpPr/>
            <p:nvPr/>
          </p:nvSpPr>
          <p:spPr>
            <a:xfrm>
              <a:off x="279713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7" name="pg107"/>
            <p:cNvSpPr/>
            <p:nvPr/>
          </p:nvSpPr>
          <p:spPr>
            <a:xfrm>
              <a:off x="297710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8" name="pg108"/>
            <p:cNvSpPr/>
            <p:nvPr/>
          </p:nvSpPr>
          <p:spPr>
            <a:xfrm>
              <a:off x="438809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09" name="pg109"/>
            <p:cNvSpPr/>
            <p:nvPr/>
          </p:nvSpPr>
          <p:spPr>
            <a:xfrm>
              <a:off x="297738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0" name="pg110"/>
            <p:cNvSpPr/>
            <p:nvPr/>
          </p:nvSpPr>
          <p:spPr>
            <a:xfrm>
              <a:off x="2796839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1" name="pg111"/>
            <p:cNvSpPr/>
            <p:nvPr/>
          </p:nvSpPr>
          <p:spPr>
            <a:xfrm>
              <a:off x="31944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2" name="pg112"/>
            <p:cNvSpPr/>
            <p:nvPr/>
          </p:nvSpPr>
          <p:spPr>
            <a:xfrm>
              <a:off x="4388094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3" name="pg113"/>
            <p:cNvSpPr/>
            <p:nvPr/>
          </p:nvSpPr>
          <p:spPr>
            <a:xfrm>
              <a:off x="3046208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4" name="pg114"/>
            <p:cNvSpPr/>
            <p:nvPr/>
          </p:nvSpPr>
          <p:spPr>
            <a:xfrm>
              <a:off x="3049935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5" name="pg115"/>
            <p:cNvSpPr/>
            <p:nvPr/>
          </p:nvSpPr>
          <p:spPr>
            <a:xfrm>
              <a:off x="3198702" y="1273228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16" name="pg116"/>
            <p:cNvSpPr/>
            <p:nvPr/>
          </p:nvSpPr>
          <p:spPr>
            <a:xfrm>
              <a:off x="1623483" y="1978891"/>
              <a:ext cx="3899276" cy="2058412"/>
            </a:xfrm>
            <a:custGeom>
              <a:avLst/>
              <a:gdLst/>
              <a:ahLst/>
              <a:cxnLst/>
              <a:rect l="0" t="0" r="0" b="0"/>
              <a:pathLst>
                <a:path w="3899276" h="2058412">
                  <a:moveTo>
                    <a:pt x="0" y="850176"/>
                  </a:moveTo>
                  <a:lnTo>
                    <a:pt x="49357" y="854183"/>
                  </a:lnTo>
                  <a:lnTo>
                    <a:pt x="98715" y="858119"/>
                  </a:lnTo>
                  <a:lnTo>
                    <a:pt x="148073" y="861979"/>
                  </a:lnTo>
                  <a:lnTo>
                    <a:pt x="197431" y="865758"/>
                  </a:lnTo>
                  <a:lnTo>
                    <a:pt x="246789" y="869449"/>
                  </a:lnTo>
                  <a:lnTo>
                    <a:pt x="296147" y="873046"/>
                  </a:lnTo>
                  <a:lnTo>
                    <a:pt x="345505" y="876541"/>
                  </a:lnTo>
                  <a:lnTo>
                    <a:pt x="394863" y="879926"/>
                  </a:lnTo>
                  <a:lnTo>
                    <a:pt x="444221" y="883193"/>
                  </a:lnTo>
                  <a:lnTo>
                    <a:pt x="493579" y="886331"/>
                  </a:lnTo>
                  <a:lnTo>
                    <a:pt x="542937" y="889330"/>
                  </a:lnTo>
                  <a:lnTo>
                    <a:pt x="592295" y="892178"/>
                  </a:lnTo>
                  <a:lnTo>
                    <a:pt x="641653" y="894862"/>
                  </a:lnTo>
                  <a:lnTo>
                    <a:pt x="691011" y="897368"/>
                  </a:lnTo>
                  <a:lnTo>
                    <a:pt x="740368" y="899679"/>
                  </a:lnTo>
                  <a:lnTo>
                    <a:pt x="789726" y="901779"/>
                  </a:lnTo>
                  <a:lnTo>
                    <a:pt x="839084" y="903647"/>
                  </a:lnTo>
                  <a:lnTo>
                    <a:pt x="888442" y="905263"/>
                  </a:lnTo>
                  <a:lnTo>
                    <a:pt x="937800" y="906602"/>
                  </a:lnTo>
                  <a:lnTo>
                    <a:pt x="987158" y="907640"/>
                  </a:lnTo>
                  <a:lnTo>
                    <a:pt x="1036516" y="908348"/>
                  </a:lnTo>
                  <a:lnTo>
                    <a:pt x="1085874" y="908696"/>
                  </a:lnTo>
                  <a:lnTo>
                    <a:pt x="1135232" y="908648"/>
                  </a:lnTo>
                  <a:lnTo>
                    <a:pt x="1184590" y="908171"/>
                  </a:lnTo>
                  <a:lnTo>
                    <a:pt x="1233948" y="907224"/>
                  </a:lnTo>
                  <a:lnTo>
                    <a:pt x="1283306" y="905766"/>
                  </a:lnTo>
                  <a:lnTo>
                    <a:pt x="1332664" y="903755"/>
                  </a:lnTo>
                  <a:lnTo>
                    <a:pt x="1382022" y="901145"/>
                  </a:lnTo>
                  <a:lnTo>
                    <a:pt x="1431379" y="897890"/>
                  </a:lnTo>
                  <a:lnTo>
                    <a:pt x="1480737" y="893945"/>
                  </a:lnTo>
                  <a:lnTo>
                    <a:pt x="1530095" y="889264"/>
                  </a:lnTo>
                  <a:lnTo>
                    <a:pt x="1579453" y="883807"/>
                  </a:lnTo>
                  <a:lnTo>
                    <a:pt x="1628811" y="877534"/>
                  </a:lnTo>
                  <a:lnTo>
                    <a:pt x="1678169" y="870414"/>
                  </a:lnTo>
                  <a:lnTo>
                    <a:pt x="1727527" y="862421"/>
                  </a:lnTo>
                  <a:lnTo>
                    <a:pt x="1776885" y="853537"/>
                  </a:lnTo>
                  <a:lnTo>
                    <a:pt x="1826243" y="843756"/>
                  </a:lnTo>
                  <a:lnTo>
                    <a:pt x="1875601" y="833077"/>
                  </a:lnTo>
                  <a:lnTo>
                    <a:pt x="1924959" y="821512"/>
                  </a:lnTo>
                  <a:lnTo>
                    <a:pt x="1974317" y="809080"/>
                  </a:lnTo>
                  <a:lnTo>
                    <a:pt x="2023675" y="795809"/>
                  </a:lnTo>
                  <a:lnTo>
                    <a:pt x="2073033" y="781732"/>
                  </a:lnTo>
                  <a:lnTo>
                    <a:pt x="2122390" y="766889"/>
                  </a:lnTo>
                  <a:lnTo>
                    <a:pt x="2171748" y="751324"/>
                  </a:lnTo>
                  <a:lnTo>
                    <a:pt x="2221106" y="735080"/>
                  </a:lnTo>
                  <a:lnTo>
                    <a:pt x="2270464" y="718203"/>
                  </a:lnTo>
                  <a:lnTo>
                    <a:pt x="2319822" y="700741"/>
                  </a:lnTo>
                  <a:lnTo>
                    <a:pt x="2369180" y="682736"/>
                  </a:lnTo>
                  <a:lnTo>
                    <a:pt x="2418538" y="664232"/>
                  </a:lnTo>
                  <a:lnTo>
                    <a:pt x="2467896" y="645270"/>
                  </a:lnTo>
                  <a:lnTo>
                    <a:pt x="2517254" y="625887"/>
                  </a:lnTo>
                  <a:lnTo>
                    <a:pt x="2566612" y="606119"/>
                  </a:lnTo>
                  <a:lnTo>
                    <a:pt x="2615970" y="585999"/>
                  </a:lnTo>
                  <a:lnTo>
                    <a:pt x="2665328" y="565557"/>
                  </a:lnTo>
                  <a:lnTo>
                    <a:pt x="2714686" y="544821"/>
                  </a:lnTo>
                  <a:lnTo>
                    <a:pt x="2764044" y="523815"/>
                  </a:lnTo>
                  <a:lnTo>
                    <a:pt x="2813401" y="502562"/>
                  </a:lnTo>
                  <a:lnTo>
                    <a:pt x="2862759" y="481084"/>
                  </a:lnTo>
                  <a:lnTo>
                    <a:pt x="2912117" y="459398"/>
                  </a:lnTo>
                  <a:lnTo>
                    <a:pt x="2961475" y="437523"/>
                  </a:lnTo>
                  <a:lnTo>
                    <a:pt x="3010833" y="415474"/>
                  </a:lnTo>
                  <a:lnTo>
                    <a:pt x="3060191" y="393264"/>
                  </a:lnTo>
                  <a:lnTo>
                    <a:pt x="3109549" y="370906"/>
                  </a:lnTo>
                  <a:lnTo>
                    <a:pt x="3158907" y="348412"/>
                  </a:lnTo>
                  <a:lnTo>
                    <a:pt x="3208265" y="325793"/>
                  </a:lnTo>
                  <a:lnTo>
                    <a:pt x="3257623" y="303058"/>
                  </a:lnTo>
                  <a:lnTo>
                    <a:pt x="3306981" y="280215"/>
                  </a:lnTo>
                  <a:lnTo>
                    <a:pt x="3356339" y="257272"/>
                  </a:lnTo>
                  <a:lnTo>
                    <a:pt x="3405697" y="234237"/>
                  </a:lnTo>
                  <a:lnTo>
                    <a:pt x="3455055" y="211116"/>
                  </a:lnTo>
                  <a:lnTo>
                    <a:pt x="3504412" y="187915"/>
                  </a:lnTo>
                  <a:lnTo>
                    <a:pt x="3553770" y="164640"/>
                  </a:lnTo>
                  <a:lnTo>
                    <a:pt x="3603128" y="141295"/>
                  </a:lnTo>
                  <a:lnTo>
                    <a:pt x="3652486" y="117885"/>
                  </a:lnTo>
                  <a:lnTo>
                    <a:pt x="3701844" y="94415"/>
                  </a:lnTo>
                  <a:lnTo>
                    <a:pt x="3751202" y="70888"/>
                  </a:lnTo>
                  <a:lnTo>
                    <a:pt x="3800560" y="47307"/>
                  </a:lnTo>
                  <a:lnTo>
                    <a:pt x="3849918" y="23677"/>
                  </a:lnTo>
                  <a:lnTo>
                    <a:pt x="3899276" y="0"/>
                  </a:lnTo>
                  <a:lnTo>
                    <a:pt x="3899276" y="1382336"/>
                  </a:lnTo>
                  <a:lnTo>
                    <a:pt x="3849918" y="1377979"/>
                  </a:lnTo>
                  <a:lnTo>
                    <a:pt x="3800560" y="1373668"/>
                  </a:lnTo>
                  <a:lnTo>
                    <a:pt x="3751202" y="1369407"/>
                  </a:lnTo>
                  <a:lnTo>
                    <a:pt x="3701844" y="1365200"/>
                  </a:lnTo>
                  <a:lnTo>
                    <a:pt x="3652486" y="1361049"/>
                  </a:lnTo>
                  <a:lnTo>
                    <a:pt x="3603128" y="1356959"/>
                  </a:lnTo>
                  <a:lnTo>
                    <a:pt x="3553770" y="1352934"/>
                  </a:lnTo>
                  <a:lnTo>
                    <a:pt x="3504412" y="1348978"/>
                  </a:lnTo>
                  <a:lnTo>
                    <a:pt x="3455055" y="1345097"/>
                  </a:lnTo>
                  <a:lnTo>
                    <a:pt x="3405697" y="1341296"/>
                  </a:lnTo>
                  <a:lnTo>
                    <a:pt x="3356339" y="1337580"/>
                  </a:lnTo>
                  <a:lnTo>
                    <a:pt x="3306981" y="1333957"/>
                  </a:lnTo>
                  <a:lnTo>
                    <a:pt x="3257623" y="1330434"/>
                  </a:lnTo>
                  <a:lnTo>
                    <a:pt x="3208265" y="1327018"/>
                  </a:lnTo>
                  <a:lnTo>
                    <a:pt x="3158907" y="1323718"/>
                  </a:lnTo>
                  <a:lnTo>
                    <a:pt x="3109549" y="1320544"/>
                  </a:lnTo>
                  <a:lnTo>
                    <a:pt x="3060191" y="1317506"/>
                  </a:lnTo>
                  <a:lnTo>
                    <a:pt x="3010833" y="1314616"/>
                  </a:lnTo>
                  <a:lnTo>
                    <a:pt x="2961475" y="1311886"/>
                  </a:lnTo>
                  <a:lnTo>
                    <a:pt x="2912117" y="1309331"/>
                  </a:lnTo>
                  <a:lnTo>
                    <a:pt x="2862759" y="1306965"/>
                  </a:lnTo>
                  <a:lnTo>
                    <a:pt x="2813401" y="1304806"/>
                  </a:lnTo>
                  <a:lnTo>
                    <a:pt x="2764044" y="1302873"/>
                  </a:lnTo>
                  <a:lnTo>
                    <a:pt x="2714686" y="1301187"/>
                  </a:lnTo>
                  <a:lnTo>
                    <a:pt x="2665328" y="1299770"/>
                  </a:lnTo>
                  <a:lnTo>
                    <a:pt x="2615970" y="1298648"/>
                  </a:lnTo>
                  <a:lnTo>
                    <a:pt x="2566612" y="1297847"/>
                  </a:lnTo>
                  <a:lnTo>
                    <a:pt x="2517254" y="1297399"/>
                  </a:lnTo>
                  <a:lnTo>
                    <a:pt x="2467896" y="1297336"/>
                  </a:lnTo>
                  <a:lnTo>
                    <a:pt x="2418538" y="1297693"/>
                  </a:lnTo>
                  <a:lnTo>
                    <a:pt x="2369180" y="1298509"/>
                  </a:lnTo>
                  <a:lnTo>
                    <a:pt x="2319822" y="1299824"/>
                  </a:lnTo>
                  <a:lnTo>
                    <a:pt x="2270464" y="1301681"/>
                  </a:lnTo>
                  <a:lnTo>
                    <a:pt x="2221106" y="1304124"/>
                  </a:lnTo>
                  <a:lnTo>
                    <a:pt x="2171748" y="1307200"/>
                  </a:lnTo>
                  <a:lnTo>
                    <a:pt x="2122390" y="1310954"/>
                  </a:lnTo>
                  <a:lnTo>
                    <a:pt x="2073033" y="1315431"/>
                  </a:lnTo>
                  <a:lnTo>
                    <a:pt x="2023675" y="1320674"/>
                  </a:lnTo>
                  <a:lnTo>
                    <a:pt x="1974317" y="1326722"/>
                  </a:lnTo>
                  <a:lnTo>
                    <a:pt x="1924959" y="1333610"/>
                  </a:lnTo>
                  <a:lnTo>
                    <a:pt x="1875601" y="1341365"/>
                  </a:lnTo>
                  <a:lnTo>
                    <a:pt x="1826243" y="1350005"/>
                  </a:lnTo>
                  <a:lnTo>
                    <a:pt x="1776885" y="1359543"/>
                  </a:lnTo>
                  <a:lnTo>
                    <a:pt x="1727527" y="1369980"/>
                  </a:lnTo>
                  <a:lnTo>
                    <a:pt x="1678169" y="1381306"/>
                  </a:lnTo>
                  <a:lnTo>
                    <a:pt x="1628811" y="1393506"/>
                  </a:lnTo>
                  <a:lnTo>
                    <a:pt x="1579453" y="1406553"/>
                  </a:lnTo>
                  <a:lnTo>
                    <a:pt x="1530095" y="1420415"/>
                  </a:lnTo>
                  <a:lnTo>
                    <a:pt x="1480737" y="1435054"/>
                  </a:lnTo>
                  <a:lnTo>
                    <a:pt x="1431379" y="1450428"/>
                  </a:lnTo>
                  <a:lnTo>
                    <a:pt x="1382022" y="1466493"/>
                  </a:lnTo>
                  <a:lnTo>
                    <a:pt x="1332664" y="1483203"/>
                  </a:lnTo>
                  <a:lnTo>
                    <a:pt x="1283306" y="1500511"/>
                  </a:lnTo>
                  <a:lnTo>
                    <a:pt x="1233948" y="1518373"/>
                  </a:lnTo>
                  <a:lnTo>
                    <a:pt x="1184590" y="1536746"/>
                  </a:lnTo>
                  <a:lnTo>
                    <a:pt x="1135232" y="1555588"/>
                  </a:lnTo>
                  <a:lnTo>
                    <a:pt x="1085874" y="1574860"/>
                  </a:lnTo>
                  <a:lnTo>
                    <a:pt x="1036516" y="1594527"/>
                  </a:lnTo>
                  <a:lnTo>
                    <a:pt x="987158" y="1614555"/>
                  </a:lnTo>
                  <a:lnTo>
                    <a:pt x="937800" y="1634912"/>
                  </a:lnTo>
                  <a:lnTo>
                    <a:pt x="888442" y="1655572"/>
                  </a:lnTo>
                  <a:lnTo>
                    <a:pt x="839084" y="1676507"/>
                  </a:lnTo>
                  <a:lnTo>
                    <a:pt x="789726" y="1697695"/>
                  </a:lnTo>
                  <a:lnTo>
                    <a:pt x="740368" y="1719114"/>
                  </a:lnTo>
                  <a:lnTo>
                    <a:pt x="691011" y="1740745"/>
                  </a:lnTo>
                  <a:lnTo>
                    <a:pt x="641653" y="1762570"/>
                  </a:lnTo>
                  <a:lnTo>
                    <a:pt x="592295" y="1784574"/>
                  </a:lnTo>
                  <a:lnTo>
                    <a:pt x="542937" y="1806742"/>
                  </a:lnTo>
                  <a:lnTo>
                    <a:pt x="493579" y="1829061"/>
                  </a:lnTo>
                  <a:lnTo>
                    <a:pt x="444221" y="1851519"/>
                  </a:lnTo>
                  <a:lnTo>
                    <a:pt x="394863" y="1874105"/>
                  </a:lnTo>
                  <a:lnTo>
                    <a:pt x="345505" y="1896810"/>
                  </a:lnTo>
                  <a:lnTo>
                    <a:pt x="296147" y="1919624"/>
                  </a:lnTo>
                  <a:lnTo>
                    <a:pt x="246789" y="1942541"/>
                  </a:lnTo>
                  <a:lnTo>
                    <a:pt x="197431" y="1965551"/>
                  </a:lnTo>
                  <a:lnTo>
                    <a:pt x="148073" y="1988650"/>
                  </a:lnTo>
                  <a:lnTo>
                    <a:pt x="98715" y="2011830"/>
                  </a:lnTo>
                  <a:lnTo>
                    <a:pt x="49357" y="2035085"/>
                  </a:lnTo>
                  <a:lnTo>
                    <a:pt x="0" y="2058412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 sz="5399"/>
            </a:p>
          </p:txBody>
        </p:sp>
        <p:sp>
          <p:nvSpPr>
            <p:cNvPr id="117" name="pl117"/>
            <p:cNvSpPr/>
            <p:nvPr/>
          </p:nvSpPr>
          <p:spPr>
            <a:xfrm>
              <a:off x="1623483" y="1978891"/>
              <a:ext cx="3899276" cy="908696"/>
            </a:xfrm>
            <a:custGeom>
              <a:avLst/>
              <a:gdLst/>
              <a:ahLst/>
              <a:cxnLst/>
              <a:rect l="0" t="0" r="0" b="0"/>
              <a:pathLst>
                <a:path w="3899276" h="908696">
                  <a:moveTo>
                    <a:pt x="0" y="850176"/>
                  </a:moveTo>
                  <a:lnTo>
                    <a:pt x="49357" y="854183"/>
                  </a:lnTo>
                  <a:lnTo>
                    <a:pt x="98715" y="858119"/>
                  </a:lnTo>
                  <a:lnTo>
                    <a:pt x="148073" y="861979"/>
                  </a:lnTo>
                  <a:lnTo>
                    <a:pt x="197431" y="865758"/>
                  </a:lnTo>
                  <a:lnTo>
                    <a:pt x="246789" y="869449"/>
                  </a:lnTo>
                  <a:lnTo>
                    <a:pt x="296147" y="873046"/>
                  </a:lnTo>
                  <a:lnTo>
                    <a:pt x="345505" y="876541"/>
                  </a:lnTo>
                  <a:lnTo>
                    <a:pt x="394863" y="879926"/>
                  </a:lnTo>
                  <a:lnTo>
                    <a:pt x="444221" y="883193"/>
                  </a:lnTo>
                  <a:lnTo>
                    <a:pt x="493579" y="886331"/>
                  </a:lnTo>
                  <a:lnTo>
                    <a:pt x="542937" y="889330"/>
                  </a:lnTo>
                  <a:lnTo>
                    <a:pt x="592295" y="892178"/>
                  </a:lnTo>
                  <a:lnTo>
                    <a:pt x="641653" y="894862"/>
                  </a:lnTo>
                  <a:lnTo>
                    <a:pt x="691011" y="897368"/>
                  </a:lnTo>
                  <a:lnTo>
                    <a:pt x="740368" y="899679"/>
                  </a:lnTo>
                  <a:lnTo>
                    <a:pt x="789726" y="901779"/>
                  </a:lnTo>
                  <a:lnTo>
                    <a:pt x="839084" y="903647"/>
                  </a:lnTo>
                  <a:lnTo>
                    <a:pt x="888442" y="905263"/>
                  </a:lnTo>
                  <a:lnTo>
                    <a:pt x="937800" y="906602"/>
                  </a:lnTo>
                  <a:lnTo>
                    <a:pt x="987158" y="907640"/>
                  </a:lnTo>
                  <a:lnTo>
                    <a:pt x="1036516" y="908348"/>
                  </a:lnTo>
                  <a:lnTo>
                    <a:pt x="1085874" y="908696"/>
                  </a:lnTo>
                  <a:lnTo>
                    <a:pt x="1135232" y="908648"/>
                  </a:lnTo>
                  <a:lnTo>
                    <a:pt x="1184590" y="908171"/>
                  </a:lnTo>
                  <a:lnTo>
                    <a:pt x="1233948" y="907224"/>
                  </a:lnTo>
                  <a:lnTo>
                    <a:pt x="1283306" y="905766"/>
                  </a:lnTo>
                  <a:lnTo>
                    <a:pt x="1332664" y="903755"/>
                  </a:lnTo>
                  <a:lnTo>
                    <a:pt x="1382022" y="901145"/>
                  </a:lnTo>
                  <a:lnTo>
                    <a:pt x="1431379" y="897890"/>
                  </a:lnTo>
                  <a:lnTo>
                    <a:pt x="1480737" y="893945"/>
                  </a:lnTo>
                  <a:lnTo>
                    <a:pt x="1530095" y="889264"/>
                  </a:lnTo>
                  <a:lnTo>
                    <a:pt x="1579453" y="883807"/>
                  </a:lnTo>
                  <a:lnTo>
                    <a:pt x="1628811" y="877534"/>
                  </a:lnTo>
                  <a:lnTo>
                    <a:pt x="1678169" y="870414"/>
                  </a:lnTo>
                  <a:lnTo>
                    <a:pt x="1727527" y="862421"/>
                  </a:lnTo>
                  <a:lnTo>
                    <a:pt x="1776885" y="853537"/>
                  </a:lnTo>
                  <a:lnTo>
                    <a:pt x="1826243" y="843756"/>
                  </a:lnTo>
                  <a:lnTo>
                    <a:pt x="1875601" y="833077"/>
                  </a:lnTo>
                  <a:lnTo>
                    <a:pt x="1924959" y="821512"/>
                  </a:lnTo>
                  <a:lnTo>
                    <a:pt x="1974317" y="809080"/>
                  </a:lnTo>
                  <a:lnTo>
                    <a:pt x="2023675" y="795809"/>
                  </a:lnTo>
                  <a:lnTo>
                    <a:pt x="2073033" y="781732"/>
                  </a:lnTo>
                  <a:lnTo>
                    <a:pt x="2122390" y="766889"/>
                  </a:lnTo>
                  <a:lnTo>
                    <a:pt x="2171748" y="751324"/>
                  </a:lnTo>
                  <a:lnTo>
                    <a:pt x="2221106" y="735080"/>
                  </a:lnTo>
                  <a:lnTo>
                    <a:pt x="2270464" y="718203"/>
                  </a:lnTo>
                  <a:lnTo>
                    <a:pt x="2319822" y="700741"/>
                  </a:lnTo>
                  <a:lnTo>
                    <a:pt x="2369180" y="682736"/>
                  </a:lnTo>
                  <a:lnTo>
                    <a:pt x="2418538" y="664232"/>
                  </a:lnTo>
                  <a:lnTo>
                    <a:pt x="2467896" y="645270"/>
                  </a:lnTo>
                  <a:lnTo>
                    <a:pt x="2517254" y="625887"/>
                  </a:lnTo>
                  <a:lnTo>
                    <a:pt x="2566612" y="606119"/>
                  </a:lnTo>
                  <a:lnTo>
                    <a:pt x="2615970" y="585999"/>
                  </a:lnTo>
                  <a:lnTo>
                    <a:pt x="2665328" y="565557"/>
                  </a:lnTo>
                  <a:lnTo>
                    <a:pt x="2714686" y="544821"/>
                  </a:lnTo>
                  <a:lnTo>
                    <a:pt x="2764044" y="523815"/>
                  </a:lnTo>
                  <a:lnTo>
                    <a:pt x="2813401" y="502562"/>
                  </a:lnTo>
                  <a:lnTo>
                    <a:pt x="2862759" y="481084"/>
                  </a:lnTo>
                  <a:lnTo>
                    <a:pt x="2912117" y="459398"/>
                  </a:lnTo>
                  <a:lnTo>
                    <a:pt x="2961475" y="437523"/>
                  </a:lnTo>
                  <a:lnTo>
                    <a:pt x="3010833" y="415474"/>
                  </a:lnTo>
                  <a:lnTo>
                    <a:pt x="3060191" y="393264"/>
                  </a:lnTo>
                  <a:lnTo>
                    <a:pt x="3109549" y="370906"/>
                  </a:lnTo>
                  <a:lnTo>
                    <a:pt x="3158907" y="348412"/>
                  </a:lnTo>
                  <a:lnTo>
                    <a:pt x="3208265" y="325793"/>
                  </a:lnTo>
                  <a:lnTo>
                    <a:pt x="3257623" y="303058"/>
                  </a:lnTo>
                  <a:lnTo>
                    <a:pt x="3306981" y="280215"/>
                  </a:lnTo>
                  <a:lnTo>
                    <a:pt x="3356339" y="257272"/>
                  </a:lnTo>
                  <a:lnTo>
                    <a:pt x="3405697" y="234237"/>
                  </a:lnTo>
                  <a:lnTo>
                    <a:pt x="3455055" y="211116"/>
                  </a:lnTo>
                  <a:lnTo>
                    <a:pt x="3504412" y="187915"/>
                  </a:lnTo>
                  <a:lnTo>
                    <a:pt x="3553770" y="164640"/>
                  </a:lnTo>
                  <a:lnTo>
                    <a:pt x="3603128" y="141295"/>
                  </a:lnTo>
                  <a:lnTo>
                    <a:pt x="3652486" y="117885"/>
                  </a:lnTo>
                  <a:lnTo>
                    <a:pt x="3701844" y="94415"/>
                  </a:lnTo>
                  <a:lnTo>
                    <a:pt x="3751202" y="70888"/>
                  </a:lnTo>
                  <a:lnTo>
                    <a:pt x="3800560" y="47307"/>
                  </a:lnTo>
                  <a:lnTo>
                    <a:pt x="3849918" y="23677"/>
                  </a:lnTo>
                  <a:lnTo>
                    <a:pt x="3899276" y="0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8" name="pl118"/>
            <p:cNvSpPr/>
            <p:nvPr/>
          </p:nvSpPr>
          <p:spPr>
            <a:xfrm>
              <a:off x="1623483" y="3276228"/>
              <a:ext cx="3899276" cy="761075"/>
            </a:xfrm>
            <a:custGeom>
              <a:avLst/>
              <a:gdLst/>
              <a:ahLst/>
              <a:cxnLst/>
              <a:rect l="0" t="0" r="0" b="0"/>
              <a:pathLst>
                <a:path w="3899276" h="761075">
                  <a:moveTo>
                    <a:pt x="3899276" y="85000"/>
                  </a:moveTo>
                  <a:lnTo>
                    <a:pt x="3849918" y="80642"/>
                  </a:lnTo>
                  <a:lnTo>
                    <a:pt x="3800560" y="76331"/>
                  </a:lnTo>
                  <a:lnTo>
                    <a:pt x="3751202" y="72071"/>
                  </a:lnTo>
                  <a:lnTo>
                    <a:pt x="3701844" y="67863"/>
                  </a:lnTo>
                  <a:lnTo>
                    <a:pt x="3652486" y="63712"/>
                  </a:lnTo>
                  <a:lnTo>
                    <a:pt x="3603128" y="59622"/>
                  </a:lnTo>
                  <a:lnTo>
                    <a:pt x="3553770" y="55597"/>
                  </a:lnTo>
                  <a:lnTo>
                    <a:pt x="3504412" y="51641"/>
                  </a:lnTo>
                  <a:lnTo>
                    <a:pt x="3455055" y="47760"/>
                  </a:lnTo>
                  <a:lnTo>
                    <a:pt x="3405697" y="43959"/>
                  </a:lnTo>
                  <a:lnTo>
                    <a:pt x="3356339" y="40243"/>
                  </a:lnTo>
                  <a:lnTo>
                    <a:pt x="3306981" y="36620"/>
                  </a:lnTo>
                  <a:lnTo>
                    <a:pt x="3257623" y="33097"/>
                  </a:lnTo>
                  <a:lnTo>
                    <a:pt x="3208265" y="29681"/>
                  </a:lnTo>
                  <a:lnTo>
                    <a:pt x="3158907" y="26382"/>
                  </a:lnTo>
                  <a:lnTo>
                    <a:pt x="3109549" y="23208"/>
                  </a:lnTo>
                  <a:lnTo>
                    <a:pt x="3060191" y="20170"/>
                  </a:lnTo>
                  <a:lnTo>
                    <a:pt x="3010833" y="17279"/>
                  </a:lnTo>
                  <a:lnTo>
                    <a:pt x="2961475" y="14549"/>
                  </a:lnTo>
                  <a:lnTo>
                    <a:pt x="2912117" y="11994"/>
                  </a:lnTo>
                  <a:lnTo>
                    <a:pt x="2862759" y="9628"/>
                  </a:lnTo>
                  <a:lnTo>
                    <a:pt x="2813401" y="7470"/>
                  </a:lnTo>
                  <a:lnTo>
                    <a:pt x="2764044" y="5537"/>
                  </a:lnTo>
                  <a:lnTo>
                    <a:pt x="2714686" y="3850"/>
                  </a:lnTo>
                  <a:lnTo>
                    <a:pt x="2665328" y="2433"/>
                  </a:lnTo>
                  <a:lnTo>
                    <a:pt x="2615970" y="1311"/>
                  </a:lnTo>
                  <a:lnTo>
                    <a:pt x="2566612" y="511"/>
                  </a:lnTo>
                  <a:lnTo>
                    <a:pt x="2517254" y="63"/>
                  </a:lnTo>
                  <a:lnTo>
                    <a:pt x="2467896" y="0"/>
                  </a:lnTo>
                  <a:lnTo>
                    <a:pt x="2418538" y="357"/>
                  </a:lnTo>
                  <a:lnTo>
                    <a:pt x="2369180" y="1173"/>
                  </a:lnTo>
                  <a:lnTo>
                    <a:pt x="2319822" y="2487"/>
                  </a:lnTo>
                  <a:lnTo>
                    <a:pt x="2270464" y="4344"/>
                  </a:lnTo>
                  <a:lnTo>
                    <a:pt x="2221106" y="6788"/>
                  </a:lnTo>
                  <a:lnTo>
                    <a:pt x="2171748" y="9863"/>
                  </a:lnTo>
                  <a:lnTo>
                    <a:pt x="2122390" y="13617"/>
                  </a:lnTo>
                  <a:lnTo>
                    <a:pt x="2073033" y="18094"/>
                  </a:lnTo>
                  <a:lnTo>
                    <a:pt x="2023675" y="23337"/>
                  </a:lnTo>
                  <a:lnTo>
                    <a:pt x="1974317" y="29386"/>
                  </a:lnTo>
                  <a:lnTo>
                    <a:pt x="1924959" y="36273"/>
                  </a:lnTo>
                  <a:lnTo>
                    <a:pt x="1875601" y="44028"/>
                  </a:lnTo>
                  <a:lnTo>
                    <a:pt x="1826243" y="52669"/>
                  </a:lnTo>
                  <a:lnTo>
                    <a:pt x="1776885" y="62207"/>
                  </a:lnTo>
                  <a:lnTo>
                    <a:pt x="1727527" y="72643"/>
                  </a:lnTo>
                  <a:lnTo>
                    <a:pt x="1678169" y="83970"/>
                  </a:lnTo>
                  <a:lnTo>
                    <a:pt x="1628811" y="96169"/>
                  </a:lnTo>
                  <a:lnTo>
                    <a:pt x="1579453" y="109216"/>
                  </a:lnTo>
                  <a:lnTo>
                    <a:pt x="1530095" y="123078"/>
                  </a:lnTo>
                  <a:lnTo>
                    <a:pt x="1480737" y="137717"/>
                  </a:lnTo>
                  <a:lnTo>
                    <a:pt x="1431379" y="153092"/>
                  </a:lnTo>
                  <a:lnTo>
                    <a:pt x="1382022" y="169156"/>
                  </a:lnTo>
                  <a:lnTo>
                    <a:pt x="1332664" y="185866"/>
                  </a:lnTo>
                  <a:lnTo>
                    <a:pt x="1283306" y="203174"/>
                  </a:lnTo>
                  <a:lnTo>
                    <a:pt x="1233948" y="221036"/>
                  </a:lnTo>
                  <a:lnTo>
                    <a:pt x="1184590" y="239409"/>
                  </a:lnTo>
                  <a:lnTo>
                    <a:pt x="1135232" y="258251"/>
                  </a:lnTo>
                  <a:lnTo>
                    <a:pt x="1085874" y="277524"/>
                  </a:lnTo>
                  <a:lnTo>
                    <a:pt x="1036516" y="297191"/>
                  </a:lnTo>
                  <a:lnTo>
                    <a:pt x="987158" y="317218"/>
                  </a:lnTo>
                  <a:lnTo>
                    <a:pt x="937800" y="337576"/>
                  </a:lnTo>
                  <a:lnTo>
                    <a:pt x="888442" y="358235"/>
                  </a:lnTo>
                  <a:lnTo>
                    <a:pt x="839084" y="379170"/>
                  </a:lnTo>
                  <a:lnTo>
                    <a:pt x="789726" y="400358"/>
                  </a:lnTo>
                  <a:lnTo>
                    <a:pt x="740368" y="421777"/>
                  </a:lnTo>
                  <a:lnTo>
                    <a:pt x="691011" y="443408"/>
                  </a:lnTo>
                  <a:lnTo>
                    <a:pt x="641653" y="465234"/>
                  </a:lnTo>
                  <a:lnTo>
                    <a:pt x="592295" y="487237"/>
                  </a:lnTo>
                  <a:lnTo>
                    <a:pt x="542937" y="509405"/>
                  </a:lnTo>
                  <a:lnTo>
                    <a:pt x="493579" y="531724"/>
                  </a:lnTo>
                  <a:lnTo>
                    <a:pt x="444221" y="554182"/>
                  </a:lnTo>
                  <a:lnTo>
                    <a:pt x="394863" y="576768"/>
                  </a:lnTo>
                  <a:lnTo>
                    <a:pt x="345505" y="599473"/>
                  </a:lnTo>
                  <a:lnTo>
                    <a:pt x="296147" y="622288"/>
                  </a:lnTo>
                  <a:lnTo>
                    <a:pt x="246789" y="645204"/>
                  </a:lnTo>
                  <a:lnTo>
                    <a:pt x="197431" y="668215"/>
                  </a:lnTo>
                  <a:lnTo>
                    <a:pt x="148073" y="691313"/>
                  </a:lnTo>
                  <a:lnTo>
                    <a:pt x="98715" y="714493"/>
                  </a:lnTo>
                  <a:lnTo>
                    <a:pt x="49357" y="737749"/>
                  </a:lnTo>
                  <a:lnTo>
                    <a:pt x="0" y="761075"/>
                  </a:lnTo>
                </a:path>
              </a:pathLst>
            </a:custGeom>
          </p:spPr>
          <p:txBody>
            <a:bodyPr/>
            <a:lstStyle/>
            <a:p>
              <a:endParaRPr sz="5399"/>
            </a:p>
          </p:txBody>
        </p:sp>
        <p:sp>
          <p:nvSpPr>
            <p:cNvPr id="119" name="pl119"/>
            <p:cNvSpPr/>
            <p:nvPr/>
          </p:nvSpPr>
          <p:spPr>
            <a:xfrm>
              <a:off x="1623483" y="2670060"/>
              <a:ext cx="3899276" cy="763126"/>
            </a:xfrm>
            <a:custGeom>
              <a:avLst/>
              <a:gdLst/>
              <a:ahLst/>
              <a:cxnLst/>
              <a:rect l="0" t="0" r="0" b="0"/>
              <a:pathLst>
                <a:path w="3899276" h="763126">
                  <a:moveTo>
                    <a:pt x="0" y="763126"/>
                  </a:moveTo>
                  <a:lnTo>
                    <a:pt x="49357" y="753466"/>
                  </a:lnTo>
                  <a:lnTo>
                    <a:pt x="98715" y="743806"/>
                  </a:lnTo>
                  <a:lnTo>
                    <a:pt x="148073" y="734146"/>
                  </a:lnTo>
                  <a:lnTo>
                    <a:pt x="197431" y="724486"/>
                  </a:lnTo>
                  <a:lnTo>
                    <a:pt x="246789" y="714826"/>
                  </a:lnTo>
                  <a:lnTo>
                    <a:pt x="296147" y="705167"/>
                  </a:lnTo>
                  <a:lnTo>
                    <a:pt x="345505" y="695507"/>
                  </a:lnTo>
                  <a:lnTo>
                    <a:pt x="394863" y="685847"/>
                  </a:lnTo>
                  <a:lnTo>
                    <a:pt x="444221" y="676187"/>
                  </a:lnTo>
                  <a:lnTo>
                    <a:pt x="493579" y="666527"/>
                  </a:lnTo>
                  <a:lnTo>
                    <a:pt x="542937" y="656868"/>
                  </a:lnTo>
                  <a:lnTo>
                    <a:pt x="592295" y="647208"/>
                  </a:lnTo>
                  <a:lnTo>
                    <a:pt x="641653" y="637548"/>
                  </a:lnTo>
                  <a:lnTo>
                    <a:pt x="691011" y="627888"/>
                  </a:lnTo>
                  <a:lnTo>
                    <a:pt x="740368" y="618228"/>
                  </a:lnTo>
                  <a:lnTo>
                    <a:pt x="789726" y="608568"/>
                  </a:lnTo>
                  <a:lnTo>
                    <a:pt x="839084" y="598909"/>
                  </a:lnTo>
                  <a:lnTo>
                    <a:pt x="888442" y="589249"/>
                  </a:lnTo>
                  <a:lnTo>
                    <a:pt x="937800" y="579589"/>
                  </a:lnTo>
                  <a:lnTo>
                    <a:pt x="987158" y="569929"/>
                  </a:lnTo>
                  <a:lnTo>
                    <a:pt x="1036516" y="560269"/>
                  </a:lnTo>
                  <a:lnTo>
                    <a:pt x="1085874" y="550609"/>
                  </a:lnTo>
                  <a:lnTo>
                    <a:pt x="1135232" y="540950"/>
                  </a:lnTo>
                  <a:lnTo>
                    <a:pt x="1184590" y="531290"/>
                  </a:lnTo>
                  <a:lnTo>
                    <a:pt x="1233948" y="521630"/>
                  </a:lnTo>
                  <a:lnTo>
                    <a:pt x="1283306" y="511970"/>
                  </a:lnTo>
                  <a:lnTo>
                    <a:pt x="1332664" y="502310"/>
                  </a:lnTo>
                  <a:lnTo>
                    <a:pt x="1382022" y="492651"/>
                  </a:lnTo>
                  <a:lnTo>
                    <a:pt x="1431379" y="482991"/>
                  </a:lnTo>
                  <a:lnTo>
                    <a:pt x="1480737" y="473331"/>
                  </a:lnTo>
                  <a:lnTo>
                    <a:pt x="1530095" y="463671"/>
                  </a:lnTo>
                  <a:lnTo>
                    <a:pt x="1579453" y="454011"/>
                  </a:lnTo>
                  <a:lnTo>
                    <a:pt x="1628811" y="444351"/>
                  </a:lnTo>
                  <a:lnTo>
                    <a:pt x="1678169" y="434692"/>
                  </a:lnTo>
                  <a:lnTo>
                    <a:pt x="1727527" y="425032"/>
                  </a:lnTo>
                  <a:lnTo>
                    <a:pt x="1776885" y="415372"/>
                  </a:lnTo>
                  <a:lnTo>
                    <a:pt x="1826243" y="405712"/>
                  </a:lnTo>
                  <a:lnTo>
                    <a:pt x="1875601" y="396052"/>
                  </a:lnTo>
                  <a:lnTo>
                    <a:pt x="1924959" y="386392"/>
                  </a:lnTo>
                  <a:lnTo>
                    <a:pt x="1974317" y="376733"/>
                  </a:lnTo>
                  <a:lnTo>
                    <a:pt x="2023675" y="367073"/>
                  </a:lnTo>
                  <a:lnTo>
                    <a:pt x="2073033" y="357413"/>
                  </a:lnTo>
                  <a:lnTo>
                    <a:pt x="2122390" y="347753"/>
                  </a:lnTo>
                  <a:lnTo>
                    <a:pt x="2171748" y="338093"/>
                  </a:lnTo>
                  <a:lnTo>
                    <a:pt x="2221106" y="328434"/>
                  </a:lnTo>
                  <a:lnTo>
                    <a:pt x="2270464" y="318774"/>
                  </a:lnTo>
                  <a:lnTo>
                    <a:pt x="2319822" y="309114"/>
                  </a:lnTo>
                  <a:lnTo>
                    <a:pt x="2369180" y="299454"/>
                  </a:lnTo>
                  <a:lnTo>
                    <a:pt x="2418538" y="289794"/>
                  </a:lnTo>
                  <a:lnTo>
                    <a:pt x="2467896" y="280134"/>
                  </a:lnTo>
                  <a:lnTo>
                    <a:pt x="2517254" y="270475"/>
                  </a:lnTo>
                  <a:lnTo>
                    <a:pt x="2566612" y="260815"/>
                  </a:lnTo>
                  <a:lnTo>
                    <a:pt x="2615970" y="251155"/>
                  </a:lnTo>
                  <a:lnTo>
                    <a:pt x="2665328" y="241495"/>
                  </a:lnTo>
                  <a:lnTo>
                    <a:pt x="2714686" y="231835"/>
                  </a:lnTo>
                  <a:lnTo>
                    <a:pt x="2764044" y="222175"/>
                  </a:lnTo>
                  <a:lnTo>
                    <a:pt x="2813401" y="212516"/>
                  </a:lnTo>
                  <a:lnTo>
                    <a:pt x="2862759" y="202856"/>
                  </a:lnTo>
                  <a:lnTo>
                    <a:pt x="2912117" y="193196"/>
                  </a:lnTo>
                  <a:lnTo>
                    <a:pt x="2961475" y="183536"/>
                  </a:lnTo>
                  <a:lnTo>
                    <a:pt x="3010833" y="173876"/>
                  </a:lnTo>
                  <a:lnTo>
                    <a:pt x="3060191" y="164217"/>
                  </a:lnTo>
                  <a:lnTo>
                    <a:pt x="3109549" y="154557"/>
                  </a:lnTo>
                  <a:lnTo>
                    <a:pt x="3158907" y="144897"/>
                  </a:lnTo>
                  <a:lnTo>
                    <a:pt x="3208265" y="135237"/>
                  </a:lnTo>
                  <a:lnTo>
                    <a:pt x="3257623" y="125577"/>
                  </a:lnTo>
                  <a:lnTo>
                    <a:pt x="3306981" y="115917"/>
                  </a:lnTo>
                  <a:lnTo>
                    <a:pt x="3356339" y="106258"/>
                  </a:lnTo>
                  <a:lnTo>
                    <a:pt x="3405697" y="96598"/>
                  </a:lnTo>
                  <a:lnTo>
                    <a:pt x="3455055" y="86938"/>
                  </a:lnTo>
                  <a:lnTo>
                    <a:pt x="3504412" y="77278"/>
                  </a:lnTo>
                  <a:lnTo>
                    <a:pt x="3553770" y="67618"/>
                  </a:lnTo>
                  <a:lnTo>
                    <a:pt x="3603128" y="57958"/>
                  </a:lnTo>
                  <a:lnTo>
                    <a:pt x="3652486" y="48299"/>
                  </a:lnTo>
                  <a:lnTo>
                    <a:pt x="3701844" y="38639"/>
                  </a:lnTo>
                  <a:lnTo>
                    <a:pt x="3751202" y="28979"/>
                  </a:lnTo>
                  <a:lnTo>
                    <a:pt x="3800560" y="19319"/>
                  </a:lnTo>
                  <a:lnTo>
                    <a:pt x="3849918" y="9659"/>
                  </a:lnTo>
                  <a:lnTo>
                    <a:pt x="3899276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20" name="tx120"/>
            <p:cNvSpPr/>
            <p:nvPr/>
          </p:nvSpPr>
          <p:spPr>
            <a:xfrm>
              <a:off x="1148262" y="392493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148262" y="326956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148262" y="261418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148262" y="195881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148262" y="130343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480304" y="4234627"/>
              <a:ext cx="6217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75061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052024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353429" y="423462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835292" y="4372931"/>
              <a:ext cx="147565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Distance</a:t>
              </a:r>
            </a:p>
          </p:txBody>
        </p:sp>
        <p:sp>
          <p:nvSpPr>
            <p:cNvPr id="130" name="tx130"/>
            <p:cNvSpPr/>
            <p:nvPr/>
          </p:nvSpPr>
          <p:spPr>
            <a:xfrm rot="-5400000">
              <a:off x="785564" y="2640356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26491" y="1269570"/>
              <a:ext cx="3650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132" name="pt132"/>
            <p:cNvSpPr/>
            <p:nvPr/>
          </p:nvSpPr>
          <p:spPr>
            <a:xfrm>
              <a:off x="5991067" y="1518492"/>
              <a:ext cx="90303" cy="90303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3" name="pg133"/>
            <p:cNvSpPr/>
            <p:nvPr/>
          </p:nvSpPr>
          <p:spPr>
            <a:xfrm>
              <a:off x="5975409" y="1712883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4" name="tx134"/>
            <p:cNvSpPr/>
            <p:nvPr/>
          </p:nvSpPr>
          <p:spPr>
            <a:xfrm>
              <a:off x="6215536" y="1523639"/>
              <a:ext cx="50319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Baltic Sea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215536" y="1743095"/>
              <a:ext cx="503285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Sea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926491" y="2185906"/>
              <a:ext cx="660379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137" name="pt137"/>
            <p:cNvSpPr/>
            <p:nvPr/>
          </p:nvSpPr>
          <p:spPr>
            <a:xfrm>
              <a:off x="5991067" y="2434828"/>
              <a:ext cx="90303" cy="90303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8" name="pt138"/>
            <p:cNvSpPr/>
            <p:nvPr/>
          </p:nvSpPr>
          <p:spPr>
            <a:xfrm>
              <a:off x="5991067" y="2654284"/>
              <a:ext cx="90303" cy="90303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39" name="pt139"/>
            <p:cNvSpPr/>
            <p:nvPr/>
          </p:nvSpPr>
          <p:spPr>
            <a:xfrm>
              <a:off x="5991067" y="2873740"/>
              <a:ext cx="90303" cy="90303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0" name="pt140"/>
            <p:cNvSpPr/>
            <p:nvPr/>
          </p:nvSpPr>
          <p:spPr>
            <a:xfrm>
              <a:off x="5991067" y="3093196"/>
              <a:ext cx="90303" cy="90303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1" name="pt141"/>
            <p:cNvSpPr/>
            <p:nvPr/>
          </p:nvSpPr>
          <p:spPr>
            <a:xfrm>
              <a:off x="5991067" y="3312652"/>
              <a:ext cx="90303" cy="90303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2" name="pt142"/>
            <p:cNvSpPr/>
            <p:nvPr/>
          </p:nvSpPr>
          <p:spPr>
            <a:xfrm>
              <a:off x="5991067" y="3532108"/>
              <a:ext cx="90303" cy="90303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3" name="pt143"/>
            <p:cNvSpPr/>
            <p:nvPr/>
          </p:nvSpPr>
          <p:spPr>
            <a:xfrm>
              <a:off x="5991067" y="3751564"/>
              <a:ext cx="90303" cy="90303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4" name="pt144"/>
            <p:cNvSpPr/>
            <p:nvPr/>
          </p:nvSpPr>
          <p:spPr>
            <a:xfrm>
              <a:off x="5991067" y="3971020"/>
              <a:ext cx="90303" cy="90303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5399"/>
            </a:p>
          </p:txBody>
        </p:sp>
        <p:sp>
          <p:nvSpPr>
            <p:cNvPr id="145" name="tx145"/>
            <p:cNvSpPr/>
            <p:nvPr/>
          </p:nvSpPr>
          <p:spPr>
            <a:xfrm>
              <a:off x="6215536" y="2439975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6215536" y="2659431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215536" y="2878887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215536" y="3098343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215536" y="331779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215536" y="353725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215536" y="3756711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6215536" y="3976167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428519" y="983989"/>
              <a:ext cx="3156325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Survival vs Environmental Distance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1191</Words>
  <Application>Microsoft Macintosh PowerPoint</Application>
  <PresentationFormat>Custom</PresentationFormat>
  <Paragraphs>801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9</cp:revision>
  <dcterms:created xsi:type="dcterms:W3CDTF">2017-02-13T16:18:36Z</dcterms:created>
  <dcterms:modified xsi:type="dcterms:W3CDTF">2026-09-14T18:00:03Z</dcterms:modified>
  <cp:category/>
</cp:coreProperties>
</file>