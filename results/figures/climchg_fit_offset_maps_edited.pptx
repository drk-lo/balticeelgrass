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8288000" cy="9144000"/>
  <p:notesSz cx="6858000" cy="9144000"/>
  <p:custDataLst>
    <p:tags r:id="rId6"/>
  </p:custDataLst>
  <p:defaultTextStyle>
    <a:defPPr>
      <a:defRPr lang="en-US"/>
    </a:defPPr>
    <a:lvl1pPr marL="0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1pPr>
    <a:lvl2pPr marL="658368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2pPr>
    <a:lvl3pPr marL="1316736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3pPr>
    <a:lvl4pPr marL="1975104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4pPr>
    <a:lvl5pPr marL="2633472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5pPr>
    <a:lvl6pPr marL="3291840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6pPr>
    <a:lvl7pPr marL="3950208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7pPr>
    <a:lvl8pPr marL="4608576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8pPr>
    <a:lvl9pPr marL="5266944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8"/>
  </p:normalViewPr>
  <p:slideViewPr>
    <p:cSldViewPr>
      <p:cViewPr>
        <p:scale>
          <a:sx n="79" d="100"/>
          <a:sy n="79" d="100"/>
        </p:scale>
        <p:origin x="-816" y="336"/>
      </p:cViewPr>
      <p:guideLst>
        <p:guide orient="horz" pos="288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840570"/>
            <a:ext cx="155448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181600"/>
            <a:ext cx="12801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5875870"/>
            <a:ext cx="155448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3875618"/>
            <a:ext cx="155448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133604"/>
            <a:ext cx="807720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133604"/>
            <a:ext cx="807720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2046817"/>
            <a:ext cx="8080376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1" y="2899833"/>
            <a:ext cx="8080376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4" y="2046817"/>
            <a:ext cx="8083550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4" y="2899833"/>
            <a:ext cx="8083550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366184"/>
            <a:ext cx="16459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133604"/>
            <a:ext cx="16459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8475137"/>
            <a:ext cx="4267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8475137"/>
            <a:ext cx="5791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8475137"/>
            <a:ext cx="4267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roup 612">
            <a:extLst>
              <a:ext uri="{FF2B5EF4-FFF2-40B4-BE49-F238E27FC236}">
                <a16:creationId xmlns:a16="http://schemas.microsoft.com/office/drawing/2014/main" id="{279DCD9B-71B6-F2BF-B80A-B012D6514328}"/>
              </a:ext>
            </a:extLst>
          </p:cNvPr>
          <p:cNvGrpSpPr/>
          <p:nvPr/>
        </p:nvGrpSpPr>
        <p:grpSpPr>
          <a:xfrm>
            <a:off x="4125843" y="264024"/>
            <a:ext cx="3859219" cy="3998583"/>
            <a:chOff x="4111607" y="573417"/>
            <a:chExt cx="3859219" cy="3998583"/>
          </a:xfrm>
        </p:grpSpPr>
        <p:sp>
          <p:nvSpPr>
            <p:cNvPr id="4" name="rc4"/>
            <p:cNvSpPr/>
            <p:nvPr/>
          </p:nvSpPr>
          <p:spPr>
            <a:xfrm>
              <a:off x="4373572" y="914400"/>
              <a:ext cx="3597254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" name="rc5"/>
            <p:cNvSpPr/>
            <p:nvPr/>
          </p:nvSpPr>
          <p:spPr>
            <a:xfrm>
              <a:off x="4926702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6" name="pl6"/>
            <p:cNvSpPr/>
            <p:nvPr/>
          </p:nvSpPr>
          <p:spPr>
            <a:xfrm>
              <a:off x="5026007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" name="pl7"/>
            <p:cNvSpPr/>
            <p:nvPr/>
          </p:nvSpPr>
          <p:spPr>
            <a:xfrm>
              <a:off x="5423226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8" name="pl8"/>
            <p:cNvSpPr/>
            <p:nvPr/>
          </p:nvSpPr>
          <p:spPr>
            <a:xfrm>
              <a:off x="5820445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9" name="pl9"/>
            <p:cNvSpPr/>
            <p:nvPr/>
          </p:nvSpPr>
          <p:spPr>
            <a:xfrm>
              <a:off x="6217665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" name="pl10"/>
            <p:cNvSpPr/>
            <p:nvPr/>
          </p:nvSpPr>
          <p:spPr>
            <a:xfrm>
              <a:off x="6614884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" name="pl11"/>
            <p:cNvSpPr/>
            <p:nvPr/>
          </p:nvSpPr>
          <p:spPr>
            <a:xfrm>
              <a:off x="7012104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2" name="pl12"/>
            <p:cNvSpPr/>
            <p:nvPr/>
          </p:nvSpPr>
          <p:spPr>
            <a:xfrm>
              <a:off x="4926702" y="403545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" name="pl13"/>
            <p:cNvSpPr/>
            <p:nvPr/>
          </p:nvSpPr>
          <p:spPr>
            <a:xfrm>
              <a:off x="4926702" y="3665812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" name="pl14"/>
            <p:cNvSpPr/>
            <p:nvPr/>
          </p:nvSpPr>
          <p:spPr>
            <a:xfrm>
              <a:off x="4926702" y="3296167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" name="pl15"/>
            <p:cNvSpPr/>
            <p:nvPr/>
          </p:nvSpPr>
          <p:spPr>
            <a:xfrm>
              <a:off x="4926702" y="2926523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" name="pl16"/>
            <p:cNvSpPr/>
            <p:nvPr/>
          </p:nvSpPr>
          <p:spPr>
            <a:xfrm>
              <a:off x="4926702" y="2556879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" name="pl17"/>
            <p:cNvSpPr/>
            <p:nvPr/>
          </p:nvSpPr>
          <p:spPr>
            <a:xfrm>
              <a:off x="4926702" y="2187235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" name="pl18"/>
            <p:cNvSpPr/>
            <p:nvPr/>
          </p:nvSpPr>
          <p:spPr>
            <a:xfrm>
              <a:off x="4926702" y="1817590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" name="pl19"/>
            <p:cNvSpPr/>
            <p:nvPr/>
          </p:nvSpPr>
          <p:spPr>
            <a:xfrm>
              <a:off x="4926702" y="144794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" name="ph20"/>
            <p:cNvSpPr/>
            <p:nvPr/>
          </p:nvSpPr>
          <p:spPr>
            <a:xfrm>
              <a:off x="5897853" y="1711932"/>
              <a:ext cx="930827" cy="1243975"/>
            </a:xfrm>
            <a:custGeom>
              <a:avLst/>
              <a:gdLst/>
              <a:ahLst/>
              <a:cxnLst/>
              <a:rect l="0" t="0" r="0" b="0"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" name="ph21"/>
            <p:cNvSpPr/>
            <p:nvPr/>
          </p:nvSpPr>
          <p:spPr>
            <a:xfrm>
              <a:off x="5398031" y="2292984"/>
              <a:ext cx="1041614" cy="914400"/>
            </a:xfrm>
            <a:custGeom>
              <a:avLst/>
              <a:gdLst/>
              <a:ahLst/>
              <a:cxnLst/>
              <a:rect l="0" t="0" r="0" b="0"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" name="ph22"/>
            <p:cNvSpPr/>
            <p:nvPr/>
          </p:nvSpPr>
          <p:spPr>
            <a:xfrm>
              <a:off x="4403702" y="1306280"/>
              <a:ext cx="2407890" cy="2231492"/>
            </a:xfrm>
            <a:custGeom>
              <a:avLst/>
              <a:gdLst/>
              <a:ahLst/>
              <a:cxnLst/>
              <a:rect l="0" t="0" r="0" b="0"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3" name="ph23"/>
            <p:cNvSpPr/>
            <p:nvPr/>
          </p:nvSpPr>
          <p:spPr>
            <a:xfrm>
              <a:off x="5926577" y="1694135"/>
              <a:ext cx="952744" cy="914400"/>
            </a:xfrm>
            <a:custGeom>
              <a:avLst/>
              <a:gdLst/>
              <a:ahLst/>
              <a:cxnLst/>
              <a:rect l="0" t="0" r="0" b="0"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4" name="ph24"/>
            <p:cNvSpPr/>
            <p:nvPr/>
          </p:nvSpPr>
          <p:spPr>
            <a:xfrm>
              <a:off x="5774342" y="1265597"/>
              <a:ext cx="936976" cy="914400"/>
            </a:xfrm>
            <a:custGeom>
              <a:avLst/>
              <a:gdLst/>
              <a:ahLst/>
              <a:cxnLst/>
              <a:rect l="0" t="0" r="0" b="0"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" name="ph25"/>
            <p:cNvSpPr/>
            <p:nvPr/>
          </p:nvSpPr>
          <p:spPr>
            <a:xfrm>
              <a:off x="5813754" y="1111206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" name="ph26"/>
            <p:cNvSpPr/>
            <p:nvPr/>
          </p:nvSpPr>
          <p:spPr>
            <a:xfrm>
              <a:off x="6082672" y="2960636"/>
              <a:ext cx="929431" cy="915704"/>
            </a:xfrm>
            <a:custGeom>
              <a:avLst/>
              <a:gdLst/>
              <a:ahLst/>
              <a:cxnLst/>
              <a:rect l="0" t="0" r="0" b="0"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7" name="ph27"/>
            <p:cNvSpPr/>
            <p:nvPr/>
          </p:nvSpPr>
          <p:spPr>
            <a:xfrm>
              <a:off x="5048195" y="3114287"/>
              <a:ext cx="1963908" cy="921168"/>
            </a:xfrm>
            <a:custGeom>
              <a:avLst/>
              <a:gdLst/>
              <a:ahLst/>
              <a:cxnLst/>
              <a:rect l="0" t="0" r="0" b="0"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" name="ph28"/>
            <p:cNvSpPr/>
            <p:nvPr/>
          </p:nvSpPr>
          <p:spPr>
            <a:xfrm>
              <a:off x="4571318" y="573417"/>
              <a:ext cx="968823" cy="1653363"/>
            </a:xfrm>
            <a:custGeom>
              <a:avLst/>
              <a:gdLst/>
              <a:ahLst/>
              <a:cxnLst/>
              <a:rect l="0" t="0" r="0" b="0"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" name="ph29"/>
            <p:cNvSpPr/>
            <p:nvPr/>
          </p:nvSpPr>
          <p:spPr>
            <a:xfrm>
              <a:off x="4116009" y="2871943"/>
              <a:ext cx="915718" cy="956750"/>
            </a:xfrm>
            <a:custGeom>
              <a:avLst/>
              <a:gdLst/>
              <a:ahLst/>
              <a:cxnLst/>
              <a:rect l="0" t="0" r="0" b="0"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" name="ph30"/>
            <p:cNvSpPr/>
            <p:nvPr/>
          </p:nvSpPr>
          <p:spPr>
            <a:xfrm>
              <a:off x="4140099" y="2940511"/>
              <a:ext cx="1097299" cy="1094944"/>
            </a:xfrm>
            <a:custGeom>
              <a:avLst/>
              <a:gdLst/>
              <a:ahLst/>
              <a:cxnLst/>
              <a:rect l="0" t="0" r="0" b="0"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" name="ph31"/>
            <p:cNvSpPr/>
            <p:nvPr/>
          </p:nvSpPr>
          <p:spPr>
            <a:xfrm>
              <a:off x="4330931" y="3117663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" name="ph32"/>
            <p:cNvSpPr/>
            <p:nvPr/>
          </p:nvSpPr>
          <p:spPr>
            <a:xfrm>
              <a:off x="4449359" y="3079092"/>
              <a:ext cx="1336773" cy="956364"/>
            </a:xfrm>
            <a:custGeom>
              <a:avLst/>
              <a:gdLst/>
              <a:ahLst/>
              <a:cxnLst/>
              <a:rect l="0" t="0" r="0" b="0"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" name="ph33"/>
            <p:cNvSpPr/>
            <p:nvPr/>
          </p:nvSpPr>
          <p:spPr>
            <a:xfrm>
              <a:off x="4853251" y="3004459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" name="ph34"/>
            <p:cNvSpPr/>
            <p:nvPr/>
          </p:nvSpPr>
          <p:spPr>
            <a:xfrm>
              <a:off x="4880715" y="3107645"/>
              <a:ext cx="961516" cy="927810"/>
            </a:xfrm>
            <a:custGeom>
              <a:avLst/>
              <a:gdLst/>
              <a:ahLst/>
              <a:cxnLst/>
              <a:rect l="0" t="0" r="0" b="0"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" name="ph35"/>
            <p:cNvSpPr/>
            <p:nvPr/>
          </p:nvSpPr>
          <p:spPr>
            <a:xfrm>
              <a:off x="4335896" y="2967278"/>
              <a:ext cx="944889" cy="914400"/>
            </a:xfrm>
            <a:custGeom>
              <a:avLst/>
              <a:gdLst/>
              <a:ahLst/>
              <a:cxnLst/>
              <a:rect l="0" t="0" r="0" b="0"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" name="ph36"/>
            <p:cNvSpPr/>
            <p:nvPr/>
          </p:nvSpPr>
          <p:spPr>
            <a:xfrm>
              <a:off x="6097704" y="773419"/>
              <a:ext cx="914400" cy="1013957"/>
            </a:xfrm>
            <a:custGeom>
              <a:avLst/>
              <a:gdLst/>
              <a:ahLst/>
              <a:cxnLst/>
              <a:rect l="0" t="0" r="0" b="0"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" name="ph37"/>
            <p:cNvSpPr/>
            <p:nvPr/>
          </p:nvSpPr>
          <p:spPr>
            <a:xfrm>
              <a:off x="6031662" y="842293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8" name="ph38"/>
            <p:cNvSpPr/>
            <p:nvPr/>
          </p:nvSpPr>
          <p:spPr>
            <a:xfrm>
              <a:off x="4622270" y="2498220"/>
              <a:ext cx="921789" cy="1251646"/>
            </a:xfrm>
            <a:custGeom>
              <a:avLst/>
              <a:gdLst/>
              <a:ahLst/>
              <a:cxnLst/>
              <a:rect l="0" t="0" r="0" b="0"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9" name="ph39"/>
            <p:cNvSpPr/>
            <p:nvPr/>
          </p:nvSpPr>
          <p:spPr>
            <a:xfrm>
              <a:off x="4163063" y="1784037"/>
              <a:ext cx="1046890" cy="1566168"/>
            </a:xfrm>
            <a:custGeom>
              <a:avLst/>
              <a:gdLst/>
              <a:ahLst/>
              <a:cxnLst/>
              <a:rect l="0" t="0" r="0" b="0"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" name="ph40"/>
            <p:cNvSpPr/>
            <p:nvPr/>
          </p:nvSpPr>
          <p:spPr>
            <a:xfrm>
              <a:off x="4116300" y="2469955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" name="ph41"/>
            <p:cNvSpPr/>
            <p:nvPr/>
          </p:nvSpPr>
          <p:spPr>
            <a:xfrm>
              <a:off x="4248015" y="2545292"/>
              <a:ext cx="940700" cy="1102488"/>
            </a:xfrm>
            <a:custGeom>
              <a:avLst/>
              <a:gdLst/>
              <a:ahLst/>
              <a:cxnLst/>
              <a:rect l="0" t="0" r="0" b="0"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2" name="ph42"/>
            <p:cNvSpPr/>
            <p:nvPr/>
          </p:nvSpPr>
          <p:spPr>
            <a:xfrm>
              <a:off x="4417144" y="2814403"/>
              <a:ext cx="959591" cy="988599"/>
            </a:xfrm>
            <a:custGeom>
              <a:avLst/>
              <a:gdLst/>
              <a:ahLst/>
              <a:cxnLst/>
              <a:rect l="0" t="0" r="0" b="0"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3" name="ph43"/>
            <p:cNvSpPr/>
            <p:nvPr/>
          </p:nvSpPr>
          <p:spPr>
            <a:xfrm>
              <a:off x="4248597" y="2845646"/>
              <a:ext cx="966302" cy="914400"/>
            </a:xfrm>
            <a:custGeom>
              <a:avLst/>
              <a:gdLst/>
              <a:ahLst/>
              <a:cxnLst/>
              <a:rect l="0" t="0" r="0" b="0"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" name="ph44"/>
            <p:cNvSpPr/>
            <p:nvPr/>
          </p:nvSpPr>
          <p:spPr>
            <a:xfrm>
              <a:off x="4610323" y="2769569"/>
              <a:ext cx="921983" cy="935986"/>
            </a:xfrm>
            <a:custGeom>
              <a:avLst/>
              <a:gdLst/>
              <a:ahLst/>
              <a:cxnLst/>
              <a:rect l="0" t="0" r="0" b="0"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" name="ph45"/>
            <p:cNvSpPr/>
            <p:nvPr/>
          </p:nvSpPr>
          <p:spPr>
            <a:xfrm>
              <a:off x="4622348" y="2546627"/>
              <a:ext cx="933097" cy="914400"/>
            </a:xfrm>
            <a:custGeom>
              <a:avLst/>
              <a:gdLst/>
              <a:ahLst/>
              <a:cxnLst/>
              <a:rect l="0" t="0" r="0" b="0"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" name="ph46"/>
            <p:cNvSpPr/>
            <p:nvPr/>
          </p:nvSpPr>
          <p:spPr>
            <a:xfrm>
              <a:off x="4194483" y="2811605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" name="ph47"/>
            <p:cNvSpPr/>
            <p:nvPr/>
          </p:nvSpPr>
          <p:spPr>
            <a:xfrm>
              <a:off x="4111607" y="2796437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" name="ph48"/>
            <p:cNvSpPr/>
            <p:nvPr/>
          </p:nvSpPr>
          <p:spPr>
            <a:xfrm>
              <a:off x="4228852" y="2468601"/>
              <a:ext cx="928578" cy="914400"/>
            </a:xfrm>
            <a:custGeom>
              <a:avLst/>
              <a:gdLst/>
              <a:ahLst/>
              <a:cxnLst/>
              <a:rect l="0" t="0" r="0" b="0"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" name="ph49"/>
            <p:cNvSpPr/>
            <p:nvPr/>
          </p:nvSpPr>
          <p:spPr>
            <a:xfrm>
              <a:off x="4312486" y="1927437"/>
              <a:ext cx="946790" cy="914400"/>
            </a:xfrm>
            <a:custGeom>
              <a:avLst/>
              <a:gdLst/>
              <a:ahLst/>
              <a:cxnLst/>
              <a:rect l="0" t="0" r="0" b="0"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" name="ph50"/>
            <p:cNvSpPr/>
            <p:nvPr/>
          </p:nvSpPr>
          <p:spPr>
            <a:xfrm>
              <a:off x="5114741" y="2749589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399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" name="pt51"/>
            <p:cNvSpPr/>
            <p:nvPr/>
          </p:nvSpPr>
          <p:spPr>
            <a:xfrm>
              <a:off x="5543648" y="3327924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" name="pt52"/>
            <p:cNvSpPr/>
            <p:nvPr/>
          </p:nvSpPr>
          <p:spPr>
            <a:xfrm>
              <a:off x="6770418" y="1819937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3" name="pt53"/>
            <p:cNvSpPr/>
            <p:nvPr/>
          </p:nvSpPr>
          <p:spPr>
            <a:xfrm>
              <a:off x="5474039" y="3164682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4" name="pt54"/>
            <p:cNvSpPr/>
            <p:nvPr/>
          </p:nvSpPr>
          <p:spPr>
            <a:xfrm>
              <a:off x="6304072" y="2610862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" name="pt55"/>
            <p:cNvSpPr/>
            <p:nvPr/>
          </p:nvSpPr>
          <p:spPr>
            <a:xfrm>
              <a:off x="6228855" y="2995558"/>
              <a:ext cx="117405" cy="117405"/>
            </a:xfrm>
            <a:prstGeom prst="ellipse">
              <a:avLst/>
            </a:prstGeom>
            <a:solidFill>
              <a:srgbClr val="33105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" name="pt56"/>
            <p:cNvSpPr/>
            <p:nvPr/>
          </p:nvSpPr>
          <p:spPr>
            <a:xfrm>
              <a:off x="5559729" y="3460740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7" name="pt57"/>
            <p:cNvSpPr/>
            <p:nvPr/>
          </p:nvSpPr>
          <p:spPr>
            <a:xfrm>
              <a:off x="5188882" y="2173890"/>
              <a:ext cx="117405" cy="117405"/>
            </a:xfrm>
            <a:prstGeom prst="ellipse">
              <a:avLst/>
            </a:prstGeom>
            <a:solidFill>
              <a:srgbClr val="5B17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" name="pt58"/>
            <p:cNvSpPr/>
            <p:nvPr/>
          </p:nvSpPr>
          <p:spPr>
            <a:xfrm>
              <a:off x="5278785" y="2478760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" name="pg59"/>
            <p:cNvSpPr/>
            <p:nvPr/>
          </p:nvSpPr>
          <p:spPr>
            <a:xfrm>
              <a:off x="5658815" y="3255419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0" name="tx60"/>
            <p:cNvSpPr/>
            <p:nvPr/>
          </p:nvSpPr>
          <p:spPr>
            <a:xfrm>
              <a:off x="5704535" y="3301139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6701757" y="1627078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2" name="tx62"/>
            <p:cNvSpPr/>
            <p:nvPr/>
          </p:nvSpPr>
          <p:spPr>
            <a:xfrm>
              <a:off x="6747477" y="1672798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5208048" y="2972037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4" name="tx64"/>
            <p:cNvSpPr/>
            <p:nvPr/>
          </p:nvSpPr>
          <p:spPr>
            <a:xfrm>
              <a:off x="5253768" y="3017757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6041860" y="2729573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6" name="tx66"/>
            <p:cNvSpPr/>
            <p:nvPr/>
          </p:nvSpPr>
          <p:spPr>
            <a:xfrm>
              <a:off x="6087580" y="2775293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6228732" y="3113956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8" name="tx68"/>
            <p:cNvSpPr/>
            <p:nvPr/>
          </p:nvSpPr>
          <p:spPr>
            <a:xfrm>
              <a:off x="6274452" y="3159676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5544042" y="3578809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0" name="tx70"/>
            <p:cNvSpPr/>
            <p:nvPr/>
          </p:nvSpPr>
          <p:spPr>
            <a:xfrm>
              <a:off x="5589762" y="3624529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4972422" y="2292322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2" name="tx72"/>
            <p:cNvSpPr/>
            <p:nvPr/>
          </p:nvSpPr>
          <p:spPr>
            <a:xfrm>
              <a:off x="5018142" y="2338042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5059573" y="2597047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4" name="tx74"/>
            <p:cNvSpPr/>
            <p:nvPr/>
          </p:nvSpPr>
          <p:spPr>
            <a:xfrm>
              <a:off x="5105293" y="2642767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4926702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6" name="tx76"/>
            <p:cNvSpPr/>
            <p:nvPr/>
          </p:nvSpPr>
          <p:spPr>
            <a:xfrm>
              <a:off x="4614349" y="39947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738707" y="397629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83422" y="399476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614349" y="362512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738707" y="360665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783422" y="362512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14349" y="325565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738707" y="323718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83422" y="325565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14349" y="28858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38707" y="28673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783422" y="28858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614349" y="251637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738707" y="249790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783422" y="251637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614349" y="21467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738707" y="21282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783422" y="214672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614349" y="177708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738707" y="175861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783422" y="177708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4614349" y="14074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738707" y="13889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783422" y="14074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4891907" y="40354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1" name="pl101"/>
            <p:cNvSpPr/>
            <p:nvPr/>
          </p:nvSpPr>
          <p:spPr>
            <a:xfrm>
              <a:off x="4891907" y="36658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2" name="pl102"/>
            <p:cNvSpPr/>
            <p:nvPr/>
          </p:nvSpPr>
          <p:spPr>
            <a:xfrm>
              <a:off x="4891907" y="3296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3" name="pl103"/>
            <p:cNvSpPr/>
            <p:nvPr/>
          </p:nvSpPr>
          <p:spPr>
            <a:xfrm>
              <a:off x="4891907" y="29265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4" name="pl104"/>
            <p:cNvSpPr/>
            <p:nvPr/>
          </p:nvSpPr>
          <p:spPr>
            <a:xfrm>
              <a:off x="4891907" y="25568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5" name="pl105"/>
            <p:cNvSpPr/>
            <p:nvPr/>
          </p:nvSpPr>
          <p:spPr>
            <a:xfrm>
              <a:off x="4891907" y="21872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6" name="pl106"/>
            <p:cNvSpPr/>
            <p:nvPr/>
          </p:nvSpPr>
          <p:spPr>
            <a:xfrm>
              <a:off x="4891907" y="18175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7" name="pl107"/>
            <p:cNvSpPr/>
            <p:nvPr/>
          </p:nvSpPr>
          <p:spPr>
            <a:xfrm>
              <a:off x="4891907" y="14479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8" name="pl108"/>
            <p:cNvSpPr/>
            <p:nvPr/>
          </p:nvSpPr>
          <p:spPr>
            <a:xfrm>
              <a:off x="5026007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9" name="pl109"/>
            <p:cNvSpPr/>
            <p:nvPr/>
          </p:nvSpPr>
          <p:spPr>
            <a:xfrm>
              <a:off x="5423226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0" name="pl110"/>
            <p:cNvSpPr/>
            <p:nvPr/>
          </p:nvSpPr>
          <p:spPr>
            <a:xfrm>
              <a:off x="5820445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1" name="pl111"/>
            <p:cNvSpPr/>
            <p:nvPr/>
          </p:nvSpPr>
          <p:spPr>
            <a:xfrm>
              <a:off x="6217665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2" name="pl112"/>
            <p:cNvSpPr/>
            <p:nvPr/>
          </p:nvSpPr>
          <p:spPr>
            <a:xfrm>
              <a:off x="6614884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3" name="pl113"/>
            <p:cNvSpPr/>
            <p:nvPr/>
          </p:nvSpPr>
          <p:spPr>
            <a:xfrm>
              <a:off x="7012104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4" name="tx114"/>
            <p:cNvSpPr/>
            <p:nvPr/>
          </p:nvSpPr>
          <p:spPr>
            <a:xfrm>
              <a:off x="4904209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5028567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073281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301428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425786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5470500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5698647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5823006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867720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6095867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6220225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6264939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6493086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6617445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6662159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6890306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7014664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7059378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5712091" y="43716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16200000">
              <a:off x="4244508" y="26916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7250587" y="2023158"/>
              <a:ext cx="650650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135" name="tx135"/>
            <p:cNvSpPr/>
            <p:nvPr/>
          </p:nvSpPr>
          <p:spPr>
            <a:xfrm>
              <a:off x="7320176" y="2108249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0176" y="2293375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7495740" y="33888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8" name="pl138"/>
            <p:cNvSpPr/>
            <p:nvPr/>
          </p:nvSpPr>
          <p:spPr>
            <a:xfrm>
              <a:off x="7495740" y="31154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9" name="pl139"/>
            <p:cNvSpPr/>
            <p:nvPr/>
          </p:nvSpPr>
          <p:spPr>
            <a:xfrm>
              <a:off x="7495740" y="28420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0" name="pl140"/>
            <p:cNvSpPr/>
            <p:nvPr/>
          </p:nvSpPr>
          <p:spPr>
            <a:xfrm>
              <a:off x="7495740" y="25686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1" name="pl141"/>
            <p:cNvSpPr/>
            <p:nvPr/>
          </p:nvSpPr>
          <p:spPr>
            <a:xfrm>
              <a:off x="7495740" y="22952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2" name="pl142"/>
            <p:cNvSpPr/>
            <p:nvPr/>
          </p:nvSpPr>
          <p:spPr>
            <a:xfrm>
              <a:off x="7320176" y="33888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3" name="pl143"/>
            <p:cNvSpPr/>
            <p:nvPr/>
          </p:nvSpPr>
          <p:spPr>
            <a:xfrm>
              <a:off x="7320176" y="31154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4" name="pl144"/>
            <p:cNvSpPr/>
            <p:nvPr/>
          </p:nvSpPr>
          <p:spPr>
            <a:xfrm>
              <a:off x="7320176" y="28420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5" name="pl145"/>
            <p:cNvSpPr/>
            <p:nvPr/>
          </p:nvSpPr>
          <p:spPr>
            <a:xfrm>
              <a:off x="7320176" y="25686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6" name="pl146"/>
            <p:cNvSpPr/>
            <p:nvPr/>
          </p:nvSpPr>
          <p:spPr>
            <a:xfrm>
              <a:off x="7320176" y="22952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7" name="tx147"/>
            <p:cNvSpPr/>
            <p:nvPr/>
          </p:nvSpPr>
          <p:spPr>
            <a:xfrm>
              <a:off x="7609221" y="334882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7609221" y="307541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7609221" y="2802010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7609221" y="25286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7609221" y="22551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252226" y="915219"/>
              <a:ext cx="3353836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Survival in Future Treatments</a:t>
              </a:r>
            </a:p>
          </p:txBody>
        </p:sp>
      </p:grp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5E7A1205-BE95-D868-631E-FD15462FDA3A}"/>
              </a:ext>
            </a:extLst>
          </p:cNvPr>
          <p:cNvGrpSpPr/>
          <p:nvPr/>
        </p:nvGrpSpPr>
        <p:grpSpPr>
          <a:xfrm>
            <a:off x="8598125" y="231693"/>
            <a:ext cx="3818098" cy="3898259"/>
            <a:chOff x="10040973" y="573417"/>
            <a:chExt cx="3818098" cy="3898259"/>
          </a:xfrm>
        </p:grpSpPr>
        <p:sp>
          <p:nvSpPr>
            <p:cNvPr id="154" name="rc154"/>
            <p:cNvSpPr/>
            <p:nvPr/>
          </p:nvSpPr>
          <p:spPr>
            <a:xfrm>
              <a:off x="10856068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155" name="pl155"/>
            <p:cNvSpPr/>
            <p:nvPr/>
          </p:nvSpPr>
          <p:spPr>
            <a:xfrm>
              <a:off x="10955373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6" name="pl156"/>
            <p:cNvSpPr/>
            <p:nvPr/>
          </p:nvSpPr>
          <p:spPr>
            <a:xfrm>
              <a:off x="11352592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7" name="pl157"/>
            <p:cNvSpPr/>
            <p:nvPr/>
          </p:nvSpPr>
          <p:spPr>
            <a:xfrm>
              <a:off x="11749812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8" name="pl158"/>
            <p:cNvSpPr/>
            <p:nvPr/>
          </p:nvSpPr>
          <p:spPr>
            <a:xfrm>
              <a:off x="12147031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9" name="pl159"/>
            <p:cNvSpPr/>
            <p:nvPr/>
          </p:nvSpPr>
          <p:spPr>
            <a:xfrm>
              <a:off x="12544250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0" name="pl160"/>
            <p:cNvSpPr/>
            <p:nvPr/>
          </p:nvSpPr>
          <p:spPr>
            <a:xfrm>
              <a:off x="12941470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1" name="pl161"/>
            <p:cNvSpPr/>
            <p:nvPr/>
          </p:nvSpPr>
          <p:spPr>
            <a:xfrm>
              <a:off x="10856068" y="403545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2" name="pl162"/>
            <p:cNvSpPr/>
            <p:nvPr/>
          </p:nvSpPr>
          <p:spPr>
            <a:xfrm>
              <a:off x="10856068" y="3665812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3" name="pl163"/>
            <p:cNvSpPr/>
            <p:nvPr/>
          </p:nvSpPr>
          <p:spPr>
            <a:xfrm>
              <a:off x="10856068" y="3296167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4" name="pl164"/>
            <p:cNvSpPr/>
            <p:nvPr/>
          </p:nvSpPr>
          <p:spPr>
            <a:xfrm>
              <a:off x="10856068" y="2926523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5" name="pl165"/>
            <p:cNvSpPr/>
            <p:nvPr/>
          </p:nvSpPr>
          <p:spPr>
            <a:xfrm>
              <a:off x="10856068" y="2556879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6" name="pl166"/>
            <p:cNvSpPr/>
            <p:nvPr/>
          </p:nvSpPr>
          <p:spPr>
            <a:xfrm>
              <a:off x="10856068" y="2187235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7" name="pl167"/>
            <p:cNvSpPr/>
            <p:nvPr/>
          </p:nvSpPr>
          <p:spPr>
            <a:xfrm>
              <a:off x="10856068" y="1817590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8" name="pl168"/>
            <p:cNvSpPr/>
            <p:nvPr/>
          </p:nvSpPr>
          <p:spPr>
            <a:xfrm>
              <a:off x="10856068" y="144794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9" name="ph169"/>
            <p:cNvSpPr/>
            <p:nvPr/>
          </p:nvSpPr>
          <p:spPr>
            <a:xfrm>
              <a:off x="11827219" y="1711932"/>
              <a:ext cx="930827" cy="1243975"/>
            </a:xfrm>
            <a:custGeom>
              <a:avLst/>
              <a:gdLst/>
              <a:ahLst/>
              <a:cxnLst/>
              <a:rect l="0" t="0" r="0" b="0"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0" name="ph170"/>
            <p:cNvSpPr/>
            <p:nvPr/>
          </p:nvSpPr>
          <p:spPr>
            <a:xfrm>
              <a:off x="11327397" y="2292984"/>
              <a:ext cx="1041614" cy="914400"/>
            </a:xfrm>
            <a:custGeom>
              <a:avLst/>
              <a:gdLst/>
              <a:ahLst/>
              <a:cxnLst/>
              <a:rect l="0" t="0" r="0" b="0"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1" name="ph171"/>
            <p:cNvSpPr/>
            <p:nvPr/>
          </p:nvSpPr>
          <p:spPr>
            <a:xfrm>
              <a:off x="10333069" y="1306280"/>
              <a:ext cx="2407890" cy="2231492"/>
            </a:xfrm>
            <a:custGeom>
              <a:avLst/>
              <a:gdLst/>
              <a:ahLst/>
              <a:cxnLst/>
              <a:rect l="0" t="0" r="0" b="0"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2" name="ph172"/>
            <p:cNvSpPr/>
            <p:nvPr/>
          </p:nvSpPr>
          <p:spPr>
            <a:xfrm>
              <a:off x="11855943" y="1694135"/>
              <a:ext cx="952744" cy="914400"/>
            </a:xfrm>
            <a:custGeom>
              <a:avLst/>
              <a:gdLst/>
              <a:ahLst/>
              <a:cxnLst/>
              <a:rect l="0" t="0" r="0" b="0"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3" name="ph173"/>
            <p:cNvSpPr/>
            <p:nvPr/>
          </p:nvSpPr>
          <p:spPr>
            <a:xfrm>
              <a:off x="11703708" y="1265597"/>
              <a:ext cx="936976" cy="914400"/>
            </a:xfrm>
            <a:custGeom>
              <a:avLst/>
              <a:gdLst/>
              <a:ahLst/>
              <a:cxnLst/>
              <a:rect l="0" t="0" r="0" b="0"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4" name="ph174"/>
            <p:cNvSpPr/>
            <p:nvPr/>
          </p:nvSpPr>
          <p:spPr>
            <a:xfrm>
              <a:off x="11743120" y="1111206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5" name="ph175"/>
            <p:cNvSpPr/>
            <p:nvPr/>
          </p:nvSpPr>
          <p:spPr>
            <a:xfrm>
              <a:off x="12012038" y="2960636"/>
              <a:ext cx="929431" cy="915704"/>
            </a:xfrm>
            <a:custGeom>
              <a:avLst/>
              <a:gdLst/>
              <a:ahLst/>
              <a:cxnLst/>
              <a:rect l="0" t="0" r="0" b="0"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6" name="ph176"/>
            <p:cNvSpPr/>
            <p:nvPr/>
          </p:nvSpPr>
          <p:spPr>
            <a:xfrm>
              <a:off x="10977561" y="3114287"/>
              <a:ext cx="1963908" cy="921168"/>
            </a:xfrm>
            <a:custGeom>
              <a:avLst/>
              <a:gdLst/>
              <a:ahLst/>
              <a:cxnLst/>
              <a:rect l="0" t="0" r="0" b="0"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7" name="ph177"/>
            <p:cNvSpPr/>
            <p:nvPr/>
          </p:nvSpPr>
          <p:spPr>
            <a:xfrm>
              <a:off x="10500684" y="573417"/>
              <a:ext cx="968823" cy="1653363"/>
            </a:xfrm>
            <a:custGeom>
              <a:avLst/>
              <a:gdLst/>
              <a:ahLst/>
              <a:cxnLst/>
              <a:rect l="0" t="0" r="0" b="0"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8" name="ph178"/>
            <p:cNvSpPr/>
            <p:nvPr/>
          </p:nvSpPr>
          <p:spPr>
            <a:xfrm>
              <a:off x="10045376" y="2871943"/>
              <a:ext cx="915718" cy="956750"/>
            </a:xfrm>
            <a:custGeom>
              <a:avLst/>
              <a:gdLst/>
              <a:ahLst/>
              <a:cxnLst/>
              <a:rect l="0" t="0" r="0" b="0"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9" name="ph179"/>
            <p:cNvSpPr/>
            <p:nvPr/>
          </p:nvSpPr>
          <p:spPr>
            <a:xfrm>
              <a:off x="10069465" y="2940511"/>
              <a:ext cx="1097299" cy="1094944"/>
            </a:xfrm>
            <a:custGeom>
              <a:avLst/>
              <a:gdLst/>
              <a:ahLst/>
              <a:cxnLst/>
              <a:rect l="0" t="0" r="0" b="0"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0" name="ph180"/>
            <p:cNvSpPr/>
            <p:nvPr/>
          </p:nvSpPr>
          <p:spPr>
            <a:xfrm>
              <a:off x="10260297" y="3117663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1" name="ph181"/>
            <p:cNvSpPr/>
            <p:nvPr/>
          </p:nvSpPr>
          <p:spPr>
            <a:xfrm>
              <a:off x="10378726" y="3079092"/>
              <a:ext cx="1336773" cy="956364"/>
            </a:xfrm>
            <a:custGeom>
              <a:avLst/>
              <a:gdLst/>
              <a:ahLst/>
              <a:cxnLst/>
              <a:rect l="0" t="0" r="0" b="0"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2" name="ph182"/>
            <p:cNvSpPr/>
            <p:nvPr/>
          </p:nvSpPr>
          <p:spPr>
            <a:xfrm>
              <a:off x="10782617" y="3004459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3" name="ph183"/>
            <p:cNvSpPr/>
            <p:nvPr/>
          </p:nvSpPr>
          <p:spPr>
            <a:xfrm>
              <a:off x="10810081" y="3107645"/>
              <a:ext cx="961516" cy="927810"/>
            </a:xfrm>
            <a:custGeom>
              <a:avLst/>
              <a:gdLst/>
              <a:ahLst/>
              <a:cxnLst/>
              <a:rect l="0" t="0" r="0" b="0"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4" name="ph184"/>
            <p:cNvSpPr/>
            <p:nvPr/>
          </p:nvSpPr>
          <p:spPr>
            <a:xfrm>
              <a:off x="10265262" y="2967278"/>
              <a:ext cx="944889" cy="914400"/>
            </a:xfrm>
            <a:custGeom>
              <a:avLst/>
              <a:gdLst/>
              <a:ahLst/>
              <a:cxnLst/>
              <a:rect l="0" t="0" r="0" b="0"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5" name="ph185"/>
            <p:cNvSpPr/>
            <p:nvPr/>
          </p:nvSpPr>
          <p:spPr>
            <a:xfrm>
              <a:off x="12027070" y="773419"/>
              <a:ext cx="914400" cy="1013957"/>
            </a:xfrm>
            <a:custGeom>
              <a:avLst/>
              <a:gdLst/>
              <a:ahLst/>
              <a:cxnLst/>
              <a:rect l="0" t="0" r="0" b="0"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6" name="ph186"/>
            <p:cNvSpPr/>
            <p:nvPr/>
          </p:nvSpPr>
          <p:spPr>
            <a:xfrm>
              <a:off x="11961028" y="842293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7" name="ph187"/>
            <p:cNvSpPr/>
            <p:nvPr/>
          </p:nvSpPr>
          <p:spPr>
            <a:xfrm>
              <a:off x="10551636" y="2498220"/>
              <a:ext cx="921789" cy="1251646"/>
            </a:xfrm>
            <a:custGeom>
              <a:avLst/>
              <a:gdLst/>
              <a:ahLst/>
              <a:cxnLst/>
              <a:rect l="0" t="0" r="0" b="0"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8" name="ph188"/>
            <p:cNvSpPr/>
            <p:nvPr/>
          </p:nvSpPr>
          <p:spPr>
            <a:xfrm>
              <a:off x="10092429" y="1784037"/>
              <a:ext cx="1046890" cy="1566168"/>
            </a:xfrm>
            <a:custGeom>
              <a:avLst/>
              <a:gdLst/>
              <a:ahLst/>
              <a:cxnLst/>
              <a:rect l="0" t="0" r="0" b="0"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9" name="ph189"/>
            <p:cNvSpPr/>
            <p:nvPr/>
          </p:nvSpPr>
          <p:spPr>
            <a:xfrm>
              <a:off x="10045666" y="2469955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0" name="ph190"/>
            <p:cNvSpPr/>
            <p:nvPr/>
          </p:nvSpPr>
          <p:spPr>
            <a:xfrm>
              <a:off x="10177381" y="2545292"/>
              <a:ext cx="940700" cy="1102488"/>
            </a:xfrm>
            <a:custGeom>
              <a:avLst/>
              <a:gdLst/>
              <a:ahLst/>
              <a:cxnLst/>
              <a:rect l="0" t="0" r="0" b="0"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1" name="ph191"/>
            <p:cNvSpPr/>
            <p:nvPr/>
          </p:nvSpPr>
          <p:spPr>
            <a:xfrm>
              <a:off x="10346510" y="2814403"/>
              <a:ext cx="959591" cy="988599"/>
            </a:xfrm>
            <a:custGeom>
              <a:avLst/>
              <a:gdLst/>
              <a:ahLst/>
              <a:cxnLst/>
              <a:rect l="0" t="0" r="0" b="0"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2" name="ph192"/>
            <p:cNvSpPr/>
            <p:nvPr/>
          </p:nvSpPr>
          <p:spPr>
            <a:xfrm>
              <a:off x="10177963" y="2845646"/>
              <a:ext cx="966302" cy="914400"/>
            </a:xfrm>
            <a:custGeom>
              <a:avLst/>
              <a:gdLst/>
              <a:ahLst/>
              <a:cxnLst/>
              <a:rect l="0" t="0" r="0" b="0"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3" name="ph193"/>
            <p:cNvSpPr/>
            <p:nvPr/>
          </p:nvSpPr>
          <p:spPr>
            <a:xfrm>
              <a:off x="10539689" y="2769569"/>
              <a:ext cx="921983" cy="935986"/>
            </a:xfrm>
            <a:custGeom>
              <a:avLst/>
              <a:gdLst/>
              <a:ahLst/>
              <a:cxnLst/>
              <a:rect l="0" t="0" r="0" b="0"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4" name="ph194"/>
            <p:cNvSpPr/>
            <p:nvPr/>
          </p:nvSpPr>
          <p:spPr>
            <a:xfrm>
              <a:off x="10551714" y="2546627"/>
              <a:ext cx="933097" cy="914400"/>
            </a:xfrm>
            <a:custGeom>
              <a:avLst/>
              <a:gdLst/>
              <a:ahLst/>
              <a:cxnLst/>
              <a:rect l="0" t="0" r="0" b="0"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5" name="ph195"/>
            <p:cNvSpPr/>
            <p:nvPr/>
          </p:nvSpPr>
          <p:spPr>
            <a:xfrm>
              <a:off x="10123850" y="2811605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6" name="ph196"/>
            <p:cNvSpPr/>
            <p:nvPr/>
          </p:nvSpPr>
          <p:spPr>
            <a:xfrm>
              <a:off x="10040973" y="2796437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7" name="ph197"/>
            <p:cNvSpPr/>
            <p:nvPr/>
          </p:nvSpPr>
          <p:spPr>
            <a:xfrm>
              <a:off x="10158218" y="2468601"/>
              <a:ext cx="928578" cy="914400"/>
            </a:xfrm>
            <a:custGeom>
              <a:avLst/>
              <a:gdLst/>
              <a:ahLst/>
              <a:cxnLst/>
              <a:rect l="0" t="0" r="0" b="0"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8" name="ph198"/>
            <p:cNvSpPr/>
            <p:nvPr/>
          </p:nvSpPr>
          <p:spPr>
            <a:xfrm>
              <a:off x="10241852" y="1927437"/>
              <a:ext cx="946790" cy="914400"/>
            </a:xfrm>
            <a:custGeom>
              <a:avLst/>
              <a:gdLst/>
              <a:ahLst/>
              <a:cxnLst/>
              <a:rect l="0" t="0" r="0" b="0"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9" name="ph199"/>
            <p:cNvSpPr/>
            <p:nvPr/>
          </p:nvSpPr>
          <p:spPr>
            <a:xfrm>
              <a:off x="11044107" y="2749589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0" name="pt200"/>
            <p:cNvSpPr/>
            <p:nvPr/>
          </p:nvSpPr>
          <p:spPr>
            <a:xfrm>
              <a:off x="11473014" y="3327924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1" name="pt201"/>
            <p:cNvSpPr/>
            <p:nvPr/>
          </p:nvSpPr>
          <p:spPr>
            <a:xfrm>
              <a:off x="12699784" y="1819937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2" name="pt202"/>
            <p:cNvSpPr/>
            <p:nvPr/>
          </p:nvSpPr>
          <p:spPr>
            <a:xfrm>
              <a:off x="11403405" y="3164682"/>
              <a:ext cx="117405" cy="117405"/>
            </a:xfrm>
            <a:prstGeom prst="ellipse">
              <a:avLst/>
            </a:prstGeom>
            <a:solidFill>
              <a:srgbClr val="F484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3" name="pt203"/>
            <p:cNvSpPr/>
            <p:nvPr/>
          </p:nvSpPr>
          <p:spPr>
            <a:xfrm>
              <a:off x="12233438" y="2610862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4" name="pt204"/>
            <p:cNvSpPr/>
            <p:nvPr/>
          </p:nvSpPr>
          <p:spPr>
            <a:xfrm>
              <a:off x="12158221" y="2995558"/>
              <a:ext cx="117405" cy="117405"/>
            </a:xfrm>
            <a:prstGeom prst="ellipse">
              <a:avLst/>
            </a:prstGeom>
            <a:solidFill>
              <a:srgbClr val="5115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5" name="pt205"/>
            <p:cNvSpPr/>
            <p:nvPr/>
          </p:nvSpPr>
          <p:spPr>
            <a:xfrm>
              <a:off x="11489095" y="3460740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6" name="pt206"/>
            <p:cNvSpPr/>
            <p:nvPr/>
          </p:nvSpPr>
          <p:spPr>
            <a:xfrm>
              <a:off x="11118249" y="2173890"/>
              <a:ext cx="117405" cy="117405"/>
            </a:xfrm>
            <a:prstGeom prst="ellipse">
              <a:avLst/>
            </a:prstGeom>
            <a:solidFill>
              <a:srgbClr val="641B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7" name="pt207"/>
            <p:cNvSpPr/>
            <p:nvPr/>
          </p:nvSpPr>
          <p:spPr>
            <a:xfrm>
              <a:off x="11208151" y="2478760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8" name="pg208"/>
            <p:cNvSpPr/>
            <p:nvPr/>
          </p:nvSpPr>
          <p:spPr>
            <a:xfrm>
              <a:off x="11587970" y="3255407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9" name="tx209"/>
            <p:cNvSpPr/>
            <p:nvPr/>
          </p:nvSpPr>
          <p:spPr>
            <a:xfrm>
              <a:off x="11633690" y="3301127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10" name="pg210"/>
            <p:cNvSpPr/>
            <p:nvPr/>
          </p:nvSpPr>
          <p:spPr>
            <a:xfrm>
              <a:off x="12456879" y="1938596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1" name="tx211"/>
            <p:cNvSpPr/>
            <p:nvPr/>
          </p:nvSpPr>
          <p:spPr>
            <a:xfrm>
              <a:off x="12502599" y="1984316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12" name="pg212"/>
            <p:cNvSpPr/>
            <p:nvPr/>
          </p:nvSpPr>
          <p:spPr>
            <a:xfrm>
              <a:off x="11137510" y="2972236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3" name="tx213"/>
            <p:cNvSpPr/>
            <p:nvPr/>
          </p:nvSpPr>
          <p:spPr>
            <a:xfrm>
              <a:off x="11183230" y="3017956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14" name="pg214"/>
            <p:cNvSpPr/>
            <p:nvPr/>
          </p:nvSpPr>
          <p:spPr>
            <a:xfrm>
              <a:off x="11833808" y="2439682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5" name="tx215"/>
            <p:cNvSpPr/>
            <p:nvPr/>
          </p:nvSpPr>
          <p:spPr>
            <a:xfrm>
              <a:off x="11879528" y="2485402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16" name="pg216"/>
            <p:cNvSpPr/>
            <p:nvPr/>
          </p:nvSpPr>
          <p:spPr>
            <a:xfrm>
              <a:off x="12158203" y="2802816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7" name="tx217"/>
            <p:cNvSpPr/>
            <p:nvPr/>
          </p:nvSpPr>
          <p:spPr>
            <a:xfrm>
              <a:off x="12203923" y="2848536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18" name="pg218"/>
            <p:cNvSpPr/>
            <p:nvPr/>
          </p:nvSpPr>
          <p:spPr>
            <a:xfrm>
              <a:off x="11473507" y="3578907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9" name="tx219"/>
            <p:cNvSpPr/>
            <p:nvPr/>
          </p:nvSpPr>
          <p:spPr>
            <a:xfrm>
              <a:off x="11519227" y="3624627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20" name="pg220"/>
            <p:cNvSpPr/>
            <p:nvPr/>
          </p:nvSpPr>
          <p:spPr>
            <a:xfrm>
              <a:off x="10901788" y="2292219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1" name="tx221"/>
            <p:cNvSpPr/>
            <p:nvPr/>
          </p:nvSpPr>
          <p:spPr>
            <a:xfrm>
              <a:off x="10947508" y="2337939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22" name="pg222"/>
            <p:cNvSpPr/>
            <p:nvPr/>
          </p:nvSpPr>
          <p:spPr>
            <a:xfrm>
              <a:off x="11335677" y="2560650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3" name="tx223"/>
            <p:cNvSpPr/>
            <p:nvPr/>
          </p:nvSpPr>
          <p:spPr>
            <a:xfrm>
              <a:off x="11381397" y="2606370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24" name="rc224"/>
            <p:cNvSpPr/>
            <p:nvPr/>
          </p:nvSpPr>
          <p:spPr>
            <a:xfrm>
              <a:off x="10856068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5" name="tx225"/>
            <p:cNvSpPr/>
            <p:nvPr/>
          </p:nvSpPr>
          <p:spPr>
            <a:xfrm>
              <a:off x="10543715" y="39947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0668074" y="397629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0712788" y="399476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0543715" y="362512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10668074" y="360665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10712788" y="362512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10543715" y="325565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10668074" y="323718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10712788" y="325565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10543715" y="28858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10668074" y="28673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10712788" y="28858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10543715" y="251637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10668074" y="249790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10712788" y="251637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10543715" y="21467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10668074" y="21282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10712788" y="214672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10543715" y="177708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10668074" y="175861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10712788" y="177708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10543715" y="14074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10668074" y="13889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10712788" y="14074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9" name="pl249"/>
            <p:cNvSpPr/>
            <p:nvPr/>
          </p:nvSpPr>
          <p:spPr>
            <a:xfrm>
              <a:off x="10821273" y="40354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0" name="pl250"/>
            <p:cNvSpPr/>
            <p:nvPr/>
          </p:nvSpPr>
          <p:spPr>
            <a:xfrm>
              <a:off x="10821273" y="36658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1" name="pl251"/>
            <p:cNvSpPr/>
            <p:nvPr/>
          </p:nvSpPr>
          <p:spPr>
            <a:xfrm>
              <a:off x="10821273" y="3296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2" name="pl252"/>
            <p:cNvSpPr/>
            <p:nvPr/>
          </p:nvSpPr>
          <p:spPr>
            <a:xfrm>
              <a:off x="10821273" y="29265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3" name="pl253"/>
            <p:cNvSpPr/>
            <p:nvPr/>
          </p:nvSpPr>
          <p:spPr>
            <a:xfrm>
              <a:off x="10821273" y="25568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4" name="pl254"/>
            <p:cNvSpPr/>
            <p:nvPr/>
          </p:nvSpPr>
          <p:spPr>
            <a:xfrm>
              <a:off x="10821273" y="21872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5" name="pl255"/>
            <p:cNvSpPr/>
            <p:nvPr/>
          </p:nvSpPr>
          <p:spPr>
            <a:xfrm>
              <a:off x="10821273" y="18175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6" name="pl256"/>
            <p:cNvSpPr/>
            <p:nvPr/>
          </p:nvSpPr>
          <p:spPr>
            <a:xfrm>
              <a:off x="10821273" y="14479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7" name="pl257"/>
            <p:cNvSpPr/>
            <p:nvPr/>
          </p:nvSpPr>
          <p:spPr>
            <a:xfrm>
              <a:off x="10955373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8" name="pl258"/>
            <p:cNvSpPr/>
            <p:nvPr/>
          </p:nvSpPr>
          <p:spPr>
            <a:xfrm>
              <a:off x="11352592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9" name="pl259"/>
            <p:cNvSpPr/>
            <p:nvPr/>
          </p:nvSpPr>
          <p:spPr>
            <a:xfrm>
              <a:off x="11749812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0" name="pl260"/>
            <p:cNvSpPr/>
            <p:nvPr/>
          </p:nvSpPr>
          <p:spPr>
            <a:xfrm>
              <a:off x="12147031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1" name="pl261"/>
            <p:cNvSpPr/>
            <p:nvPr/>
          </p:nvSpPr>
          <p:spPr>
            <a:xfrm>
              <a:off x="12544250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2" name="pl262"/>
            <p:cNvSpPr/>
            <p:nvPr/>
          </p:nvSpPr>
          <p:spPr>
            <a:xfrm>
              <a:off x="12941470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3" name="tx263"/>
            <p:cNvSpPr/>
            <p:nvPr/>
          </p:nvSpPr>
          <p:spPr>
            <a:xfrm>
              <a:off x="10833575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10957933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11002647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11230794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11355152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11399867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11628013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11752372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11797086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12025233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12149591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12194305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12422452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12546811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12591525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12819672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12944030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12988744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11641457" y="43716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282" name="tx282"/>
            <p:cNvSpPr/>
            <p:nvPr/>
          </p:nvSpPr>
          <p:spPr>
            <a:xfrm rot="16200000">
              <a:off x="10173874" y="26916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283" name="rc283"/>
            <p:cNvSpPr/>
            <p:nvPr/>
          </p:nvSpPr>
          <p:spPr>
            <a:xfrm>
              <a:off x="13179953" y="1947720"/>
              <a:ext cx="679118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284" name="tx284"/>
            <p:cNvSpPr/>
            <p:nvPr/>
          </p:nvSpPr>
          <p:spPr>
            <a:xfrm>
              <a:off x="13249542" y="2032811"/>
              <a:ext cx="54361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13249542" y="2183687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286" name="pic2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9542" y="2368813"/>
              <a:ext cx="219455" cy="1097280"/>
            </a:xfrm>
            <a:prstGeom prst="rect">
              <a:avLst/>
            </a:prstGeom>
          </p:spPr>
        </p:pic>
        <p:sp>
          <p:nvSpPr>
            <p:cNvPr id="287" name="pl287"/>
            <p:cNvSpPr/>
            <p:nvPr/>
          </p:nvSpPr>
          <p:spPr>
            <a:xfrm>
              <a:off x="13425107" y="34642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8" name="pl288"/>
            <p:cNvSpPr/>
            <p:nvPr/>
          </p:nvSpPr>
          <p:spPr>
            <a:xfrm>
              <a:off x="13425107" y="31908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9" name="pl289"/>
            <p:cNvSpPr/>
            <p:nvPr/>
          </p:nvSpPr>
          <p:spPr>
            <a:xfrm>
              <a:off x="13425107" y="291745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0" name="pl290"/>
            <p:cNvSpPr/>
            <p:nvPr/>
          </p:nvSpPr>
          <p:spPr>
            <a:xfrm>
              <a:off x="13425107" y="26440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1" name="pl291"/>
            <p:cNvSpPr/>
            <p:nvPr/>
          </p:nvSpPr>
          <p:spPr>
            <a:xfrm>
              <a:off x="13425107" y="237064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2" name="pl292"/>
            <p:cNvSpPr/>
            <p:nvPr/>
          </p:nvSpPr>
          <p:spPr>
            <a:xfrm>
              <a:off x="13249542" y="34642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3" name="pl293"/>
            <p:cNvSpPr/>
            <p:nvPr/>
          </p:nvSpPr>
          <p:spPr>
            <a:xfrm>
              <a:off x="13249542" y="31908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4" name="pl294"/>
            <p:cNvSpPr/>
            <p:nvPr/>
          </p:nvSpPr>
          <p:spPr>
            <a:xfrm>
              <a:off x="13249542" y="291745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5" name="pl295"/>
            <p:cNvSpPr/>
            <p:nvPr/>
          </p:nvSpPr>
          <p:spPr>
            <a:xfrm>
              <a:off x="13249542" y="26440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6" name="pl296"/>
            <p:cNvSpPr/>
            <p:nvPr/>
          </p:nvSpPr>
          <p:spPr>
            <a:xfrm>
              <a:off x="13249542" y="237064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7" name="tx297"/>
            <p:cNvSpPr/>
            <p:nvPr/>
          </p:nvSpPr>
          <p:spPr>
            <a:xfrm>
              <a:off x="13538587" y="342425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13538587" y="3150853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13538587" y="287744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13538587" y="260404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13538587" y="233063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10492774" y="758504"/>
              <a:ext cx="3128995" cy="4627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Future Relative Survival </a:t>
              </a:r>
              <a:endPara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in Future Treatments</a:t>
              </a:r>
              <a:endPara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8EE3A328-1256-F17E-4F23-6B87B490145C}"/>
              </a:ext>
            </a:extLst>
          </p:cNvPr>
          <p:cNvGrpSpPr/>
          <p:nvPr/>
        </p:nvGrpSpPr>
        <p:grpSpPr>
          <a:xfrm>
            <a:off x="4067454" y="4231103"/>
            <a:ext cx="4209489" cy="4229329"/>
            <a:chOff x="4067454" y="4231103"/>
            <a:chExt cx="4209489" cy="4229329"/>
          </a:xfrm>
        </p:grpSpPr>
        <p:sp>
          <p:nvSpPr>
            <p:cNvPr id="328" name="ph328"/>
            <p:cNvSpPr/>
            <p:nvPr/>
          </p:nvSpPr>
          <p:spPr>
            <a:xfrm>
              <a:off x="4396167" y="4231103"/>
              <a:ext cx="968821" cy="1653339"/>
            </a:xfrm>
            <a:custGeom>
              <a:avLst/>
              <a:gdLst/>
              <a:ahLst/>
              <a:cxnLst/>
              <a:rect l="0" t="0" r="0" b="0"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6" name="ph336"/>
            <p:cNvSpPr/>
            <p:nvPr/>
          </p:nvSpPr>
          <p:spPr>
            <a:xfrm>
              <a:off x="5922503" y="4431098"/>
              <a:ext cx="914400" cy="1013954"/>
            </a:xfrm>
            <a:custGeom>
              <a:avLst/>
              <a:gdLst/>
              <a:ahLst/>
              <a:cxnLst/>
              <a:rect l="0" t="0" r="0" b="0"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grpSp>
          <p:nvGrpSpPr>
            <p:cNvPr id="607" name="Group 606">
              <a:extLst>
                <a:ext uri="{FF2B5EF4-FFF2-40B4-BE49-F238E27FC236}">
                  <a16:creationId xmlns:a16="http://schemas.microsoft.com/office/drawing/2014/main" id="{19E9793E-C94A-0C04-5802-50581BF3DDEE}"/>
                </a:ext>
              </a:extLst>
            </p:cNvPr>
            <p:cNvGrpSpPr/>
            <p:nvPr/>
          </p:nvGrpSpPr>
          <p:grpSpPr>
            <a:xfrm>
              <a:off x="4067454" y="4644368"/>
              <a:ext cx="4209489" cy="3816064"/>
              <a:chOff x="3936470" y="4413536"/>
              <a:chExt cx="4209489" cy="3816064"/>
            </a:xfrm>
          </p:grpSpPr>
          <p:sp>
            <p:nvSpPr>
              <p:cNvPr id="304" name="rc304"/>
              <p:cNvSpPr/>
              <p:nvPr/>
            </p:nvSpPr>
            <p:spPr>
              <a:xfrm>
                <a:off x="4198439" y="4572000"/>
                <a:ext cx="3947520" cy="36576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05" name="rc305"/>
              <p:cNvSpPr/>
              <p:nvPr/>
            </p:nvSpPr>
            <p:spPr>
              <a:xfrm>
                <a:off x="4751569" y="4976262"/>
                <a:ext cx="2184636" cy="2846169"/>
              </a:xfrm>
              <a:prstGeom prst="rect">
                <a:avLst/>
              </a:prstGeom>
              <a:solidFill>
                <a:srgbClr val="F0F8FF">
                  <a:alpha val="100000"/>
                </a:srgbClr>
              </a:solidFill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06" name="pl306"/>
              <p:cNvSpPr/>
              <p:nvPr/>
            </p:nvSpPr>
            <p:spPr>
              <a:xfrm>
                <a:off x="4850870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07" name="pl307"/>
              <p:cNvSpPr/>
              <p:nvPr/>
            </p:nvSpPr>
            <p:spPr>
              <a:xfrm>
                <a:off x="5248077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08" name="pl308"/>
              <p:cNvSpPr/>
              <p:nvPr/>
            </p:nvSpPr>
            <p:spPr>
              <a:xfrm>
                <a:off x="5645284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09" name="pl309"/>
              <p:cNvSpPr/>
              <p:nvPr/>
            </p:nvSpPr>
            <p:spPr>
              <a:xfrm>
                <a:off x="6042490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0" name="pl310"/>
              <p:cNvSpPr/>
              <p:nvPr/>
            </p:nvSpPr>
            <p:spPr>
              <a:xfrm>
                <a:off x="6439697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1" name="pl311"/>
              <p:cNvSpPr/>
              <p:nvPr/>
            </p:nvSpPr>
            <p:spPr>
              <a:xfrm>
                <a:off x="6836903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2" name="pl312"/>
              <p:cNvSpPr/>
              <p:nvPr/>
            </p:nvSpPr>
            <p:spPr>
              <a:xfrm>
                <a:off x="4751569" y="7693060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3" name="pl313"/>
              <p:cNvSpPr/>
              <p:nvPr/>
            </p:nvSpPr>
            <p:spPr>
              <a:xfrm>
                <a:off x="4751569" y="7323428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4" name="pl314"/>
              <p:cNvSpPr/>
              <p:nvPr/>
            </p:nvSpPr>
            <p:spPr>
              <a:xfrm>
                <a:off x="4751569" y="6953795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5" name="pl315"/>
              <p:cNvSpPr/>
              <p:nvPr/>
            </p:nvSpPr>
            <p:spPr>
              <a:xfrm>
                <a:off x="4751569" y="6584163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6" name="pl316"/>
              <p:cNvSpPr/>
              <p:nvPr/>
            </p:nvSpPr>
            <p:spPr>
              <a:xfrm>
                <a:off x="4751569" y="6214531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7" name="pl317"/>
              <p:cNvSpPr/>
              <p:nvPr/>
            </p:nvSpPr>
            <p:spPr>
              <a:xfrm>
                <a:off x="4751569" y="5844898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8" name="pl318"/>
              <p:cNvSpPr/>
              <p:nvPr/>
            </p:nvSpPr>
            <p:spPr>
              <a:xfrm>
                <a:off x="4751569" y="5475266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9" name="pl319"/>
              <p:cNvSpPr/>
              <p:nvPr/>
            </p:nvSpPr>
            <p:spPr>
              <a:xfrm>
                <a:off x="4751569" y="5105633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0" name="ph320"/>
              <p:cNvSpPr/>
              <p:nvPr/>
            </p:nvSpPr>
            <p:spPr>
              <a:xfrm>
                <a:off x="5722659" y="5369581"/>
                <a:ext cx="930827" cy="1243964"/>
              </a:xfrm>
              <a:custGeom>
                <a:avLst/>
                <a:gdLst/>
                <a:ahLst/>
                <a:cxnLst/>
                <a:rect l="0" t="0" r="0" b="0"/>
                <a:pathLst>
                  <a:path w="930827" h="1243964">
                    <a:moveTo>
                      <a:pt x="914400" y="914400"/>
                    </a:moveTo>
                    <a:lnTo>
                      <a:pt x="904741" y="940461"/>
                    </a:lnTo>
                    <a:lnTo>
                      <a:pt x="891436" y="944865"/>
                    </a:lnTo>
                    <a:lnTo>
                      <a:pt x="878674" y="953547"/>
                    </a:lnTo>
                    <a:lnTo>
                      <a:pt x="874116" y="1036010"/>
                    </a:lnTo>
                    <a:lnTo>
                      <a:pt x="897351" y="1067342"/>
                    </a:lnTo>
                    <a:lnTo>
                      <a:pt x="884590" y="1071728"/>
                    </a:lnTo>
                    <a:lnTo>
                      <a:pt x="872914" y="1081113"/>
                    </a:lnTo>
                    <a:lnTo>
                      <a:pt x="864574" y="1094992"/>
                    </a:lnTo>
                    <a:lnTo>
                      <a:pt x="856040" y="1124863"/>
                    </a:lnTo>
                    <a:lnTo>
                      <a:pt x="823981" y="1141792"/>
                    </a:lnTo>
                    <a:lnTo>
                      <a:pt x="811840" y="1154318"/>
                    </a:lnTo>
                    <a:lnTo>
                      <a:pt x="793938" y="1182184"/>
                    </a:lnTo>
                    <a:lnTo>
                      <a:pt x="784609" y="1222631"/>
                    </a:lnTo>
                    <a:lnTo>
                      <a:pt x="766475" y="1239885"/>
                    </a:lnTo>
                    <a:lnTo>
                      <a:pt x="746110" y="1243964"/>
                    </a:lnTo>
                    <a:lnTo>
                      <a:pt x="758058" y="1210827"/>
                    </a:lnTo>
                    <a:lnTo>
                      <a:pt x="773709" y="1183827"/>
                    </a:lnTo>
                    <a:lnTo>
                      <a:pt x="758659" y="1165309"/>
                    </a:lnTo>
                    <a:lnTo>
                      <a:pt x="749601" y="1136323"/>
                    </a:lnTo>
                    <a:lnTo>
                      <a:pt x="737906" y="1114088"/>
                    </a:lnTo>
                    <a:lnTo>
                      <a:pt x="747216" y="1089253"/>
                    </a:lnTo>
                    <a:lnTo>
                      <a:pt x="742639" y="1048554"/>
                    </a:lnTo>
                    <a:lnTo>
                      <a:pt x="744151" y="1008829"/>
                    </a:lnTo>
                    <a:lnTo>
                      <a:pt x="757728" y="988777"/>
                    </a:lnTo>
                    <a:lnTo>
                      <a:pt x="773283" y="972425"/>
                    </a:lnTo>
                    <a:lnTo>
                      <a:pt x="797507" y="934830"/>
                    </a:lnTo>
                    <a:lnTo>
                      <a:pt x="823767" y="907577"/>
                    </a:lnTo>
                    <a:lnTo>
                      <a:pt x="860404" y="895322"/>
                    </a:lnTo>
                    <a:lnTo>
                      <a:pt x="876948" y="906621"/>
                    </a:lnTo>
                    <a:lnTo>
                      <a:pt x="884085" y="881840"/>
                    </a:lnTo>
                    <a:lnTo>
                      <a:pt x="895897" y="876191"/>
                    </a:lnTo>
                    <a:lnTo>
                      <a:pt x="906991" y="881912"/>
                    </a:lnTo>
                    <a:lnTo>
                      <a:pt x="930827" y="905592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1" name="ph321"/>
              <p:cNvSpPr/>
              <p:nvPr/>
            </p:nvSpPr>
            <p:spPr>
              <a:xfrm>
                <a:off x="5222853" y="5950615"/>
                <a:ext cx="104161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1041610" h="914400">
                    <a:moveTo>
                      <a:pt x="914400" y="914400"/>
                    </a:moveTo>
                    <a:lnTo>
                      <a:pt x="905361" y="913082"/>
                    </a:lnTo>
                    <a:lnTo>
                      <a:pt x="899330" y="888265"/>
                    </a:lnTo>
                    <a:lnTo>
                      <a:pt x="897914" y="824410"/>
                    </a:lnTo>
                    <a:lnTo>
                      <a:pt x="901521" y="792861"/>
                    </a:lnTo>
                    <a:lnTo>
                      <a:pt x="944830" y="679066"/>
                    </a:lnTo>
                    <a:lnTo>
                      <a:pt x="964167" y="669771"/>
                    </a:lnTo>
                    <a:lnTo>
                      <a:pt x="991358" y="600032"/>
                    </a:lnTo>
                    <a:lnTo>
                      <a:pt x="998690" y="569006"/>
                    </a:lnTo>
                    <a:lnTo>
                      <a:pt x="1010482" y="541067"/>
                    </a:lnTo>
                    <a:lnTo>
                      <a:pt x="1017444" y="516088"/>
                    </a:lnTo>
                    <a:lnTo>
                      <a:pt x="1023282" y="505999"/>
                    </a:lnTo>
                    <a:lnTo>
                      <a:pt x="1035966" y="510728"/>
                    </a:lnTo>
                    <a:lnTo>
                      <a:pt x="1041610" y="515330"/>
                    </a:lnTo>
                    <a:lnTo>
                      <a:pt x="1028247" y="529877"/>
                    </a:lnTo>
                    <a:lnTo>
                      <a:pt x="1029799" y="548810"/>
                    </a:lnTo>
                    <a:lnTo>
                      <a:pt x="1028868" y="556661"/>
                    </a:lnTo>
                    <a:lnTo>
                      <a:pt x="995140" y="639016"/>
                    </a:lnTo>
                    <a:lnTo>
                      <a:pt x="986122" y="692494"/>
                    </a:lnTo>
                    <a:lnTo>
                      <a:pt x="974155" y="705543"/>
                    </a:lnTo>
                    <a:lnTo>
                      <a:pt x="924601" y="895792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2" name="ph322"/>
              <p:cNvSpPr/>
              <p:nvPr/>
            </p:nvSpPr>
            <p:spPr>
              <a:xfrm>
                <a:off x="4228557" y="4963942"/>
                <a:ext cx="2407842" cy="2231449"/>
              </a:xfrm>
              <a:custGeom>
                <a:avLst/>
                <a:gdLst/>
                <a:ahLst/>
                <a:cxnLst/>
                <a:rect l="0" t="0" r="0" b="0"/>
                <a:pathLst>
                  <a:path w="2407842" h="2231449">
                    <a:moveTo>
                      <a:pt x="914400" y="914400"/>
                    </a:moveTo>
                    <a:lnTo>
                      <a:pt x="928868" y="920500"/>
                    </a:lnTo>
                    <a:lnTo>
                      <a:pt x="948573" y="908281"/>
                    </a:lnTo>
                    <a:lnTo>
                      <a:pt x="962363" y="874061"/>
                    </a:lnTo>
                    <a:lnTo>
                      <a:pt x="970237" y="822713"/>
                    </a:lnTo>
                    <a:lnTo>
                      <a:pt x="979430" y="773802"/>
                    </a:lnTo>
                    <a:lnTo>
                      <a:pt x="968550" y="721480"/>
                    </a:lnTo>
                    <a:lnTo>
                      <a:pt x="956932" y="675528"/>
                    </a:lnTo>
                    <a:lnTo>
                      <a:pt x="956118" y="662028"/>
                    </a:lnTo>
                    <a:lnTo>
                      <a:pt x="986607" y="623260"/>
                    </a:lnTo>
                    <a:lnTo>
                      <a:pt x="995935" y="591729"/>
                    </a:lnTo>
                    <a:lnTo>
                      <a:pt x="1006040" y="561715"/>
                    </a:lnTo>
                    <a:lnTo>
                      <a:pt x="1017192" y="551499"/>
                    </a:lnTo>
                    <a:lnTo>
                      <a:pt x="1033794" y="549171"/>
                    </a:lnTo>
                    <a:lnTo>
                      <a:pt x="1053131" y="543522"/>
                    </a:lnTo>
                    <a:lnTo>
                      <a:pt x="1077510" y="523434"/>
                    </a:lnTo>
                    <a:lnTo>
                      <a:pt x="1099368" y="496524"/>
                    </a:lnTo>
                    <a:lnTo>
                      <a:pt x="1116067" y="471851"/>
                    </a:lnTo>
                    <a:lnTo>
                      <a:pt x="1121731" y="423030"/>
                    </a:lnTo>
                    <a:lnTo>
                      <a:pt x="1121963" y="398502"/>
                    </a:lnTo>
                    <a:lnTo>
                      <a:pt x="1129314" y="380292"/>
                    </a:lnTo>
                    <a:lnTo>
                      <a:pt x="1136432" y="344718"/>
                    </a:lnTo>
                    <a:lnTo>
                      <a:pt x="1129508" y="309632"/>
                    </a:lnTo>
                    <a:lnTo>
                      <a:pt x="1107960" y="256407"/>
                    </a:lnTo>
                    <a:lnTo>
                      <a:pt x="1082010" y="181560"/>
                    </a:lnTo>
                    <a:lnTo>
                      <a:pt x="1078036" y="141691"/>
                    </a:lnTo>
                    <a:lnTo>
                      <a:pt x="2054342" y="141691"/>
                    </a:lnTo>
                    <a:lnTo>
                      <a:pt x="2054817" y="146925"/>
                    </a:lnTo>
                    <a:lnTo>
                      <a:pt x="2052839" y="159487"/>
                    </a:lnTo>
                    <a:lnTo>
                      <a:pt x="2067928" y="211123"/>
                    </a:lnTo>
                    <a:lnTo>
                      <a:pt x="2064417" y="229226"/>
                    </a:lnTo>
                    <a:lnTo>
                      <a:pt x="2062381" y="252292"/>
                    </a:lnTo>
                    <a:lnTo>
                      <a:pt x="2084006" y="274455"/>
                    </a:lnTo>
                    <a:lnTo>
                      <a:pt x="2103304" y="274094"/>
                    </a:lnTo>
                    <a:lnTo>
                      <a:pt x="2122854" y="273752"/>
                    </a:lnTo>
                    <a:lnTo>
                      <a:pt x="2130321" y="279310"/>
                    </a:lnTo>
                    <a:lnTo>
                      <a:pt x="2137808" y="294995"/>
                    </a:lnTo>
                    <a:lnTo>
                      <a:pt x="2143839" y="313512"/>
                    </a:lnTo>
                    <a:lnTo>
                      <a:pt x="2159937" y="311978"/>
                    </a:lnTo>
                    <a:lnTo>
                      <a:pt x="2185635" y="296908"/>
                    </a:lnTo>
                    <a:lnTo>
                      <a:pt x="2202354" y="293316"/>
                    </a:lnTo>
                    <a:lnTo>
                      <a:pt x="2213389" y="322284"/>
                    </a:lnTo>
                    <a:lnTo>
                      <a:pt x="2243413" y="360547"/>
                    </a:lnTo>
                    <a:lnTo>
                      <a:pt x="2260887" y="377693"/>
                    </a:lnTo>
                    <a:lnTo>
                      <a:pt x="2290581" y="386717"/>
                    </a:lnTo>
                    <a:lnTo>
                      <a:pt x="2321865" y="417598"/>
                    </a:lnTo>
                    <a:lnTo>
                      <a:pt x="2317482" y="454814"/>
                    </a:lnTo>
                    <a:lnTo>
                      <a:pt x="2330534" y="467249"/>
                    </a:lnTo>
                    <a:lnTo>
                      <a:pt x="2367443" y="481940"/>
                    </a:lnTo>
                    <a:lnTo>
                      <a:pt x="2380495" y="501758"/>
                    </a:lnTo>
                    <a:lnTo>
                      <a:pt x="2386760" y="518651"/>
                    </a:lnTo>
                    <a:lnTo>
                      <a:pt x="2396477" y="532657"/>
                    </a:lnTo>
                    <a:lnTo>
                      <a:pt x="2407842" y="574980"/>
                    </a:lnTo>
                    <a:lnTo>
                      <a:pt x="2403886" y="601060"/>
                    </a:lnTo>
                    <a:lnTo>
                      <a:pt x="2389010" y="610030"/>
                    </a:lnTo>
                    <a:lnTo>
                      <a:pt x="2353886" y="637969"/>
                    </a:lnTo>
                    <a:lnTo>
                      <a:pt x="2338234" y="658833"/>
                    </a:lnTo>
                    <a:lnTo>
                      <a:pt x="2325957" y="671828"/>
                    </a:lnTo>
                    <a:lnTo>
                      <a:pt x="2291066" y="699695"/>
                    </a:lnTo>
                    <a:lnTo>
                      <a:pt x="2278285" y="704694"/>
                    </a:lnTo>
                    <a:lnTo>
                      <a:pt x="2266046" y="719187"/>
                    </a:lnTo>
                    <a:lnTo>
                      <a:pt x="2254216" y="725522"/>
                    </a:lnTo>
                    <a:lnTo>
                      <a:pt x="2243626" y="721877"/>
                    </a:lnTo>
                    <a:lnTo>
                      <a:pt x="2204041" y="748119"/>
                    </a:lnTo>
                    <a:lnTo>
                      <a:pt x="2207125" y="759327"/>
                    </a:lnTo>
                    <a:lnTo>
                      <a:pt x="2237478" y="764074"/>
                    </a:lnTo>
                    <a:lnTo>
                      <a:pt x="2252955" y="758443"/>
                    </a:lnTo>
                    <a:lnTo>
                      <a:pt x="2264863" y="745249"/>
                    </a:lnTo>
                    <a:lnTo>
                      <a:pt x="2277877" y="742217"/>
                    </a:lnTo>
                    <a:lnTo>
                      <a:pt x="2289747" y="744708"/>
                    </a:lnTo>
                    <a:lnTo>
                      <a:pt x="2302334" y="734312"/>
                    </a:lnTo>
                    <a:lnTo>
                      <a:pt x="2312206" y="730161"/>
                    </a:lnTo>
                    <a:lnTo>
                      <a:pt x="2322408" y="735142"/>
                    </a:lnTo>
                    <a:lnTo>
                      <a:pt x="2333793" y="760067"/>
                    </a:lnTo>
                    <a:lnTo>
                      <a:pt x="2310170" y="773044"/>
                    </a:lnTo>
                    <a:lnTo>
                      <a:pt x="2293413" y="773640"/>
                    </a:lnTo>
                    <a:lnTo>
                      <a:pt x="2285228" y="814519"/>
                    </a:lnTo>
                    <a:lnTo>
                      <a:pt x="2275084" y="832080"/>
                    </a:lnTo>
                    <a:lnTo>
                      <a:pt x="2267811" y="840527"/>
                    </a:lnTo>
                    <a:lnTo>
                      <a:pt x="2230631" y="857926"/>
                    </a:lnTo>
                    <a:lnTo>
                      <a:pt x="2206097" y="879981"/>
                    </a:lnTo>
                    <a:lnTo>
                      <a:pt x="2177179" y="897741"/>
                    </a:lnTo>
                    <a:lnTo>
                      <a:pt x="2164553" y="893878"/>
                    </a:lnTo>
                    <a:lnTo>
                      <a:pt x="2145527" y="911927"/>
                    </a:lnTo>
                    <a:lnTo>
                      <a:pt x="2103246" y="933296"/>
                    </a:lnTo>
                    <a:lnTo>
                      <a:pt x="2081582" y="962084"/>
                    </a:lnTo>
                    <a:lnTo>
                      <a:pt x="2032959" y="987839"/>
                    </a:lnTo>
                    <a:lnTo>
                      <a:pt x="2008192" y="1008793"/>
                    </a:lnTo>
                    <a:lnTo>
                      <a:pt x="1940911" y="1009894"/>
                    </a:lnTo>
                    <a:lnTo>
                      <a:pt x="1876656" y="1005292"/>
                    </a:lnTo>
                    <a:lnTo>
                      <a:pt x="1856485" y="1015254"/>
                    </a:lnTo>
                    <a:lnTo>
                      <a:pt x="1877102" y="1018341"/>
                    </a:lnTo>
                    <a:lnTo>
                      <a:pt x="1891551" y="1028123"/>
                    </a:lnTo>
                    <a:lnTo>
                      <a:pt x="1908871" y="1024044"/>
                    </a:lnTo>
                    <a:lnTo>
                      <a:pt x="1949581" y="1028935"/>
                    </a:lnTo>
                    <a:lnTo>
                      <a:pt x="1970527" y="1034259"/>
                    </a:lnTo>
                    <a:lnTo>
                      <a:pt x="1997408" y="1068515"/>
                    </a:lnTo>
                    <a:lnTo>
                      <a:pt x="1977645" y="1080698"/>
                    </a:lnTo>
                    <a:lnTo>
                      <a:pt x="1943413" y="1090047"/>
                    </a:lnTo>
                    <a:lnTo>
                      <a:pt x="1956252" y="1138634"/>
                    </a:lnTo>
                    <a:lnTo>
                      <a:pt x="1966842" y="1171391"/>
                    </a:lnTo>
                    <a:lnTo>
                      <a:pt x="1952975" y="1191155"/>
                    </a:lnTo>
                    <a:lnTo>
                      <a:pt x="1951947" y="1281072"/>
                    </a:lnTo>
                    <a:lnTo>
                      <a:pt x="1932494" y="1282787"/>
                    </a:lnTo>
                    <a:lnTo>
                      <a:pt x="1924231" y="1319984"/>
                    </a:lnTo>
                    <a:lnTo>
                      <a:pt x="1930360" y="1338953"/>
                    </a:lnTo>
                    <a:lnTo>
                      <a:pt x="1929875" y="1383010"/>
                    </a:lnTo>
                    <a:lnTo>
                      <a:pt x="1933929" y="1410154"/>
                    </a:lnTo>
                    <a:lnTo>
                      <a:pt x="1943471" y="1435152"/>
                    </a:lnTo>
                    <a:lnTo>
                      <a:pt x="1939224" y="1461214"/>
                    </a:lnTo>
                    <a:lnTo>
                      <a:pt x="1908463" y="1522217"/>
                    </a:lnTo>
                    <a:lnTo>
                      <a:pt x="1909162" y="1550842"/>
                    </a:lnTo>
                    <a:lnTo>
                      <a:pt x="1914689" y="1567844"/>
                    </a:lnTo>
                    <a:lnTo>
                      <a:pt x="1918782" y="1595025"/>
                    </a:lnTo>
                    <a:lnTo>
                      <a:pt x="1904798" y="1647275"/>
                    </a:lnTo>
                    <a:lnTo>
                      <a:pt x="1894926" y="1690934"/>
                    </a:lnTo>
                    <a:lnTo>
                      <a:pt x="1883192" y="1727681"/>
                    </a:lnTo>
                    <a:lnTo>
                      <a:pt x="1856931" y="1771773"/>
                    </a:lnTo>
                    <a:lnTo>
                      <a:pt x="1843859" y="1804730"/>
                    </a:lnTo>
                    <a:lnTo>
                      <a:pt x="1813273" y="1907570"/>
                    </a:lnTo>
                    <a:lnTo>
                      <a:pt x="1798107" y="1927983"/>
                    </a:lnTo>
                    <a:lnTo>
                      <a:pt x="1779507" y="1943667"/>
                    </a:lnTo>
                    <a:lnTo>
                      <a:pt x="1758774" y="1929156"/>
                    </a:lnTo>
                    <a:lnTo>
                      <a:pt x="1739767" y="1921251"/>
                    </a:lnTo>
                    <a:lnTo>
                      <a:pt x="1716551" y="1922207"/>
                    </a:lnTo>
                    <a:lnTo>
                      <a:pt x="1680186" y="1934101"/>
                    </a:lnTo>
                    <a:lnTo>
                      <a:pt x="1625492" y="1926196"/>
                    </a:lnTo>
                    <a:lnTo>
                      <a:pt x="1572040" y="1930004"/>
                    </a:lnTo>
                    <a:lnTo>
                      <a:pt x="1558522" y="1940274"/>
                    </a:lnTo>
                    <a:lnTo>
                      <a:pt x="1566629" y="1977598"/>
                    </a:lnTo>
                    <a:lnTo>
                      <a:pt x="1546924" y="1982489"/>
                    </a:lnTo>
                    <a:lnTo>
                      <a:pt x="1527665" y="1971877"/>
                    </a:lnTo>
                    <a:lnTo>
                      <a:pt x="1510714" y="1984547"/>
                    </a:lnTo>
                    <a:lnTo>
                      <a:pt x="1496555" y="1998444"/>
                    </a:lnTo>
                    <a:lnTo>
                      <a:pt x="1468743" y="2031418"/>
                    </a:lnTo>
                    <a:lnTo>
                      <a:pt x="1459434" y="2051723"/>
                    </a:lnTo>
                    <a:lnTo>
                      <a:pt x="1457029" y="2089968"/>
                    </a:lnTo>
                    <a:lnTo>
                      <a:pt x="1471633" y="2124260"/>
                    </a:lnTo>
                    <a:lnTo>
                      <a:pt x="1484589" y="2164417"/>
                    </a:lnTo>
                    <a:lnTo>
                      <a:pt x="1451230" y="2212878"/>
                    </a:lnTo>
                    <a:lnTo>
                      <a:pt x="1432611" y="2214520"/>
                    </a:lnTo>
                    <a:lnTo>
                      <a:pt x="1378266" y="2201074"/>
                    </a:lnTo>
                    <a:lnTo>
                      <a:pt x="1281951" y="2231449"/>
                    </a:lnTo>
                    <a:lnTo>
                      <a:pt x="1195450" y="2207427"/>
                    </a:lnTo>
                    <a:lnTo>
                      <a:pt x="1206331" y="2181473"/>
                    </a:lnTo>
                    <a:lnTo>
                      <a:pt x="1205962" y="2162396"/>
                    </a:lnTo>
                    <a:lnTo>
                      <a:pt x="1210850" y="2133049"/>
                    </a:lnTo>
                    <a:lnTo>
                      <a:pt x="1213759" y="2103035"/>
                    </a:lnTo>
                    <a:lnTo>
                      <a:pt x="1212945" y="2082947"/>
                    </a:lnTo>
                    <a:lnTo>
                      <a:pt x="1206602" y="2061541"/>
                    </a:lnTo>
                    <a:lnTo>
                      <a:pt x="1185268" y="2033530"/>
                    </a:lnTo>
                    <a:lnTo>
                      <a:pt x="1137208" y="1938992"/>
                    </a:lnTo>
                    <a:lnTo>
                      <a:pt x="1122991" y="1899087"/>
                    </a:lnTo>
                    <a:lnTo>
                      <a:pt x="1113100" y="1882464"/>
                    </a:lnTo>
                    <a:lnTo>
                      <a:pt x="1120218" y="1881562"/>
                    </a:lnTo>
                    <a:lnTo>
                      <a:pt x="1159803" y="1902986"/>
                    </a:lnTo>
                    <a:lnTo>
                      <a:pt x="1169035" y="1900351"/>
                    </a:lnTo>
                    <a:lnTo>
                      <a:pt x="1178732" y="1892301"/>
                    </a:lnTo>
                    <a:lnTo>
                      <a:pt x="1166921" y="1861637"/>
                    </a:lnTo>
                    <a:lnTo>
                      <a:pt x="1156777" y="1847757"/>
                    </a:lnTo>
                    <a:lnTo>
                      <a:pt x="1149892" y="1827002"/>
                    </a:lnTo>
                    <a:lnTo>
                      <a:pt x="1173069" y="1821389"/>
                    </a:lnTo>
                    <a:lnTo>
                      <a:pt x="1189806" y="1822634"/>
                    </a:lnTo>
                    <a:lnTo>
                      <a:pt x="1202142" y="1799279"/>
                    </a:lnTo>
                    <a:lnTo>
                      <a:pt x="1195024" y="1761522"/>
                    </a:lnTo>
                    <a:lnTo>
                      <a:pt x="1177045" y="1749899"/>
                    </a:lnTo>
                    <a:lnTo>
                      <a:pt x="1162033" y="1744845"/>
                    </a:lnTo>
                    <a:lnTo>
                      <a:pt x="1133251" y="1685538"/>
                    </a:lnTo>
                    <a:lnTo>
                      <a:pt x="1103228" y="1654819"/>
                    </a:lnTo>
                    <a:lnTo>
                      <a:pt x="1049679" y="1536331"/>
                    </a:lnTo>
                    <a:lnTo>
                      <a:pt x="1030090" y="1455005"/>
                    </a:lnTo>
                    <a:lnTo>
                      <a:pt x="1011878" y="1462730"/>
                    </a:lnTo>
                    <a:lnTo>
                      <a:pt x="1003034" y="1427301"/>
                    </a:lnTo>
                    <a:lnTo>
                      <a:pt x="996692" y="1393748"/>
                    </a:lnTo>
                    <a:lnTo>
                      <a:pt x="995431" y="1369076"/>
                    </a:lnTo>
                    <a:lnTo>
                      <a:pt x="966882" y="1354944"/>
                    </a:lnTo>
                    <a:lnTo>
                      <a:pt x="965718" y="1337654"/>
                    </a:lnTo>
                    <a:lnTo>
                      <a:pt x="960579" y="1260497"/>
                    </a:lnTo>
                    <a:lnTo>
                      <a:pt x="929954" y="1250137"/>
                    </a:lnTo>
                    <a:lnTo>
                      <a:pt x="910152" y="1206839"/>
                    </a:lnTo>
                    <a:lnTo>
                      <a:pt x="906622" y="1124917"/>
                    </a:lnTo>
                    <a:lnTo>
                      <a:pt x="886452" y="1110009"/>
                    </a:lnTo>
                    <a:lnTo>
                      <a:pt x="870218" y="1114142"/>
                    </a:lnTo>
                    <a:lnTo>
                      <a:pt x="870974" y="1093837"/>
                    </a:lnTo>
                    <a:lnTo>
                      <a:pt x="874853" y="1074778"/>
                    </a:lnTo>
                    <a:lnTo>
                      <a:pt x="865369" y="999263"/>
                    </a:lnTo>
                    <a:lnTo>
                      <a:pt x="862208" y="930336"/>
                    </a:lnTo>
                    <a:lnTo>
                      <a:pt x="854508" y="909526"/>
                    </a:lnTo>
                    <a:lnTo>
                      <a:pt x="850144" y="885161"/>
                    </a:lnTo>
                    <a:lnTo>
                      <a:pt x="854062" y="864117"/>
                    </a:lnTo>
                    <a:lnTo>
                      <a:pt x="859803" y="852024"/>
                    </a:lnTo>
                    <a:lnTo>
                      <a:pt x="879566" y="848848"/>
                    </a:lnTo>
                    <a:lnTo>
                      <a:pt x="898030" y="867455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3" name="ph323"/>
              <p:cNvSpPr/>
              <p:nvPr/>
            </p:nvSpPr>
            <p:spPr>
              <a:xfrm>
                <a:off x="5751383" y="5351785"/>
                <a:ext cx="952743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52743" h="914400">
                    <a:moveTo>
                      <a:pt x="914400" y="914400"/>
                    </a:moveTo>
                    <a:lnTo>
                      <a:pt x="904101" y="912649"/>
                    </a:lnTo>
                    <a:lnTo>
                      <a:pt x="894714" y="895629"/>
                    </a:lnTo>
                    <a:lnTo>
                      <a:pt x="913701" y="869639"/>
                    </a:lnTo>
                    <a:lnTo>
                      <a:pt x="942755" y="871047"/>
                    </a:lnTo>
                    <a:lnTo>
                      <a:pt x="952743" y="876462"/>
                    </a:lnTo>
                    <a:lnTo>
                      <a:pt x="917968" y="891352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4" name="ph324"/>
              <p:cNvSpPr/>
              <p:nvPr/>
            </p:nvSpPr>
            <p:spPr>
              <a:xfrm>
                <a:off x="5599152" y="4923261"/>
                <a:ext cx="936975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36975" h="914400">
                    <a:moveTo>
                      <a:pt x="914400" y="914400"/>
                    </a:moveTo>
                    <a:lnTo>
                      <a:pt x="910036" y="913280"/>
                    </a:lnTo>
                    <a:lnTo>
                      <a:pt x="915466" y="896116"/>
                    </a:lnTo>
                    <a:lnTo>
                      <a:pt x="919500" y="888698"/>
                    </a:lnTo>
                    <a:lnTo>
                      <a:pt x="932883" y="881768"/>
                    </a:lnTo>
                    <a:lnTo>
                      <a:pt x="936975" y="882977"/>
                    </a:lnTo>
                    <a:lnTo>
                      <a:pt x="923205" y="910880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5" name="ph325"/>
              <p:cNvSpPr/>
              <p:nvPr/>
            </p:nvSpPr>
            <p:spPr>
              <a:xfrm>
                <a:off x="5638563" y="4768874"/>
                <a:ext cx="939846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39846" h="914400">
                    <a:moveTo>
                      <a:pt x="914400" y="914400"/>
                    </a:moveTo>
                    <a:lnTo>
                      <a:pt x="909396" y="899401"/>
                    </a:lnTo>
                    <a:lnTo>
                      <a:pt x="911393" y="896459"/>
                    </a:lnTo>
                    <a:lnTo>
                      <a:pt x="914807" y="881660"/>
                    </a:lnTo>
                    <a:lnTo>
                      <a:pt x="924446" y="873538"/>
                    </a:lnTo>
                    <a:lnTo>
                      <a:pt x="939846" y="878411"/>
                    </a:lnTo>
                    <a:lnTo>
                      <a:pt x="939749" y="882111"/>
                    </a:lnTo>
                    <a:lnTo>
                      <a:pt x="925028" y="894095"/>
                    </a:lnTo>
                    <a:lnTo>
                      <a:pt x="919384" y="902163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6" name="ph326"/>
              <p:cNvSpPr/>
              <p:nvPr/>
            </p:nvSpPr>
            <p:spPr>
              <a:xfrm>
                <a:off x="5907472" y="6618245"/>
                <a:ext cx="929431" cy="915703"/>
              </a:xfrm>
              <a:custGeom>
                <a:avLst/>
                <a:gdLst/>
                <a:ahLst/>
                <a:cxnLst/>
                <a:rect l="0" t="0" r="0" b="0"/>
                <a:pathLst>
                  <a:path w="929431" h="915703">
                    <a:moveTo>
                      <a:pt x="914400" y="914400"/>
                    </a:moveTo>
                    <a:lnTo>
                      <a:pt x="858775" y="909563"/>
                    </a:lnTo>
                    <a:lnTo>
                      <a:pt x="850862" y="905086"/>
                    </a:lnTo>
                    <a:lnTo>
                      <a:pt x="881467" y="873430"/>
                    </a:lnTo>
                    <a:lnTo>
                      <a:pt x="901405" y="840527"/>
                    </a:lnTo>
                    <a:lnTo>
                      <a:pt x="918337" y="797590"/>
                    </a:lnTo>
                    <a:lnTo>
                      <a:pt x="920140" y="767846"/>
                    </a:lnTo>
                    <a:lnTo>
                      <a:pt x="924368" y="734312"/>
                    </a:lnTo>
                    <a:lnTo>
                      <a:pt x="929431" y="731813"/>
                    </a:lnTo>
                    <a:lnTo>
                      <a:pt x="929431" y="915703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7" name="ph327"/>
              <p:cNvSpPr/>
              <p:nvPr/>
            </p:nvSpPr>
            <p:spPr>
              <a:xfrm>
                <a:off x="4873028" y="6771892"/>
                <a:ext cx="1963875" cy="921168"/>
              </a:xfrm>
              <a:custGeom>
                <a:avLst/>
                <a:gdLst/>
                <a:ahLst/>
                <a:cxnLst/>
                <a:rect l="0" t="0" r="0" b="0"/>
                <a:pathLst>
                  <a:path w="1963875" h="921168">
                    <a:moveTo>
                      <a:pt x="914400" y="914400"/>
                    </a:moveTo>
                    <a:lnTo>
                      <a:pt x="1028131" y="869459"/>
                    </a:lnTo>
                    <a:lnTo>
                      <a:pt x="1149601" y="827298"/>
                    </a:lnTo>
                    <a:lnTo>
                      <a:pt x="1177956" y="822713"/>
                    </a:lnTo>
                    <a:lnTo>
                      <a:pt x="1206467" y="813834"/>
                    </a:lnTo>
                    <a:lnTo>
                      <a:pt x="1216998" y="798059"/>
                    </a:lnTo>
                    <a:lnTo>
                      <a:pt x="1227510" y="787501"/>
                    </a:lnTo>
                    <a:lnTo>
                      <a:pt x="1244054" y="759688"/>
                    </a:lnTo>
                    <a:lnTo>
                      <a:pt x="1280633" y="716462"/>
                    </a:lnTo>
                    <a:lnTo>
                      <a:pt x="1345314" y="700724"/>
                    </a:lnTo>
                    <a:lnTo>
                      <a:pt x="1369461" y="680221"/>
                    </a:lnTo>
                    <a:lnTo>
                      <a:pt x="1420082" y="651506"/>
                    </a:lnTo>
                    <a:lnTo>
                      <a:pt x="1535481" y="619289"/>
                    </a:lnTo>
                    <a:lnTo>
                      <a:pt x="1583677" y="612214"/>
                    </a:lnTo>
                    <a:lnTo>
                      <a:pt x="1630904" y="611348"/>
                    </a:lnTo>
                    <a:lnTo>
                      <a:pt x="1672952" y="636760"/>
                    </a:lnTo>
                    <a:lnTo>
                      <a:pt x="1717463" y="668128"/>
                    </a:lnTo>
                    <a:lnTo>
                      <a:pt x="1725473" y="687061"/>
                    </a:lnTo>
                    <a:lnTo>
                      <a:pt x="1701385" y="675257"/>
                    </a:lnTo>
                    <a:lnTo>
                      <a:pt x="1666280" y="647084"/>
                    </a:lnTo>
                    <a:lnTo>
                      <a:pt x="1653305" y="645893"/>
                    </a:lnTo>
                    <a:lnTo>
                      <a:pt x="1683270" y="731587"/>
                    </a:lnTo>
                    <a:lnTo>
                      <a:pt x="1699658" y="761890"/>
                    </a:lnTo>
                    <a:lnTo>
                      <a:pt x="1732785" y="784559"/>
                    </a:lnTo>
                    <a:lnTo>
                      <a:pt x="1760558" y="792193"/>
                    </a:lnTo>
                    <a:lnTo>
                      <a:pt x="1846128" y="778459"/>
                    </a:lnTo>
                    <a:lnTo>
                      <a:pt x="1876520" y="760518"/>
                    </a:lnTo>
                    <a:lnTo>
                      <a:pt x="1885306" y="751440"/>
                    </a:lnTo>
                    <a:lnTo>
                      <a:pt x="1893219" y="755916"/>
                    </a:lnTo>
                    <a:lnTo>
                      <a:pt x="1948844" y="760753"/>
                    </a:lnTo>
                    <a:lnTo>
                      <a:pt x="1963875" y="762057"/>
                    </a:lnTo>
                    <a:lnTo>
                      <a:pt x="1963875" y="921168"/>
                    </a:lnTo>
                    <a:lnTo>
                      <a:pt x="901519" y="921168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9" name="ph329"/>
              <p:cNvSpPr/>
              <p:nvPr/>
            </p:nvSpPr>
            <p:spPr>
              <a:xfrm>
                <a:off x="3940873" y="6529555"/>
                <a:ext cx="915718" cy="956749"/>
              </a:xfrm>
              <a:custGeom>
                <a:avLst/>
                <a:gdLst/>
                <a:ahLst/>
                <a:cxnLst/>
                <a:rect l="0" t="0" r="0" b="0"/>
                <a:pathLst>
                  <a:path w="915718" h="956749">
                    <a:moveTo>
                      <a:pt x="914400" y="914400"/>
                    </a:moveTo>
                    <a:lnTo>
                      <a:pt x="915718" y="948637"/>
                    </a:lnTo>
                    <a:lnTo>
                      <a:pt x="909997" y="956749"/>
                    </a:lnTo>
                    <a:lnTo>
                      <a:pt x="909997" y="906685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0" name="ph330"/>
              <p:cNvSpPr/>
              <p:nvPr/>
            </p:nvSpPr>
            <p:spPr>
              <a:xfrm>
                <a:off x="3964961" y="6598121"/>
                <a:ext cx="1097293" cy="1094938"/>
              </a:xfrm>
              <a:custGeom>
                <a:avLst/>
                <a:gdLst/>
                <a:ahLst/>
                <a:cxnLst/>
                <a:rect l="0" t="0" r="0" b="0"/>
                <a:pathLst>
                  <a:path w="1097293" h="1094938">
                    <a:moveTo>
                      <a:pt x="914400" y="914400"/>
                    </a:moveTo>
                    <a:lnTo>
                      <a:pt x="919830" y="928531"/>
                    </a:lnTo>
                    <a:lnTo>
                      <a:pt x="928092" y="943782"/>
                    </a:lnTo>
                    <a:lnTo>
                      <a:pt x="957495" y="932917"/>
                    </a:lnTo>
                    <a:lnTo>
                      <a:pt x="1031195" y="978038"/>
                    </a:lnTo>
                    <a:lnTo>
                      <a:pt x="1075765" y="956073"/>
                    </a:lnTo>
                    <a:lnTo>
                      <a:pt x="1087169" y="954792"/>
                    </a:lnTo>
                    <a:lnTo>
                      <a:pt x="1097293" y="991250"/>
                    </a:lnTo>
                    <a:lnTo>
                      <a:pt x="1086219" y="1027978"/>
                    </a:lnTo>
                    <a:lnTo>
                      <a:pt x="1046925" y="1067162"/>
                    </a:lnTo>
                    <a:lnTo>
                      <a:pt x="1055633" y="1091310"/>
                    </a:lnTo>
                    <a:lnTo>
                      <a:pt x="1064125" y="1094938"/>
                    </a:lnTo>
                    <a:lnTo>
                      <a:pt x="885908" y="1094938"/>
                    </a:lnTo>
                    <a:lnTo>
                      <a:pt x="885908" y="917480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1" name="ph331"/>
              <p:cNvSpPr/>
              <p:nvPr/>
            </p:nvSpPr>
            <p:spPr>
              <a:xfrm>
                <a:off x="4155787" y="6775267"/>
                <a:ext cx="922740" cy="917793"/>
              </a:xfrm>
              <a:custGeom>
                <a:avLst/>
                <a:gdLst/>
                <a:ahLst/>
                <a:cxnLst/>
                <a:rect l="0" t="0" r="0" b="0"/>
                <a:pathLst>
                  <a:path w="922740" h="917793">
                    <a:moveTo>
                      <a:pt x="914400" y="914400"/>
                    </a:moveTo>
                    <a:lnTo>
                      <a:pt x="922740" y="917793"/>
                    </a:lnTo>
                    <a:lnTo>
                      <a:pt x="889877" y="917793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2" name="ph332"/>
              <p:cNvSpPr/>
              <p:nvPr/>
            </p:nvSpPr>
            <p:spPr>
              <a:xfrm>
                <a:off x="4274212" y="6736697"/>
                <a:ext cx="1336760" cy="956362"/>
              </a:xfrm>
              <a:custGeom>
                <a:avLst/>
                <a:gdLst/>
                <a:ahLst/>
                <a:cxnLst/>
                <a:rect l="0" t="0" r="0" b="0"/>
                <a:pathLst>
                  <a:path w="1336760" h="956362">
                    <a:moveTo>
                      <a:pt x="914400" y="914400"/>
                    </a:moveTo>
                    <a:lnTo>
                      <a:pt x="933406" y="902596"/>
                    </a:lnTo>
                    <a:lnTo>
                      <a:pt x="995974" y="894149"/>
                    </a:lnTo>
                    <a:lnTo>
                      <a:pt x="1007359" y="872870"/>
                    </a:lnTo>
                    <a:lnTo>
                      <a:pt x="1032708" y="851465"/>
                    </a:lnTo>
                    <a:lnTo>
                      <a:pt x="1049039" y="828092"/>
                    </a:lnTo>
                    <a:lnTo>
                      <a:pt x="1088139" y="783602"/>
                    </a:lnTo>
                    <a:lnTo>
                      <a:pt x="1128596" y="791616"/>
                    </a:lnTo>
                    <a:lnTo>
                      <a:pt x="1152219" y="800135"/>
                    </a:lnTo>
                    <a:lnTo>
                      <a:pt x="1178150" y="804430"/>
                    </a:lnTo>
                    <a:lnTo>
                      <a:pt x="1201754" y="851862"/>
                    </a:lnTo>
                    <a:lnTo>
                      <a:pt x="1261451" y="904292"/>
                    </a:lnTo>
                    <a:lnTo>
                      <a:pt x="1316300" y="899726"/>
                    </a:lnTo>
                    <a:lnTo>
                      <a:pt x="1335772" y="949323"/>
                    </a:lnTo>
                    <a:lnTo>
                      <a:pt x="1336760" y="956362"/>
                    </a:lnTo>
                    <a:lnTo>
                      <a:pt x="878112" y="956362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3" name="ph333"/>
              <p:cNvSpPr/>
              <p:nvPr/>
            </p:nvSpPr>
            <p:spPr>
              <a:xfrm>
                <a:off x="4678091" y="6662067"/>
                <a:ext cx="914400" cy="940119"/>
              </a:xfrm>
              <a:custGeom>
                <a:avLst/>
                <a:gdLst/>
                <a:ahLst/>
                <a:cxnLst/>
                <a:rect l="0" t="0" r="0" b="0"/>
                <a:pathLst>
                  <a:path w="914400" h="940119">
                    <a:moveTo>
                      <a:pt x="914400" y="914400"/>
                    </a:moveTo>
                    <a:lnTo>
                      <a:pt x="909066" y="927070"/>
                    </a:lnTo>
                    <a:lnTo>
                      <a:pt x="886742" y="905989"/>
                    </a:lnTo>
                    <a:lnTo>
                      <a:pt x="864322" y="906278"/>
                    </a:lnTo>
                    <a:lnTo>
                      <a:pt x="850920" y="938747"/>
                    </a:lnTo>
                    <a:lnTo>
                      <a:pt x="840951" y="940119"/>
                    </a:lnTo>
                    <a:lnTo>
                      <a:pt x="806331" y="910627"/>
                    </a:lnTo>
                    <a:lnTo>
                      <a:pt x="800784" y="896243"/>
                    </a:lnTo>
                    <a:lnTo>
                      <a:pt x="799640" y="884277"/>
                    </a:lnTo>
                    <a:lnTo>
                      <a:pt x="804586" y="842855"/>
                    </a:lnTo>
                    <a:lnTo>
                      <a:pt x="803674" y="829824"/>
                    </a:lnTo>
                    <a:lnTo>
                      <a:pt x="814555" y="815584"/>
                    </a:lnTo>
                    <a:lnTo>
                      <a:pt x="816242" y="795009"/>
                    </a:lnTo>
                    <a:lnTo>
                      <a:pt x="835482" y="773315"/>
                    </a:lnTo>
                    <a:lnTo>
                      <a:pt x="852549" y="772503"/>
                    </a:lnTo>
                    <a:lnTo>
                      <a:pt x="857980" y="790876"/>
                    </a:lnTo>
                    <a:lnTo>
                      <a:pt x="866145" y="803528"/>
                    </a:lnTo>
                    <a:lnTo>
                      <a:pt x="894908" y="817714"/>
                    </a:lnTo>
                    <a:lnTo>
                      <a:pt x="899194" y="824157"/>
                    </a:lnTo>
                    <a:lnTo>
                      <a:pt x="901793" y="833073"/>
                    </a:lnTo>
                    <a:lnTo>
                      <a:pt x="888410" y="850544"/>
                    </a:lnTo>
                    <a:lnTo>
                      <a:pt x="883872" y="859496"/>
                    </a:lnTo>
                    <a:lnTo>
                      <a:pt x="888119" y="873845"/>
                    </a:lnTo>
                    <a:lnTo>
                      <a:pt x="909434" y="889529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4" name="ph334"/>
              <p:cNvSpPr/>
              <p:nvPr/>
            </p:nvSpPr>
            <p:spPr>
              <a:xfrm>
                <a:off x="4705554" y="6765250"/>
                <a:ext cx="961514" cy="927810"/>
              </a:xfrm>
              <a:custGeom>
                <a:avLst/>
                <a:gdLst/>
                <a:ahLst/>
                <a:cxnLst/>
                <a:rect l="0" t="0" r="0" b="0"/>
                <a:pathLst>
                  <a:path w="961514" h="927810">
                    <a:moveTo>
                      <a:pt x="914399" y="914400"/>
                    </a:moveTo>
                    <a:lnTo>
                      <a:pt x="905400" y="905790"/>
                    </a:lnTo>
                    <a:lnTo>
                      <a:pt x="904062" y="893499"/>
                    </a:lnTo>
                    <a:lnTo>
                      <a:pt x="905517" y="880775"/>
                    </a:lnTo>
                    <a:lnTo>
                      <a:pt x="947448" y="915031"/>
                    </a:lnTo>
                    <a:lnTo>
                      <a:pt x="961514" y="927810"/>
                    </a:lnTo>
                    <a:lnTo>
                      <a:pt x="923344" y="927810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5" name="ph335"/>
              <p:cNvSpPr/>
              <p:nvPr/>
            </p:nvSpPr>
            <p:spPr>
              <a:xfrm>
                <a:off x="4160752" y="6624887"/>
                <a:ext cx="944888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44888" h="914400">
                    <a:moveTo>
                      <a:pt x="914400" y="914400"/>
                    </a:moveTo>
                    <a:lnTo>
                      <a:pt x="902763" y="899618"/>
                    </a:lnTo>
                    <a:lnTo>
                      <a:pt x="891048" y="895864"/>
                    </a:lnTo>
                    <a:lnTo>
                      <a:pt x="897351" y="877635"/>
                    </a:lnTo>
                    <a:lnTo>
                      <a:pt x="905594" y="871011"/>
                    </a:lnTo>
                    <a:lnTo>
                      <a:pt x="935113" y="882887"/>
                    </a:lnTo>
                    <a:lnTo>
                      <a:pt x="944384" y="906133"/>
                    </a:lnTo>
                    <a:lnTo>
                      <a:pt x="944888" y="913678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7" name="ph337"/>
              <p:cNvSpPr/>
              <p:nvPr/>
            </p:nvSpPr>
            <p:spPr>
              <a:xfrm>
                <a:off x="5856464" y="4499970"/>
                <a:ext cx="914400" cy="925373"/>
              </a:xfrm>
              <a:custGeom>
                <a:avLst/>
                <a:gdLst/>
                <a:ahLst/>
                <a:cxnLst/>
                <a:rect l="0" t="0" r="0" b="0"/>
                <a:pathLst>
                  <a:path w="914400" h="925373">
                    <a:moveTo>
                      <a:pt x="914400" y="914400"/>
                    </a:moveTo>
                    <a:lnTo>
                      <a:pt x="906797" y="912324"/>
                    </a:lnTo>
                    <a:lnTo>
                      <a:pt x="900959" y="915158"/>
                    </a:lnTo>
                    <a:lnTo>
                      <a:pt x="897002" y="925373"/>
                    </a:lnTo>
                    <a:lnTo>
                      <a:pt x="888391" y="921709"/>
                    </a:lnTo>
                    <a:lnTo>
                      <a:pt x="884919" y="907072"/>
                    </a:lnTo>
                    <a:lnTo>
                      <a:pt x="891339" y="885161"/>
                    </a:lnTo>
                    <a:lnTo>
                      <a:pt x="906719" y="884331"/>
                    </a:lnTo>
                    <a:lnTo>
                      <a:pt x="913372" y="906115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8" name="ph338"/>
              <p:cNvSpPr/>
              <p:nvPr/>
            </p:nvSpPr>
            <p:spPr>
              <a:xfrm>
                <a:off x="4447117" y="6155844"/>
                <a:ext cx="921789" cy="1251635"/>
              </a:xfrm>
              <a:custGeom>
                <a:avLst/>
                <a:gdLst/>
                <a:ahLst/>
                <a:cxnLst/>
                <a:rect l="0" t="0" r="0" b="0"/>
                <a:pathLst>
                  <a:path w="921789" h="1251635">
                    <a:moveTo>
                      <a:pt x="914400" y="914400"/>
                    </a:moveTo>
                    <a:lnTo>
                      <a:pt x="909240" y="925174"/>
                    </a:lnTo>
                    <a:lnTo>
                      <a:pt x="901657" y="932267"/>
                    </a:lnTo>
                    <a:lnTo>
                      <a:pt x="881816" y="939794"/>
                    </a:lnTo>
                    <a:lnTo>
                      <a:pt x="864632" y="950298"/>
                    </a:lnTo>
                    <a:lnTo>
                      <a:pt x="849310" y="968761"/>
                    </a:lnTo>
                    <a:lnTo>
                      <a:pt x="843666" y="995148"/>
                    </a:lnTo>
                    <a:lnTo>
                      <a:pt x="855652" y="1014460"/>
                    </a:lnTo>
                    <a:lnTo>
                      <a:pt x="877452" y="1025037"/>
                    </a:lnTo>
                    <a:lnTo>
                      <a:pt x="882999" y="1061801"/>
                    </a:lnTo>
                    <a:lnTo>
                      <a:pt x="865001" y="1079940"/>
                    </a:lnTo>
                    <a:lnTo>
                      <a:pt x="818822" y="1098043"/>
                    </a:lnTo>
                    <a:lnTo>
                      <a:pt x="813973" y="1141738"/>
                    </a:lnTo>
                    <a:lnTo>
                      <a:pt x="815466" y="1176174"/>
                    </a:lnTo>
                    <a:lnTo>
                      <a:pt x="814632" y="1201208"/>
                    </a:lnTo>
                    <a:lnTo>
                      <a:pt x="810967" y="1235842"/>
                    </a:lnTo>
                    <a:lnTo>
                      <a:pt x="773612" y="1251635"/>
                    </a:lnTo>
                    <a:lnTo>
                      <a:pt x="749504" y="1198879"/>
                    </a:lnTo>
                    <a:lnTo>
                      <a:pt x="749291" y="1177763"/>
                    </a:lnTo>
                    <a:lnTo>
                      <a:pt x="742096" y="1153108"/>
                    </a:lnTo>
                    <a:lnTo>
                      <a:pt x="740738" y="1132100"/>
                    </a:lnTo>
                    <a:lnTo>
                      <a:pt x="732204" y="1098494"/>
                    </a:lnTo>
                    <a:lnTo>
                      <a:pt x="696867" y="1089397"/>
                    </a:lnTo>
                    <a:lnTo>
                      <a:pt x="683155" y="1088206"/>
                    </a:lnTo>
                    <a:lnTo>
                      <a:pt x="663973" y="1094451"/>
                    </a:lnTo>
                    <a:lnTo>
                      <a:pt x="659221" y="1092014"/>
                    </a:lnTo>
                    <a:lnTo>
                      <a:pt x="636258" y="1046117"/>
                    </a:lnTo>
                    <a:lnTo>
                      <a:pt x="640040" y="995473"/>
                    </a:lnTo>
                    <a:lnTo>
                      <a:pt x="627782" y="969917"/>
                    </a:lnTo>
                    <a:lnTo>
                      <a:pt x="626095" y="958347"/>
                    </a:lnTo>
                    <a:lnTo>
                      <a:pt x="626386" y="945533"/>
                    </a:lnTo>
                    <a:lnTo>
                      <a:pt x="616320" y="934975"/>
                    </a:lnTo>
                    <a:lnTo>
                      <a:pt x="604101" y="929380"/>
                    </a:lnTo>
                    <a:lnTo>
                      <a:pt x="598166" y="900881"/>
                    </a:lnTo>
                    <a:lnTo>
                      <a:pt x="612208" y="893969"/>
                    </a:lnTo>
                    <a:lnTo>
                      <a:pt x="646925" y="897308"/>
                    </a:lnTo>
                    <a:lnTo>
                      <a:pt x="657069" y="895358"/>
                    </a:lnTo>
                    <a:lnTo>
                      <a:pt x="666359" y="889420"/>
                    </a:lnTo>
                    <a:lnTo>
                      <a:pt x="694442" y="842567"/>
                    </a:lnTo>
                    <a:lnTo>
                      <a:pt x="693628" y="832243"/>
                    </a:lnTo>
                    <a:lnTo>
                      <a:pt x="696634" y="818851"/>
                    </a:lnTo>
                    <a:lnTo>
                      <a:pt x="727026" y="813888"/>
                    </a:lnTo>
                    <a:lnTo>
                      <a:pt x="740563" y="831990"/>
                    </a:lnTo>
                    <a:lnTo>
                      <a:pt x="737848" y="860976"/>
                    </a:lnTo>
                    <a:lnTo>
                      <a:pt x="739574" y="898120"/>
                    </a:lnTo>
                    <a:lnTo>
                      <a:pt x="757980" y="908227"/>
                    </a:lnTo>
                    <a:lnTo>
                      <a:pt x="765156" y="909707"/>
                    </a:lnTo>
                    <a:lnTo>
                      <a:pt x="772817" y="882273"/>
                    </a:lnTo>
                    <a:lnTo>
                      <a:pt x="778189" y="868935"/>
                    </a:lnTo>
                    <a:lnTo>
                      <a:pt x="785482" y="861499"/>
                    </a:lnTo>
                    <a:lnTo>
                      <a:pt x="787964" y="836430"/>
                    </a:lnTo>
                    <a:lnTo>
                      <a:pt x="783639" y="821125"/>
                    </a:lnTo>
                    <a:lnTo>
                      <a:pt x="774427" y="809718"/>
                    </a:lnTo>
                    <a:lnTo>
                      <a:pt x="808833" y="778675"/>
                    </a:lnTo>
                    <a:lnTo>
                      <a:pt x="844442" y="754093"/>
                    </a:lnTo>
                    <a:lnTo>
                      <a:pt x="865156" y="752812"/>
                    </a:lnTo>
                    <a:lnTo>
                      <a:pt x="886005" y="758822"/>
                    </a:lnTo>
                    <a:lnTo>
                      <a:pt x="905381" y="767124"/>
                    </a:lnTo>
                    <a:lnTo>
                      <a:pt x="915893" y="774271"/>
                    </a:lnTo>
                    <a:lnTo>
                      <a:pt x="921789" y="785750"/>
                    </a:lnTo>
                    <a:lnTo>
                      <a:pt x="908794" y="813112"/>
                    </a:lnTo>
                    <a:lnTo>
                      <a:pt x="905187" y="828092"/>
                    </a:lnTo>
                    <a:lnTo>
                      <a:pt x="913915" y="877400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9" name="ph339"/>
              <p:cNvSpPr/>
              <p:nvPr/>
            </p:nvSpPr>
            <p:spPr>
              <a:xfrm>
                <a:off x="3987925" y="5441685"/>
                <a:ext cx="1046886" cy="1566147"/>
              </a:xfrm>
              <a:custGeom>
                <a:avLst/>
                <a:gdLst/>
                <a:ahLst/>
                <a:cxnLst/>
                <a:rect l="0" t="0" r="0" b="0"/>
                <a:pathLst>
                  <a:path w="1046886" h="1566147">
                    <a:moveTo>
                      <a:pt x="914400" y="914400"/>
                    </a:moveTo>
                    <a:lnTo>
                      <a:pt x="968860" y="870650"/>
                    </a:lnTo>
                    <a:lnTo>
                      <a:pt x="984085" y="870091"/>
                    </a:lnTo>
                    <a:lnTo>
                      <a:pt x="958465" y="902704"/>
                    </a:lnTo>
                    <a:lnTo>
                      <a:pt x="954353" y="915320"/>
                    </a:lnTo>
                    <a:lnTo>
                      <a:pt x="951250" y="934668"/>
                    </a:lnTo>
                    <a:lnTo>
                      <a:pt x="969617" y="976685"/>
                    </a:lnTo>
                    <a:lnTo>
                      <a:pt x="965738" y="1002259"/>
                    </a:lnTo>
                    <a:lnTo>
                      <a:pt x="967037" y="1052578"/>
                    </a:lnTo>
                    <a:lnTo>
                      <a:pt x="949718" y="1078803"/>
                    </a:lnTo>
                    <a:lnTo>
                      <a:pt x="930168" y="1134591"/>
                    </a:lnTo>
                    <a:lnTo>
                      <a:pt x="921750" y="1142803"/>
                    </a:lnTo>
                    <a:lnTo>
                      <a:pt x="919946" y="1207922"/>
                    </a:lnTo>
                    <a:lnTo>
                      <a:pt x="921867" y="1223461"/>
                    </a:lnTo>
                    <a:lnTo>
                      <a:pt x="919093" y="1282750"/>
                    </a:lnTo>
                    <a:lnTo>
                      <a:pt x="939128" y="1307026"/>
                    </a:lnTo>
                    <a:lnTo>
                      <a:pt x="960307" y="1319714"/>
                    </a:lnTo>
                    <a:lnTo>
                      <a:pt x="1030943" y="1319262"/>
                    </a:lnTo>
                    <a:lnTo>
                      <a:pt x="1038274" y="1329929"/>
                    </a:lnTo>
                    <a:lnTo>
                      <a:pt x="1046886" y="1348266"/>
                    </a:lnTo>
                    <a:lnTo>
                      <a:pt x="1040582" y="1379400"/>
                    </a:lnTo>
                    <a:lnTo>
                      <a:pt x="1033038" y="1402881"/>
                    </a:lnTo>
                    <a:lnTo>
                      <a:pt x="1012576" y="1422662"/>
                    </a:lnTo>
                    <a:lnTo>
                      <a:pt x="986316" y="1437408"/>
                    </a:lnTo>
                    <a:lnTo>
                      <a:pt x="969985" y="1438057"/>
                    </a:lnTo>
                    <a:lnTo>
                      <a:pt x="947739" y="1410028"/>
                    </a:lnTo>
                    <a:lnTo>
                      <a:pt x="937169" y="1419125"/>
                    </a:lnTo>
                    <a:lnTo>
                      <a:pt x="926250" y="1433419"/>
                    </a:lnTo>
                    <a:lnTo>
                      <a:pt x="907960" y="1510125"/>
                    </a:lnTo>
                    <a:lnTo>
                      <a:pt x="899291" y="1561942"/>
                    </a:lnTo>
                    <a:lnTo>
                      <a:pt x="894597" y="1566147"/>
                    </a:lnTo>
                    <a:lnTo>
                      <a:pt x="884260" y="1558513"/>
                    </a:lnTo>
                    <a:lnTo>
                      <a:pt x="866397" y="1557917"/>
                    </a:lnTo>
                    <a:lnTo>
                      <a:pt x="862945" y="1559797"/>
                    </a:lnTo>
                    <a:lnTo>
                      <a:pt x="862945" y="926043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0" name="ph340"/>
              <p:cNvSpPr/>
              <p:nvPr/>
            </p:nvSpPr>
            <p:spPr>
              <a:xfrm>
                <a:off x="3941164" y="6127580"/>
                <a:ext cx="914400" cy="923586"/>
              </a:xfrm>
              <a:custGeom>
                <a:avLst/>
                <a:gdLst/>
                <a:ahLst/>
                <a:cxnLst/>
                <a:rect l="0" t="0" r="0" b="0"/>
                <a:pathLst>
                  <a:path w="914400" h="923586">
                    <a:moveTo>
                      <a:pt x="914400" y="914400"/>
                    </a:moveTo>
                    <a:lnTo>
                      <a:pt x="909706" y="923586"/>
                    </a:lnTo>
                    <a:lnTo>
                      <a:pt x="909706" y="907076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1" name="ph341"/>
              <p:cNvSpPr/>
              <p:nvPr/>
            </p:nvSpPr>
            <p:spPr>
              <a:xfrm>
                <a:off x="4072874" y="6202914"/>
                <a:ext cx="940699" cy="1102482"/>
              </a:xfrm>
              <a:custGeom>
                <a:avLst/>
                <a:gdLst/>
                <a:ahLst/>
                <a:cxnLst/>
                <a:rect l="0" t="0" r="0" b="0"/>
                <a:pathLst>
                  <a:path w="940699" h="1102482">
                    <a:moveTo>
                      <a:pt x="914400" y="914399"/>
                    </a:moveTo>
                    <a:lnTo>
                      <a:pt x="924582" y="955532"/>
                    </a:lnTo>
                    <a:lnTo>
                      <a:pt x="940699" y="1001537"/>
                    </a:lnTo>
                    <a:lnTo>
                      <a:pt x="933969" y="1020795"/>
                    </a:lnTo>
                    <a:lnTo>
                      <a:pt x="938546" y="1045467"/>
                    </a:lnTo>
                    <a:lnTo>
                      <a:pt x="933950" y="1071204"/>
                    </a:lnTo>
                    <a:lnTo>
                      <a:pt x="901890" y="1101129"/>
                    </a:lnTo>
                    <a:lnTo>
                      <a:pt x="865932" y="1102482"/>
                    </a:lnTo>
                    <a:lnTo>
                      <a:pt x="828558" y="1088026"/>
                    </a:lnTo>
                    <a:lnTo>
                      <a:pt x="777995" y="1061371"/>
                    </a:lnTo>
                    <a:lnTo>
                      <a:pt x="777995" y="922097"/>
                    </a:lnTo>
                    <a:lnTo>
                      <a:pt x="834822" y="894727"/>
                    </a:lnTo>
                    <a:lnTo>
                      <a:pt x="848224" y="899112"/>
                    </a:lnTo>
                    <a:lnTo>
                      <a:pt x="862208" y="913389"/>
                    </a:lnTo>
                    <a:lnTo>
                      <a:pt x="878306" y="914237"/>
                    </a:lnTo>
                    <a:lnTo>
                      <a:pt x="901676" y="893987"/>
                    </a:lnTo>
                    <a:lnTo>
                      <a:pt x="906118" y="895106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2" name="ph342"/>
              <p:cNvSpPr/>
              <p:nvPr/>
            </p:nvSpPr>
            <p:spPr>
              <a:xfrm>
                <a:off x="4241997" y="6472017"/>
                <a:ext cx="959590" cy="988597"/>
              </a:xfrm>
              <a:custGeom>
                <a:avLst/>
                <a:gdLst/>
                <a:ahLst/>
                <a:cxnLst/>
                <a:rect l="0" t="0" r="0" b="0"/>
                <a:pathLst>
                  <a:path w="959590" h="988597">
                    <a:moveTo>
                      <a:pt x="914400" y="914400"/>
                    </a:moveTo>
                    <a:lnTo>
                      <a:pt x="938178" y="913082"/>
                    </a:lnTo>
                    <a:lnTo>
                      <a:pt x="954353" y="922593"/>
                    </a:lnTo>
                    <a:lnTo>
                      <a:pt x="958212" y="937285"/>
                    </a:lnTo>
                    <a:lnTo>
                      <a:pt x="959590" y="969898"/>
                    </a:lnTo>
                    <a:lnTo>
                      <a:pt x="942600" y="979410"/>
                    </a:lnTo>
                    <a:lnTo>
                      <a:pt x="923845" y="976179"/>
                    </a:lnTo>
                    <a:lnTo>
                      <a:pt x="898321" y="988597"/>
                    </a:lnTo>
                    <a:lnTo>
                      <a:pt x="814535" y="935282"/>
                    </a:lnTo>
                    <a:lnTo>
                      <a:pt x="815757" y="890828"/>
                    </a:lnTo>
                    <a:lnTo>
                      <a:pt x="819113" y="873375"/>
                    </a:lnTo>
                    <a:lnTo>
                      <a:pt x="858814" y="869224"/>
                    </a:lnTo>
                    <a:lnTo>
                      <a:pt x="879256" y="891460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3" name="ph343"/>
              <p:cNvSpPr/>
              <p:nvPr/>
            </p:nvSpPr>
            <p:spPr>
              <a:xfrm>
                <a:off x="4073456" y="6503259"/>
                <a:ext cx="96630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66300" h="914400">
                    <a:moveTo>
                      <a:pt x="914400" y="914400"/>
                    </a:moveTo>
                    <a:lnTo>
                      <a:pt x="902433" y="884457"/>
                    </a:lnTo>
                    <a:lnTo>
                      <a:pt x="900881" y="875090"/>
                    </a:lnTo>
                    <a:lnTo>
                      <a:pt x="914943" y="855923"/>
                    </a:lnTo>
                    <a:lnTo>
                      <a:pt x="924039" y="834210"/>
                    </a:lnTo>
                    <a:lnTo>
                      <a:pt x="947565" y="800875"/>
                    </a:lnTo>
                    <a:lnTo>
                      <a:pt x="961122" y="761818"/>
                    </a:lnTo>
                    <a:lnTo>
                      <a:pt x="966300" y="762432"/>
                    </a:lnTo>
                    <a:lnTo>
                      <a:pt x="960288" y="797211"/>
                    </a:lnTo>
                    <a:lnTo>
                      <a:pt x="929392" y="894221"/>
                    </a:lnTo>
                    <a:lnTo>
                      <a:pt x="923205" y="912306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4" name="ph344"/>
              <p:cNvSpPr/>
              <p:nvPr/>
            </p:nvSpPr>
            <p:spPr>
              <a:xfrm>
                <a:off x="4435170" y="6427184"/>
                <a:ext cx="921983" cy="935985"/>
              </a:xfrm>
              <a:custGeom>
                <a:avLst/>
                <a:gdLst/>
                <a:ahLst/>
                <a:cxnLst/>
                <a:rect l="0" t="0" r="0" b="0"/>
                <a:pathLst>
                  <a:path w="921983" h="935985">
                    <a:moveTo>
                      <a:pt x="914400" y="914400"/>
                    </a:moveTo>
                    <a:lnTo>
                      <a:pt x="883911" y="910357"/>
                    </a:lnTo>
                    <a:lnTo>
                      <a:pt x="849543" y="935985"/>
                    </a:lnTo>
                    <a:lnTo>
                      <a:pt x="836510" y="927882"/>
                    </a:lnTo>
                    <a:lnTo>
                      <a:pt x="841436" y="911512"/>
                    </a:lnTo>
                    <a:lnTo>
                      <a:pt x="845024" y="905556"/>
                    </a:lnTo>
                    <a:lnTo>
                      <a:pt x="856583" y="898607"/>
                    </a:lnTo>
                    <a:lnTo>
                      <a:pt x="864303" y="888446"/>
                    </a:lnTo>
                    <a:lnTo>
                      <a:pt x="867328" y="872545"/>
                    </a:lnTo>
                    <a:lnTo>
                      <a:pt x="874485" y="881118"/>
                    </a:lnTo>
                    <a:lnTo>
                      <a:pt x="895761" y="884710"/>
                    </a:lnTo>
                    <a:lnTo>
                      <a:pt x="906157" y="889781"/>
                    </a:lnTo>
                    <a:lnTo>
                      <a:pt x="914846" y="897235"/>
                    </a:lnTo>
                    <a:lnTo>
                      <a:pt x="921983" y="908895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5" name="ph345"/>
              <p:cNvSpPr/>
              <p:nvPr/>
            </p:nvSpPr>
            <p:spPr>
              <a:xfrm>
                <a:off x="4447195" y="6204250"/>
                <a:ext cx="933096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33096" h="914400">
                    <a:moveTo>
                      <a:pt x="914400" y="914400"/>
                    </a:moveTo>
                    <a:lnTo>
                      <a:pt x="910288" y="913569"/>
                    </a:lnTo>
                    <a:lnTo>
                      <a:pt x="904217" y="892001"/>
                    </a:lnTo>
                    <a:lnTo>
                      <a:pt x="914070" y="878880"/>
                    </a:lnTo>
                    <a:lnTo>
                      <a:pt x="919888" y="867744"/>
                    </a:lnTo>
                    <a:lnTo>
                      <a:pt x="924019" y="868069"/>
                    </a:lnTo>
                    <a:lnTo>
                      <a:pt x="929663" y="880107"/>
                    </a:lnTo>
                    <a:lnTo>
                      <a:pt x="933096" y="898679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6" name="ph346"/>
              <p:cNvSpPr/>
              <p:nvPr/>
            </p:nvSpPr>
            <p:spPr>
              <a:xfrm>
                <a:off x="4019344" y="6469219"/>
                <a:ext cx="931797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31797" h="914400">
                    <a:moveTo>
                      <a:pt x="914400" y="914400"/>
                    </a:moveTo>
                    <a:lnTo>
                      <a:pt x="899155" y="906350"/>
                    </a:lnTo>
                    <a:lnTo>
                      <a:pt x="874349" y="876028"/>
                    </a:lnTo>
                    <a:lnTo>
                      <a:pt x="871227" y="867979"/>
                    </a:lnTo>
                    <a:lnTo>
                      <a:pt x="884260" y="873123"/>
                    </a:lnTo>
                    <a:lnTo>
                      <a:pt x="900435" y="888969"/>
                    </a:lnTo>
                    <a:lnTo>
                      <a:pt x="913682" y="892344"/>
                    </a:lnTo>
                    <a:lnTo>
                      <a:pt x="931797" y="905754"/>
                    </a:lnTo>
                    <a:lnTo>
                      <a:pt x="927724" y="910555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7" name="ph347"/>
              <p:cNvSpPr/>
              <p:nvPr/>
            </p:nvSpPr>
            <p:spPr>
              <a:xfrm>
                <a:off x="3936470" y="6454052"/>
                <a:ext cx="92656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26560" h="914400">
                    <a:moveTo>
                      <a:pt x="914400" y="914400"/>
                    </a:moveTo>
                    <a:lnTo>
                      <a:pt x="914400" y="874953"/>
                    </a:lnTo>
                    <a:lnTo>
                      <a:pt x="925862" y="903415"/>
                    </a:lnTo>
                    <a:lnTo>
                      <a:pt x="926560" y="911374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8" name="ph348"/>
              <p:cNvSpPr/>
              <p:nvPr/>
            </p:nvSpPr>
            <p:spPr>
              <a:xfrm>
                <a:off x="4053712" y="6126226"/>
                <a:ext cx="928577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28577" h="914400">
                    <a:moveTo>
                      <a:pt x="914400" y="914400"/>
                    </a:moveTo>
                    <a:lnTo>
                      <a:pt x="901812" y="907487"/>
                    </a:lnTo>
                    <a:lnTo>
                      <a:pt x="900493" y="883573"/>
                    </a:lnTo>
                    <a:lnTo>
                      <a:pt x="905265" y="862095"/>
                    </a:lnTo>
                    <a:lnTo>
                      <a:pt x="899659" y="842892"/>
                    </a:lnTo>
                    <a:lnTo>
                      <a:pt x="905827" y="830546"/>
                    </a:lnTo>
                    <a:lnTo>
                      <a:pt x="923534" y="859298"/>
                    </a:lnTo>
                    <a:lnTo>
                      <a:pt x="928577" y="872816"/>
                    </a:lnTo>
                    <a:lnTo>
                      <a:pt x="921750" y="888969"/>
                    </a:lnTo>
                    <a:lnTo>
                      <a:pt x="917774" y="907758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9" name="ph349"/>
              <p:cNvSpPr/>
              <p:nvPr/>
            </p:nvSpPr>
            <p:spPr>
              <a:xfrm>
                <a:off x="4137343" y="5585080"/>
                <a:ext cx="946789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46789" h="914400">
                    <a:moveTo>
                      <a:pt x="914400" y="914400"/>
                    </a:moveTo>
                    <a:lnTo>
                      <a:pt x="887072" y="902145"/>
                    </a:lnTo>
                    <a:lnTo>
                      <a:pt x="899136" y="885017"/>
                    </a:lnTo>
                    <a:lnTo>
                      <a:pt x="929159" y="877129"/>
                    </a:lnTo>
                    <a:lnTo>
                      <a:pt x="946789" y="879728"/>
                    </a:lnTo>
                    <a:lnTo>
                      <a:pt x="927394" y="896730"/>
                    </a:lnTo>
                    <a:lnTo>
                      <a:pt x="922487" y="905736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0" name="ph350"/>
              <p:cNvSpPr/>
              <p:nvPr/>
            </p:nvSpPr>
            <p:spPr>
              <a:xfrm>
                <a:off x="4939572" y="6407205"/>
                <a:ext cx="931545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31545" h="914400">
                    <a:moveTo>
                      <a:pt x="914399" y="914400"/>
                    </a:moveTo>
                    <a:lnTo>
                      <a:pt x="881583" y="904040"/>
                    </a:lnTo>
                    <a:lnTo>
                      <a:pt x="841591" y="878429"/>
                    </a:lnTo>
                    <a:lnTo>
                      <a:pt x="847448" y="828236"/>
                    </a:lnTo>
                    <a:lnTo>
                      <a:pt x="857708" y="806542"/>
                    </a:lnTo>
                    <a:lnTo>
                      <a:pt x="930652" y="862799"/>
                    </a:lnTo>
                    <a:lnTo>
                      <a:pt x="931545" y="884006"/>
                    </a:lnTo>
                    <a:lnTo>
                      <a:pt x="921731" y="908137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1" name="pt351"/>
              <p:cNvSpPr/>
              <p:nvPr/>
            </p:nvSpPr>
            <p:spPr>
              <a:xfrm>
                <a:off x="5368493" y="6985549"/>
                <a:ext cx="117405" cy="117405"/>
              </a:xfrm>
              <a:prstGeom prst="ellipse">
                <a:avLst/>
              </a:prstGeom>
              <a:solidFill>
                <a:srgbClr val="D7466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2" name="pt352"/>
              <p:cNvSpPr/>
              <p:nvPr/>
            </p:nvSpPr>
            <p:spPr>
              <a:xfrm>
                <a:off x="6595224" y="5477611"/>
                <a:ext cx="117405" cy="117405"/>
              </a:xfrm>
              <a:prstGeom prst="ellipse">
                <a:avLst/>
              </a:prstGeom>
              <a:solidFill>
                <a:srgbClr val="B6387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3" name="pt353"/>
              <p:cNvSpPr/>
              <p:nvPr/>
            </p:nvSpPr>
            <p:spPr>
              <a:xfrm>
                <a:off x="5298886" y="6822312"/>
                <a:ext cx="117405" cy="117405"/>
              </a:xfrm>
              <a:prstGeom prst="ellipse">
                <a:avLst/>
              </a:prstGeom>
              <a:solidFill>
                <a:srgbClr val="F88E6C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4" name="pt354"/>
              <p:cNvSpPr/>
              <p:nvPr/>
            </p:nvSpPr>
            <p:spPr>
              <a:xfrm>
                <a:off x="6128892" y="6268510"/>
                <a:ext cx="117405" cy="117405"/>
              </a:xfrm>
              <a:prstGeom prst="ellipse">
                <a:avLst/>
              </a:prstGeom>
              <a:solidFill>
                <a:srgbClr val="B6387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5" name="pt355"/>
              <p:cNvSpPr/>
              <p:nvPr/>
            </p:nvSpPr>
            <p:spPr>
              <a:xfrm>
                <a:off x="6053678" y="6653194"/>
                <a:ext cx="117405" cy="117405"/>
              </a:xfrm>
              <a:prstGeom prst="ellipse">
                <a:avLst/>
              </a:prstGeom>
              <a:solidFill>
                <a:srgbClr val="B6387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6" name="pt356"/>
              <p:cNvSpPr/>
              <p:nvPr/>
            </p:nvSpPr>
            <p:spPr>
              <a:xfrm>
                <a:off x="5384574" y="7118361"/>
                <a:ext cx="117405" cy="117405"/>
              </a:xfrm>
              <a:prstGeom prst="ellipse">
                <a:avLst/>
              </a:prstGeom>
              <a:solidFill>
                <a:srgbClr val="E9686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7" name="pt357"/>
              <p:cNvSpPr/>
              <p:nvPr/>
            </p:nvSpPr>
            <p:spPr>
              <a:xfrm>
                <a:off x="5013739" y="5831552"/>
                <a:ext cx="117405" cy="117405"/>
              </a:xfrm>
              <a:prstGeom prst="ellipse">
                <a:avLst/>
              </a:prstGeom>
              <a:solidFill>
                <a:srgbClr val="7B237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8" name="pt358"/>
              <p:cNvSpPr/>
              <p:nvPr/>
            </p:nvSpPr>
            <p:spPr>
              <a:xfrm>
                <a:off x="5103639" y="6136412"/>
                <a:ext cx="117405" cy="117405"/>
              </a:xfrm>
              <a:prstGeom prst="ellipse">
                <a:avLst/>
              </a:prstGeom>
              <a:solidFill>
                <a:srgbClr val="FCFDB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9" name="pg359"/>
              <p:cNvSpPr/>
              <p:nvPr/>
            </p:nvSpPr>
            <p:spPr>
              <a:xfrm>
                <a:off x="5483379" y="6913070"/>
                <a:ext cx="379476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79476" h="191749">
                    <a:moveTo>
                      <a:pt x="27431" y="191749"/>
                    </a:moveTo>
                    <a:lnTo>
                      <a:pt x="352044" y="191749"/>
                    </a:lnTo>
                    <a:lnTo>
                      <a:pt x="350939" y="191727"/>
                    </a:lnTo>
                    <a:lnTo>
                      <a:pt x="355350" y="191549"/>
                    </a:lnTo>
                    <a:lnTo>
                      <a:pt x="359676" y="190666"/>
                    </a:lnTo>
                    <a:lnTo>
                      <a:pt x="363803" y="189101"/>
                    </a:lnTo>
                    <a:lnTo>
                      <a:pt x="367627" y="186893"/>
                    </a:lnTo>
                    <a:lnTo>
                      <a:pt x="371046" y="184101"/>
                    </a:lnTo>
                    <a:lnTo>
                      <a:pt x="373974" y="180797"/>
                    </a:lnTo>
                    <a:lnTo>
                      <a:pt x="376333" y="177065"/>
                    </a:lnTo>
                    <a:lnTo>
                      <a:pt x="378064" y="173004"/>
                    </a:lnTo>
                    <a:lnTo>
                      <a:pt x="379120" y="168718"/>
                    </a:lnTo>
                    <a:lnTo>
                      <a:pt x="379476" y="164317"/>
                    </a:lnTo>
                    <a:lnTo>
                      <a:pt x="379476" y="27432"/>
                    </a:lnTo>
                    <a:lnTo>
                      <a:pt x="379120" y="23031"/>
                    </a:lnTo>
                    <a:lnTo>
                      <a:pt x="378064" y="18745"/>
                    </a:lnTo>
                    <a:lnTo>
                      <a:pt x="376333" y="14683"/>
                    </a:lnTo>
                    <a:lnTo>
                      <a:pt x="373974" y="10952"/>
                    </a:lnTo>
                    <a:lnTo>
                      <a:pt x="371046" y="7647"/>
                    </a:lnTo>
                    <a:lnTo>
                      <a:pt x="367627" y="4855"/>
                    </a:lnTo>
                    <a:lnTo>
                      <a:pt x="363803" y="2648"/>
                    </a:lnTo>
                    <a:lnTo>
                      <a:pt x="359676" y="1083"/>
                    </a:lnTo>
                    <a:lnTo>
                      <a:pt x="355350" y="200"/>
                    </a:lnTo>
                    <a:lnTo>
                      <a:pt x="352044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6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6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60" name="tx360"/>
              <p:cNvSpPr/>
              <p:nvPr/>
            </p:nvSpPr>
            <p:spPr>
              <a:xfrm>
                <a:off x="5529099" y="6958790"/>
                <a:ext cx="288036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BAR</a:t>
                </a:r>
              </a:p>
            </p:txBody>
          </p:sp>
          <p:sp>
            <p:nvSpPr>
              <p:cNvPr id="361" name="pg361"/>
              <p:cNvSpPr/>
              <p:nvPr/>
            </p:nvSpPr>
            <p:spPr>
              <a:xfrm>
                <a:off x="6352590" y="5595910"/>
                <a:ext cx="363931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63931" h="191749">
                    <a:moveTo>
                      <a:pt x="27431" y="191749"/>
                    </a:moveTo>
                    <a:lnTo>
                      <a:pt x="336499" y="191749"/>
                    </a:lnTo>
                    <a:lnTo>
                      <a:pt x="335394" y="191727"/>
                    </a:lnTo>
                    <a:lnTo>
                      <a:pt x="339805" y="191549"/>
                    </a:lnTo>
                    <a:lnTo>
                      <a:pt x="344131" y="190666"/>
                    </a:lnTo>
                    <a:lnTo>
                      <a:pt x="348259" y="189101"/>
                    </a:lnTo>
                    <a:lnTo>
                      <a:pt x="352082" y="186893"/>
                    </a:lnTo>
                    <a:lnTo>
                      <a:pt x="355502" y="184101"/>
                    </a:lnTo>
                    <a:lnTo>
                      <a:pt x="358429" y="180797"/>
                    </a:lnTo>
                    <a:lnTo>
                      <a:pt x="360789" y="177065"/>
                    </a:lnTo>
                    <a:lnTo>
                      <a:pt x="362519" y="173004"/>
                    </a:lnTo>
                    <a:lnTo>
                      <a:pt x="363575" y="168718"/>
                    </a:lnTo>
                    <a:lnTo>
                      <a:pt x="363931" y="164317"/>
                    </a:lnTo>
                    <a:lnTo>
                      <a:pt x="363931" y="27431"/>
                    </a:lnTo>
                    <a:lnTo>
                      <a:pt x="363575" y="23031"/>
                    </a:lnTo>
                    <a:lnTo>
                      <a:pt x="362519" y="18745"/>
                    </a:lnTo>
                    <a:lnTo>
                      <a:pt x="360789" y="14683"/>
                    </a:lnTo>
                    <a:lnTo>
                      <a:pt x="358429" y="10952"/>
                    </a:lnTo>
                    <a:lnTo>
                      <a:pt x="355502" y="7647"/>
                    </a:lnTo>
                    <a:lnTo>
                      <a:pt x="352082" y="4855"/>
                    </a:lnTo>
                    <a:lnTo>
                      <a:pt x="348259" y="2648"/>
                    </a:lnTo>
                    <a:lnTo>
                      <a:pt x="344131" y="1083"/>
                    </a:lnTo>
                    <a:lnTo>
                      <a:pt x="339805" y="200"/>
                    </a:lnTo>
                    <a:lnTo>
                      <a:pt x="336499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6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1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6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62" name="tx362"/>
              <p:cNvSpPr/>
              <p:nvPr/>
            </p:nvSpPr>
            <p:spPr>
              <a:xfrm>
                <a:off x="6398310" y="5641630"/>
                <a:ext cx="272491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BJO</a:t>
                </a:r>
              </a:p>
            </p:txBody>
          </p:sp>
          <p:sp>
            <p:nvSpPr>
              <p:cNvPr id="363" name="pg363"/>
              <p:cNvSpPr/>
              <p:nvPr/>
            </p:nvSpPr>
            <p:spPr>
              <a:xfrm>
                <a:off x="5032790" y="6629404"/>
                <a:ext cx="410565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410565" h="191749">
                    <a:moveTo>
                      <a:pt x="27431" y="191749"/>
                    </a:moveTo>
                    <a:lnTo>
                      <a:pt x="383133" y="191749"/>
                    </a:lnTo>
                    <a:lnTo>
                      <a:pt x="382029" y="191727"/>
                    </a:lnTo>
                    <a:lnTo>
                      <a:pt x="386440" y="191549"/>
                    </a:lnTo>
                    <a:lnTo>
                      <a:pt x="390765" y="190666"/>
                    </a:lnTo>
                    <a:lnTo>
                      <a:pt x="394893" y="189101"/>
                    </a:lnTo>
                    <a:lnTo>
                      <a:pt x="398716" y="186893"/>
                    </a:lnTo>
                    <a:lnTo>
                      <a:pt x="402136" y="184101"/>
                    </a:lnTo>
                    <a:lnTo>
                      <a:pt x="405063" y="180797"/>
                    </a:lnTo>
                    <a:lnTo>
                      <a:pt x="407423" y="177065"/>
                    </a:lnTo>
                    <a:lnTo>
                      <a:pt x="409153" y="173004"/>
                    </a:lnTo>
                    <a:lnTo>
                      <a:pt x="410210" y="168718"/>
                    </a:lnTo>
                    <a:lnTo>
                      <a:pt x="410565" y="164317"/>
                    </a:lnTo>
                    <a:lnTo>
                      <a:pt x="410565" y="27431"/>
                    </a:lnTo>
                    <a:lnTo>
                      <a:pt x="410210" y="23031"/>
                    </a:lnTo>
                    <a:lnTo>
                      <a:pt x="409153" y="18745"/>
                    </a:lnTo>
                    <a:lnTo>
                      <a:pt x="407423" y="14683"/>
                    </a:lnTo>
                    <a:lnTo>
                      <a:pt x="405063" y="10952"/>
                    </a:lnTo>
                    <a:lnTo>
                      <a:pt x="402136" y="7647"/>
                    </a:lnTo>
                    <a:lnTo>
                      <a:pt x="398716" y="4855"/>
                    </a:lnTo>
                    <a:lnTo>
                      <a:pt x="394893" y="2648"/>
                    </a:lnTo>
                    <a:lnTo>
                      <a:pt x="390765" y="1083"/>
                    </a:lnTo>
                    <a:lnTo>
                      <a:pt x="386440" y="200"/>
                    </a:lnTo>
                    <a:lnTo>
                      <a:pt x="383133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6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1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6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64" name="tx364"/>
              <p:cNvSpPr/>
              <p:nvPr/>
            </p:nvSpPr>
            <p:spPr>
              <a:xfrm>
                <a:off x="5078510" y="6675124"/>
                <a:ext cx="319125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HOG</a:t>
                </a:r>
              </a:p>
            </p:txBody>
          </p:sp>
          <p:sp>
            <p:nvSpPr>
              <p:cNvPr id="365" name="pg365"/>
              <p:cNvSpPr/>
              <p:nvPr/>
            </p:nvSpPr>
            <p:spPr>
              <a:xfrm>
                <a:off x="5866828" y="6386891"/>
                <a:ext cx="402701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402701" h="191749">
                    <a:moveTo>
                      <a:pt x="27431" y="191749"/>
                    </a:moveTo>
                    <a:lnTo>
                      <a:pt x="375269" y="191749"/>
                    </a:lnTo>
                    <a:lnTo>
                      <a:pt x="374165" y="191727"/>
                    </a:lnTo>
                    <a:lnTo>
                      <a:pt x="378576" y="191549"/>
                    </a:lnTo>
                    <a:lnTo>
                      <a:pt x="382901" y="190666"/>
                    </a:lnTo>
                    <a:lnTo>
                      <a:pt x="387029" y="189101"/>
                    </a:lnTo>
                    <a:lnTo>
                      <a:pt x="390852" y="186893"/>
                    </a:lnTo>
                    <a:lnTo>
                      <a:pt x="394272" y="184101"/>
                    </a:lnTo>
                    <a:lnTo>
                      <a:pt x="397200" y="180797"/>
                    </a:lnTo>
                    <a:lnTo>
                      <a:pt x="399559" y="177065"/>
                    </a:lnTo>
                    <a:lnTo>
                      <a:pt x="401290" y="173004"/>
                    </a:lnTo>
                    <a:lnTo>
                      <a:pt x="402346" y="168718"/>
                    </a:lnTo>
                    <a:lnTo>
                      <a:pt x="402701" y="164317"/>
                    </a:lnTo>
                    <a:lnTo>
                      <a:pt x="402701" y="27431"/>
                    </a:lnTo>
                    <a:lnTo>
                      <a:pt x="402346" y="23031"/>
                    </a:lnTo>
                    <a:lnTo>
                      <a:pt x="401290" y="18745"/>
                    </a:lnTo>
                    <a:lnTo>
                      <a:pt x="399559" y="14683"/>
                    </a:lnTo>
                    <a:lnTo>
                      <a:pt x="397200" y="10952"/>
                    </a:lnTo>
                    <a:lnTo>
                      <a:pt x="394272" y="7647"/>
                    </a:lnTo>
                    <a:lnTo>
                      <a:pt x="390852" y="4855"/>
                    </a:lnTo>
                    <a:lnTo>
                      <a:pt x="387029" y="2648"/>
                    </a:lnTo>
                    <a:lnTo>
                      <a:pt x="382901" y="1083"/>
                    </a:lnTo>
                    <a:lnTo>
                      <a:pt x="378576" y="200"/>
                    </a:lnTo>
                    <a:lnTo>
                      <a:pt x="375269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6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1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6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66" name="tx366"/>
              <p:cNvSpPr/>
              <p:nvPr/>
            </p:nvSpPr>
            <p:spPr>
              <a:xfrm>
                <a:off x="5912548" y="6432611"/>
                <a:ext cx="311261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HOR</a:t>
                </a:r>
              </a:p>
            </p:txBody>
          </p:sp>
          <p:sp>
            <p:nvSpPr>
              <p:cNvPr id="367" name="pg367"/>
              <p:cNvSpPr/>
              <p:nvPr/>
            </p:nvSpPr>
            <p:spPr>
              <a:xfrm>
                <a:off x="6053419" y="6771419"/>
                <a:ext cx="356250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56250" h="191749">
                    <a:moveTo>
                      <a:pt x="27431" y="191749"/>
                    </a:moveTo>
                    <a:lnTo>
                      <a:pt x="328818" y="191749"/>
                    </a:lnTo>
                    <a:lnTo>
                      <a:pt x="327713" y="191727"/>
                    </a:lnTo>
                    <a:lnTo>
                      <a:pt x="332124" y="191549"/>
                    </a:lnTo>
                    <a:lnTo>
                      <a:pt x="336450" y="190666"/>
                    </a:lnTo>
                    <a:lnTo>
                      <a:pt x="340578" y="189101"/>
                    </a:lnTo>
                    <a:lnTo>
                      <a:pt x="344401" y="186893"/>
                    </a:lnTo>
                    <a:lnTo>
                      <a:pt x="347821" y="184101"/>
                    </a:lnTo>
                    <a:lnTo>
                      <a:pt x="350748" y="180797"/>
                    </a:lnTo>
                    <a:lnTo>
                      <a:pt x="353108" y="177065"/>
                    </a:lnTo>
                    <a:lnTo>
                      <a:pt x="354838" y="173004"/>
                    </a:lnTo>
                    <a:lnTo>
                      <a:pt x="355895" y="168718"/>
                    </a:lnTo>
                    <a:lnTo>
                      <a:pt x="356250" y="164317"/>
                    </a:lnTo>
                    <a:lnTo>
                      <a:pt x="356250" y="27432"/>
                    </a:lnTo>
                    <a:lnTo>
                      <a:pt x="355895" y="23031"/>
                    </a:lnTo>
                    <a:lnTo>
                      <a:pt x="354838" y="18745"/>
                    </a:lnTo>
                    <a:lnTo>
                      <a:pt x="353108" y="14683"/>
                    </a:lnTo>
                    <a:lnTo>
                      <a:pt x="350748" y="10952"/>
                    </a:lnTo>
                    <a:lnTo>
                      <a:pt x="347821" y="7647"/>
                    </a:lnTo>
                    <a:lnTo>
                      <a:pt x="344401" y="4855"/>
                    </a:lnTo>
                    <a:lnTo>
                      <a:pt x="340578" y="2648"/>
                    </a:lnTo>
                    <a:lnTo>
                      <a:pt x="336450" y="1083"/>
                    </a:lnTo>
                    <a:lnTo>
                      <a:pt x="332124" y="200"/>
                    </a:lnTo>
                    <a:lnTo>
                      <a:pt x="328818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5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68" name="tx368"/>
              <p:cNvSpPr/>
              <p:nvPr/>
            </p:nvSpPr>
            <p:spPr>
              <a:xfrm>
                <a:off x="6099139" y="6817139"/>
                <a:ext cx="264810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KAL</a:t>
                </a:r>
              </a:p>
            </p:txBody>
          </p:sp>
          <p:sp>
            <p:nvSpPr>
              <p:cNvPr id="369" name="pg369"/>
              <p:cNvSpPr/>
              <p:nvPr/>
            </p:nvSpPr>
            <p:spPr>
              <a:xfrm>
                <a:off x="5368824" y="7236489"/>
                <a:ext cx="387156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87156" h="191749">
                    <a:moveTo>
                      <a:pt x="27431" y="191749"/>
                    </a:moveTo>
                    <a:lnTo>
                      <a:pt x="359724" y="191749"/>
                    </a:lnTo>
                    <a:lnTo>
                      <a:pt x="358620" y="191727"/>
                    </a:lnTo>
                    <a:lnTo>
                      <a:pt x="363031" y="191549"/>
                    </a:lnTo>
                    <a:lnTo>
                      <a:pt x="367357" y="190666"/>
                    </a:lnTo>
                    <a:lnTo>
                      <a:pt x="371484" y="189101"/>
                    </a:lnTo>
                    <a:lnTo>
                      <a:pt x="375308" y="186893"/>
                    </a:lnTo>
                    <a:lnTo>
                      <a:pt x="378727" y="184101"/>
                    </a:lnTo>
                    <a:lnTo>
                      <a:pt x="381655" y="180797"/>
                    </a:lnTo>
                    <a:lnTo>
                      <a:pt x="384014" y="177065"/>
                    </a:lnTo>
                    <a:lnTo>
                      <a:pt x="385745" y="173004"/>
                    </a:lnTo>
                    <a:lnTo>
                      <a:pt x="386801" y="168718"/>
                    </a:lnTo>
                    <a:lnTo>
                      <a:pt x="387156" y="164317"/>
                    </a:lnTo>
                    <a:lnTo>
                      <a:pt x="387156" y="27431"/>
                    </a:lnTo>
                    <a:lnTo>
                      <a:pt x="386801" y="23031"/>
                    </a:lnTo>
                    <a:lnTo>
                      <a:pt x="385745" y="18745"/>
                    </a:lnTo>
                    <a:lnTo>
                      <a:pt x="384014" y="14683"/>
                    </a:lnTo>
                    <a:lnTo>
                      <a:pt x="381655" y="10952"/>
                    </a:lnTo>
                    <a:lnTo>
                      <a:pt x="378727" y="7647"/>
                    </a:lnTo>
                    <a:lnTo>
                      <a:pt x="375308" y="4855"/>
                    </a:lnTo>
                    <a:lnTo>
                      <a:pt x="371484" y="2648"/>
                    </a:lnTo>
                    <a:lnTo>
                      <a:pt x="367357" y="1083"/>
                    </a:lnTo>
                    <a:lnTo>
                      <a:pt x="363031" y="200"/>
                    </a:lnTo>
                    <a:lnTo>
                      <a:pt x="359724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1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5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70" name="tx370"/>
              <p:cNvSpPr/>
              <p:nvPr/>
            </p:nvSpPr>
            <p:spPr>
              <a:xfrm>
                <a:off x="5414544" y="7282209"/>
                <a:ext cx="295716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KUR</a:t>
                </a:r>
              </a:p>
            </p:txBody>
          </p:sp>
          <p:sp>
            <p:nvSpPr>
              <p:cNvPr id="371" name="pg371"/>
              <p:cNvSpPr/>
              <p:nvPr/>
            </p:nvSpPr>
            <p:spPr>
              <a:xfrm>
                <a:off x="4797289" y="5950050"/>
                <a:ext cx="343082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43082" h="191749">
                    <a:moveTo>
                      <a:pt x="27431" y="191749"/>
                    </a:moveTo>
                    <a:lnTo>
                      <a:pt x="315650" y="191749"/>
                    </a:lnTo>
                    <a:lnTo>
                      <a:pt x="314546" y="191727"/>
                    </a:lnTo>
                    <a:lnTo>
                      <a:pt x="318957" y="191549"/>
                    </a:lnTo>
                    <a:lnTo>
                      <a:pt x="323282" y="190666"/>
                    </a:lnTo>
                    <a:lnTo>
                      <a:pt x="327410" y="189101"/>
                    </a:lnTo>
                    <a:lnTo>
                      <a:pt x="331234" y="186893"/>
                    </a:lnTo>
                    <a:lnTo>
                      <a:pt x="334653" y="184101"/>
                    </a:lnTo>
                    <a:lnTo>
                      <a:pt x="337581" y="180797"/>
                    </a:lnTo>
                    <a:lnTo>
                      <a:pt x="339940" y="177065"/>
                    </a:lnTo>
                    <a:lnTo>
                      <a:pt x="341671" y="173004"/>
                    </a:lnTo>
                    <a:lnTo>
                      <a:pt x="342727" y="168718"/>
                    </a:lnTo>
                    <a:lnTo>
                      <a:pt x="343082" y="164317"/>
                    </a:lnTo>
                    <a:lnTo>
                      <a:pt x="343082" y="27432"/>
                    </a:lnTo>
                    <a:lnTo>
                      <a:pt x="342727" y="23031"/>
                    </a:lnTo>
                    <a:lnTo>
                      <a:pt x="341671" y="18745"/>
                    </a:lnTo>
                    <a:lnTo>
                      <a:pt x="339940" y="14683"/>
                    </a:lnTo>
                    <a:lnTo>
                      <a:pt x="337581" y="10952"/>
                    </a:lnTo>
                    <a:lnTo>
                      <a:pt x="334653" y="7647"/>
                    </a:lnTo>
                    <a:lnTo>
                      <a:pt x="331234" y="4855"/>
                    </a:lnTo>
                    <a:lnTo>
                      <a:pt x="327410" y="2648"/>
                    </a:lnTo>
                    <a:lnTo>
                      <a:pt x="323282" y="1083"/>
                    </a:lnTo>
                    <a:lnTo>
                      <a:pt x="318957" y="200"/>
                    </a:lnTo>
                    <a:lnTo>
                      <a:pt x="315650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5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72" name="tx372"/>
              <p:cNvSpPr/>
              <p:nvPr/>
            </p:nvSpPr>
            <p:spPr>
              <a:xfrm>
                <a:off x="4843009" y="5995770"/>
                <a:ext cx="251642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VAT</a:t>
                </a:r>
              </a:p>
            </p:txBody>
          </p:sp>
          <p:sp>
            <p:nvSpPr>
              <p:cNvPr id="373" name="pg373"/>
              <p:cNvSpPr/>
              <p:nvPr/>
            </p:nvSpPr>
            <p:spPr>
              <a:xfrm>
                <a:off x="5231356" y="6218372"/>
                <a:ext cx="317296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17296" h="191749">
                    <a:moveTo>
                      <a:pt x="27431" y="191749"/>
                    </a:moveTo>
                    <a:lnTo>
                      <a:pt x="289864" y="191749"/>
                    </a:lnTo>
                    <a:lnTo>
                      <a:pt x="288760" y="191727"/>
                    </a:lnTo>
                    <a:lnTo>
                      <a:pt x="293171" y="191549"/>
                    </a:lnTo>
                    <a:lnTo>
                      <a:pt x="297496" y="190666"/>
                    </a:lnTo>
                    <a:lnTo>
                      <a:pt x="301624" y="189101"/>
                    </a:lnTo>
                    <a:lnTo>
                      <a:pt x="305447" y="186893"/>
                    </a:lnTo>
                    <a:lnTo>
                      <a:pt x="308867" y="184101"/>
                    </a:lnTo>
                    <a:lnTo>
                      <a:pt x="311795" y="180797"/>
                    </a:lnTo>
                    <a:lnTo>
                      <a:pt x="314154" y="177065"/>
                    </a:lnTo>
                    <a:lnTo>
                      <a:pt x="315885" y="173004"/>
                    </a:lnTo>
                    <a:lnTo>
                      <a:pt x="316941" y="168718"/>
                    </a:lnTo>
                    <a:lnTo>
                      <a:pt x="317296" y="164317"/>
                    </a:lnTo>
                    <a:lnTo>
                      <a:pt x="317296" y="27432"/>
                    </a:lnTo>
                    <a:lnTo>
                      <a:pt x="316941" y="23031"/>
                    </a:lnTo>
                    <a:lnTo>
                      <a:pt x="315885" y="18745"/>
                    </a:lnTo>
                    <a:lnTo>
                      <a:pt x="314154" y="14683"/>
                    </a:lnTo>
                    <a:lnTo>
                      <a:pt x="311795" y="10952"/>
                    </a:lnTo>
                    <a:lnTo>
                      <a:pt x="308867" y="7647"/>
                    </a:lnTo>
                    <a:lnTo>
                      <a:pt x="305447" y="4855"/>
                    </a:lnTo>
                    <a:lnTo>
                      <a:pt x="301624" y="2648"/>
                    </a:lnTo>
                    <a:lnTo>
                      <a:pt x="297496" y="1083"/>
                    </a:lnTo>
                    <a:lnTo>
                      <a:pt x="293171" y="200"/>
                    </a:lnTo>
                    <a:lnTo>
                      <a:pt x="289864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6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6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74" name="tx374"/>
              <p:cNvSpPr/>
              <p:nvPr/>
            </p:nvSpPr>
            <p:spPr>
              <a:xfrm>
                <a:off x="5277076" y="6264092"/>
                <a:ext cx="225856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VIK</a:t>
                </a:r>
              </a:p>
            </p:txBody>
          </p:sp>
          <p:sp>
            <p:nvSpPr>
              <p:cNvPr id="375" name="rc375"/>
              <p:cNvSpPr/>
              <p:nvPr/>
            </p:nvSpPr>
            <p:spPr>
              <a:xfrm>
                <a:off x="4751569" y="4976262"/>
                <a:ext cx="2184636" cy="2846169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76" name="tx376"/>
              <p:cNvSpPr/>
              <p:nvPr/>
            </p:nvSpPr>
            <p:spPr>
              <a:xfrm>
                <a:off x="4439216" y="7652369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54</a:t>
                </a:r>
              </a:p>
            </p:txBody>
          </p:sp>
          <p:sp>
            <p:nvSpPr>
              <p:cNvPr id="377" name="tx377"/>
              <p:cNvSpPr/>
              <p:nvPr/>
            </p:nvSpPr>
            <p:spPr>
              <a:xfrm>
                <a:off x="4563574" y="7633898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78" name="tx378"/>
              <p:cNvSpPr/>
              <p:nvPr/>
            </p:nvSpPr>
            <p:spPr>
              <a:xfrm>
                <a:off x="4608288" y="7652369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79" name="tx379"/>
              <p:cNvSpPr/>
              <p:nvPr/>
            </p:nvSpPr>
            <p:spPr>
              <a:xfrm>
                <a:off x="4439216" y="728273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55</a:t>
                </a:r>
              </a:p>
            </p:txBody>
          </p:sp>
          <p:sp>
            <p:nvSpPr>
              <p:cNvPr id="380" name="tx380"/>
              <p:cNvSpPr/>
              <p:nvPr/>
            </p:nvSpPr>
            <p:spPr>
              <a:xfrm>
                <a:off x="4563574" y="726426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81" name="tx381"/>
              <p:cNvSpPr/>
              <p:nvPr/>
            </p:nvSpPr>
            <p:spPr>
              <a:xfrm>
                <a:off x="4608288" y="7282737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82" name="tx382"/>
              <p:cNvSpPr/>
              <p:nvPr/>
            </p:nvSpPr>
            <p:spPr>
              <a:xfrm>
                <a:off x="4439216" y="691328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56</a:t>
                </a:r>
              </a:p>
            </p:txBody>
          </p:sp>
          <p:sp>
            <p:nvSpPr>
              <p:cNvPr id="383" name="tx383"/>
              <p:cNvSpPr/>
              <p:nvPr/>
            </p:nvSpPr>
            <p:spPr>
              <a:xfrm>
                <a:off x="4563574" y="689481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84" name="tx384"/>
              <p:cNvSpPr/>
              <p:nvPr/>
            </p:nvSpPr>
            <p:spPr>
              <a:xfrm>
                <a:off x="4608288" y="6913287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85" name="tx385"/>
              <p:cNvSpPr/>
              <p:nvPr/>
            </p:nvSpPr>
            <p:spPr>
              <a:xfrm>
                <a:off x="4439216" y="6543472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57</a:t>
                </a:r>
              </a:p>
            </p:txBody>
          </p:sp>
          <p:sp>
            <p:nvSpPr>
              <p:cNvPr id="386" name="tx386"/>
              <p:cNvSpPr/>
              <p:nvPr/>
            </p:nvSpPr>
            <p:spPr>
              <a:xfrm>
                <a:off x="4563574" y="6525001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87" name="tx387"/>
              <p:cNvSpPr/>
              <p:nvPr/>
            </p:nvSpPr>
            <p:spPr>
              <a:xfrm>
                <a:off x="4608288" y="6543472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88" name="tx388"/>
              <p:cNvSpPr/>
              <p:nvPr/>
            </p:nvSpPr>
            <p:spPr>
              <a:xfrm>
                <a:off x="4439216" y="6174023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58</a:t>
                </a:r>
              </a:p>
            </p:txBody>
          </p:sp>
          <p:sp>
            <p:nvSpPr>
              <p:cNvPr id="389" name="tx389"/>
              <p:cNvSpPr/>
              <p:nvPr/>
            </p:nvSpPr>
            <p:spPr>
              <a:xfrm>
                <a:off x="4563574" y="6155552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90" name="tx390"/>
              <p:cNvSpPr/>
              <p:nvPr/>
            </p:nvSpPr>
            <p:spPr>
              <a:xfrm>
                <a:off x="4608288" y="6174023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91" name="tx391"/>
              <p:cNvSpPr/>
              <p:nvPr/>
            </p:nvSpPr>
            <p:spPr>
              <a:xfrm>
                <a:off x="4439216" y="5804390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59</a:t>
                </a:r>
              </a:p>
            </p:txBody>
          </p:sp>
          <p:sp>
            <p:nvSpPr>
              <p:cNvPr id="392" name="tx392"/>
              <p:cNvSpPr/>
              <p:nvPr/>
            </p:nvSpPr>
            <p:spPr>
              <a:xfrm>
                <a:off x="4563574" y="5785919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93" name="tx393"/>
              <p:cNvSpPr/>
              <p:nvPr/>
            </p:nvSpPr>
            <p:spPr>
              <a:xfrm>
                <a:off x="4608288" y="5804390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94" name="tx394"/>
              <p:cNvSpPr/>
              <p:nvPr/>
            </p:nvSpPr>
            <p:spPr>
              <a:xfrm>
                <a:off x="4439216" y="5434758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60</a:t>
                </a:r>
              </a:p>
            </p:txBody>
          </p:sp>
          <p:sp>
            <p:nvSpPr>
              <p:cNvPr id="395" name="tx395"/>
              <p:cNvSpPr/>
              <p:nvPr/>
            </p:nvSpPr>
            <p:spPr>
              <a:xfrm>
                <a:off x="4563574" y="5416287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96" name="tx396"/>
              <p:cNvSpPr/>
              <p:nvPr/>
            </p:nvSpPr>
            <p:spPr>
              <a:xfrm>
                <a:off x="4608288" y="5434758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97" name="tx397"/>
              <p:cNvSpPr/>
              <p:nvPr/>
            </p:nvSpPr>
            <p:spPr>
              <a:xfrm>
                <a:off x="4439216" y="5065126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61</a:t>
                </a:r>
              </a:p>
            </p:txBody>
          </p:sp>
          <p:sp>
            <p:nvSpPr>
              <p:cNvPr id="398" name="tx398"/>
              <p:cNvSpPr/>
              <p:nvPr/>
            </p:nvSpPr>
            <p:spPr>
              <a:xfrm>
                <a:off x="4563574" y="5046655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99" name="tx399"/>
              <p:cNvSpPr/>
              <p:nvPr/>
            </p:nvSpPr>
            <p:spPr>
              <a:xfrm>
                <a:off x="4608288" y="5065126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400" name="pl400"/>
              <p:cNvSpPr/>
              <p:nvPr/>
            </p:nvSpPr>
            <p:spPr>
              <a:xfrm>
                <a:off x="4716774" y="7693060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1" name="pl401"/>
              <p:cNvSpPr/>
              <p:nvPr/>
            </p:nvSpPr>
            <p:spPr>
              <a:xfrm>
                <a:off x="4716774" y="7323428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2" name="pl402"/>
              <p:cNvSpPr/>
              <p:nvPr/>
            </p:nvSpPr>
            <p:spPr>
              <a:xfrm>
                <a:off x="4716774" y="6953795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3" name="pl403"/>
              <p:cNvSpPr/>
              <p:nvPr/>
            </p:nvSpPr>
            <p:spPr>
              <a:xfrm>
                <a:off x="4716774" y="658416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4" name="pl404"/>
              <p:cNvSpPr/>
              <p:nvPr/>
            </p:nvSpPr>
            <p:spPr>
              <a:xfrm>
                <a:off x="4716774" y="6214531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5" name="pl405"/>
              <p:cNvSpPr/>
              <p:nvPr/>
            </p:nvSpPr>
            <p:spPr>
              <a:xfrm>
                <a:off x="4716774" y="5844898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6" name="pl406"/>
              <p:cNvSpPr/>
              <p:nvPr/>
            </p:nvSpPr>
            <p:spPr>
              <a:xfrm>
                <a:off x="4716774" y="5475266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7" name="pl407"/>
              <p:cNvSpPr/>
              <p:nvPr/>
            </p:nvSpPr>
            <p:spPr>
              <a:xfrm>
                <a:off x="4716774" y="510563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8" name="pl408"/>
              <p:cNvSpPr/>
              <p:nvPr/>
            </p:nvSpPr>
            <p:spPr>
              <a:xfrm>
                <a:off x="4850870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9" name="pl409"/>
              <p:cNvSpPr/>
              <p:nvPr/>
            </p:nvSpPr>
            <p:spPr>
              <a:xfrm>
                <a:off x="5248077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10" name="pl410"/>
              <p:cNvSpPr/>
              <p:nvPr/>
            </p:nvSpPr>
            <p:spPr>
              <a:xfrm>
                <a:off x="5645284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11" name="pl411"/>
              <p:cNvSpPr/>
              <p:nvPr/>
            </p:nvSpPr>
            <p:spPr>
              <a:xfrm>
                <a:off x="6042490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12" name="pl412"/>
              <p:cNvSpPr/>
              <p:nvPr/>
            </p:nvSpPr>
            <p:spPr>
              <a:xfrm>
                <a:off x="6439697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13" name="pl413"/>
              <p:cNvSpPr/>
              <p:nvPr/>
            </p:nvSpPr>
            <p:spPr>
              <a:xfrm>
                <a:off x="6836903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14" name="tx414"/>
              <p:cNvSpPr/>
              <p:nvPr/>
            </p:nvSpPr>
            <p:spPr>
              <a:xfrm>
                <a:off x="4729072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10</a:t>
                </a:r>
              </a:p>
            </p:txBody>
          </p:sp>
          <p:sp>
            <p:nvSpPr>
              <p:cNvPr id="415" name="tx415"/>
              <p:cNvSpPr/>
              <p:nvPr/>
            </p:nvSpPr>
            <p:spPr>
              <a:xfrm>
                <a:off x="4853431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16" name="tx416"/>
              <p:cNvSpPr/>
              <p:nvPr/>
            </p:nvSpPr>
            <p:spPr>
              <a:xfrm>
                <a:off x="4898145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17" name="tx417"/>
              <p:cNvSpPr/>
              <p:nvPr/>
            </p:nvSpPr>
            <p:spPr>
              <a:xfrm>
                <a:off x="5126279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12</a:t>
                </a:r>
              </a:p>
            </p:txBody>
          </p:sp>
          <p:sp>
            <p:nvSpPr>
              <p:cNvPr id="418" name="tx418"/>
              <p:cNvSpPr/>
              <p:nvPr/>
            </p:nvSpPr>
            <p:spPr>
              <a:xfrm>
                <a:off x="5250637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19" name="tx419"/>
              <p:cNvSpPr/>
              <p:nvPr/>
            </p:nvSpPr>
            <p:spPr>
              <a:xfrm>
                <a:off x="5295351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20" name="tx420"/>
              <p:cNvSpPr/>
              <p:nvPr/>
            </p:nvSpPr>
            <p:spPr>
              <a:xfrm>
                <a:off x="5523485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14</a:t>
                </a:r>
              </a:p>
            </p:txBody>
          </p:sp>
          <p:sp>
            <p:nvSpPr>
              <p:cNvPr id="421" name="tx421"/>
              <p:cNvSpPr/>
              <p:nvPr/>
            </p:nvSpPr>
            <p:spPr>
              <a:xfrm>
                <a:off x="5647844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22" name="tx422"/>
              <p:cNvSpPr/>
              <p:nvPr/>
            </p:nvSpPr>
            <p:spPr>
              <a:xfrm>
                <a:off x="5692558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23" name="tx423"/>
              <p:cNvSpPr/>
              <p:nvPr/>
            </p:nvSpPr>
            <p:spPr>
              <a:xfrm>
                <a:off x="5920692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16</a:t>
                </a:r>
              </a:p>
            </p:txBody>
          </p:sp>
          <p:sp>
            <p:nvSpPr>
              <p:cNvPr id="424" name="tx424"/>
              <p:cNvSpPr/>
              <p:nvPr/>
            </p:nvSpPr>
            <p:spPr>
              <a:xfrm>
                <a:off x="6045051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25" name="tx425"/>
              <p:cNvSpPr/>
              <p:nvPr/>
            </p:nvSpPr>
            <p:spPr>
              <a:xfrm>
                <a:off x="6089765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26" name="tx426"/>
              <p:cNvSpPr/>
              <p:nvPr/>
            </p:nvSpPr>
            <p:spPr>
              <a:xfrm>
                <a:off x="6317899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18</a:t>
                </a:r>
              </a:p>
            </p:txBody>
          </p:sp>
          <p:sp>
            <p:nvSpPr>
              <p:cNvPr id="427" name="tx427"/>
              <p:cNvSpPr/>
              <p:nvPr/>
            </p:nvSpPr>
            <p:spPr>
              <a:xfrm>
                <a:off x="6442257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28" name="tx428"/>
              <p:cNvSpPr/>
              <p:nvPr/>
            </p:nvSpPr>
            <p:spPr>
              <a:xfrm>
                <a:off x="6486971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29" name="tx429"/>
              <p:cNvSpPr/>
              <p:nvPr/>
            </p:nvSpPr>
            <p:spPr>
              <a:xfrm>
                <a:off x="6715105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20</a:t>
                </a:r>
              </a:p>
            </p:txBody>
          </p:sp>
          <p:sp>
            <p:nvSpPr>
              <p:cNvPr id="430" name="tx430"/>
              <p:cNvSpPr/>
              <p:nvPr/>
            </p:nvSpPr>
            <p:spPr>
              <a:xfrm>
                <a:off x="6839464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31" name="tx431"/>
              <p:cNvSpPr/>
              <p:nvPr/>
            </p:nvSpPr>
            <p:spPr>
              <a:xfrm>
                <a:off x="6884178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32" name="tx432"/>
              <p:cNvSpPr/>
              <p:nvPr/>
            </p:nvSpPr>
            <p:spPr>
              <a:xfrm>
                <a:off x="5536923" y="8029241"/>
                <a:ext cx="613928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Longitude</a:t>
                </a:r>
              </a:p>
            </p:txBody>
          </p:sp>
          <p:sp>
            <p:nvSpPr>
              <p:cNvPr id="433" name="tx433"/>
              <p:cNvSpPr/>
              <p:nvPr/>
            </p:nvSpPr>
            <p:spPr>
              <a:xfrm rot="16200000">
                <a:off x="4069375" y="6349329"/>
                <a:ext cx="497342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Latitude</a:t>
                </a:r>
              </a:p>
            </p:txBody>
          </p:sp>
          <p:sp>
            <p:nvSpPr>
              <p:cNvPr id="434" name="rc434"/>
              <p:cNvSpPr/>
              <p:nvPr/>
            </p:nvSpPr>
            <p:spPr>
              <a:xfrm>
                <a:off x="7075383" y="5680804"/>
                <a:ext cx="1000987" cy="143708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35" name="tx435"/>
              <p:cNvSpPr/>
              <p:nvPr/>
            </p:nvSpPr>
            <p:spPr>
              <a:xfrm>
                <a:off x="7144972" y="5765895"/>
                <a:ext cx="859536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Fitness Offset</a:t>
                </a:r>
              </a:p>
            </p:txBody>
          </p:sp>
          <p:pic>
            <p:nvPicPr>
              <p:cNvPr id="436" name="pic436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144972" y="5951021"/>
                <a:ext cx="219455" cy="1097280"/>
              </a:xfrm>
              <a:prstGeom prst="rect">
                <a:avLst/>
              </a:prstGeom>
            </p:spPr>
          </p:pic>
          <p:sp>
            <p:nvSpPr>
              <p:cNvPr id="437" name="pl437"/>
              <p:cNvSpPr/>
              <p:nvPr/>
            </p:nvSpPr>
            <p:spPr>
              <a:xfrm>
                <a:off x="7320537" y="7046472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0" y="0"/>
                    </a:moveTo>
                    <a:lnTo>
                      <a:pt x="43891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38" name="pl438"/>
              <p:cNvSpPr/>
              <p:nvPr/>
            </p:nvSpPr>
            <p:spPr>
              <a:xfrm>
                <a:off x="7320537" y="6773066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0" y="0"/>
                    </a:moveTo>
                    <a:lnTo>
                      <a:pt x="43891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39" name="pl439"/>
              <p:cNvSpPr/>
              <p:nvPr/>
            </p:nvSpPr>
            <p:spPr>
              <a:xfrm>
                <a:off x="7320537" y="6499661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0" y="0"/>
                    </a:moveTo>
                    <a:lnTo>
                      <a:pt x="43891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0" name="pl440"/>
              <p:cNvSpPr/>
              <p:nvPr/>
            </p:nvSpPr>
            <p:spPr>
              <a:xfrm>
                <a:off x="7320537" y="6226255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0" y="0"/>
                    </a:moveTo>
                    <a:lnTo>
                      <a:pt x="43891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1" name="pl441"/>
              <p:cNvSpPr/>
              <p:nvPr/>
            </p:nvSpPr>
            <p:spPr>
              <a:xfrm>
                <a:off x="7320537" y="5952849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0" y="0"/>
                    </a:moveTo>
                    <a:lnTo>
                      <a:pt x="43891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2" name="pl442"/>
              <p:cNvSpPr/>
              <p:nvPr/>
            </p:nvSpPr>
            <p:spPr>
              <a:xfrm>
                <a:off x="7144972" y="7046472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43891" y="0"/>
                    </a:moveTo>
                    <a:lnTo>
                      <a:pt x="0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3" name="pl443"/>
              <p:cNvSpPr/>
              <p:nvPr/>
            </p:nvSpPr>
            <p:spPr>
              <a:xfrm>
                <a:off x="7144972" y="6773066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43891" y="0"/>
                    </a:moveTo>
                    <a:lnTo>
                      <a:pt x="0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4" name="pl444"/>
              <p:cNvSpPr/>
              <p:nvPr/>
            </p:nvSpPr>
            <p:spPr>
              <a:xfrm>
                <a:off x="7144972" y="6499661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43891" y="0"/>
                    </a:moveTo>
                    <a:lnTo>
                      <a:pt x="0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5" name="pl445"/>
              <p:cNvSpPr/>
              <p:nvPr/>
            </p:nvSpPr>
            <p:spPr>
              <a:xfrm>
                <a:off x="7144972" y="6226255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43891" y="0"/>
                    </a:moveTo>
                    <a:lnTo>
                      <a:pt x="0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6" name="pl446"/>
              <p:cNvSpPr/>
              <p:nvPr/>
            </p:nvSpPr>
            <p:spPr>
              <a:xfrm>
                <a:off x="7144972" y="5952849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43891" y="0"/>
                    </a:moveTo>
                    <a:lnTo>
                      <a:pt x="0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7" name="tx447"/>
              <p:cNvSpPr/>
              <p:nvPr/>
            </p:nvSpPr>
            <p:spPr>
              <a:xfrm>
                <a:off x="7434017" y="7006467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-1.00</a:t>
                </a:r>
              </a:p>
            </p:txBody>
          </p:sp>
          <p:sp>
            <p:nvSpPr>
              <p:cNvPr id="448" name="tx448"/>
              <p:cNvSpPr/>
              <p:nvPr/>
            </p:nvSpPr>
            <p:spPr>
              <a:xfrm>
                <a:off x="7434017" y="6733061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-0.75</a:t>
                </a:r>
              </a:p>
            </p:txBody>
          </p:sp>
          <p:sp>
            <p:nvSpPr>
              <p:cNvPr id="449" name="tx449"/>
              <p:cNvSpPr/>
              <p:nvPr/>
            </p:nvSpPr>
            <p:spPr>
              <a:xfrm>
                <a:off x="7434017" y="6459656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-0.50</a:t>
                </a:r>
              </a:p>
            </p:txBody>
          </p:sp>
          <p:sp>
            <p:nvSpPr>
              <p:cNvPr id="450" name="tx450"/>
              <p:cNvSpPr/>
              <p:nvPr/>
            </p:nvSpPr>
            <p:spPr>
              <a:xfrm>
                <a:off x="7434017" y="6186250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-0.25</a:t>
                </a:r>
              </a:p>
            </p:txBody>
          </p:sp>
          <p:sp>
            <p:nvSpPr>
              <p:cNvPr id="451" name="tx451"/>
              <p:cNvSpPr/>
              <p:nvPr/>
            </p:nvSpPr>
            <p:spPr>
              <a:xfrm>
                <a:off x="7434017" y="5912844"/>
                <a:ext cx="21762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0.00</a:t>
                </a:r>
              </a:p>
            </p:txBody>
          </p:sp>
          <p:sp>
            <p:nvSpPr>
              <p:cNvPr id="606" name="tx302">
                <a:extLst>
                  <a:ext uri="{FF2B5EF4-FFF2-40B4-BE49-F238E27FC236}">
                    <a16:creationId xmlns:a16="http://schemas.microsoft.com/office/drawing/2014/main" id="{7C102C61-0D80-E8C5-65D3-97DDC29605BD}"/>
                  </a:ext>
                </a:extLst>
              </p:cNvPr>
              <p:cNvSpPr/>
              <p:nvPr/>
            </p:nvSpPr>
            <p:spPr>
              <a:xfrm>
                <a:off x="4248015" y="4413536"/>
                <a:ext cx="3128995" cy="462753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(</a:t>
                </a:r>
                <a:r>
                  <a:rPr lang="en-US"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C</a:t>
                </a:r>
                <a:r>
                  <a:rPr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) </a:t>
                </a:r>
                <a:r>
                  <a:rPr lang="en-US"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Current</a:t>
                </a:r>
                <a:r>
                  <a:rPr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 Future Survival</a:t>
                </a:r>
                <a:r>
                  <a:rPr lang="en-US"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 Offset</a:t>
                </a:r>
                <a:r>
                  <a:rPr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 </a:t>
                </a:r>
                <a:endPara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  <a:p>
                <a:r>
                  <a:rPr lang="en-US"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      in Future Treatments</a:t>
                </a:r>
                <a:endPara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612" name="ph478">
              <a:extLst>
                <a:ext uri="{FF2B5EF4-FFF2-40B4-BE49-F238E27FC236}">
                  <a16:creationId xmlns:a16="http://schemas.microsoft.com/office/drawing/2014/main" id="{A9E98452-B556-5181-1D9E-4DD60EDC6C3E}"/>
                </a:ext>
              </a:extLst>
            </p:cNvPr>
            <p:cNvSpPr/>
            <p:nvPr/>
          </p:nvSpPr>
          <p:spPr>
            <a:xfrm>
              <a:off x="4533731" y="4462272"/>
              <a:ext cx="968821" cy="1653339"/>
            </a:xfrm>
            <a:custGeom>
              <a:avLst/>
              <a:gdLst/>
              <a:ahLst/>
              <a:cxnLst/>
              <a:rect l="0" t="0" r="0" b="0"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352F6190-B6CE-5E02-BDBB-840B5D6B0FE7}"/>
              </a:ext>
            </a:extLst>
          </p:cNvPr>
          <p:cNvGrpSpPr/>
          <p:nvPr/>
        </p:nvGrpSpPr>
        <p:grpSpPr>
          <a:xfrm>
            <a:off x="8567936" y="4427984"/>
            <a:ext cx="4209489" cy="3922981"/>
            <a:chOff x="9880070" y="4431098"/>
            <a:chExt cx="4209489" cy="3922981"/>
          </a:xfrm>
        </p:grpSpPr>
        <p:sp>
          <p:nvSpPr>
            <p:cNvPr id="486" name="ph486"/>
            <p:cNvSpPr/>
            <p:nvPr/>
          </p:nvSpPr>
          <p:spPr>
            <a:xfrm>
              <a:off x="11866103" y="4431098"/>
              <a:ext cx="914400" cy="1013954"/>
            </a:xfrm>
            <a:custGeom>
              <a:avLst/>
              <a:gdLst/>
              <a:ahLst/>
              <a:cxnLst/>
              <a:rect l="0" t="0" r="0" b="0"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8" name="ph478"/>
            <p:cNvSpPr/>
            <p:nvPr/>
          </p:nvSpPr>
          <p:spPr>
            <a:xfrm>
              <a:off x="10337342" y="4453128"/>
              <a:ext cx="968821" cy="1653339"/>
            </a:xfrm>
            <a:custGeom>
              <a:avLst/>
              <a:gdLst/>
              <a:ahLst/>
              <a:cxnLst/>
              <a:rect l="0" t="0" r="0" b="0"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4" name="rc454"/>
            <p:cNvSpPr/>
            <p:nvPr/>
          </p:nvSpPr>
          <p:spPr>
            <a:xfrm>
              <a:off x="101420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7" name="ph487"/>
            <p:cNvSpPr/>
            <p:nvPr/>
          </p:nvSpPr>
          <p:spPr>
            <a:xfrm>
              <a:off x="11800064" y="4499970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4" name="rc584"/>
            <p:cNvSpPr/>
            <p:nvPr/>
          </p:nvSpPr>
          <p:spPr>
            <a:xfrm>
              <a:off x="13018983" y="5830169"/>
              <a:ext cx="1000987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586" name="tx586"/>
            <p:cNvSpPr/>
            <p:nvPr/>
          </p:nvSpPr>
          <p:spPr>
            <a:xfrm>
              <a:off x="13088572" y="6066136"/>
              <a:ext cx="859536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sp>
          <p:nvSpPr>
            <p:cNvPr id="455" name="rc455"/>
            <p:cNvSpPr/>
            <p:nvPr/>
          </p:nvSpPr>
          <p:spPr>
            <a:xfrm>
              <a:off x="10695169" y="5201065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456" name="pl456"/>
            <p:cNvSpPr/>
            <p:nvPr/>
          </p:nvSpPr>
          <p:spPr>
            <a:xfrm>
              <a:off x="10794470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7" name="pl457"/>
            <p:cNvSpPr/>
            <p:nvPr/>
          </p:nvSpPr>
          <p:spPr>
            <a:xfrm>
              <a:off x="11191677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8" name="pl458"/>
            <p:cNvSpPr/>
            <p:nvPr/>
          </p:nvSpPr>
          <p:spPr>
            <a:xfrm>
              <a:off x="11588884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9" name="pl459"/>
            <p:cNvSpPr/>
            <p:nvPr/>
          </p:nvSpPr>
          <p:spPr>
            <a:xfrm>
              <a:off x="11986090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0" name="pl460"/>
            <p:cNvSpPr/>
            <p:nvPr/>
          </p:nvSpPr>
          <p:spPr>
            <a:xfrm>
              <a:off x="12383297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1" name="pl461"/>
            <p:cNvSpPr/>
            <p:nvPr/>
          </p:nvSpPr>
          <p:spPr>
            <a:xfrm>
              <a:off x="12780503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2" name="pl462"/>
            <p:cNvSpPr/>
            <p:nvPr/>
          </p:nvSpPr>
          <p:spPr>
            <a:xfrm>
              <a:off x="10695169" y="7917863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3" name="pl463"/>
            <p:cNvSpPr/>
            <p:nvPr/>
          </p:nvSpPr>
          <p:spPr>
            <a:xfrm>
              <a:off x="10695169" y="7548231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4" name="pl464"/>
            <p:cNvSpPr/>
            <p:nvPr/>
          </p:nvSpPr>
          <p:spPr>
            <a:xfrm>
              <a:off x="10695169" y="7178598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5" name="pl465"/>
            <p:cNvSpPr/>
            <p:nvPr/>
          </p:nvSpPr>
          <p:spPr>
            <a:xfrm>
              <a:off x="10695169" y="6808966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6" name="pl466"/>
            <p:cNvSpPr/>
            <p:nvPr/>
          </p:nvSpPr>
          <p:spPr>
            <a:xfrm>
              <a:off x="10695169" y="6439334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7" name="pl467"/>
            <p:cNvSpPr/>
            <p:nvPr/>
          </p:nvSpPr>
          <p:spPr>
            <a:xfrm>
              <a:off x="10695169" y="6069701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8" name="pl468"/>
            <p:cNvSpPr/>
            <p:nvPr/>
          </p:nvSpPr>
          <p:spPr>
            <a:xfrm>
              <a:off x="10695169" y="5700069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9" name="pl469"/>
            <p:cNvSpPr/>
            <p:nvPr/>
          </p:nvSpPr>
          <p:spPr>
            <a:xfrm>
              <a:off x="10695169" y="5330436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0" name="ph470"/>
            <p:cNvSpPr/>
            <p:nvPr/>
          </p:nvSpPr>
          <p:spPr>
            <a:xfrm>
              <a:off x="11666259" y="5594384"/>
              <a:ext cx="930827" cy="1243964"/>
            </a:xfrm>
            <a:custGeom>
              <a:avLst/>
              <a:gdLst/>
              <a:ahLst/>
              <a:cxnLst/>
              <a:rect l="0" t="0" r="0" b="0"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1" name="ph471"/>
            <p:cNvSpPr/>
            <p:nvPr/>
          </p:nvSpPr>
          <p:spPr>
            <a:xfrm>
              <a:off x="11166453" y="6175418"/>
              <a:ext cx="1041610" cy="914400"/>
            </a:xfrm>
            <a:custGeom>
              <a:avLst/>
              <a:gdLst/>
              <a:ahLst/>
              <a:cxnLst/>
              <a:rect l="0" t="0" r="0" b="0"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2" name="ph472"/>
            <p:cNvSpPr/>
            <p:nvPr/>
          </p:nvSpPr>
          <p:spPr>
            <a:xfrm>
              <a:off x="10172157" y="5188745"/>
              <a:ext cx="2407842" cy="2231449"/>
            </a:xfrm>
            <a:custGeom>
              <a:avLst/>
              <a:gdLst/>
              <a:ahLst/>
              <a:cxnLst/>
              <a:rect l="0" t="0" r="0" b="0"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3" name="ph473"/>
            <p:cNvSpPr/>
            <p:nvPr/>
          </p:nvSpPr>
          <p:spPr>
            <a:xfrm>
              <a:off x="11694983" y="5576588"/>
              <a:ext cx="952743" cy="914400"/>
            </a:xfrm>
            <a:custGeom>
              <a:avLst/>
              <a:gdLst/>
              <a:ahLst/>
              <a:cxnLst/>
              <a:rect l="0" t="0" r="0" b="0"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4" name="ph474"/>
            <p:cNvSpPr/>
            <p:nvPr/>
          </p:nvSpPr>
          <p:spPr>
            <a:xfrm>
              <a:off x="11542752" y="5148064"/>
              <a:ext cx="936975" cy="914400"/>
            </a:xfrm>
            <a:custGeom>
              <a:avLst/>
              <a:gdLst/>
              <a:ahLst/>
              <a:cxnLst/>
              <a:rect l="0" t="0" r="0" b="0"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5" name="ph475"/>
            <p:cNvSpPr/>
            <p:nvPr/>
          </p:nvSpPr>
          <p:spPr>
            <a:xfrm>
              <a:off x="11582163" y="4768874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6" name="ph476"/>
            <p:cNvSpPr/>
            <p:nvPr/>
          </p:nvSpPr>
          <p:spPr>
            <a:xfrm>
              <a:off x="11851072" y="6843048"/>
              <a:ext cx="929431" cy="915703"/>
            </a:xfrm>
            <a:custGeom>
              <a:avLst/>
              <a:gdLst/>
              <a:ahLst/>
              <a:cxnLst/>
              <a:rect l="0" t="0" r="0" b="0"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7" name="ph477"/>
            <p:cNvSpPr/>
            <p:nvPr/>
          </p:nvSpPr>
          <p:spPr>
            <a:xfrm>
              <a:off x="10816628" y="6996695"/>
              <a:ext cx="1963875" cy="921168"/>
            </a:xfrm>
            <a:custGeom>
              <a:avLst/>
              <a:gdLst/>
              <a:ahLst/>
              <a:cxnLst/>
              <a:rect l="0" t="0" r="0" b="0"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9" name="ph479"/>
            <p:cNvSpPr/>
            <p:nvPr/>
          </p:nvSpPr>
          <p:spPr>
            <a:xfrm>
              <a:off x="9884473" y="6754358"/>
              <a:ext cx="915718" cy="956749"/>
            </a:xfrm>
            <a:custGeom>
              <a:avLst/>
              <a:gdLst/>
              <a:ahLst/>
              <a:cxnLst/>
              <a:rect l="0" t="0" r="0" b="0"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0" name="ph480"/>
            <p:cNvSpPr/>
            <p:nvPr/>
          </p:nvSpPr>
          <p:spPr>
            <a:xfrm>
              <a:off x="9908561" y="6822924"/>
              <a:ext cx="1097293" cy="1094938"/>
            </a:xfrm>
            <a:custGeom>
              <a:avLst/>
              <a:gdLst/>
              <a:ahLst/>
              <a:cxnLst/>
              <a:rect l="0" t="0" r="0" b="0"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1" name="ph481"/>
            <p:cNvSpPr/>
            <p:nvPr/>
          </p:nvSpPr>
          <p:spPr>
            <a:xfrm>
              <a:off x="10099387" y="7000070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2" name="ph482"/>
            <p:cNvSpPr/>
            <p:nvPr/>
          </p:nvSpPr>
          <p:spPr>
            <a:xfrm>
              <a:off x="10217812" y="6961500"/>
              <a:ext cx="1336760" cy="956362"/>
            </a:xfrm>
            <a:custGeom>
              <a:avLst/>
              <a:gdLst/>
              <a:ahLst/>
              <a:cxnLst/>
              <a:rect l="0" t="0" r="0" b="0"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3" name="ph483"/>
            <p:cNvSpPr/>
            <p:nvPr/>
          </p:nvSpPr>
          <p:spPr>
            <a:xfrm>
              <a:off x="10621691" y="6886870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4" name="ph484"/>
            <p:cNvSpPr/>
            <p:nvPr/>
          </p:nvSpPr>
          <p:spPr>
            <a:xfrm>
              <a:off x="10649154" y="6990053"/>
              <a:ext cx="961514" cy="927810"/>
            </a:xfrm>
            <a:custGeom>
              <a:avLst/>
              <a:gdLst/>
              <a:ahLst/>
              <a:cxnLst/>
              <a:rect l="0" t="0" r="0" b="0"/>
              <a:pathLst>
                <a:path w="961514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5" name="ph485"/>
            <p:cNvSpPr/>
            <p:nvPr/>
          </p:nvSpPr>
          <p:spPr>
            <a:xfrm>
              <a:off x="10104352" y="6849690"/>
              <a:ext cx="944888" cy="914400"/>
            </a:xfrm>
            <a:custGeom>
              <a:avLst/>
              <a:gdLst/>
              <a:ahLst/>
              <a:cxnLst/>
              <a:rect l="0" t="0" r="0" b="0"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8" name="ph488"/>
            <p:cNvSpPr/>
            <p:nvPr/>
          </p:nvSpPr>
          <p:spPr>
            <a:xfrm>
              <a:off x="10390717" y="6380647"/>
              <a:ext cx="921789" cy="1251635"/>
            </a:xfrm>
            <a:custGeom>
              <a:avLst/>
              <a:gdLst/>
              <a:ahLst/>
              <a:cxnLst/>
              <a:rect l="0" t="0" r="0" b="0"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9" name="ph489"/>
            <p:cNvSpPr/>
            <p:nvPr/>
          </p:nvSpPr>
          <p:spPr>
            <a:xfrm>
              <a:off x="9931525" y="5666488"/>
              <a:ext cx="1046886" cy="1566147"/>
            </a:xfrm>
            <a:custGeom>
              <a:avLst/>
              <a:gdLst/>
              <a:ahLst/>
              <a:cxnLst/>
              <a:rect l="0" t="0" r="0" b="0"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0" name="ph490"/>
            <p:cNvSpPr/>
            <p:nvPr/>
          </p:nvSpPr>
          <p:spPr>
            <a:xfrm>
              <a:off x="9884764" y="6352383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1" name="ph491"/>
            <p:cNvSpPr/>
            <p:nvPr/>
          </p:nvSpPr>
          <p:spPr>
            <a:xfrm>
              <a:off x="10016474" y="6427717"/>
              <a:ext cx="940699" cy="1102482"/>
            </a:xfrm>
            <a:custGeom>
              <a:avLst/>
              <a:gdLst/>
              <a:ahLst/>
              <a:cxnLst/>
              <a:rect l="0" t="0" r="0" b="0"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2" name="ph492"/>
            <p:cNvSpPr/>
            <p:nvPr/>
          </p:nvSpPr>
          <p:spPr>
            <a:xfrm>
              <a:off x="10185597" y="6696820"/>
              <a:ext cx="959590" cy="988597"/>
            </a:xfrm>
            <a:custGeom>
              <a:avLst/>
              <a:gdLst/>
              <a:ahLst/>
              <a:cxnLst/>
              <a:rect l="0" t="0" r="0" b="0"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3" name="ph493"/>
            <p:cNvSpPr/>
            <p:nvPr/>
          </p:nvSpPr>
          <p:spPr>
            <a:xfrm>
              <a:off x="10017056" y="6728062"/>
              <a:ext cx="966300" cy="914400"/>
            </a:xfrm>
            <a:custGeom>
              <a:avLst/>
              <a:gdLst/>
              <a:ahLst/>
              <a:cxnLst/>
              <a:rect l="0" t="0" r="0" b="0"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4" name="ph494"/>
            <p:cNvSpPr/>
            <p:nvPr/>
          </p:nvSpPr>
          <p:spPr>
            <a:xfrm>
              <a:off x="10378770" y="6651987"/>
              <a:ext cx="921983" cy="935985"/>
            </a:xfrm>
            <a:custGeom>
              <a:avLst/>
              <a:gdLst/>
              <a:ahLst/>
              <a:cxnLst/>
              <a:rect l="0" t="0" r="0" b="0"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5" name="ph495"/>
            <p:cNvSpPr/>
            <p:nvPr/>
          </p:nvSpPr>
          <p:spPr>
            <a:xfrm>
              <a:off x="10390795" y="6429053"/>
              <a:ext cx="933096" cy="914400"/>
            </a:xfrm>
            <a:custGeom>
              <a:avLst/>
              <a:gdLst/>
              <a:ahLst/>
              <a:cxnLst/>
              <a:rect l="0" t="0" r="0" b="0"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6" name="ph496"/>
            <p:cNvSpPr/>
            <p:nvPr/>
          </p:nvSpPr>
          <p:spPr>
            <a:xfrm>
              <a:off x="9962944" y="6694022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7" name="ph497"/>
            <p:cNvSpPr/>
            <p:nvPr/>
          </p:nvSpPr>
          <p:spPr>
            <a:xfrm>
              <a:off x="9880070" y="6678855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8" name="ph498"/>
            <p:cNvSpPr/>
            <p:nvPr/>
          </p:nvSpPr>
          <p:spPr>
            <a:xfrm>
              <a:off x="9997312" y="6351029"/>
              <a:ext cx="928577" cy="914400"/>
            </a:xfrm>
            <a:custGeom>
              <a:avLst/>
              <a:gdLst/>
              <a:ahLst/>
              <a:cxnLst/>
              <a:rect l="0" t="0" r="0" b="0"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9" name="ph499"/>
            <p:cNvSpPr/>
            <p:nvPr/>
          </p:nvSpPr>
          <p:spPr>
            <a:xfrm>
              <a:off x="10080943" y="5809883"/>
              <a:ext cx="946789" cy="914400"/>
            </a:xfrm>
            <a:custGeom>
              <a:avLst/>
              <a:gdLst/>
              <a:ahLst/>
              <a:cxnLst/>
              <a:rect l="0" t="0" r="0" b="0"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0" name="ph500"/>
            <p:cNvSpPr/>
            <p:nvPr/>
          </p:nvSpPr>
          <p:spPr>
            <a:xfrm>
              <a:off x="10883172" y="6632008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400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1" name="pt501"/>
            <p:cNvSpPr/>
            <p:nvPr/>
          </p:nvSpPr>
          <p:spPr>
            <a:xfrm>
              <a:off x="11312093" y="7210352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2" name="pt502"/>
            <p:cNvSpPr/>
            <p:nvPr/>
          </p:nvSpPr>
          <p:spPr>
            <a:xfrm>
              <a:off x="12538824" y="5702414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3" name="pt503"/>
            <p:cNvSpPr/>
            <p:nvPr/>
          </p:nvSpPr>
          <p:spPr>
            <a:xfrm>
              <a:off x="11242486" y="7047115"/>
              <a:ext cx="117405" cy="117405"/>
            </a:xfrm>
            <a:prstGeom prst="ellipse">
              <a:avLst/>
            </a:prstGeom>
            <a:solidFill>
              <a:srgbClr val="F484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4" name="pt504"/>
            <p:cNvSpPr/>
            <p:nvPr/>
          </p:nvSpPr>
          <p:spPr>
            <a:xfrm>
              <a:off x="12072492" y="6493313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5" name="pt505"/>
            <p:cNvSpPr/>
            <p:nvPr/>
          </p:nvSpPr>
          <p:spPr>
            <a:xfrm>
              <a:off x="11997278" y="6877997"/>
              <a:ext cx="117405" cy="117405"/>
            </a:xfrm>
            <a:prstGeom prst="ellipse">
              <a:avLst/>
            </a:prstGeom>
            <a:solidFill>
              <a:srgbClr val="5115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6" name="pt506"/>
            <p:cNvSpPr/>
            <p:nvPr/>
          </p:nvSpPr>
          <p:spPr>
            <a:xfrm>
              <a:off x="11328174" y="7343164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7" name="pt507"/>
            <p:cNvSpPr/>
            <p:nvPr/>
          </p:nvSpPr>
          <p:spPr>
            <a:xfrm>
              <a:off x="10957339" y="6056355"/>
              <a:ext cx="117405" cy="117405"/>
            </a:xfrm>
            <a:prstGeom prst="ellipse">
              <a:avLst/>
            </a:prstGeom>
            <a:solidFill>
              <a:srgbClr val="641B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8" name="pt508"/>
            <p:cNvSpPr/>
            <p:nvPr/>
          </p:nvSpPr>
          <p:spPr>
            <a:xfrm>
              <a:off x="11047239" y="6361215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9" name="pg509"/>
            <p:cNvSpPr/>
            <p:nvPr/>
          </p:nvSpPr>
          <p:spPr>
            <a:xfrm>
              <a:off x="11426983" y="7137790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0" name="tx510"/>
            <p:cNvSpPr/>
            <p:nvPr/>
          </p:nvSpPr>
          <p:spPr>
            <a:xfrm>
              <a:off x="11472703" y="7183510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11" name="pg511"/>
            <p:cNvSpPr/>
            <p:nvPr/>
          </p:nvSpPr>
          <p:spPr>
            <a:xfrm>
              <a:off x="12469969" y="5509858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2" name="tx512"/>
            <p:cNvSpPr/>
            <p:nvPr/>
          </p:nvSpPr>
          <p:spPr>
            <a:xfrm>
              <a:off x="12515689" y="5555578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513" name="pg513"/>
            <p:cNvSpPr/>
            <p:nvPr/>
          </p:nvSpPr>
          <p:spPr>
            <a:xfrm>
              <a:off x="10976794" y="6854744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4" name="tx514"/>
            <p:cNvSpPr/>
            <p:nvPr/>
          </p:nvSpPr>
          <p:spPr>
            <a:xfrm>
              <a:off x="11022514" y="6900464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15" name="pg515"/>
            <p:cNvSpPr/>
            <p:nvPr/>
          </p:nvSpPr>
          <p:spPr>
            <a:xfrm>
              <a:off x="12049486" y="6300183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6" name="tx516"/>
            <p:cNvSpPr/>
            <p:nvPr/>
          </p:nvSpPr>
          <p:spPr>
            <a:xfrm>
              <a:off x="12095206" y="6345903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517" name="pg517"/>
            <p:cNvSpPr/>
            <p:nvPr/>
          </p:nvSpPr>
          <p:spPr>
            <a:xfrm>
              <a:off x="11997096" y="6996261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8" name="tx518"/>
            <p:cNvSpPr/>
            <p:nvPr/>
          </p:nvSpPr>
          <p:spPr>
            <a:xfrm>
              <a:off x="12042816" y="7041981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519" name="pg519"/>
            <p:cNvSpPr/>
            <p:nvPr/>
          </p:nvSpPr>
          <p:spPr>
            <a:xfrm>
              <a:off x="11312412" y="7461226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0" name="tx520"/>
            <p:cNvSpPr/>
            <p:nvPr/>
          </p:nvSpPr>
          <p:spPr>
            <a:xfrm>
              <a:off x="11358132" y="7506946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523" name="pg523"/>
            <p:cNvSpPr/>
            <p:nvPr/>
          </p:nvSpPr>
          <p:spPr>
            <a:xfrm>
              <a:off x="10827711" y="6479711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4" name="tx524"/>
            <p:cNvSpPr/>
            <p:nvPr/>
          </p:nvSpPr>
          <p:spPr>
            <a:xfrm>
              <a:off x="10873431" y="6525431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25" name="rc525"/>
            <p:cNvSpPr/>
            <p:nvPr/>
          </p:nvSpPr>
          <p:spPr>
            <a:xfrm>
              <a:off x="10695169" y="5201065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6" name="tx526"/>
            <p:cNvSpPr/>
            <p:nvPr/>
          </p:nvSpPr>
          <p:spPr>
            <a:xfrm>
              <a:off x="10382816" y="787717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10507174" y="785870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10551888" y="787717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10382816" y="750754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10507174" y="748906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10551888" y="750754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10382816" y="71380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10507174" y="71196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10551888" y="71380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10382816" y="676827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10507174" y="674980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10551888" y="676827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10382816" y="639882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10507174" y="638035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10551888" y="639882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10382816" y="602919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10507174" y="601072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10551888" y="602919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10382816" y="565956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10507174" y="56410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10551888" y="565956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10382816" y="528992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548" name="tx548"/>
            <p:cNvSpPr/>
            <p:nvPr/>
          </p:nvSpPr>
          <p:spPr>
            <a:xfrm>
              <a:off x="10507174" y="527145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10551888" y="528992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50" name="pl550"/>
            <p:cNvSpPr/>
            <p:nvPr/>
          </p:nvSpPr>
          <p:spPr>
            <a:xfrm>
              <a:off x="10660374" y="79178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1" name="pl551"/>
            <p:cNvSpPr/>
            <p:nvPr/>
          </p:nvSpPr>
          <p:spPr>
            <a:xfrm>
              <a:off x="10660374" y="754823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2" name="pl552"/>
            <p:cNvSpPr/>
            <p:nvPr/>
          </p:nvSpPr>
          <p:spPr>
            <a:xfrm>
              <a:off x="10660374" y="71785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3" name="pl553"/>
            <p:cNvSpPr/>
            <p:nvPr/>
          </p:nvSpPr>
          <p:spPr>
            <a:xfrm>
              <a:off x="10660374" y="680896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4" name="pl554"/>
            <p:cNvSpPr/>
            <p:nvPr/>
          </p:nvSpPr>
          <p:spPr>
            <a:xfrm>
              <a:off x="10660374" y="643933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5" name="pl555"/>
            <p:cNvSpPr/>
            <p:nvPr/>
          </p:nvSpPr>
          <p:spPr>
            <a:xfrm>
              <a:off x="10660374" y="606970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6" name="pl556"/>
            <p:cNvSpPr/>
            <p:nvPr/>
          </p:nvSpPr>
          <p:spPr>
            <a:xfrm>
              <a:off x="10660374" y="570006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7" name="pl557"/>
            <p:cNvSpPr/>
            <p:nvPr/>
          </p:nvSpPr>
          <p:spPr>
            <a:xfrm>
              <a:off x="10660374" y="533043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8" name="pl558"/>
            <p:cNvSpPr/>
            <p:nvPr/>
          </p:nvSpPr>
          <p:spPr>
            <a:xfrm>
              <a:off x="10794470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9" name="pl559"/>
            <p:cNvSpPr/>
            <p:nvPr/>
          </p:nvSpPr>
          <p:spPr>
            <a:xfrm>
              <a:off x="11191677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0" name="pl560"/>
            <p:cNvSpPr/>
            <p:nvPr/>
          </p:nvSpPr>
          <p:spPr>
            <a:xfrm>
              <a:off x="11588884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1" name="pl561"/>
            <p:cNvSpPr/>
            <p:nvPr/>
          </p:nvSpPr>
          <p:spPr>
            <a:xfrm>
              <a:off x="11986090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2" name="pl562"/>
            <p:cNvSpPr/>
            <p:nvPr/>
          </p:nvSpPr>
          <p:spPr>
            <a:xfrm>
              <a:off x="12383297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3" name="pl563"/>
            <p:cNvSpPr/>
            <p:nvPr/>
          </p:nvSpPr>
          <p:spPr>
            <a:xfrm>
              <a:off x="12780503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4" name="tx564"/>
            <p:cNvSpPr/>
            <p:nvPr/>
          </p:nvSpPr>
          <p:spPr>
            <a:xfrm>
              <a:off x="10672672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10797031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10841745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11069879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11194237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11238951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11467085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11591444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11636158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11864292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11988651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12033365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12261499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12385857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12430571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9" name="tx579"/>
            <p:cNvSpPr/>
            <p:nvPr/>
          </p:nvSpPr>
          <p:spPr>
            <a:xfrm>
              <a:off x="12658705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80" name="tx580"/>
            <p:cNvSpPr/>
            <p:nvPr/>
          </p:nvSpPr>
          <p:spPr>
            <a:xfrm>
              <a:off x="12783064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12827778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11480523" y="8254044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583" name="tx583"/>
            <p:cNvSpPr/>
            <p:nvPr/>
          </p:nvSpPr>
          <p:spPr>
            <a:xfrm rot="16200000">
              <a:off x="10012975" y="6574132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585" name="tx585"/>
            <p:cNvSpPr/>
            <p:nvPr/>
          </p:nvSpPr>
          <p:spPr>
            <a:xfrm>
              <a:off x="13088572" y="5915260"/>
              <a:ext cx="54361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pic>
          <p:nvPicPr>
            <p:cNvPr id="587" name="pic5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88572" y="6251262"/>
              <a:ext cx="219455" cy="1097280"/>
            </a:xfrm>
            <a:prstGeom prst="rect">
              <a:avLst/>
            </a:prstGeom>
          </p:spPr>
        </p:pic>
        <p:sp>
          <p:nvSpPr>
            <p:cNvPr id="588" name="pl588"/>
            <p:cNvSpPr/>
            <p:nvPr/>
          </p:nvSpPr>
          <p:spPr>
            <a:xfrm>
              <a:off x="13264137" y="73467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9" name="pl589"/>
            <p:cNvSpPr/>
            <p:nvPr/>
          </p:nvSpPr>
          <p:spPr>
            <a:xfrm>
              <a:off x="13264137" y="707330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0" name="pl590"/>
            <p:cNvSpPr/>
            <p:nvPr/>
          </p:nvSpPr>
          <p:spPr>
            <a:xfrm>
              <a:off x="13264137" y="679990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1" name="pl591"/>
            <p:cNvSpPr/>
            <p:nvPr/>
          </p:nvSpPr>
          <p:spPr>
            <a:xfrm>
              <a:off x="13264137" y="652649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2" name="pl592"/>
            <p:cNvSpPr/>
            <p:nvPr/>
          </p:nvSpPr>
          <p:spPr>
            <a:xfrm>
              <a:off x="13264137" y="625309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3" name="pl593"/>
            <p:cNvSpPr/>
            <p:nvPr/>
          </p:nvSpPr>
          <p:spPr>
            <a:xfrm>
              <a:off x="13088572" y="73467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4" name="pl594"/>
            <p:cNvSpPr/>
            <p:nvPr/>
          </p:nvSpPr>
          <p:spPr>
            <a:xfrm>
              <a:off x="13088572" y="707330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5" name="pl595"/>
            <p:cNvSpPr/>
            <p:nvPr/>
          </p:nvSpPr>
          <p:spPr>
            <a:xfrm>
              <a:off x="13088572" y="679990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6" name="pl596"/>
            <p:cNvSpPr/>
            <p:nvPr/>
          </p:nvSpPr>
          <p:spPr>
            <a:xfrm>
              <a:off x="13088572" y="652649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7" name="pl597"/>
            <p:cNvSpPr/>
            <p:nvPr/>
          </p:nvSpPr>
          <p:spPr>
            <a:xfrm>
              <a:off x="13088572" y="625309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8" name="tx598"/>
            <p:cNvSpPr/>
            <p:nvPr/>
          </p:nvSpPr>
          <p:spPr>
            <a:xfrm>
              <a:off x="13377617" y="7306708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13377617" y="7033302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13377617" y="6759897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601" name="tx601"/>
            <p:cNvSpPr/>
            <p:nvPr/>
          </p:nvSpPr>
          <p:spPr>
            <a:xfrm>
              <a:off x="13377617" y="6486491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602" name="tx602"/>
            <p:cNvSpPr/>
            <p:nvPr/>
          </p:nvSpPr>
          <p:spPr>
            <a:xfrm>
              <a:off x="13377617" y="621308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08" name="tx302">
              <a:extLst>
                <a:ext uri="{FF2B5EF4-FFF2-40B4-BE49-F238E27FC236}">
                  <a16:creationId xmlns:a16="http://schemas.microsoft.com/office/drawing/2014/main" id="{699CE49C-AD2A-00F0-6188-4DB533F558B9}"/>
                </a:ext>
              </a:extLst>
            </p:cNvPr>
            <p:cNvSpPr/>
            <p:nvPr/>
          </p:nvSpPr>
          <p:spPr>
            <a:xfrm>
              <a:off x="10284575" y="4613303"/>
              <a:ext cx="2952328" cy="4627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)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Future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Offset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  <a:endPara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615" name="ph177">
              <a:extLst>
                <a:ext uri="{FF2B5EF4-FFF2-40B4-BE49-F238E27FC236}">
                  <a16:creationId xmlns:a16="http://schemas.microsoft.com/office/drawing/2014/main" id="{DA01A1B7-F3DE-947F-E51B-12540784995F}"/>
                </a:ext>
              </a:extLst>
            </p:cNvPr>
            <p:cNvSpPr/>
            <p:nvPr/>
          </p:nvSpPr>
          <p:spPr>
            <a:xfrm>
              <a:off x="10338879" y="4456543"/>
              <a:ext cx="968823" cy="1653363"/>
            </a:xfrm>
            <a:custGeom>
              <a:avLst/>
              <a:gdLst/>
              <a:ahLst/>
              <a:cxnLst/>
              <a:rect l="0" t="0" r="0" b="0"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1" name="pg521"/>
            <p:cNvSpPr/>
            <p:nvPr/>
          </p:nvSpPr>
          <p:spPr>
            <a:xfrm>
              <a:off x="10963776" y="5863842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16" name="tx522">
              <a:extLst>
                <a:ext uri="{FF2B5EF4-FFF2-40B4-BE49-F238E27FC236}">
                  <a16:creationId xmlns:a16="http://schemas.microsoft.com/office/drawing/2014/main" id="{C3F7C439-F61A-C918-6D76-D78EFB8A5A2A}"/>
                </a:ext>
              </a:extLst>
            </p:cNvPr>
            <p:cNvSpPr/>
            <p:nvPr/>
          </p:nvSpPr>
          <p:spPr>
            <a:xfrm>
              <a:off x="11009496" y="5909562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A4082-536D-B494-7636-FD0D776D7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roup 612">
            <a:extLst>
              <a:ext uri="{FF2B5EF4-FFF2-40B4-BE49-F238E27FC236}">
                <a16:creationId xmlns:a16="http://schemas.microsoft.com/office/drawing/2014/main" id="{501B4937-531B-D262-D525-76EEBDA78B04}"/>
              </a:ext>
            </a:extLst>
          </p:cNvPr>
          <p:cNvGrpSpPr/>
          <p:nvPr/>
        </p:nvGrpSpPr>
        <p:grpSpPr>
          <a:xfrm>
            <a:off x="4125843" y="264024"/>
            <a:ext cx="3859219" cy="3998583"/>
            <a:chOff x="4111607" y="573417"/>
            <a:chExt cx="3859219" cy="3998583"/>
          </a:xfrm>
        </p:grpSpPr>
        <p:sp>
          <p:nvSpPr>
            <p:cNvPr id="4" name="rc4">
              <a:extLst>
                <a:ext uri="{FF2B5EF4-FFF2-40B4-BE49-F238E27FC236}">
                  <a16:creationId xmlns:a16="http://schemas.microsoft.com/office/drawing/2014/main" id="{664836A9-594E-23F9-8FC8-BA6A8A0E752E}"/>
                </a:ext>
              </a:extLst>
            </p:cNvPr>
            <p:cNvSpPr/>
            <p:nvPr/>
          </p:nvSpPr>
          <p:spPr>
            <a:xfrm>
              <a:off x="4373572" y="914400"/>
              <a:ext cx="3597254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" name="rc5">
              <a:extLst>
                <a:ext uri="{FF2B5EF4-FFF2-40B4-BE49-F238E27FC236}">
                  <a16:creationId xmlns:a16="http://schemas.microsoft.com/office/drawing/2014/main" id="{3C488B3D-8CFB-F975-A8A6-70197B30A573}"/>
                </a:ext>
              </a:extLst>
            </p:cNvPr>
            <p:cNvSpPr/>
            <p:nvPr/>
          </p:nvSpPr>
          <p:spPr>
            <a:xfrm>
              <a:off x="4926702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6" name="pl6">
              <a:extLst>
                <a:ext uri="{FF2B5EF4-FFF2-40B4-BE49-F238E27FC236}">
                  <a16:creationId xmlns:a16="http://schemas.microsoft.com/office/drawing/2014/main" id="{A7214807-319A-7282-6735-463AAF570F14}"/>
                </a:ext>
              </a:extLst>
            </p:cNvPr>
            <p:cNvSpPr/>
            <p:nvPr/>
          </p:nvSpPr>
          <p:spPr>
            <a:xfrm>
              <a:off x="5026007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" name="pl7">
              <a:extLst>
                <a:ext uri="{FF2B5EF4-FFF2-40B4-BE49-F238E27FC236}">
                  <a16:creationId xmlns:a16="http://schemas.microsoft.com/office/drawing/2014/main" id="{87B80828-0E83-1536-674D-3B012F371A9F}"/>
                </a:ext>
              </a:extLst>
            </p:cNvPr>
            <p:cNvSpPr/>
            <p:nvPr/>
          </p:nvSpPr>
          <p:spPr>
            <a:xfrm>
              <a:off x="5423226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8" name="pl8">
              <a:extLst>
                <a:ext uri="{FF2B5EF4-FFF2-40B4-BE49-F238E27FC236}">
                  <a16:creationId xmlns:a16="http://schemas.microsoft.com/office/drawing/2014/main" id="{FC6CF7C7-4E21-8BD3-F984-61E2956A9548}"/>
                </a:ext>
              </a:extLst>
            </p:cNvPr>
            <p:cNvSpPr/>
            <p:nvPr/>
          </p:nvSpPr>
          <p:spPr>
            <a:xfrm>
              <a:off x="5820445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9" name="pl9">
              <a:extLst>
                <a:ext uri="{FF2B5EF4-FFF2-40B4-BE49-F238E27FC236}">
                  <a16:creationId xmlns:a16="http://schemas.microsoft.com/office/drawing/2014/main" id="{A93B1C42-445F-9054-32CD-30AC0E9A2A71}"/>
                </a:ext>
              </a:extLst>
            </p:cNvPr>
            <p:cNvSpPr/>
            <p:nvPr/>
          </p:nvSpPr>
          <p:spPr>
            <a:xfrm>
              <a:off x="6217665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" name="pl10">
              <a:extLst>
                <a:ext uri="{FF2B5EF4-FFF2-40B4-BE49-F238E27FC236}">
                  <a16:creationId xmlns:a16="http://schemas.microsoft.com/office/drawing/2014/main" id="{259F06CE-98AB-BB59-017C-109BEDF3BC11}"/>
                </a:ext>
              </a:extLst>
            </p:cNvPr>
            <p:cNvSpPr/>
            <p:nvPr/>
          </p:nvSpPr>
          <p:spPr>
            <a:xfrm>
              <a:off x="6614884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" name="pl11">
              <a:extLst>
                <a:ext uri="{FF2B5EF4-FFF2-40B4-BE49-F238E27FC236}">
                  <a16:creationId xmlns:a16="http://schemas.microsoft.com/office/drawing/2014/main" id="{DD5CF4A6-30AD-D976-8332-E7F8ED4F0A6A}"/>
                </a:ext>
              </a:extLst>
            </p:cNvPr>
            <p:cNvSpPr/>
            <p:nvPr/>
          </p:nvSpPr>
          <p:spPr>
            <a:xfrm>
              <a:off x="7012104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2" name="pl12">
              <a:extLst>
                <a:ext uri="{FF2B5EF4-FFF2-40B4-BE49-F238E27FC236}">
                  <a16:creationId xmlns:a16="http://schemas.microsoft.com/office/drawing/2014/main" id="{93A8C641-D77F-AA5B-39BD-9847625C4A21}"/>
                </a:ext>
              </a:extLst>
            </p:cNvPr>
            <p:cNvSpPr/>
            <p:nvPr/>
          </p:nvSpPr>
          <p:spPr>
            <a:xfrm>
              <a:off x="4926702" y="403545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" name="pl13">
              <a:extLst>
                <a:ext uri="{FF2B5EF4-FFF2-40B4-BE49-F238E27FC236}">
                  <a16:creationId xmlns:a16="http://schemas.microsoft.com/office/drawing/2014/main" id="{AE8FC080-4980-13D0-9ED9-0091C93DC653}"/>
                </a:ext>
              </a:extLst>
            </p:cNvPr>
            <p:cNvSpPr/>
            <p:nvPr/>
          </p:nvSpPr>
          <p:spPr>
            <a:xfrm>
              <a:off x="4926702" y="3665812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" name="pl14">
              <a:extLst>
                <a:ext uri="{FF2B5EF4-FFF2-40B4-BE49-F238E27FC236}">
                  <a16:creationId xmlns:a16="http://schemas.microsoft.com/office/drawing/2014/main" id="{ABE392CB-F4E0-7A47-E5E5-F87DBE0F3CAB}"/>
                </a:ext>
              </a:extLst>
            </p:cNvPr>
            <p:cNvSpPr/>
            <p:nvPr/>
          </p:nvSpPr>
          <p:spPr>
            <a:xfrm>
              <a:off x="4926702" y="3296167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" name="pl15">
              <a:extLst>
                <a:ext uri="{FF2B5EF4-FFF2-40B4-BE49-F238E27FC236}">
                  <a16:creationId xmlns:a16="http://schemas.microsoft.com/office/drawing/2014/main" id="{22A1D9B8-AAA4-8A90-F393-2497194AC56C}"/>
                </a:ext>
              </a:extLst>
            </p:cNvPr>
            <p:cNvSpPr/>
            <p:nvPr/>
          </p:nvSpPr>
          <p:spPr>
            <a:xfrm>
              <a:off x="4926702" y="2926523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" name="pl16">
              <a:extLst>
                <a:ext uri="{FF2B5EF4-FFF2-40B4-BE49-F238E27FC236}">
                  <a16:creationId xmlns:a16="http://schemas.microsoft.com/office/drawing/2014/main" id="{F9EAD870-7E2F-7DFD-B183-4090D6B473C8}"/>
                </a:ext>
              </a:extLst>
            </p:cNvPr>
            <p:cNvSpPr/>
            <p:nvPr/>
          </p:nvSpPr>
          <p:spPr>
            <a:xfrm>
              <a:off x="4926702" y="2556879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" name="pl17">
              <a:extLst>
                <a:ext uri="{FF2B5EF4-FFF2-40B4-BE49-F238E27FC236}">
                  <a16:creationId xmlns:a16="http://schemas.microsoft.com/office/drawing/2014/main" id="{70B7F028-0841-216D-C35D-5082A72C77C9}"/>
                </a:ext>
              </a:extLst>
            </p:cNvPr>
            <p:cNvSpPr/>
            <p:nvPr/>
          </p:nvSpPr>
          <p:spPr>
            <a:xfrm>
              <a:off x="4926702" y="2187235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" name="pl18">
              <a:extLst>
                <a:ext uri="{FF2B5EF4-FFF2-40B4-BE49-F238E27FC236}">
                  <a16:creationId xmlns:a16="http://schemas.microsoft.com/office/drawing/2014/main" id="{E409D2C3-D589-E2BE-A69B-DEBBD207C553}"/>
                </a:ext>
              </a:extLst>
            </p:cNvPr>
            <p:cNvSpPr/>
            <p:nvPr/>
          </p:nvSpPr>
          <p:spPr>
            <a:xfrm>
              <a:off x="4926702" y="1817590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" name="pl19">
              <a:extLst>
                <a:ext uri="{FF2B5EF4-FFF2-40B4-BE49-F238E27FC236}">
                  <a16:creationId xmlns:a16="http://schemas.microsoft.com/office/drawing/2014/main" id="{F6EC35BF-10C5-D3E5-1249-506E4BBA63DC}"/>
                </a:ext>
              </a:extLst>
            </p:cNvPr>
            <p:cNvSpPr/>
            <p:nvPr/>
          </p:nvSpPr>
          <p:spPr>
            <a:xfrm>
              <a:off x="4926702" y="144794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" name="ph20">
              <a:extLst>
                <a:ext uri="{FF2B5EF4-FFF2-40B4-BE49-F238E27FC236}">
                  <a16:creationId xmlns:a16="http://schemas.microsoft.com/office/drawing/2014/main" id="{51F970E4-169C-F66A-B185-CBB8E9AE391C}"/>
                </a:ext>
              </a:extLst>
            </p:cNvPr>
            <p:cNvSpPr/>
            <p:nvPr/>
          </p:nvSpPr>
          <p:spPr>
            <a:xfrm>
              <a:off x="5897853" y="1711932"/>
              <a:ext cx="930827" cy="1243975"/>
            </a:xfrm>
            <a:custGeom>
              <a:avLst/>
              <a:gdLst/>
              <a:ahLst/>
              <a:cxnLst/>
              <a:rect l="0" t="0" r="0" b="0"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" name="ph21">
              <a:extLst>
                <a:ext uri="{FF2B5EF4-FFF2-40B4-BE49-F238E27FC236}">
                  <a16:creationId xmlns:a16="http://schemas.microsoft.com/office/drawing/2014/main" id="{66B8C775-E938-2C8F-C33C-6A8FEE79344A}"/>
                </a:ext>
              </a:extLst>
            </p:cNvPr>
            <p:cNvSpPr/>
            <p:nvPr/>
          </p:nvSpPr>
          <p:spPr>
            <a:xfrm>
              <a:off x="5398031" y="2292984"/>
              <a:ext cx="1041614" cy="914400"/>
            </a:xfrm>
            <a:custGeom>
              <a:avLst/>
              <a:gdLst/>
              <a:ahLst/>
              <a:cxnLst/>
              <a:rect l="0" t="0" r="0" b="0"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" name="ph22">
              <a:extLst>
                <a:ext uri="{FF2B5EF4-FFF2-40B4-BE49-F238E27FC236}">
                  <a16:creationId xmlns:a16="http://schemas.microsoft.com/office/drawing/2014/main" id="{0286797C-99AF-40BC-9487-37E0E6DAF373}"/>
                </a:ext>
              </a:extLst>
            </p:cNvPr>
            <p:cNvSpPr/>
            <p:nvPr/>
          </p:nvSpPr>
          <p:spPr>
            <a:xfrm>
              <a:off x="4403702" y="1306280"/>
              <a:ext cx="2407890" cy="2231492"/>
            </a:xfrm>
            <a:custGeom>
              <a:avLst/>
              <a:gdLst/>
              <a:ahLst/>
              <a:cxnLst/>
              <a:rect l="0" t="0" r="0" b="0"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3" name="ph23">
              <a:extLst>
                <a:ext uri="{FF2B5EF4-FFF2-40B4-BE49-F238E27FC236}">
                  <a16:creationId xmlns:a16="http://schemas.microsoft.com/office/drawing/2014/main" id="{21D8B572-52A3-DEB9-3889-15A96130451A}"/>
                </a:ext>
              </a:extLst>
            </p:cNvPr>
            <p:cNvSpPr/>
            <p:nvPr/>
          </p:nvSpPr>
          <p:spPr>
            <a:xfrm>
              <a:off x="5926577" y="1694135"/>
              <a:ext cx="952744" cy="914400"/>
            </a:xfrm>
            <a:custGeom>
              <a:avLst/>
              <a:gdLst/>
              <a:ahLst/>
              <a:cxnLst/>
              <a:rect l="0" t="0" r="0" b="0"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4" name="ph24">
              <a:extLst>
                <a:ext uri="{FF2B5EF4-FFF2-40B4-BE49-F238E27FC236}">
                  <a16:creationId xmlns:a16="http://schemas.microsoft.com/office/drawing/2014/main" id="{1359A108-3295-7781-ADC7-0F9433508AB9}"/>
                </a:ext>
              </a:extLst>
            </p:cNvPr>
            <p:cNvSpPr/>
            <p:nvPr/>
          </p:nvSpPr>
          <p:spPr>
            <a:xfrm>
              <a:off x="5774342" y="1265597"/>
              <a:ext cx="936976" cy="914400"/>
            </a:xfrm>
            <a:custGeom>
              <a:avLst/>
              <a:gdLst/>
              <a:ahLst/>
              <a:cxnLst/>
              <a:rect l="0" t="0" r="0" b="0"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" name="ph25">
              <a:extLst>
                <a:ext uri="{FF2B5EF4-FFF2-40B4-BE49-F238E27FC236}">
                  <a16:creationId xmlns:a16="http://schemas.microsoft.com/office/drawing/2014/main" id="{8A5F190F-304B-C003-AA4B-D65148861ACC}"/>
                </a:ext>
              </a:extLst>
            </p:cNvPr>
            <p:cNvSpPr/>
            <p:nvPr/>
          </p:nvSpPr>
          <p:spPr>
            <a:xfrm>
              <a:off x="5813754" y="1111206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" name="ph26">
              <a:extLst>
                <a:ext uri="{FF2B5EF4-FFF2-40B4-BE49-F238E27FC236}">
                  <a16:creationId xmlns:a16="http://schemas.microsoft.com/office/drawing/2014/main" id="{157504FA-D233-B546-4FBC-F850651E2332}"/>
                </a:ext>
              </a:extLst>
            </p:cNvPr>
            <p:cNvSpPr/>
            <p:nvPr/>
          </p:nvSpPr>
          <p:spPr>
            <a:xfrm>
              <a:off x="6082672" y="2960636"/>
              <a:ext cx="929431" cy="915704"/>
            </a:xfrm>
            <a:custGeom>
              <a:avLst/>
              <a:gdLst/>
              <a:ahLst/>
              <a:cxnLst/>
              <a:rect l="0" t="0" r="0" b="0"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7" name="ph27">
              <a:extLst>
                <a:ext uri="{FF2B5EF4-FFF2-40B4-BE49-F238E27FC236}">
                  <a16:creationId xmlns:a16="http://schemas.microsoft.com/office/drawing/2014/main" id="{C2A22D10-CB44-8E7D-447D-016F9870F82D}"/>
                </a:ext>
              </a:extLst>
            </p:cNvPr>
            <p:cNvSpPr/>
            <p:nvPr/>
          </p:nvSpPr>
          <p:spPr>
            <a:xfrm>
              <a:off x="5048195" y="3114287"/>
              <a:ext cx="1963908" cy="921168"/>
            </a:xfrm>
            <a:custGeom>
              <a:avLst/>
              <a:gdLst/>
              <a:ahLst/>
              <a:cxnLst/>
              <a:rect l="0" t="0" r="0" b="0"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" name="ph28">
              <a:extLst>
                <a:ext uri="{FF2B5EF4-FFF2-40B4-BE49-F238E27FC236}">
                  <a16:creationId xmlns:a16="http://schemas.microsoft.com/office/drawing/2014/main" id="{AFDA5079-1701-DF19-C730-5A1A8FA0B7DA}"/>
                </a:ext>
              </a:extLst>
            </p:cNvPr>
            <p:cNvSpPr/>
            <p:nvPr/>
          </p:nvSpPr>
          <p:spPr>
            <a:xfrm>
              <a:off x="4571318" y="573417"/>
              <a:ext cx="968823" cy="1653363"/>
            </a:xfrm>
            <a:custGeom>
              <a:avLst/>
              <a:gdLst/>
              <a:ahLst/>
              <a:cxnLst/>
              <a:rect l="0" t="0" r="0" b="0"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" name="ph29">
              <a:extLst>
                <a:ext uri="{FF2B5EF4-FFF2-40B4-BE49-F238E27FC236}">
                  <a16:creationId xmlns:a16="http://schemas.microsoft.com/office/drawing/2014/main" id="{6724C225-8F47-4025-A89C-52C0CD1DFBDD}"/>
                </a:ext>
              </a:extLst>
            </p:cNvPr>
            <p:cNvSpPr/>
            <p:nvPr/>
          </p:nvSpPr>
          <p:spPr>
            <a:xfrm>
              <a:off x="4116009" y="2871943"/>
              <a:ext cx="915718" cy="956750"/>
            </a:xfrm>
            <a:custGeom>
              <a:avLst/>
              <a:gdLst/>
              <a:ahLst/>
              <a:cxnLst/>
              <a:rect l="0" t="0" r="0" b="0"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" name="ph30">
              <a:extLst>
                <a:ext uri="{FF2B5EF4-FFF2-40B4-BE49-F238E27FC236}">
                  <a16:creationId xmlns:a16="http://schemas.microsoft.com/office/drawing/2014/main" id="{5CB6B06F-CD28-EAFD-6E6E-356E0DF3C74E}"/>
                </a:ext>
              </a:extLst>
            </p:cNvPr>
            <p:cNvSpPr/>
            <p:nvPr/>
          </p:nvSpPr>
          <p:spPr>
            <a:xfrm>
              <a:off x="4140099" y="2940511"/>
              <a:ext cx="1097299" cy="1094944"/>
            </a:xfrm>
            <a:custGeom>
              <a:avLst/>
              <a:gdLst/>
              <a:ahLst/>
              <a:cxnLst/>
              <a:rect l="0" t="0" r="0" b="0"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" name="ph31">
              <a:extLst>
                <a:ext uri="{FF2B5EF4-FFF2-40B4-BE49-F238E27FC236}">
                  <a16:creationId xmlns:a16="http://schemas.microsoft.com/office/drawing/2014/main" id="{F33D7172-FBAA-ECA9-2768-0B98B1D1321B}"/>
                </a:ext>
              </a:extLst>
            </p:cNvPr>
            <p:cNvSpPr/>
            <p:nvPr/>
          </p:nvSpPr>
          <p:spPr>
            <a:xfrm>
              <a:off x="4330931" y="3117663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" name="ph32">
              <a:extLst>
                <a:ext uri="{FF2B5EF4-FFF2-40B4-BE49-F238E27FC236}">
                  <a16:creationId xmlns:a16="http://schemas.microsoft.com/office/drawing/2014/main" id="{3103DC42-AE18-6367-8D67-3C65F9B16AE1}"/>
                </a:ext>
              </a:extLst>
            </p:cNvPr>
            <p:cNvSpPr/>
            <p:nvPr/>
          </p:nvSpPr>
          <p:spPr>
            <a:xfrm>
              <a:off x="4449359" y="3079092"/>
              <a:ext cx="1336773" cy="956364"/>
            </a:xfrm>
            <a:custGeom>
              <a:avLst/>
              <a:gdLst/>
              <a:ahLst/>
              <a:cxnLst/>
              <a:rect l="0" t="0" r="0" b="0"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" name="ph33">
              <a:extLst>
                <a:ext uri="{FF2B5EF4-FFF2-40B4-BE49-F238E27FC236}">
                  <a16:creationId xmlns:a16="http://schemas.microsoft.com/office/drawing/2014/main" id="{A4644F0F-1332-F0AA-7962-5A4D7EDB86B0}"/>
                </a:ext>
              </a:extLst>
            </p:cNvPr>
            <p:cNvSpPr/>
            <p:nvPr/>
          </p:nvSpPr>
          <p:spPr>
            <a:xfrm>
              <a:off x="4853251" y="3004459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" name="ph34">
              <a:extLst>
                <a:ext uri="{FF2B5EF4-FFF2-40B4-BE49-F238E27FC236}">
                  <a16:creationId xmlns:a16="http://schemas.microsoft.com/office/drawing/2014/main" id="{2B5C3E41-0A64-5AA9-B135-AC384F83273D}"/>
                </a:ext>
              </a:extLst>
            </p:cNvPr>
            <p:cNvSpPr/>
            <p:nvPr/>
          </p:nvSpPr>
          <p:spPr>
            <a:xfrm>
              <a:off x="4880715" y="3107645"/>
              <a:ext cx="961516" cy="927810"/>
            </a:xfrm>
            <a:custGeom>
              <a:avLst/>
              <a:gdLst/>
              <a:ahLst/>
              <a:cxnLst/>
              <a:rect l="0" t="0" r="0" b="0"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" name="ph35">
              <a:extLst>
                <a:ext uri="{FF2B5EF4-FFF2-40B4-BE49-F238E27FC236}">
                  <a16:creationId xmlns:a16="http://schemas.microsoft.com/office/drawing/2014/main" id="{B7CACDDC-7415-6832-BEBB-723B46227925}"/>
                </a:ext>
              </a:extLst>
            </p:cNvPr>
            <p:cNvSpPr/>
            <p:nvPr/>
          </p:nvSpPr>
          <p:spPr>
            <a:xfrm>
              <a:off x="4335896" y="2967278"/>
              <a:ext cx="944889" cy="914400"/>
            </a:xfrm>
            <a:custGeom>
              <a:avLst/>
              <a:gdLst/>
              <a:ahLst/>
              <a:cxnLst/>
              <a:rect l="0" t="0" r="0" b="0"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" name="ph36">
              <a:extLst>
                <a:ext uri="{FF2B5EF4-FFF2-40B4-BE49-F238E27FC236}">
                  <a16:creationId xmlns:a16="http://schemas.microsoft.com/office/drawing/2014/main" id="{A4CB9571-284B-8F4C-65C6-DA70F29BB341}"/>
                </a:ext>
              </a:extLst>
            </p:cNvPr>
            <p:cNvSpPr/>
            <p:nvPr/>
          </p:nvSpPr>
          <p:spPr>
            <a:xfrm>
              <a:off x="6097704" y="773419"/>
              <a:ext cx="914400" cy="1013957"/>
            </a:xfrm>
            <a:custGeom>
              <a:avLst/>
              <a:gdLst/>
              <a:ahLst/>
              <a:cxnLst/>
              <a:rect l="0" t="0" r="0" b="0"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" name="ph37">
              <a:extLst>
                <a:ext uri="{FF2B5EF4-FFF2-40B4-BE49-F238E27FC236}">
                  <a16:creationId xmlns:a16="http://schemas.microsoft.com/office/drawing/2014/main" id="{C5719529-B6E8-9E18-405A-C94D7B615778}"/>
                </a:ext>
              </a:extLst>
            </p:cNvPr>
            <p:cNvSpPr/>
            <p:nvPr/>
          </p:nvSpPr>
          <p:spPr>
            <a:xfrm>
              <a:off x="6031662" y="842293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8" name="ph38">
              <a:extLst>
                <a:ext uri="{FF2B5EF4-FFF2-40B4-BE49-F238E27FC236}">
                  <a16:creationId xmlns:a16="http://schemas.microsoft.com/office/drawing/2014/main" id="{3E85A9E1-ADB2-D4E4-ACEB-CF525935DF7D}"/>
                </a:ext>
              </a:extLst>
            </p:cNvPr>
            <p:cNvSpPr/>
            <p:nvPr/>
          </p:nvSpPr>
          <p:spPr>
            <a:xfrm>
              <a:off x="4622270" y="2498220"/>
              <a:ext cx="921789" cy="1251646"/>
            </a:xfrm>
            <a:custGeom>
              <a:avLst/>
              <a:gdLst/>
              <a:ahLst/>
              <a:cxnLst/>
              <a:rect l="0" t="0" r="0" b="0"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9" name="ph39">
              <a:extLst>
                <a:ext uri="{FF2B5EF4-FFF2-40B4-BE49-F238E27FC236}">
                  <a16:creationId xmlns:a16="http://schemas.microsoft.com/office/drawing/2014/main" id="{F3D68067-3169-91BF-9EC9-57A1C5C2EE7E}"/>
                </a:ext>
              </a:extLst>
            </p:cNvPr>
            <p:cNvSpPr/>
            <p:nvPr/>
          </p:nvSpPr>
          <p:spPr>
            <a:xfrm>
              <a:off x="4163063" y="1784037"/>
              <a:ext cx="1046890" cy="1566168"/>
            </a:xfrm>
            <a:custGeom>
              <a:avLst/>
              <a:gdLst/>
              <a:ahLst/>
              <a:cxnLst/>
              <a:rect l="0" t="0" r="0" b="0"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" name="ph40">
              <a:extLst>
                <a:ext uri="{FF2B5EF4-FFF2-40B4-BE49-F238E27FC236}">
                  <a16:creationId xmlns:a16="http://schemas.microsoft.com/office/drawing/2014/main" id="{6957785B-0A1C-03A3-0101-9F57DED19446}"/>
                </a:ext>
              </a:extLst>
            </p:cNvPr>
            <p:cNvSpPr/>
            <p:nvPr/>
          </p:nvSpPr>
          <p:spPr>
            <a:xfrm>
              <a:off x="4116300" y="2469955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" name="ph41">
              <a:extLst>
                <a:ext uri="{FF2B5EF4-FFF2-40B4-BE49-F238E27FC236}">
                  <a16:creationId xmlns:a16="http://schemas.microsoft.com/office/drawing/2014/main" id="{19D815DD-31DA-BEDB-0E02-83D8059E24E4}"/>
                </a:ext>
              </a:extLst>
            </p:cNvPr>
            <p:cNvSpPr/>
            <p:nvPr/>
          </p:nvSpPr>
          <p:spPr>
            <a:xfrm>
              <a:off x="4248015" y="2545292"/>
              <a:ext cx="940700" cy="1102488"/>
            </a:xfrm>
            <a:custGeom>
              <a:avLst/>
              <a:gdLst/>
              <a:ahLst/>
              <a:cxnLst/>
              <a:rect l="0" t="0" r="0" b="0"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2" name="ph42">
              <a:extLst>
                <a:ext uri="{FF2B5EF4-FFF2-40B4-BE49-F238E27FC236}">
                  <a16:creationId xmlns:a16="http://schemas.microsoft.com/office/drawing/2014/main" id="{0A9B466C-DFA8-A7A6-13E2-5EE9645D98B2}"/>
                </a:ext>
              </a:extLst>
            </p:cNvPr>
            <p:cNvSpPr/>
            <p:nvPr/>
          </p:nvSpPr>
          <p:spPr>
            <a:xfrm>
              <a:off x="4417144" y="2814403"/>
              <a:ext cx="959591" cy="988599"/>
            </a:xfrm>
            <a:custGeom>
              <a:avLst/>
              <a:gdLst/>
              <a:ahLst/>
              <a:cxnLst/>
              <a:rect l="0" t="0" r="0" b="0"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3" name="ph43">
              <a:extLst>
                <a:ext uri="{FF2B5EF4-FFF2-40B4-BE49-F238E27FC236}">
                  <a16:creationId xmlns:a16="http://schemas.microsoft.com/office/drawing/2014/main" id="{1EBFC566-B2FF-D623-DB79-75BA538E82DC}"/>
                </a:ext>
              </a:extLst>
            </p:cNvPr>
            <p:cNvSpPr/>
            <p:nvPr/>
          </p:nvSpPr>
          <p:spPr>
            <a:xfrm>
              <a:off x="4248597" y="2845646"/>
              <a:ext cx="966302" cy="914400"/>
            </a:xfrm>
            <a:custGeom>
              <a:avLst/>
              <a:gdLst/>
              <a:ahLst/>
              <a:cxnLst/>
              <a:rect l="0" t="0" r="0" b="0"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" name="ph44">
              <a:extLst>
                <a:ext uri="{FF2B5EF4-FFF2-40B4-BE49-F238E27FC236}">
                  <a16:creationId xmlns:a16="http://schemas.microsoft.com/office/drawing/2014/main" id="{F57DA542-361E-96FF-0729-D34CA99368CE}"/>
                </a:ext>
              </a:extLst>
            </p:cNvPr>
            <p:cNvSpPr/>
            <p:nvPr/>
          </p:nvSpPr>
          <p:spPr>
            <a:xfrm>
              <a:off x="4610323" y="2769569"/>
              <a:ext cx="921983" cy="935986"/>
            </a:xfrm>
            <a:custGeom>
              <a:avLst/>
              <a:gdLst/>
              <a:ahLst/>
              <a:cxnLst/>
              <a:rect l="0" t="0" r="0" b="0"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" name="ph45">
              <a:extLst>
                <a:ext uri="{FF2B5EF4-FFF2-40B4-BE49-F238E27FC236}">
                  <a16:creationId xmlns:a16="http://schemas.microsoft.com/office/drawing/2014/main" id="{3116FCF5-D727-B0F6-0FA3-32C109133E27}"/>
                </a:ext>
              </a:extLst>
            </p:cNvPr>
            <p:cNvSpPr/>
            <p:nvPr/>
          </p:nvSpPr>
          <p:spPr>
            <a:xfrm>
              <a:off x="4622348" y="2546627"/>
              <a:ext cx="933097" cy="914400"/>
            </a:xfrm>
            <a:custGeom>
              <a:avLst/>
              <a:gdLst/>
              <a:ahLst/>
              <a:cxnLst/>
              <a:rect l="0" t="0" r="0" b="0"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" name="ph46">
              <a:extLst>
                <a:ext uri="{FF2B5EF4-FFF2-40B4-BE49-F238E27FC236}">
                  <a16:creationId xmlns:a16="http://schemas.microsoft.com/office/drawing/2014/main" id="{9AD3A88A-C599-02BA-8B2A-64F43B384F50}"/>
                </a:ext>
              </a:extLst>
            </p:cNvPr>
            <p:cNvSpPr/>
            <p:nvPr/>
          </p:nvSpPr>
          <p:spPr>
            <a:xfrm>
              <a:off x="4194483" y="2811605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" name="ph47">
              <a:extLst>
                <a:ext uri="{FF2B5EF4-FFF2-40B4-BE49-F238E27FC236}">
                  <a16:creationId xmlns:a16="http://schemas.microsoft.com/office/drawing/2014/main" id="{77854C0B-4671-7FB1-BE96-E8DC9D66F596}"/>
                </a:ext>
              </a:extLst>
            </p:cNvPr>
            <p:cNvSpPr/>
            <p:nvPr/>
          </p:nvSpPr>
          <p:spPr>
            <a:xfrm>
              <a:off x="4111607" y="2796437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" name="ph48">
              <a:extLst>
                <a:ext uri="{FF2B5EF4-FFF2-40B4-BE49-F238E27FC236}">
                  <a16:creationId xmlns:a16="http://schemas.microsoft.com/office/drawing/2014/main" id="{D52C584D-B62C-2C91-BF35-80EEC3A24909}"/>
                </a:ext>
              </a:extLst>
            </p:cNvPr>
            <p:cNvSpPr/>
            <p:nvPr/>
          </p:nvSpPr>
          <p:spPr>
            <a:xfrm>
              <a:off x="4228852" y="2468601"/>
              <a:ext cx="928578" cy="914400"/>
            </a:xfrm>
            <a:custGeom>
              <a:avLst/>
              <a:gdLst/>
              <a:ahLst/>
              <a:cxnLst/>
              <a:rect l="0" t="0" r="0" b="0"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" name="ph49">
              <a:extLst>
                <a:ext uri="{FF2B5EF4-FFF2-40B4-BE49-F238E27FC236}">
                  <a16:creationId xmlns:a16="http://schemas.microsoft.com/office/drawing/2014/main" id="{02DADD9F-75BB-D725-66F0-B6CF8F3F93AE}"/>
                </a:ext>
              </a:extLst>
            </p:cNvPr>
            <p:cNvSpPr/>
            <p:nvPr/>
          </p:nvSpPr>
          <p:spPr>
            <a:xfrm>
              <a:off x="4312486" y="1927437"/>
              <a:ext cx="946790" cy="914400"/>
            </a:xfrm>
            <a:custGeom>
              <a:avLst/>
              <a:gdLst/>
              <a:ahLst/>
              <a:cxnLst/>
              <a:rect l="0" t="0" r="0" b="0"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" name="ph50">
              <a:extLst>
                <a:ext uri="{FF2B5EF4-FFF2-40B4-BE49-F238E27FC236}">
                  <a16:creationId xmlns:a16="http://schemas.microsoft.com/office/drawing/2014/main" id="{1E4A5B76-BBB5-E708-E84B-84EEA07A54C7}"/>
                </a:ext>
              </a:extLst>
            </p:cNvPr>
            <p:cNvSpPr/>
            <p:nvPr/>
          </p:nvSpPr>
          <p:spPr>
            <a:xfrm>
              <a:off x="5114741" y="2749589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399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" name="pt51">
              <a:extLst>
                <a:ext uri="{FF2B5EF4-FFF2-40B4-BE49-F238E27FC236}">
                  <a16:creationId xmlns:a16="http://schemas.microsoft.com/office/drawing/2014/main" id="{4D294177-70FD-C974-4A8E-C2268847489F}"/>
                </a:ext>
              </a:extLst>
            </p:cNvPr>
            <p:cNvSpPr/>
            <p:nvPr/>
          </p:nvSpPr>
          <p:spPr>
            <a:xfrm>
              <a:off x="5543648" y="3327924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" name="pt52">
              <a:extLst>
                <a:ext uri="{FF2B5EF4-FFF2-40B4-BE49-F238E27FC236}">
                  <a16:creationId xmlns:a16="http://schemas.microsoft.com/office/drawing/2014/main" id="{18DB4553-C30A-4CDE-8668-7EEFFA83A31A}"/>
                </a:ext>
              </a:extLst>
            </p:cNvPr>
            <p:cNvSpPr/>
            <p:nvPr/>
          </p:nvSpPr>
          <p:spPr>
            <a:xfrm>
              <a:off x="6770418" y="1819937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3" name="pt53">
              <a:extLst>
                <a:ext uri="{FF2B5EF4-FFF2-40B4-BE49-F238E27FC236}">
                  <a16:creationId xmlns:a16="http://schemas.microsoft.com/office/drawing/2014/main" id="{14F1818B-0D07-1322-DCE9-6652E27FC02A}"/>
                </a:ext>
              </a:extLst>
            </p:cNvPr>
            <p:cNvSpPr/>
            <p:nvPr/>
          </p:nvSpPr>
          <p:spPr>
            <a:xfrm>
              <a:off x="5474039" y="3164682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4" name="pt54">
              <a:extLst>
                <a:ext uri="{FF2B5EF4-FFF2-40B4-BE49-F238E27FC236}">
                  <a16:creationId xmlns:a16="http://schemas.microsoft.com/office/drawing/2014/main" id="{80618FD3-1715-150D-32E8-494265846336}"/>
                </a:ext>
              </a:extLst>
            </p:cNvPr>
            <p:cNvSpPr/>
            <p:nvPr/>
          </p:nvSpPr>
          <p:spPr>
            <a:xfrm>
              <a:off x="6304072" y="2610862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" name="pt55">
              <a:extLst>
                <a:ext uri="{FF2B5EF4-FFF2-40B4-BE49-F238E27FC236}">
                  <a16:creationId xmlns:a16="http://schemas.microsoft.com/office/drawing/2014/main" id="{C407E925-8680-4A0F-2E9D-384CBB4B972A}"/>
                </a:ext>
              </a:extLst>
            </p:cNvPr>
            <p:cNvSpPr/>
            <p:nvPr/>
          </p:nvSpPr>
          <p:spPr>
            <a:xfrm>
              <a:off x="6228855" y="2995558"/>
              <a:ext cx="117405" cy="117405"/>
            </a:xfrm>
            <a:prstGeom prst="ellipse">
              <a:avLst/>
            </a:prstGeom>
            <a:solidFill>
              <a:srgbClr val="33105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" name="pt56">
              <a:extLst>
                <a:ext uri="{FF2B5EF4-FFF2-40B4-BE49-F238E27FC236}">
                  <a16:creationId xmlns:a16="http://schemas.microsoft.com/office/drawing/2014/main" id="{82A194F7-D089-8448-7ED3-07BB449BE035}"/>
                </a:ext>
              </a:extLst>
            </p:cNvPr>
            <p:cNvSpPr/>
            <p:nvPr/>
          </p:nvSpPr>
          <p:spPr>
            <a:xfrm>
              <a:off x="5559729" y="3460740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7" name="pt57">
              <a:extLst>
                <a:ext uri="{FF2B5EF4-FFF2-40B4-BE49-F238E27FC236}">
                  <a16:creationId xmlns:a16="http://schemas.microsoft.com/office/drawing/2014/main" id="{0138D5FB-BB23-6C9A-A907-D89E2C8E238E}"/>
                </a:ext>
              </a:extLst>
            </p:cNvPr>
            <p:cNvSpPr/>
            <p:nvPr/>
          </p:nvSpPr>
          <p:spPr>
            <a:xfrm>
              <a:off x="5188882" y="2173890"/>
              <a:ext cx="117405" cy="117405"/>
            </a:xfrm>
            <a:prstGeom prst="ellipse">
              <a:avLst/>
            </a:prstGeom>
            <a:solidFill>
              <a:srgbClr val="5B17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" name="pt58">
              <a:extLst>
                <a:ext uri="{FF2B5EF4-FFF2-40B4-BE49-F238E27FC236}">
                  <a16:creationId xmlns:a16="http://schemas.microsoft.com/office/drawing/2014/main" id="{56505F11-C9ED-4EE6-8BF0-C40AC7863489}"/>
                </a:ext>
              </a:extLst>
            </p:cNvPr>
            <p:cNvSpPr/>
            <p:nvPr/>
          </p:nvSpPr>
          <p:spPr>
            <a:xfrm>
              <a:off x="5278785" y="2478760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" name="pg59">
              <a:extLst>
                <a:ext uri="{FF2B5EF4-FFF2-40B4-BE49-F238E27FC236}">
                  <a16:creationId xmlns:a16="http://schemas.microsoft.com/office/drawing/2014/main" id="{2878159D-6866-5EF7-DCCA-1571C71E3A60}"/>
                </a:ext>
              </a:extLst>
            </p:cNvPr>
            <p:cNvSpPr/>
            <p:nvPr/>
          </p:nvSpPr>
          <p:spPr>
            <a:xfrm>
              <a:off x="5658815" y="3255419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0" name="tx60">
              <a:extLst>
                <a:ext uri="{FF2B5EF4-FFF2-40B4-BE49-F238E27FC236}">
                  <a16:creationId xmlns:a16="http://schemas.microsoft.com/office/drawing/2014/main" id="{DEEB7880-15CA-3F0C-2A6E-8271A31D9B59}"/>
                </a:ext>
              </a:extLst>
            </p:cNvPr>
            <p:cNvSpPr/>
            <p:nvPr/>
          </p:nvSpPr>
          <p:spPr>
            <a:xfrm>
              <a:off x="5704535" y="3301139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>
              <a:extLst>
                <a:ext uri="{FF2B5EF4-FFF2-40B4-BE49-F238E27FC236}">
                  <a16:creationId xmlns:a16="http://schemas.microsoft.com/office/drawing/2014/main" id="{ABEEA08F-1207-7117-1CE0-1278337AE30E}"/>
                </a:ext>
              </a:extLst>
            </p:cNvPr>
            <p:cNvSpPr/>
            <p:nvPr/>
          </p:nvSpPr>
          <p:spPr>
            <a:xfrm>
              <a:off x="6701757" y="1627078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2" name="tx62">
              <a:extLst>
                <a:ext uri="{FF2B5EF4-FFF2-40B4-BE49-F238E27FC236}">
                  <a16:creationId xmlns:a16="http://schemas.microsoft.com/office/drawing/2014/main" id="{0B8ED320-A459-5212-5E72-77A57A709305}"/>
                </a:ext>
              </a:extLst>
            </p:cNvPr>
            <p:cNvSpPr/>
            <p:nvPr/>
          </p:nvSpPr>
          <p:spPr>
            <a:xfrm>
              <a:off x="6747477" y="1672798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>
              <a:extLst>
                <a:ext uri="{FF2B5EF4-FFF2-40B4-BE49-F238E27FC236}">
                  <a16:creationId xmlns:a16="http://schemas.microsoft.com/office/drawing/2014/main" id="{0BA65D28-2B49-ACBC-FEA8-A6186AF7BB18}"/>
                </a:ext>
              </a:extLst>
            </p:cNvPr>
            <p:cNvSpPr/>
            <p:nvPr/>
          </p:nvSpPr>
          <p:spPr>
            <a:xfrm>
              <a:off x="5208048" y="2972037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4" name="tx64">
              <a:extLst>
                <a:ext uri="{FF2B5EF4-FFF2-40B4-BE49-F238E27FC236}">
                  <a16:creationId xmlns:a16="http://schemas.microsoft.com/office/drawing/2014/main" id="{C66674B4-072E-B939-A7E8-2C27B525C4DA}"/>
                </a:ext>
              </a:extLst>
            </p:cNvPr>
            <p:cNvSpPr/>
            <p:nvPr/>
          </p:nvSpPr>
          <p:spPr>
            <a:xfrm>
              <a:off x="5253768" y="3017757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>
              <a:extLst>
                <a:ext uri="{FF2B5EF4-FFF2-40B4-BE49-F238E27FC236}">
                  <a16:creationId xmlns:a16="http://schemas.microsoft.com/office/drawing/2014/main" id="{288DE989-9D81-3534-0183-40DC79329662}"/>
                </a:ext>
              </a:extLst>
            </p:cNvPr>
            <p:cNvSpPr/>
            <p:nvPr/>
          </p:nvSpPr>
          <p:spPr>
            <a:xfrm>
              <a:off x="6041860" y="2729573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6" name="tx66">
              <a:extLst>
                <a:ext uri="{FF2B5EF4-FFF2-40B4-BE49-F238E27FC236}">
                  <a16:creationId xmlns:a16="http://schemas.microsoft.com/office/drawing/2014/main" id="{25468DA8-E060-DDBB-93FD-60B9CDF55F25}"/>
                </a:ext>
              </a:extLst>
            </p:cNvPr>
            <p:cNvSpPr/>
            <p:nvPr/>
          </p:nvSpPr>
          <p:spPr>
            <a:xfrm>
              <a:off x="6087580" y="2775293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>
              <a:extLst>
                <a:ext uri="{FF2B5EF4-FFF2-40B4-BE49-F238E27FC236}">
                  <a16:creationId xmlns:a16="http://schemas.microsoft.com/office/drawing/2014/main" id="{4C008F61-1551-C7AD-E39E-659FF31A1929}"/>
                </a:ext>
              </a:extLst>
            </p:cNvPr>
            <p:cNvSpPr/>
            <p:nvPr/>
          </p:nvSpPr>
          <p:spPr>
            <a:xfrm>
              <a:off x="6228732" y="3113956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8" name="tx68">
              <a:extLst>
                <a:ext uri="{FF2B5EF4-FFF2-40B4-BE49-F238E27FC236}">
                  <a16:creationId xmlns:a16="http://schemas.microsoft.com/office/drawing/2014/main" id="{DDF051B4-44A7-ABB4-361B-0384A1E009AA}"/>
                </a:ext>
              </a:extLst>
            </p:cNvPr>
            <p:cNvSpPr/>
            <p:nvPr/>
          </p:nvSpPr>
          <p:spPr>
            <a:xfrm>
              <a:off x="6274452" y="3159676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>
              <a:extLst>
                <a:ext uri="{FF2B5EF4-FFF2-40B4-BE49-F238E27FC236}">
                  <a16:creationId xmlns:a16="http://schemas.microsoft.com/office/drawing/2014/main" id="{3C935431-54BF-CD84-0BBD-717A01CDE2CC}"/>
                </a:ext>
              </a:extLst>
            </p:cNvPr>
            <p:cNvSpPr/>
            <p:nvPr/>
          </p:nvSpPr>
          <p:spPr>
            <a:xfrm>
              <a:off x="5544042" y="3578809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0" name="tx70">
              <a:extLst>
                <a:ext uri="{FF2B5EF4-FFF2-40B4-BE49-F238E27FC236}">
                  <a16:creationId xmlns:a16="http://schemas.microsoft.com/office/drawing/2014/main" id="{CD836960-9ADE-0C98-1A23-E2E5BE335479}"/>
                </a:ext>
              </a:extLst>
            </p:cNvPr>
            <p:cNvSpPr/>
            <p:nvPr/>
          </p:nvSpPr>
          <p:spPr>
            <a:xfrm>
              <a:off x="5589762" y="3624529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>
              <a:extLst>
                <a:ext uri="{FF2B5EF4-FFF2-40B4-BE49-F238E27FC236}">
                  <a16:creationId xmlns:a16="http://schemas.microsoft.com/office/drawing/2014/main" id="{C2E01E50-7872-DEAB-40FB-B3912FE1373F}"/>
                </a:ext>
              </a:extLst>
            </p:cNvPr>
            <p:cNvSpPr/>
            <p:nvPr/>
          </p:nvSpPr>
          <p:spPr>
            <a:xfrm>
              <a:off x="4972422" y="2292322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2" name="tx72">
              <a:extLst>
                <a:ext uri="{FF2B5EF4-FFF2-40B4-BE49-F238E27FC236}">
                  <a16:creationId xmlns:a16="http://schemas.microsoft.com/office/drawing/2014/main" id="{A07F0267-1EF4-12A7-493D-2869026AF203}"/>
                </a:ext>
              </a:extLst>
            </p:cNvPr>
            <p:cNvSpPr/>
            <p:nvPr/>
          </p:nvSpPr>
          <p:spPr>
            <a:xfrm>
              <a:off x="5018142" y="2338042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>
              <a:extLst>
                <a:ext uri="{FF2B5EF4-FFF2-40B4-BE49-F238E27FC236}">
                  <a16:creationId xmlns:a16="http://schemas.microsoft.com/office/drawing/2014/main" id="{6185A1FE-DABA-2013-A644-43F7027A1156}"/>
                </a:ext>
              </a:extLst>
            </p:cNvPr>
            <p:cNvSpPr/>
            <p:nvPr/>
          </p:nvSpPr>
          <p:spPr>
            <a:xfrm>
              <a:off x="5059573" y="2597047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4" name="tx74">
              <a:extLst>
                <a:ext uri="{FF2B5EF4-FFF2-40B4-BE49-F238E27FC236}">
                  <a16:creationId xmlns:a16="http://schemas.microsoft.com/office/drawing/2014/main" id="{D7291642-8874-45EC-546C-D2444D5EED99}"/>
                </a:ext>
              </a:extLst>
            </p:cNvPr>
            <p:cNvSpPr/>
            <p:nvPr/>
          </p:nvSpPr>
          <p:spPr>
            <a:xfrm>
              <a:off x="5105293" y="2642767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>
              <a:extLst>
                <a:ext uri="{FF2B5EF4-FFF2-40B4-BE49-F238E27FC236}">
                  <a16:creationId xmlns:a16="http://schemas.microsoft.com/office/drawing/2014/main" id="{D7DBDD08-098F-43E5-E050-B7A5DF43DA98}"/>
                </a:ext>
              </a:extLst>
            </p:cNvPr>
            <p:cNvSpPr/>
            <p:nvPr/>
          </p:nvSpPr>
          <p:spPr>
            <a:xfrm>
              <a:off x="4926702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6" name="tx76">
              <a:extLst>
                <a:ext uri="{FF2B5EF4-FFF2-40B4-BE49-F238E27FC236}">
                  <a16:creationId xmlns:a16="http://schemas.microsoft.com/office/drawing/2014/main" id="{4C727453-5152-7EFB-B9B8-DF7D7D24EFDB}"/>
                </a:ext>
              </a:extLst>
            </p:cNvPr>
            <p:cNvSpPr/>
            <p:nvPr/>
          </p:nvSpPr>
          <p:spPr>
            <a:xfrm>
              <a:off x="4614349" y="39947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>
              <a:extLst>
                <a:ext uri="{FF2B5EF4-FFF2-40B4-BE49-F238E27FC236}">
                  <a16:creationId xmlns:a16="http://schemas.microsoft.com/office/drawing/2014/main" id="{774004A7-0B28-FA51-B0DE-6FE0C2AFB9FC}"/>
                </a:ext>
              </a:extLst>
            </p:cNvPr>
            <p:cNvSpPr/>
            <p:nvPr/>
          </p:nvSpPr>
          <p:spPr>
            <a:xfrm>
              <a:off x="4738707" y="397629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>
              <a:extLst>
                <a:ext uri="{FF2B5EF4-FFF2-40B4-BE49-F238E27FC236}">
                  <a16:creationId xmlns:a16="http://schemas.microsoft.com/office/drawing/2014/main" id="{5DD52E81-992E-D3C1-CAAB-748CB70941AC}"/>
                </a:ext>
              </a:extLst>
            </p:cNvPr>
            <p:cNvSpPr/>
            <p:nvPr/>
          </p:nvSpPr>
          <p:spPr>
            <a:xfrm>
              <a:off x="4783422" y="399476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>
              <a:extLst>
                <a:ext uri="{FF2B5EF4-FFF2-40B4-BE49-F238E27FC236}">
                  <a16:creationId xmlns:a16="http://schemas.microsoft.com/office/drawing/2014/main" id="{D88CA9A2-8EC8-0DC5-27BA-7182CFC986BB}"/>
                </a:ext>
              </a:extLst>
            </p:cNvPr>
            <p:cNvSpPr/>
            <p:nvPr/>
          </p:nvSpPr>
          <p:spPr>
            <a:xfrm>
              <a:off x="4614349" y="362512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>
              <a:extLst>
                <a:ext uri="{FF2B5EF4-FFF2-40B4-BE49-F238E27FC236}">
                  <a16:creationId xmlns:a16="http://schemas.microsoft.com/office/drawing/2014/main" id="{CFC03C4C-AA82-1284-6372-5D0C0640A963}"/>
                </a:ext>
              </a:extLst>
            </p:cNvPr>
            <p:cNvSpPr/>
            <p:nvPr/>
          </p:nvSpPr>
          <p:spPr>
            <a:xfrm>
              <a:off x="4738707" y="360665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>
              <a:extLst>
                <a:ext uri="{FF2B5EF4-FFF2-40B4-BE49-F238E27FC236}">
                  <a16:creationId xmlns:a16="http://schemas.microsoft.com/office/drawing/2014/main" id="{EE93374F-10B6-953F-0166-5BF48E731C2A}"/>
                </a:ext>
              </a:extLst>
            </p:cNvPr>
            <p:cNvSpPr/>
            <p:nvPr/>
          </p:nvSpPr>
          <p:spPr>
            <a:xfrm>
              <a:off x="4783422" y="362512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>
              <a:extLst>
                <a:ext uri="{FF2B5EF4-FFF2-40B4-BE49-F238E27FC236}">
                  <a16:creationId xmlns:a16="http://schemas.microsoft.com/office/drawing/2014/main" id="{B635837A-C462-2E6B-BF26-D776A2EC05C4}"/>
                </a:ext>
              </a:extLst>
            </p:cNvPr>
            <p:cNvSpPr/>
            <p:nvPr/>
          </p:nvSpPr>
          <p:spPr>
            <a:xfrm>
              <a:off x="4614349" y="325565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>
              <a:extLst>
                <a:ext uri="{FF2B5EF4-FFF2-40B4-BE49-F238E27FC236}">
                  <a16:creationId xmlns:a16="http://schemas.microsoft.com/office/drawing/2014/main" id="{09FF97FE-BDA1-C28E-49FD-809D1B9BA1B6}"/>
                </a:ext>
              </a:extLst>
            </p:cNvPr>
            <p:cNvSpPr/>
            <p:nvPr/>
          </p:nvSpPr>
          <p:spPr>
            <a:xfrm>
              <a:off x="4738707" y="323718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>
              <a:extLst>
                <a:ext uri="{FF2B5EF4-FFF2-40B4-BE49-F238E27FC236}">
                  <a16:creationId xmlns:a16="http://schemas.microsoft.com/office/drawing/2014/main" id="{F3BC199A-4FE8-3874-0093-221FFD049B15}"/>
                </a:ext>
              </a:extLst>
            </p:cNvPr>
            <p:cNvSpPr/>
            <p:nvPr/>
          </p:nvSpPr>
          <p:spPr>
            <a:xfrm>
              <a:off x="4783422" y="325565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>
              <a:extLst>
                <a:ext uri="{FF2B5EF4-FFF2-40B4-BE49-F238E27FC236}">
                  <a16:creationId xmlns:a16="http://schemas.microsoft.com/office/drawing/2014/main" id="{2C1337AF-0C1D-AAF0-09D5-D62891C7E52C}"/>
                </a:ext>
              </a:extLst>
            </p:cNvPr>
            <p:cNvSpPr/>
            <p:nvPr/>
          </p:nvSpPr>
          <p:spPr>
            <a:xfrm>
              <a:off x="4614349" y="28858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>
              <a:extLst>
                <a:ext uri="{FF2B5EF4-FFF2-40B4-BE49-F238E27FC236}">
                  <a16:creationId xmlns:a16="http://schemas.microsoft.com/office/drawing/2014/main" id="{D0ECF255-21FD-27E3-E599-8CFEF594EF45}"/>
                </a:ext>
              </a:extLst>
            </p:cNvPr>
            <p:cNvSpPr/>
            <p:nvPr/>
          </p:nvSpPr>
          <p:spPr>
            <a:xfrm>
              <a:off x="4738707" y="28673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>
              <a:extLst>
                <a:ext uri="{FF2B5EF4-FFF2-40B4-BE49-F238E27FC236}">
                  <a16:creationId xmlns:a16="http://schemas.microsoft.com/office/drawing/2014/main" id="{32DF4819-DC28-CA02-DC20-BCEC425593EF}"/>
                </a:ext>
              </a:extLst>
            </p:cNvPr>
            <p:cNvSpPr/>
            <p:nvPr/>
          </p:nvSpPr>
          <p:spPr>
            <a:xfrm>
              <a:off x="4783422" y="28858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>
              <a:extLst>
                <a:ext uri="{FF2B5EF4-FFF2-40B4-BE49-F238E27FC236}">
                  <a16:creationId xmlns:a16="http://schemas.microsoft.com/office/drawing/2014/main" id="{981A0335-8E81-98CE-B11C-1F3F39A41783}"/>
                </a:ext>
              </a:extLst>
            </p:cNvPr>
            <p:cNvSpPr/>
            <p:nvPr/>
          </p:nvSpPr>
          <p:spPr>
            <a:xfrm>
              <a:off x="4614349" y="251637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>
              <a:extLst>
                <a:ext uri="{FF2B5EF4-FFF2-40B4-BE49-F238E27FC236}">
                  <a16:creationId xmlns:a16="http://schemas.microsoft.com/office/drawing/2014/main" id="{2021548A-89F4-3315-E5AA-967F7B971F40}"/>
                </a:ext>
              </a:extLst>
            </p:cNvPr>
            <p:cNvSpPr/>
            <p:nvPr/>
          </p:nvSpPr>
          <p:spPr>
            <a:xfrm>
              <a:off x="4738707" y="249790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>
              <a:extLst>
                <a:ext uri="{FF2B5EF4-FFF2-40B4-BE49-F238E27FC236}">
                  <a16:creationId xmlns:a16="http://schemas.microsoft.com/office/drawing/2014/main" id="{0AF204C9-64CC-C17C-D3A5-BD34AD2D958B}"/>
                </a:ext>
              </a:extLst>
            </p:cNvPr>
            <p:cNvSpPr/>
            <p:nvPr/>
          </p:nvSpPr>
          <p:spPr>
            <a:xfrm>
              <a:off x="4783422" y="251637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>
              <a:extLst>
                <a:ext uri="{FF2B5EF4-FFF2-40B4-BE49-F238E27FC236}">
                  <a16:creationId xmlns:a16="http://schemas.microsoft.com/office/drawing/2014/main" id="{F7C0C776-F302-55A2-82BD-DB47D809DBED}"/>
                </a:ext>
              </a:extLst>
            </p:cNvPr>
            <p:cNvSpPr/>
            <p:nvPr/>
          </p:nvSpPr>
          <p:spPr>
            <a:xfrm>
              <a:off x="4614349" y="21467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>
              <a:extLst>
                <a:ext uri="{FF2B5EF4-FFF2-40B4-BE49-F238E27FC236}">
                  <a16:creationId xmlns:a16="http://schemas.microsoft.com/office/drawing/2014/main" id="{B75BF7A6-70FE-4F9A-CD5F-9EB101F5D473}"/>
                </a:ext>
              </a:extLst>
            </p:cNvPr>
            <p:cNvSpPr/>
            <p:nvPr/>
          </p:nvSpPr>
          <p:spPr>
            <a:xfrm>
              <a:off x="4738707" y="21282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>
              <a:extLst>
                <a:ext uri="{FF2B5EF4-FFF2-40B4-BE49-F238E27FC236}">
                  <a16:creationId xmlns:a16="http://schemas.microsoft.com/office/drawing/2014/main" id="{433375D3-0C68-190C-4FE2-34281CC9914D}"/>
                </a:ext>
              </a:extLst>
            </p:cNvPr>
            <p:cNvSpPr/>
            <p:nvPr/>
          </p:nvSpPr>
          <p:spPr>
            <a:xfrm>
              <a:off x="4783422" y="214672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>
              <a:extLst>
                <a:ext uri="{FF2B5EF4-FFF2-40B4-BE49-F238E27FC236}">
                  <a16:creationId xmlns:a16="http://schemas.microsoft.com/office/drawing/2014/main" id="{2EC01ED2-DA2E-D2C9-9B70-6F068AC269A0}"/>
                </a:ext>
              </a:extLst>
            </p:cNvPr>
            <p:cNvSpPr/>
            <p:nvPr/>
          </p:nvSpPr>
          <p:spPr>
            <a:xfrm>
              <a:off x="4614349" y="177708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>
              <a:extLst>
                <a:ext uri="{FF2B5EF4-FFF2-40B4-BE49-F238E27FC236}">
                  <a16:creationId xmlns:a16="http://schemas.microsoft.com/office/drawing/2014/main" id="{00A46BE5-BBFC-08F7-FAF8-1B2253E9C803}"/>
                </a:ext>
              </a:extLst>
            </p:cNvPr>
            <p:cNvSpPr/>
            <p:nvPr/>
          </p:nvSpPr>
          <p:spPr>
            <a:xfrm>
              <a:off x="4738707" y="175861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>
              <a:extLst>
                <a:ext uri="{FF2B5EF4-FFF2-40B4-BE49-F238E27FC236}">
                  <a16:creationId xmlns:a16="http://schemas.microsoft.com/office/drawing/2014/main" id="{734EBF7C-B419-3872-05D5-58927B7266A4}"/>
                </a:ext>
              </a:extLst>
            </p:cNvPr>
            <p:cNvSpPr/>
            <p:nvPr/>
          </p:nvSpPr>
          <p:spPr>
            <a:xfrm>
              <a:off x="4783422" y="177708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>
              <a:extLst>
                <a:ext uri="{FF2B5EF4-FFF2-40B4-BE49-F238E27FC236}">
                  <a16:creationId xmlns:a16="http://schemas.microsoft.com/office/drawing/2014/main" id="{2158EC26-FC71-52B5-5514-9AE49A249BD3}"/>
                </a:ext>
              </a:extLst>
            </p:cNvPr>
            <p:cNvSpPr/>
            <p:nvPr/>
          </p:nvSpPr>
          <p:spPr>
            <a:xfrm>
              <a:off x="4614349" y="14074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>
              <a:extLst>
                <a:ext uri="{FF2B5EF4-FFF2-40B4-BE49-F238E27FC236}">
                  <a16:creationId xmlns:a16="http://schemas.microsoft.com/office/drawing/2014/main" id="{8540C5A3-913B-E4CA-8F5E-537360B1E465}"/>
                </a:ext>
              </a:extLst>
            </p:cNvPr>
            <p:cNvSpPr/>
            <p:nvPr/>
          </p:nvSpPr>
          <p:spPr>
            <a:xfrm>
              <a:off x="4738707" y="13889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>
              <a:extLst>
                <a:ext uri="{FF2B5EF4-FFF2-40B4-BE49-F238E27FC236}">
                  <a16:creationId xmlns:a16="http://schemas.microsoft.com/office/drawing/2014/main" id="{B99F15E3-F868-5DD6-9690-BD2C6FD3954C}"/>
                </a:ext>
              </a:extLst>
            </p:cNvPr>
            <p:cNvSpPr/>
            <p:nvPr/>
          </p:nvSpPr>
          <p:spPr>
            <a:xfrm>
              <a:off x="4783422" y="14074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>
              <a:extLst>
                <a:ext uri="{FF2B5EF4-FFF2-40B4-BE49-F238E27FC236}">
                  <a16:creationId xmlns:a16="http://schemas.microsoft.com/office/drawing/2014/main" id="{70CE1BCD-356A-5B3D-B594-5A8F63B10261}"/>
                </a:ext>
              </a:extLst>
            </p:cNvPr>
            <p:cNvSpPr/>
            <p:nvPr/>
          </p:nvSpPr>
          <p:spPr>
            <a:xfrm>
              <a:off x="4891907" y="40354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1" name="pl101">
              <a:extLst>
                <a:ext uri="{FF2B5EF4-FFF2-40B4-BE49-F238E27FC236}">
                  <a16:creationId xmlns:a16="http://schemas.microsoft.com/office/drawing/2014/main" id="{45126F8E-E6AF-EA75-0071-0D0EF841ED16}"/>
                </a:ext>
              </a:extLst>
            </p:cNvPr>
            <p:cNvSpPr/>
            <p:nvPr/>
          </p:nvSpPr>
          <p:spPr>
            <a:xfrm>
              <a:off x="4891907" y="36658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2" name="pl102">
              <a:extLst>
                <a:ext uri="{FF2B5EF4-FFF2-40B4-BE49-F238E27FC236}">
                  <a16:creationId xmlns:a16="http://schemas.microsoft.com/office/drawing/2014/main" id="{79AE5B32-87BA-FDB8-7B7C-1B80BE971A7A}"/>
                </a:ext>
              </a:extLst>
            </p:cNvPr>
            <p:cNvSpPr/>
            <p:nvPr/>
          </p:nvSpPr>
          <p:spPr>
            <a:xfrm>
              <a:off x="4891907" y="3296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3" name="pl103">
              <a:extLst>
                <a:ext uri="{FF2B5EF4-FFF2-40B4-BE49-F238E27FC236}">
                  <a16:creationId xmlns:a16="http://schemas.microsoft.com/office/drawing/2014/main" id="{1FD3D574-4141-49C9-9685-7069A43FB8AB}"/>
                </a:ext>
              </a:extLst>
            </p:cNvPr>
            <p:cNvSpPr/>
            <p:nvPr/>
          </p:nvSpPr>
          <p:spPr>
            <a:xfrm>
              <a:off x="4891907" y="29265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4" name="pl104">
              <a:extLst>
                <a:ext uri="{FF2B5EF4-FFF2-40B4-BE49-F238E27FC236}">
                  <a16:creationId xmlns:a16="http://schemas.microsoft.com/office/drawing/2014/main" id="{F2248478-7A51-8FD7-9AD9-0F00291AAAF3}"/>
                </a:ext>
              </a:extLst>
            </p:cNvPr>
            <p:cNvSpPr/>
            <p:nvPr/>
          </p:nvSpPr>
          <p:spPr>
            <a:xfrm>
              <a:off x="4891907" y="25568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5" name="pl105">
              <a:extLst>
                <a:ext uri="{FF2B5EF4-FFF2-40B4-BE49-F238E27FC236}">
                  <a16:creationId xmlns:a16="http://schemas.microsoft.com/office/drawing/2014/main" id="{BEE1841E-9FB6-85F6-0D86-98427DAF360B}"/>
                </a:ext>
              </a:extLst>
            </p:cNvPr>
            <p:cNvSpPr/>
            <p:nvPr/>
          </p:nvSpPr>
          <p:spPr>
            <a:xfrm>
              <a:off x="4891907" y="21872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6" name="pl106">
              <a:extLst>
                <a:ext uri="{FF2B5EF4-FFF2-40B4-BE49-F238E27FC236}">
                  <a16:creationId xmlns:a16="http://schemas.microsoft.com/office/drawing/2014/main" id="{102E404D-19EE-7C28-8690-F43FE215EEFF}"/>
                </a:ext>
              </a:extLst>
            </p:cNvPr>
            <p:cNvSpPr/>
            <p:nvPr/>
          </p:nvSpPr>
          <p:spPr>
            <a:xfrm>
              <a:off x="4891907" y="18175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7" name="pl107">
              <a:extLst>
                <a:ext uri="{FF2B5EF4-FFF2-40B4-BE49-F238E27FC236}">
                  <a16:creationId xmlns:a16="http://schemas.microsoft.com/office/drawing/2014/main" id="{8046E7F8-BD23-692B-65FB-8E8081B24CEE}"/>
                </a:ext>
              </a:extLst>
            </p:cNvPr>
            <p:cNvSpPr/>
            <p:nvPr/>
          </p:nvSpPr>
          <p:spPr>
            <a:xfrm>
              <a:off x="4891907" y="14479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8" name="pl108">
              <a:extLst>
                <a:ext uri="{FF2B5EF4-FFF2-40B4-BE49-F238E27FC236}">
                  <a16:creationId xmlns:a16="http://schemas.microsoft.com/office/drawing/2014/main" id="{D865758E-34D9-62F0-7F3D-0B6A69F2F523}"/>
                </a:ext>
              </a:extLst>
            </p:cNvPr>
            <p:cNvSpPr/>
            <p:nvPr/>
          </p:nvSpPr>
          <p:spPr>
            <a:xfrm>
              <a:off x="5026007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9" name="pl109">
              <a:extLst>
                <a:ext uri="{FF2B5EF4-FFF2-40B4-BE49-F238E27FC236}">
                  <a16:creationId xmlns:a16="http://schemas.microsoft.com/office/drawing/2014/main" id="{BB9019DF-65F0-71FD-3A63-E61F73939D9A}"/>
                </a:ext>
              </a:extLst>
            </p:cNvPr>
            <p:cNvSpPr/>
            <p:nvPr/>
          </p:nvSpPr>
          <p:spPr>
            <a:xfrm>
              <a:off x="5423226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0" name="pl110">
              <a:extLst>
                <a:ext uri="{FF2B5EF4-FFF2-40B4-BE49-F238E27FC236}">
                  <a16:creationId xmlns:a16="http://schemas.microsoft.com/office/drawing/2014/main" id="{CD4D6B74-CAC8-F81A-D310-5EC6E64FAAA9}"/>
                </a:ext>
              </a:extLst>
            </p:cNvPr>
            <p:cNvSpPr/>
            <p:nvPr/>
          </p:nvSpPr>
          <p:spPr>
            <a:xfrm>
              <a:off x="5820445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1" name="pl111">
              <a:extLst>
                <a:ext uri="{FF2B5EF4-FFF2-40B4-BE49-F238E27FC236}">
                  <a16:creationId xmlns:a16="http://schemas.microsoft.com/office/drawing/2014/main" id="{A41240B9-4E4C-F992-FA09-5A35257B9797}"/>
                </a:ext>
              </a:extLst>
            </p:cNvPr>
            <p:cNvSpPr/>
            <p:nvPr/>
          </p:nvSpPr>
          <p:spPr>
            <a:xfrm>
              <a:off x="6217665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2" name="pl112">
              <a:extLst>
                <a:ext uri="{FF2B5EF4-FFF2-40B4-BE49-F238E27FC236}">
                  <a16:creationId xmlns:a16="http://schemas.microsoft.com/office/drawing/2014/main" id="{2D6B52C5-B56D-A939-EB6F-9AF6DE95008A}"/>
                </a:ext>
              </a:extLst>
            </p:cNvPr>
            <p:cNvSpPr/>
            <p:nvPr/>
          </p:nvSpPr>
          <p:spPr>
            <a:xfrm>
              <a:off x="6614884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3" name="pl113">
              <a:extLst>
                <a:ext uri="{FF2B5EF4-FFF2-40B4-BE49-F238E27FC236}">
                  <a16:creationId xmlns:a16="http://schemas.microsoft.com/office/drawing/2014/main" id="{7FDC3140-B3E2-F4C1-FFCD-DB9891189223}"/>
                </a:ext>
              </a:extLst>
            </p:cNvPr>
            <p:cNvSpPr/>
            <p:nvPr/>
          </p:nvSpPr>
          <p:spPr>
            <a:xfrm>
              <a:off x="7012104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4" name="tx114">
              <a:extLst>
                <a:ext uri="{FF2B5EF4-FFF2-40B4-BE49-F238E27FC236}">
                  <a16:creationId xmlns:a16="http://schemas.microsoft.com/office/drawing/2014/main" id="{C239C58E-D8ED-7050-C975-DD8A3367E758}"/>
                </a:ext>
              </a:extLst>
            </p:cNvPr>
            <p:cNvSpPr/>
            <p:nvPr/>
          </p:nvSpPr>
          <p:spPr>
            <a:xfrm>
              <a:off x="4904209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>
              <a:extLst>
                <a:ext uri="{FF2B5EF4-FFF2-40B4-BE49-F238E27FC236}">
                  <a16:creationId xmlns:a16="http://schemas.microsoft.com/office/drawing/2014/main" id="{984E5382-9262-9AD5-C577-C710E553DC6B}"/>
                </a:ext>
              </a:extLst>
            </p:cNvPr>
            <p:cNvSpPr/>
            <p:nvPr/>
          </p:nvSpPr>
          <p:spPr>
            <a:xfrm>
              <a:off x="5028567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>
              <a:extLst>
                <a:ext uri="{FF2B5EF4-FFF2-40B4-BE49-F238E27FC236}">
                  <a16:creationId xmlns:a16="http://schemas.microsoft.com/office/drawing/2014/main" id="{BC8079B4-418B-0ECD-2837-4E7243F3AFC8}"/>
                </a:ext>
              </a:extLst>
            </p:cNvPr>
            <p:cNvSpPr/>
            <p:nvPr/>
          </p:nvSpPr>
          <p:spPr>
            <a:xfrm>
              <a:off x="5073281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>
              <a:extLst>
                <a:ext uri="{FF2B5EF4-FFF2-40B4-BE49-F238E27FC236}">
                  <a16:creationId xmlns:a16="http://schemas.microsoft.com/office/drawing/2014/main" id="{4B5660B1-0626-C5D7-8425-B2A9A2C7CCAE}"/>
                </a:ext>
              </a:extLst>
            </p:cNvPr>
            <p:cNvSpPr/>
            <p:nvPr/>
          </p:nvSpPr>
          <p:spPr>
            <a:xfrm>
              <a:off x="5301428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>
              <a:extLst>
                <a:ext uri="{FF2B5EF4-FFF2-40B4-BE49-F238E27FC236}">
                  <a16:creationId xmlns:a16="http://schemas.microsoft.com/office/drawing/2014/main" id="{81402C5F-E8F1-3BA1-24CF-9DC2C825AAF8}"/>
                </a:ext>
              </a:extLst>
            </p:cNvPr>
            <p:cNvSpPr/>
            <p:nvPr/>
          </p:nvSpPr>
          <p:spPr>
            <a:xfrm>
              <a:off x="5425786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>
              <a:extLst>
                <a:ext uri="{FF2B5EF4-FFF2-40B4-BE49-F238E27FC236}">
                  <a16:creationId xmlns:a16="http://schemas.microsoft.com/office/drawing/2014/main" id="{44735300-4270-F5DC-ABD8-DAB8D48195A3}"/>
                </a:ext>
              </a:extLst>
            </p:cNvPr>
            <p:cNvSpPr/>
            <p:nvPr/>
          </p:nvSpPr>
          <p:spPr>
            <a:xfrm>
              <a:off x="5470500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>
              <a:extLst>
                <a:ext uri="{FF2B5EF4-FFF2-40B4-BE49-F238E27FC236}">
                  <a16:creationId xmlns:a16="http://schemas.microsoft.com/office/drawing/2014/main" id="{F9BFB440-D150-212C-2401-A874258399FB}"/>
                </a:ext>
              </a:extLst>
            </p:cNvPr>
            <p:cNvSpPr/>
            <p:nvPr/>
          </p:nvSpPr>
          <p:spPr>
            <a:xfrm>
              <a:off x="5698647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>
              <a:extLst>
                <a:ext uri="{FF2B5EF4-FFF2-40B4-BE49-F238E27FC236}">
                  <a16:creationId xmlns:a16="http://schemas.microsoft.com/office/drawing/2014/main" id="{50F0763F-4900-1829-1DFD-4309969926F0}"/>
                </a:ext>
              </a:extLst>
            </p:cNvPr>
            <p:cNvSpPr/>
            <p:nvPr/>
          </p:nvSpPr>
          <p:spPr>
            <a:xfrm>
              <a:off x="5823006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>
              <a:extLst>
                <a:ext uri="{FF2B5EF4-FFF2-40B4-BE49-F238E27FC236}">
                  <a16:creationId xmlns:a16="http://schemas.microsoft.com/office/drawing/2014/main" id="{AE355A68-F05C-96D3-8FB7-4056081A12B1}"/>
                </a:ext>
              </a:extLst>
            </p:cNvPr>
            <p:cNvSpPr/>
            <p:nvPr/>
          </p:nvSpPr>
          <p:spPr>
            <a:xfrm>
              <a:off x="5867720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>
              <a:extLst>
                <a:ext uri="{FF2B5EF4-FFF2-40B4-BE49-F238E27FC236}">
                  <a16:creationId xmlns:a16="http://schemas.microsoft.com/office/drawing/2014/main" id="{802569F3-9D7C-9120-E56D-69DE0D688DC1}"/>
                </a:ext>
              </a:extLst>
            </p:cNvPr>
            <p:cNvSpPr/>
            <p:nvPr/>
          </p:nvSpPr>
          <p:spPr>
            <a:xfrm>
              <a:off x="6095867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>
              <a:extLst>
                <a:ext uri="{FF2B5EF4-FFF2-40B4-BE49-F238E27FC236}">
                  <a16:creationId xmlns:a16="http://schemas.microsoft.com/office/drawing/2014/main" id="{D9215BE9-1FBB-B59B-4977-3B8D5D3D54E9}"/>
                </a:ext>
              </a:extLst>
            </p:cNvPr>
            <p:cNvSpPr/>
            <p:nvPr/>
          </p:nvSpPr>
          <p:spPr>
            <a:xfrm>
              <a:off x="6220225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>
              <a:extLst>
                <a:ext uri="{FF2B5EF4-FFF2-40B4-BE49-F238E27FC236}">
                  <a16:creationId xmlns:a16="http://schemas.microsoft.com/office/drawing/2014/main" id="{2BCC98D4-87E7-4908-3F0E-06E669DF3AA0}"/>
                </a:ext>
              </a:extLst>
            </p:cNvPr>
            <p:cNvSpPr/>
            <p:nvPr/>
          </p:nvSpPr>
          <p:spPr>
            <a:xfrm>
              <a:off x="6264939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>
              <a:extLst>
                <a:ext uri="{FF2B5EF4-FFF2-40B4-BE49-F238E27FC236}">
                  <a16:creationId xmlns:a16="http://schemas.microsoft.com/office/drawing/2014/main" id="{B9DB4653-22E2-30ED-B2EB-81524DE62087}"/>
                </a:ext>
              </a:extLst>
            </p:cNvPr>
            <p:cNvSpPr/>
            <p:nvPr/>
          </p:nvSpPr>
          <p:spPr>
            <a:xfrm>
              <a:off x="6493086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>
              <a:extLst>
                <a:ext uri="{FF2B5EF4-FFF2-40B4-BE49-F238E27FC236}">
                  <a16:creationId xmlns:a16="http://schemas.microsoft.com/office/drawing/2014/main" id="{079D551A-35D1-1966-EC90-73EF2D8C0901}"/>
                </a:ext>
              </a:extLst>
            </p:cNvPr>
            <p:cNvSpPr/>
            <p:nvPr/>
          </p:nvSpPr>
          <p:spPr>
            <a:xfrm>
              <a:off x="6617445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>
              <a:extLst>
                <a:ext uri="{FF2B5EF4-FFF2-40B4-BE49-F238E27FC236}">
                  <a16:creationId xmlns:a16="http://schemas.microsoft.com/office/drawing/2014/main" id="{8EE66335-91A7-0BB1-2AE2-86ED752799FE}"/>
                </a:ext>
              </a:extLst>
            </p:cNvPr>
            <p:cNvSpPr/>
            <p:nvPr/>
          </p:nvSpPr>
          <p:spPr>
            <a:xfrm>
              <a:off x="6662159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>
              <a:extLst>
                <a:ext uri="{FF2B5EF4-FFF2-40B4-BE49-F238E27FC236}">
                  <a16:creationId xmlns:a16="http://schemas.microsoft.com/office/drawing/2014/main" id="{3C18959A-738F-5305-6B73-CE194FDBDA19}"/>
                </a:ext>
              </a:extLst>
            </p:cNvPr>
            <p:cNvSpPr/>
            <p:nvPr/>
          </p:nvSpPr>
          <p:spPr>
            <a:xfrm>
              <a:off x="6890306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>
              <a:extLst>
                <a:ext uri="{FF2B5EF4-FFF2-40B4-BE49-F238E27FC236}">
                  <a16:creationId xmlns:a16="http://schemas.microsoft.com/office/drawing/2014/main" id="{D14C3011-B650-F431-4409-300403E47F64}"/>
                </a:ext>
              </a:extLst>
            </p:cNvPr>
            <p:cNvSpPr/>
            <p:nvPr/>
          </p:nvSpPr>
          <p:spPr>
            <a:xfrm>
              <a:off x="7014664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>
              <a:extLst>
                <a:ext uri="{FF2B5EF4-FFF2-40B4-BE49-F238E27FC236}">
                  <a16:creationId xmlns:a16="http://schemas.microsoft.com/office/drawing/2014/main" id="{BBEFC9BC-67ED-D567-A38D-439D60383819}"/>
                </a:ext>
              </a:extLst>
            </p:cNvPr>
            <p:cNvSpPr/>
            <p:nvPr/>
          </p:nvSpPr>
          <p:spPr>
            <a:xfrm>
              <a:off x="7059378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>
              <a:extLst>
                <a:ext uri="{FF2B5EF4-FFF2-40B4-BE49-F238E27FC236}">
                  <a16:creationId xmlns:a16="http://schemas.microsoft.com/office/drawing/2014/main" id="{C49224F2-D3FE-F986-294B-569D739CE9EC}"/>
                </a:ext>
              </a:extLst>
            </p:cNvPr>
            <p:cNvSpPr/>
            <p:nvPr/>
          </p:nvSpPr>
          <p:spPr>
            <a:xfrm>
              <a:off x="5712091" y="43716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>
              <a:extLst>
                <a:ext uri="{FF2B5EF4-FFF2-40B4-BE49-F238E27FC236}">
                  <a16:creationId xmlns:a16="http://schemas.microsoft.com/office/drawing/2014/main" id="{8D3D0367-975E-E1DA-20BE-7FEEC943F00B}"/>
                </a:ext>
              </a:extLst>
            </p:cNvPr>
            <p:cNvSpPr/>
            <p:nvPr/>
          </p:nvSpPr>
          <p:spPr>
            <a:xfrm rot="16200000">
              <a:off x="4244508" y="26916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>
              <a:extLst>
                <a:ext uri="{FF2B5EF4-FFF2-40B4-BE49-F238E27FC236}">
                  <a16:creationId xmlns:a16="http://schemas.microsoft.com/office/drawing/2014/main" id="{EC339528-B23C-C985-6150-3A0CD83FA7C8}"/>
                </a:ext>
              </a:extLst>
            </p:cNvPr>
            <p:cNvSpPr/>
            <p:nvPr/>
          </p:nvSpPr>
          <p:spPr>
            <a:xfrm>
              <a:off x="7250587" y="2023158"/>
              <a:ext cx="650650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135" name="tx135">
              <a:extLst>
                <a:ext uri="{FF2B5EF4-FFF2-40B4-BE49-F238E27FC236}">
                  <a16:creationId xmlns:a16="http://schemas.microsoft.com/office/drawing/2014/main" id="{BD11B88C-510D-995C-AC9B-A9A47699A4AA}"/>
                </a:ext>
              </a:extLst>
            </p:cNvPr>
            <p:cNvSpPr/>
            <p:nvPr/>
          </p:nvSpPr>
          <p:spPr>
            <a:xfrm>
              <a:off x="7320176" y="2108249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6" name="pic136">
              <a:extLst>
                <a:ext uri="{FF2B5EF4-FFF2-40B4-BE49-F238E27FC236}">
                  <a16:creationId xmlns:a16="http://schemas.microsoft.com/office/drawing/2014/main" id="{D87D058F-CC3E-EA37-847D-1C06B0988D0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0176" y="2293375"/>
              <a:ext cx="219455" cy="1097280"/>
            </a:xfrm>
            <a:prstGeom prst="rect">
              <a:avLst/>
            </a:prstGeom>
          </p:spPr>
        </p:pic>
        <p:sp>
          <p:nvSpPr>
            <p:cNvPr id="137" name="pl137">
              <a:extLst>
                <a:ext uri="{FF2B5EF4-FFF2-40B4-BE49-F238E27FC236}">
                  <a16:creationId xmlns:a16="http://schemas.microsoft.com/office/drawing/2014/main" id="{C52222D0-A341-BF39-4A30-5BA14D774BFC}"/>
                </a:ext>
              </a:extLst>
            </p:cNvPr>
            <p:cNvSpPr/>
            <p:nvPr/>
          </p:nvSpPr>
          <p:spPr>
            <a:xfrm>
              <a:off x="7495740" y="33888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8" name="pl138">
              <a:extLst>
                <a:ext uri="{FF2B5EF4-FFF2-40B4-BE49-F238E27FC236}">
                  <a16:creationId xmlns:a16="http://schemas.microsoft.com/office/drawing/2014/main" id="{E4BA19C1-05DC-3A33-8705-0B56E5E8EA42}"/>
                </a:ext>
              </a:extLst>
            </p:cNvPr>
            <p:cNvSpPr/>
            <p:nvPr/>
          </p:nvSpPr>
          <p:spPr>
            <a:xfrm>
              <a:off x="7495740" y="31154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9" name="pl139">
              <a:extLst>
                <a:ext uri="{FF2B5EF4-FFF2-40B4-BE49-F238E27FC236}">
                  <a16:creationId xmlns:a16="http://schemas.microsoft.com/office/drawing/2014/main" id="{7D538160-2AED-965A-E829-8A9C0B71EC2E}"/>
                </a:ext>
              </a:extLst>
            </p:cNvPr>
            <p:cNvSpPr/>
            <p:nvPr/>
          </p:nvSpPr>
          <p:spPr>
            <a:xfrm>
              <a:off x="7495740" y="28420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0" name="pl140">
              <a:extLst>
                <a:ext uri="{FF2B5EF4-FFF2-40B4-BE49-F238E27FC236}">
                  <a16:creationId xmlns:a16="http://schemas.microsoft.com/office/drawing/2014/main" id="{19246BD6-1AAF-ABB4-1AD5-41A136DD2A75}"/>
                </a:ext>
              </a:extLst>
            </p:cNvPr>
            <p:cNvSpPr/>
            <p:nvPr/>
          </p:nvSpPr>
          <p:spPr>
            <a:xfrm>
              <a:off x="7495740" y="25686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1" name="pl141">
              <a:extLst>
                <a:ext uri="{FF2B5EF4-FFF2-40B4-BE49-F238E27FC236}">
                  <a16:creationId xmlns:a16="http://schemas.microsoft.com/office/drawing/2014/main" id="{C3789D24-4A19-E307-2720-23A9C45ED691}"/>
                </a:ext>
              </a:extLst>
            </p:cNvPr>
            <p:cNvSpPr/>
            <p:nvPr/>
          </p:nvSpPr>
          <p:spPr>
            <a:xfrm>
              <a:off x="7495740" y="22952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2" name="pl142">
              <a:extLst>
                <a:ext uri="{FF2B5EF4-FFF2-40B4-BE49-F238E27FC236}">
                  <a16:creationId xmlns:a16="http://schemas.microsoft.com/office/drawing/2014/main" id="{8B8FF27F-5929-3AE4-05AF-98C971A92E09}"/>
                </a:ext>
              </a:extLst>
            </p:cNvPr>
            <p:cNvSpPr/>
            <p:nvPr/>
          </p:nvSpPr>
          <p:spPr>
            <a:xfrm>
              <a:off x="7320176" y="33888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3" name="pl143">
              <a:extLst>
                <a:ext uri="{FF2B5EF4-FFF2-40B4-BE49-F238E27FC236}">
                  <a16:creationId xmlns:a16="http://schemas.microsoft.com/office/drawing/2014/main" id="{4BB45CAE-3B40-5F0A-5750-1B762782133C}"/>
                </a:ext>
              </a:extLst>
            </p:cNvPr>
            <p:cNvSpPr/>
            <p:nvPr/>
          </p:nvSpPr>
          <p:spPr>
            <a:xfrm>
              <a:off x="7320176" y="31154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4" name="pl144">
              <a:extLst>
                <a:ext uri="{FF2B5EF4-FFF2-40B4-BE49-F238E27FC236}">
                  <a16:creationId xmlns:a16="http://schemas.microsoft.com/office/drawing/2014/main" id="{5672586A-05EA-46B6-ED4F-FCDFDA0DB8B7}"/>
                </a:ext>
              </a:extLst>
            </p:cNvPr>
            <p:cNvSpPr/>
            <p:nvPr/>
          </p:nvSpPr>
          <p:spPr>
            <a:xfrm>
              <a:off x="7320176" y="28420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5" name="pl145">
              <a:extLst>
                <a:ext uri="{FF2B5EF4-FFF2-40B4-BE49-F238E27FC236}">
                  <a16:creationId xmlns:a16="http://schemas.microsoft.com/office/drawing/2014/main" id="{FED0E273-D600-B0A4-52C5-CC5AC3DD4BBA}"/>
                </a:ext>
              </a:extLst>
            </p:cNvPr>
            <p:cNvSpPr/>
            <p:nvPr/>
          </p:nvSpPr>
          <p:spPr>
            <a:xfrm>
              <a:off x="7320176" y="25686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6" name="pl146">
              <a:extLst>
                <a:ext uri="{FF2B5EF4-FFF2-40B4-BE49-F238E27FC236}">
                  <a16:creationId xmlns:a16="http://schemas.microsoft.com/office/drawing/2014/main" id="{301102FE-8CC9-BF5B-2813-1C8ACBC453C1}"/>
                </a:ext>
              </a:extLst>
            </p:cNvPr>
            <p:cNvSpPr/>
            <p:nvPr/>
          </p:nvSpPr>
          <p:spPr>
            <a:xfrm>
              <a:off x="7320176" y="22952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7" name="tx147">
              <a:extLst>
                <a:ext uri="{FF2B5EF4-FFF2-40B4-BE49-F238E27FC236}">
                  <a16:creationId xmlns:a16="http://schemas.microsoft.com/office/drawing/2014/main" id="{E59D5B70-1EF7-1A43-EB0F-1CD541533C66}"/>
                </a:ext>
              </a:extLst>
            </p:cNvPr>
            <p:cNvSpPr/>
            <p:nvPr/>
          </p:nvSpPr>
          <p:spPr>
            <a:xfrm>
              <a:off x="7609221" y="334882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8" name="tx148">
              <a:extLst>
                <a:ext uri="{FF2B5EF4-FFF2-40B4-BE49-F238E27FC236}">
                  <a16:creationId xmlns:a16="http://schemas.microsoft.com/office/drawing/2014/main" id="{BEC84521-2663-305F-0A63-EB6862BB53D8}"/>
                </a:ext>
              </a:extLst>
            </p:cNvPr>
            <p:cNvSpPr/>
            <p:nvPr/>
          </p:nvSpPr>
          <p:spPr>
            <a:xfrm>
              <a:off x="7609221" y="307541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9" name="tx149">
              <a:extLst>
                <a:ext uri="{FF2B5EF4-FFF2-40B4-BE49-F238E27FC236}">
                  <a16:creationId xmlns:a16="http://schemas.microsoft.com/office/drawing/2014/main" id="{33DBF187-A881-3BA9-23A2-9B031CE5F468}"/>
                </a:ext>
              </a:extLst>
            </p:cNvPr>
            <p:cNvSpPr/>
            <p:nvPr/>
          </p:nvSpPr>
          <p:spPr>
            <a:xfrm>
              <a:off x="7609221" y="2802010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0" name="tx150">
              <a:extLst>
                <a:ext uri="{FF2B5EF4-FFF2-40B4-BE49-F238E27FC236}">
                  <a16:creationId xmlns:a16="http://schemas.microsoft.com/office/drawing/2014/main" id="{2EA09EF3-0521-1EDB-F2F6-558277DF5004}"/>
                </a:ext>
              </a:extLst>
            </p:cNvPr>
            <p:cNvSpPr/>
            <p:nvPr/>
          </p:nvSpPr>
          <p:spPr>
            <a:xfrm>
              <a:off x="7609221" y="25286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1" name="tx151">
              <a:extLst>
                <a:ext uri="{FF2B5EF4-FFF2-40B4-BE49-F238E27FC236}">
                  <a16:creationId xmlns:a16="http://schemas.microsoft.com/office/drawing/2014/main" id="{E0085967-9876-0B9B-2781-593DD8CFAF78}"/>
                </a:ext>
              </a:extLst>
            </p:cNvPr>
            <p:cNvSpPr/>
            <p:nvPr/>
          </p:nvSpPr>
          <p:spPr>
            <a:xfrm>
              <a:off x="7609221" y="22551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" name="tx152">
              <a:extLst>
                <a:ext uri="{FF2B5EF4-FFF2-40B4-BE49-F238E27FC236}">
                  <a16:creationId xmlns:a16="http://schemas.microsoft.com/office/drawing/2014/main" id="{8CDB3AD8-470C-9975-FBE6-CF64406FADD2}"/>
                </a:ext>
              </a:extLst>
            </p:cNvPr>
            <p:cNvSpPr/>
            <p:nvPr/>
          </p:nvSpPr>
          <p:spPr>
            <a:xfrm>
              <a:off x="4252226" y="915219"/>
              <a:ext cx="3353836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Survival in Future Treatments</a:t>
              </a:r>
            </a:p>
          </p:txBody>
        </p:sp>
      </p:grp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420888A9-B39D-E3DD-FDCA-CCFB05366362}"/>
              </a:ext>
            </a:extLst>
          </p:cNvPr>
          <p:cNvGrpSpPr/>
          <p:nvPr/>
        </p:nvGrpSpPr>
        <p:grpSpPr>
          <a:xfrm>
            <a:off x="8598125" y="231693"/>
            <a:ext cx="3818098" cy="3898259"/>
            <a:chOff x="10040973" y="573417"/>
            <a:chExt cx="3818098" cy="3898259"/>
          </a:xfrm>
        </p:grpSpPr>
        <p:sp>
          <p:nvSpPr>
            <p:cNvPr id="154" name="rc154">
              <a:extLst>
                <a:ext uri="{FF2B5EF4-FFF2-40B4-BE49-F238E27FC236}">
                  <a16:creationId xmlns:a16="http://schemas.microsoft.com/office/drawing/2014/main" id="{5019F4A7-CE9B-ABEF-1071-E83461F399E6}"/>
                </a:ext>
              </a:extLst>
            </p:cNvPr>
            <p:cNvSpPr/>
            <p:nvPr/>
          </p:nvSpPr>
          <p:spPr>
            <a:xfrm>
              <a:off x="10856068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155" name="pl155">
              <a:extLst>
                <a:ext uri="{FF2B5EF4-FFF2-40B4-BE49-F238E27FC236}">
                  <a16:creationId xmlns:a16="http://schemas.microsoft.com/office/drawing/2014/main" id="{0E3B02C1-F549-57C7-CB48-C973BC55623F}"/>
                </a:ext>
              </a:extLst>
            </p:cNvPr>
            <p:cNvSpPr/>
            <p:nvPr/>
          </p:nvSpPr>
          <p:spPr>
            <a:xfrm>
              <a:off x="10955373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6" name="pl156">
              <a:extLst>
                <a:ext uri="{FF2B5EF4-FFF2-40B4-BE49-F238E27FC236}">
                  <a16:creationId xmlns:a16="http://schemas.microsoft.com/office/drawing/2014/main" id="{FBB5DE81-83F8-B247-D551-580BF3DFCA3C}"/>
                </a:ext>
              </a:extLst>
            </p:cNvPr>
            <p:cNvSpPr/>
            <p:nvPr/>
          </p:nvSpPr>
          <p:spPr>
            <a:xfrm>
              <a:off x="11352592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7" name="pl157">
              <a:extLst>
                <a:ext uri="{FF2B5EF4-FFF2-40B4-BE49-F238E27FC236}">
                  <a16:creationId xmlns:a16="http://schemas.microsoft.com/office/drawing/2014/main" id="{F7CBA1DC-88D3-A76A-5307-DCCA5B08A321}"/>
                </a:ext>
              </a:extLst>
            </p:cNvPr>
            <p:cNvSpPr/>
            <p:nvPr/>
          </p:nvSpPr>
          <p:spPr>
            <a:xfrm>
              <a:off x="11749812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8" name="pl158">
              <a:extLst>
                <a:ext uri="{FF2B5EF4-FFF2-40B4-BE49-F238E27FC236}">
                  <a16:creationId xmlns:a16="http://schemas.microsoft.com/office/drawing/2014/main" id="{B6BC04C8-3443-8BCA-21A3-DCF94DB6A4B0}"/>
                </a:ext>
              </a:extLst>
            </p:cNvPr>
            <p:cNvSpPr/>
            <p:nvPr/>
          </p:nvSpPr>
          <p:spPr>
            <a:xfrm>
              <a:off x="12147031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9" name="pl159">
              <a:extLst>
                <a:ext uri="{FF2B5EF4-FFF2-40B4-BE49-F238E27FC236}">
                  <a16:creationId xmlns:a16="http://schemas.microsoft.com/office/drawing/2014/main" id="{D4226F85-F0E3-3550-2AB2-AEA548596761}"/>
                </a:ext>
              </a:extLst>
            </p:cNvPr>
            <p:cNvSpPr/>
            <p:nvPr/>
          </p:nvSpPr>
          <p:spPr>
            <a:xfrm>
              <a:off x="12544250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0" name="pl160">
              <a:extLst>
                <a:ext uri="{FF2B5EF4-FFF2-40B4-BE49-F238E27FC236}">
                  <a16:creationId xmlns:a16="http://schemas.microsoft.com/office/drawing/2014/main" id="{2976A076-A34C-1F53-47A6-B329A4092724}"/>
                </a:ext>
              </a:extLst>
            </p:cNvPr>
            <p:cNvSpPr/>
            <p:nvPr/>
          </p:nvSpPr>
          <p:spPr>
            <a:xfrm>
              <a:off x="12941470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1" name="pl161">
              <a:extLst>
                <a:ext uri="{FF2B5EF4-FFF2-40B4-BE49-F238E27FC236}">
                  <a16:creationId xmlns:a16="http://schemas.microsoft.com/office/drawing/2014/main" id="{62FCA296-5CA5-6223-5568-018CA8154F80}"/>
                </a:ext>
              </a:extLst>
            </p:cNvPr>
            <p:cNvSpPr/>
            <p:nvPr/>
          </p:nvSpPr>
          <p:spPr>
            <a:xfrm>
              <a:off x="10856068" y="403545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2" name="pl162">
              <a:extLst>
                <a:ext uri="{FF2B5EF4-FFF2-40B4-BE49-F238E27FC236}">
                  <a16:creationId xmlns:a16="http://schemas.microsoft.com/office/drawing/2014/main" id="{7BEB0B32-99BE-9E09-EA84-0ACEC9A48DA3}"/>
                </a:ext>
              </a:extLst>
            </p:cNvPr>
            <p:cNvSpPr/>
            <p:nvPr/>
          </p:nvSpPr>
          <p:spPr>
            <a:xfrm>
              <a:off x="10856068" y="3665812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3" name="pl163">
              <a:extLst>
                <a:ext uri="{FF2B5EF4-FFF2-40B4-BE49-F238E27FC236}">
                  <a16:creationId xmlns:a16="http://schemas.microsoft.com/office/drawing/2014/main" id="{19C2E70B-6A82-06BA-1CB5-B921B91DDA3E}"/>
                </a:ext>
              </a:extLst>
            </p:cNvPr>
            <p:cNvSpPr/>
            <p:nvPr/>
          </p:nvSpPr>
          <p:spPr>
            <a:xfrm>
              <a:off x="10856068" y="3296167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4" name="pl164">
              <a:extLst>
                <a:ext uri="{FF2B5EF4-FFF2-40B4-BE49-F238E27FC236}">
                  <a16:creationId xmlns:a16="http://schemas.microsoft.com/office/drawing/2014/main" id="{D7777DC1-2B02-86CB-12A7-6AA8F8F2DCE7}"/>
                </a:ext>
              </a:extLst>
            </p:cNvPr>
            <p:cNvSpPr/>
            <p:nvPr/>
          </p:nvSpPr>
          <p:spPr>
            <a:xfrm>
              <a:off x="10856068" y="2926523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5" name="pl165">
              <a:extLst>
                <a:ext uri="{FF2B5EF4-FFF2-40B4-BE49-F238E27FC236}">
                  <a16:creationId xmlns:a16="http://schemas.microsoft.com/office/drawing/2014/main" id="{BDCD82B6-5449-D82B-4A5E-99A98761A055}"/>
                </a:ext>
              </a:extLst>
            </p:cNvPr>
            <p:cNvSpPr/>
            <p:nvPr/>
          </p:nvSpPr>
          <p:spPr>
            <a:xfrm>
              <a:off x="10856068" y="2556879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6" name="pl166">
              <a:extLst>
                <a:ext uri="{FF2B5EF4-FFF2-40B4-BE49-F238E27FC236}">
                  <a16:creationId xmlns:a16="http://schemas.microsoft.com/office/drawing/2014/main" id="{A5FE1466-3AE6-29B8-3E84-985695DE8F81}"/>
                </a:ext>
              </a:extLst>
            </p:cNvPr>
            <p:cNvSpPr/>
            <p:nvPr/>
          </p:nvSpPr>
          <p:spPr>
            <a:xfrm>
              <a:off x="10856068" y="2187235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7" name="pl167">
              <a:extLst>
                <a:ext uri="{FF2B5EF4-FFF2-40B4-BE49-F238E27FC236}">
                  <a16:creationId xmlns:a16="http://schemas.microsoft.com/office/drawing/2014/main" id="{0C62D951-2456-6ADA-B89B-6C38120EB36F}"/>
                </a:ext>
              </a:extLst>
            </p:cNvPr>
            <p:cNvSpPr/>
            <p:nvPr/>
          </p:nvSpPr>
          <p:spPr>
            <a:xfrm>
              <a:off x="10856068" y="1817590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8" name="pl168">
              <a:extLst>
                <a:ext uri="{FF2B5EF4-FFF2-40B4-BE49-F238E27FC236}">
                  <a16:creationId xmlns:a16="http://schemas.microsoft.com/office/drawing/2014/main" id="{8A5D7C17-8891-063B-7848-E3381907C760}"/>
                </a:ext>
              </a:extLst>
            </p:cNvPr>
            <p:cNvSpPr/>
            <p:nvPr/>
          </p:nvSpPr>
          <p:spPr>
            <a:xfrm>
              <a:off x="10856068" y="144794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9" name="ph169">
              <a:extLst>
                <a:ext uri="{FF2B5EF4-FFF2-40B4-BE49-F238E27FC236}">
                  <a16:creationId xmlns:a16="http://schemas.microsoft.com/office/drawing/2014/main" id="{A7A35E00-B6A4-2760-0635-A79032929E64}"/>
                </a:ext>
              </a:extLst>
            </p:cNvPr>
            <p:cNvSpPr/>
            <p:nvPr/>
          </p:nvSpPr>
          <p:spPr>
            <a:xfrm>
              <a:off x="11827219" y="1711932"/>
              <a:ext cx="930827" cy="1243975"/>
            </a:xfrm>
            <a:custGeom>
              <a:avLst/>
              <a:gdLst/>
              <a:ahLst/>
              <a:cxnLst/>
              <a:rect l="0" t="0" r="0" b="0"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0" name="ph170">
              <a:extLst>
                <a:ext uri="{FF2B5EF4-FFF2-40B4-BE49-F238E27FC236}">
                  <a16:creationId xmlns:a16="http://schemas.microsoft.com/office/drawing/2014/main" id="{FE54D444-597A-F055-6758-3D4E7A5CC9B5}"/>
                </a:ext>
              </a:extLst>
            </p:cNvPr>
            <p:cNvSpPr/>
            <p:nvPr/>
          </p:nvSpPr>
          <p:spPr>
            <a:xfrm>
              <a:off x="11327397" y="2292984"/>
              <a:ext cx="1041614" cy="914400"/>
            </a:xfrm>
            <a:custGeom>
              <a:avLst/>
              <a:gdLst/>
              <a:ahLst/>
              <a:cxnLst/>
              <a:rect l="0" t="0" r="0" b="0"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1" name="ph171">
              <a:extLst>
                <a:ext uri="{FF2B5EF4-FFF2-40B4-BE49-F238E27FC236}">
                  <a16:creationId xmlns:a16="http://schemas.microsoft.com/office/drawing/2014/main" id="{27195287-2657-1FE5-59EB-67EBC9E83F56}"/>
                </a:ext>
              </a:extLst>
            </p:cNvPr>
            <p:cNvSpPr/>
            <p:nvPr/>
          </p:nvSpPr>
          <p:spPr>
            <a:xfrm>
              <a:off x="10333069" y="1306280"/>
              <a:ext cx="2407890" cy="2231492"/>
            </a:xfrm>
            <a:custGeom>
              <a:avLst/>
              <a:gdLst/>
              <a:ahLst/>
              <a:cxnLst/>
              <a:rect l="0" t="0" r="0" b="0"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2" name="ph172">
              <a:extLst>
                <a:ext uri="{FF2B5EF4-FFF2-40B4-BE49-F238E27FC236}">
                  <a16:creationId xmlns:a16="http://schemas.microsoft.com/office/drawing/2014/main" id="{8372C318-1FCB-8F95-F202-3B012F30CC25}"/>
                </a:ext>
              </a:extLst>
            </p:cNvPr>
            <p:cNvSpPr/>
            <p:nvPr/>
          </p:nvSpPr>
          <p:spPr>
            <a:xfrm>
              <a:off x="11855943" y="1694135"/>
              <a:ext cx="952744" cy="914400"/>
            </a:xfrm>
            <a:custGeom>
              <a:avLst/>
              <a:gdLst/>
              <a:ahLst/>
              <a:cxnLst/>
              <a:rect l="0" t="0" r="0" b="0"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3" name="ph173">
              <a:extLst>
                <a:ext uri="{FF2B5EF4-FFF2-40B4-BE49-F238E27FC236}">
                  <a16:creationId xmlns:a16="http://schemas.microsoft.com/office/drawing/2014/main" id="{47AD8B87-76E1-567C-3EF4-5A1DA3D01EB3}"/>
                </a:ext>
              </a:extLst>
            </p:cNvPr>
            <p:cNvSpPr/>
            <p:nvPr/>
          </p:nvSpPr>
          <p:spPr>
            <a:xfrm>
              <a:off x="11703708" y="1265597"/>
              <a:ext cx="936976" cy="914400"/>
            </a:xfrm>
            <a:custGeom>
              <a:avLst/>
              <a:gdLst/>
              <a:ahLst/>
              <a:cxnLst/>
              <a:rect l="0" t="0" r="0" b="0"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4" name="ph174">
              <a:extLst>
                <a:ext uri="{FF2B5EF4-FFF2-40B4-BE49-F238E27FC236}">
                  <a16:creationId xmlns:a16="http://schemas.microsoft.com/office/drawing/2014/main" id="{DD6D0BC3-4DA2-C5C6-882A-4D72824204D8}"/>
                </a:ext>
              </a:extLst>
            </p:cNvPr>
            <p:cNvSpPr/>
            <p:nvPr/>
          </p:nvSpPr>
          <p:spPr>
            <a:xfrm>
              <a:off x="11743120" y="1111206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5" name="ph175">
              <a:extLst>
                <a:ext uri="{FF2B5EF4-FFF2-40B4-BE49-F238E27FC236}">
                  <a16:creationId xmlns:a16="http://schemas.microsoft.com/office/drawing/2014/main" id="{E78F1052-DE8F-BEF8-8A8D-6EA4B0F77BA5}"/>
                </a:ext>
              </a:extLst>
            </p:cNvPr>
            <p:cNvSpPr/>
            <p:nvPr/>
          </p:nvSpPr>
          <p:spPr>
            <a:xfrm>
              <a:off x="12012038" y="2960636"/>
              <a:ext cx="929431" cy="915704"/>
            </a:xfrm>
            <a:custGeom>
              <a:avLst/>
              <a:gdLst/>
              <a:ahLst/>
              <a:cxnLst/>
              <a:rect l="0" t="0" r="0" b="0"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6" name="ph176">
              <a:extLst>
                <a:ext uri="{FF2B5EF4-FFF2-40B4-BE49-F238E27FC236}">
                  <a16:creationId xmlns:a16="http://schemas.microsoft.com/office/drawing/2014/main" id="{4F5EFC8F-404A-0AD6-BD0E-6F94CCBFB44F}"/>
                </a:ext>
              </a:extLst>
            </p:cNvPr>
            <p:cNvSpPr/>
            <p:nvPr/>
          </p:nvSpPr>
          <p:spPr>
            <a:xfrm>
              <a:off x="10977561" y="3114287"/>
              <a:ext cx="1963908" cy="921168"/>
            </a:xfrm>
            <a:custGeom>
              <a:avLst/>
              <a:gdLst/>
              <a:ahLst/>
              <a:cxnLst/>
              <a:rect l="0" t="0" r="0" b="0"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7" name="ph177">
              <a:extLst>
                <a:ext uri="{FF2B5EF4-FFF2-40B4-BE49-F238E27FC236}">
                  <a16:creationId xmlns:a16="http://schemas.microsoft.com/office/drawing/2014/main" id="{511F66E5-AA03-72FE-116E-3721E9A9ED77}"/>
                </a:ext>
              </a:extLst>
            </p:cNvPr>
            <p:cNvSpPr/>
            <p:nvPr/>
          </p:nvSpPr>
          <p:spPr>
            <a:xfrm>
              <a:off x="10500684" y="573417"/>
              <a:ext cx="968823" cy="1653363"/>
            </a:xfrm>
            <a:custGeom>
              <a:avLst/>
              <a:gdLst/>
              <a:ahLst/>
              <a:cxnLst/>
              <a:rect l="0" t="0" r="0" b="0"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8" name="ph178">
              <a:extLst>
                <a:ext uri="{FF2B5EF4-FFF2-40B4-BE49-F238E27FC236}">
                  <a16:creationId xmlns:a16="http://schemas.microsoft.com/office/drawing/2014/main" id="{CD4F157B-EC3E-7935-DBC3-1130C37D8454}"/>
                </a:ext>
              </a:extLst>
            </p:cNvPr>
            <p:cNvSpPr/>
            <p:nvPr/>
          </p:nvSpPr>
          <p:spPr>
            <a:xfrm>
              <a:off x="10045376" y="2871943"/>
              <a:ext cx="915718" cy="956750"/>
            </a:xfrm>
            <a:custGeom>
              <a:avLst/>
              <a:gdLst/>
              <a:ahLst/>
              <a:cxnLst/>
              <a:rect l="0" t="0" r="0" b="0"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9" name="ph179">
              <a:extLst>
                <a:ext uri="{FF2B5EF4-FFF2-40B4-BE49-F238E27FC236}">
                  <a16:creationId xmlns:a16="http://schemas.microsoft.com/office/drawing/2014/main" id="{6886B556-0295-6B5A-7D96-9CDCFB02F29A}"/>
                </a:ext>
              </a:extLst>
            </p:cNvPr>
            <p:cNvSpPr/>
            <p:nvPr/>
          </p:nvSpPr>
          <p:spPr>
            <a:xfrm>
              <a:off x="10069465" y="2940511"/>
              <a:ext cx="1097299" cy="1094944"/>
            </a:xfrm>
            <a:custGeom>
              <a:avLst/>
              <a:gdLst/>
              <a:ahLst/>
              <a:cxnLst/>
              <a:rect l="0" t="0" r="0" b="0"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0" name="ph180">
              <a:extLst>
                <a:ext uri="{FF2B5EF4-FFF2-40B4-BE49-F238E27FC236}">
                  <a16:creationId xmlns:a16="http://schemas.microsoft.com/office/drawing/2014/main" id="{F6EE7A12-827F-9C9E-F0D7-CA272CA779EA}"/>
                </a:ext>
              </a:extLst>
            </p:cNvPr>
            <p:cNvSpPr/>
            <p:nvPr/>
          </p:nvSpPr>
          <p:spPr>
            <a:xfrm>
              <a:off x="10260297" y="3117663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1" name="ph181">
              <a:extLst>
                <a:ext uri="{FF2B5EF4-FFF2-40B4-BE49-F238E27FC236}">
                  <a16:creationId xmlns:a16="http://schemas.microsoft.com/office/drawing/2014/main" id="{7501D642-A913-EA7F-7A91-A8215CC7A7B1}"/>
                </a:ext>
              </a:extLst>
            </p:cNvPr>
            <p:cNvSpPr/>
            <p:nvPr/>
          </p:nvSpPr>
          <p:spPr>
            <a:xfrm>
              <a:off x="10378726" y="3079092"/>
              <a:ext cx="1336773" cy="956364"/>
            </a:xfrm>
            <a:custGeom>
              <a:avLst/>
              <a:gdLst/>
              <a:ahLst/>
              <a:cxnLst/>
              <a:rect l="0" t="0" r="0" b="0"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2" name="ph182">
              <a:extLst>
                <a:ext uri="{FF2B5EF4-FFF2-40B4-BE49-F238E27FC236}">
                  <a16:creationId xmlns:a16="http://schemas.microsoft.com/office/drawing/2014/main" id="{90CAC234-C486-F3FB-E290-C173D4B33EAE}"/>
                </a:ext>
              </a:extLst>
            </p:cNvPr>
            <p:cNvSpPr/>
            <p:nvPr/>
          </p:nvSpPr>
          <p:spPr>
            <a:xfrm>
              <a:off x="10782617" y="3004459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3" name="ph183">
              <a:extLst>
                <a:ext uri="{FF2B5EF4-FFF2-40B4-BE49-F238E27FC236}">
                  <a16:creationId xmlns:a16="http://schemas.microsoft.com/office/drawing/2014/main" id="{D8676504-E5F8-D2DD-EE0A-F79726229DCB}"/>
                </a:ext>
              </a:extLst>
            </p:cNvPr>
            <p:cNvSpPr/>
            <p:nvPr/>
          </p:nvSpPr>
          <p:spPr>
            <a:xfrm>
              <a:off x="10810081" y="3107645"/>
              <a:ext cx="961516" cy="927810"/>
            </a:xfrm>
            <a:custGeom>
              <a:avLst/>
              <a:gdLst/>
              <a:ahLst/>
              <a:cxnLst/>
              <a:rect l="0" t="0" r="0" b="0"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4" name="ph184">
              <a:extLst>
                <a:ext uri="{FF2B5EF4-FFF2-40B4-BE49-F238E27FC236}">
                  <a16:creationId xmlns:a16="http://schemas.microsoft.com/office/drawing/2014/main" id="{A0A64B81-5A41-6EF7-2802-6C13CE98DAA5}"/>
                </a:ext>
              </a:extLst>
            </p:cNvPr>
            <p:cNvSpPr/>
            <p:nvPr/>
          </p:nvSpPr>
          <p:spPr>
            <a:xfrm>
              <a:off x="10265262" y="2967278"/>
              <a:ext cx="944889" cy="914400"/>
            </a:xfrm>
            <a:custGeom>
              <a:avLst/>
              <a:gdLst/>
              <a:ahLst/>
              <a:cxnLst/>
              <a:rect l="0" t="0" r="0" b="0"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5" name="ph185">
              <a:extLst>
                <a:ext uri="{FF2B5EF4-FFF2-40B4-BE49-F238E27FC236}">
                  <a16:creationId xmlns:a16="http://schemas.microsoft.com/office/drawing/2014/main" id="{8FC124E5-E445-F91D-F82B-829E907998C4}"/>
                </a:ext>
              </a:extLst>
            </p:cNvPr>
            <p:cNvSpPr/>
            <p:nvPr/>
          </p:nvSpPr>
          <p:spPr>
            <a:xfrm>
              <a:off x="12027070" y="773419"/>
              <a:ext cx="914400" cy="1013957"/>
            </a:xfrm>
            <a:custGeom>
              <a:avLst/>
              <a:gdLst/>
              <a:ahLst/>
              <a:cxnLst/>
              <a:rect l="0" t="0" r="0" b="0"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6" name="ph186">
              <a:extLst>
                <a:ext uri="{FF2B5EF4-FFF2-40B4-BE49-F238E27FC236}">
                  <a16:creationId xmlns:a16="http://schemas.microsoft.com/office/drawing/2014/main" id="{8396BDEA-3AAA-4BC2-402C-79D788FC39B2}"/>
                </a:ext>
              </a:extLst>
            </p:cNvPr>
            <p:cNvSpPr/>
            <p:nvPr/>
          </p:nvSpPr>
          <p:spPr>
            <a:xfrm>
              <a:off x="11961028" y="842293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7" name="ph187">
              <a:extLst>
                <a:ext uri="{FF2B5EF4-FFF2-40B4-BE49-F238E27FC236}">
                  <a16:creationId xmlns:a16="http://schemas.microsoft.com/office/drawing/2014/main" id="{9B40D10E-BE2D-0B99-0703-E9DFB327E6F7}"/>
                </a:ext>
              </a:extLst>
            </p:cNvPr>
            <p:cNvSpPr/>
            <p:nvPr/>
          </p:nvSpPr>
          <p:spPr>
            <a:xfrm>
              <a:off x="10551636" y="2498220"/>
              <a:ext cx="921789" cy="1251646"/>
            </a:xfrm>
            <a:custGeom>
              <a:avLst/>
              <a:gdLst/>
              <a:ahLst/>
              <a:cxnLst/>
              <a:rect l="0" t="0" r="0" b="0"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8" name="ph188">
              <a:extLst>
                <a:ext uri="{FF2B5EF4-FFF2-40B4-BE49-F238E27FC236}">
                  <a16:creationId xmlns:a16="http://schemas.microsoft.com/office/drawing/2014/main" id="{9F3E7D95-CC38-C270-381D-B347B3903CB1}"/>
                </a:ext>
              </a:extLst>
            </p:cNvPr>
            <p:cNvSpPr/>
            <p:nvPr/>
          </p:nvSpPr>
          <p:spPr>
            <a:xfrm>
              <a:off x="10092429" y="1784037"/>
              <a:ext cx="1046890" cy="1566168"/>
            </a:xfrm>
            <a:custGeom>
              <a:avLst/>
              <a:gdLst/>
              <a:ahLst/>
              <a:cxnLst/>
              <a:rect l="0" t="0" r="0" b="0"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9" name="ph189">
              <a:extLst>
                <a:ext uri="{FF2B5EF4-FFF2-40B4-BE49-F238E27FC236}">
                  <a16:creationId xmlns:a16="http://schemas.microsoft.com/office/drawing/2014/main" id="{F1740EAF-4D7B-7AC5-A621-BDF19BE63F94}"/>
                </a:ext>
              </a:extLst>
            </p:cNvPr>
            <p:cNvSpPr/>
            <p:nvPr/>
          </p:nvSpPr>
          <p:spPr>
            <a:xfrm>
              <a:off x="10045666" y="2469955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0" name="ph190">
              <a:extLst>
                <a:ext uri="{FF2B5EF4-FFF2-40B4-BE49-F238E27FC236}">
                  <a16:creationId xmlns:a16="http://schemas.microsoft.com/office/drawing/2014/main" id="{01B74844-4571-BAA7-8A65-88D91FA9C880}"/>
                </a:ext>
              </a:extLst>
            </p:cNvPr>
            <p:cNvSpPr/>
            <p:nvPr/>
          </p:nvSpPr>
          <p:spPr>
            <a:xfrm>
              <a:off x="10177381" y="2545292"/>
              <a:ext cx="940700" cy="1102488"/>
            </a:xfrm>
            <a:custGeom>
              <a:avLst/>
              <a:gdLst/>
              <a:ahLst/>
              <a:cxnLst/>
              <a:rect l="0" t="0" r="0" b="0"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1" name="ph191">
              <a:extLst>
                <a:ext uri="{FF2B5EF4-FFF2-40B4-BE49-F238E27FC236}">
                  <a16:creationId xmlns:a16="http://schemas.microsoft.com/office/drawing/2014/main" id="{7AAF585E-DFCD-6694-B3F2-7E65F6A59D19}"/>
                </a:ext>
              </a:extLst>
            </p:cNvPr>
            <p:cNvSpPr/>
            <p:nvPr/>
          </p:nvSpPr>
          <p:spPr>
            <a:xfrm>
              <a:off x="10346510" y="2814403"/>
              <a:ext cx="959591" cy="988599"/>
            </a:xfrm>
            <a:custGeom>
              <a:avLst/>
              <a:gdLst/>
              <a:ahLst/>
              <a:cxnLst/>
              <a:rect l="0" t="0" r="0" b="0"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2" name="ph192">
              <a:extLst>
                <a:ext uri="{FF2B5EF4-FFF2-40B4-BE49-F238E27FC236}">
                  <a16:creationId xmlns:a16="http://schemas.microsoft.com/office/drawing/2014/main" id="{5BB4ECE4-42F0-A462-FE22-0C1D1DA496A8}"/>
                </a:ext>
              </a:extLst>
            </p:cNvPr>
            <p:cNvSpPr/>
            <p:nvPr/>
          </p:nvSpPr>
          <p:spPr>
            <a:xfrm>
              <a:off x="10177963" y="2845646"/>
              <a:ext cx="966302" cy="914400"/>
            </a:xfrm>
            <a:custGeom>
              <a:avLst/>
              <a:gdLst/>
              <a:ahLst/>
              <a:cxnLst/>
              <a:rect l="0" t="0" r="0" b="0"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3" name="ph193">
              <a:extLst>
                <a:ext uri="{FF2B5EF4-FFF2-40B4-BE49-F238E27FC236}">
                  <a16:creationId xmlns:a16="http://schemas.microsoft.com/office/drawing/2014/main" id="{4B0BD9BB-172A-5707-5372-8000268DB7E9}"/>
                </a:ext>
              </a:extLst>
            </p:cNvPr>
            <p:cNvSpPr/>
            <p:nvPr/>
          </p:nvSpPr>
          <p:spPr>
            <a:xfrm>
              <a:off x="10539689" y="2769569"/>
              <a:ext cx="921983" cy="935986"/>
            </a:xfrm>
            <a:custGeom>
              <a:avLst/>
              <a:gdLst/>
              <a:ahLst/>
              <a:cxnLst/>
              <a:rect l="0" t="0" r="0" b="0"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4" name="ph194">
              <a:extLst>
                <a:ext uri="{FF2B5EF4-FFF2-40B4-BE49-F238E27FC236}">
                  <a16:creationId xmlns:a16="http://schemas.microsoft.com/office/drawing/2014/main" id="{200854F0-D6BD-8898-68BA-6C242A9E4453}"/>
                </a:ext>
              </a:extLst>
            </p:cNvPr>
            <p:cNvSpPr/>
            <p:nvPr/>
          </p:nvSpPr>
          <p:spPr>
            <a:xfrm>
              <a:off x="10551714" y="2546627"/>
              <a:ext cx="933097" cy="914400"/>
            </a:xfrm>
            <a:custGeom>
              <a:avLst/>
              <a:gdLst/>
              <a:ahLst/>
              <a:cxnLst/>
              <a:rect l="0" t="0" r="0" b="0"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5" name="ph195">
              <a:extLst>
                <a:ext uri="{FF2B5EF4-FFF2-40B4-BE49-F238E27FC236}">
                  <a16:creationId xmlns:a16="http://schemas.microsoft.com/office/drawing/2014/main" id="{2E15321D-5E9B-7E54-FE58-DD954B54AD62}"/>
                </a:ext>
              </a:extLst>
            </p:cNvPr>
            <p:cNvSpPr/>
            <p:nvPr/>
          </p:nvSpPr>
          <p:spPr>
            <a:xfrm>
              <a:off x="10123850" y="2811605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6" name="ph196">
              <a:extLst>
                <a:ext uri="{FF2B5EF4-FFF2-40B4-BE49-F238E27FC236}">
                  <a16:creationId xmlns:a16="http://schemas.microsoft.com/office/drawing/2014/main" id="{0AA45781-ED5C-9C64-69DA-C10DA74A4AB5}"/>
                </a:ext>
              </a:extLst>
            </p:cNvPr>
            <p:cNvSpPr/>
            <p:nvPr/>
          </p:nvSpPr>
          <p:spPr>
            <a:xfrm>
              <a:off x="10040973" y="2796437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7" name="ph197">
              <a:extLst>
                <a:ext uri="{FF2B5EF4-FFF2-40B4-BE49-F238E27FC236}">
                  <a16:creationId xmlns:a16="http://schemas.microsoft.com/office/drawing/2014/main" id="{0A0F3A4A-74B1-C591-0985-118D3814BEF6}"/>
                </a:ext>
              </a:extLst>
            </p:cNvPr>
            <p:cNvSpPr/>
            <p:nvPr/>
          </p:nvSpPr>
          <p:spPr>
            <a:xfrm>
              <a:off x="10158218" y="2468601"/>
              <a:ext cx="928578" cy="914400"/>
            </a:xfrm>
            <a:custGeom>
              <a:avLst/>
              <a:gdLst/>
              <a:ahLst/>
              <a:cxnLst/>
              <a:rect l="0" t="0" r="0" b="0"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8" name="ph198">
              <a:extLst>
                <a:ext uri="{FF2B5EF4-FFF2-40B4-BE49-F238E27FC236}">
                  <a16:creationId xmlns:a16="http://schemas.microsoft.com/office/drawing/2014/main" id="{4EE33CA1-30AC-95FE-6466-4F9DC2E2BB6F}"/>
                </a:ext>
              </a:extLst>
            </p:cNvPr>
            <p:cNvSpPr/>
            <p:nvPr/>
          </p:nvSpPr>
          <p:spPr>
            <a:xfrm>
              <a:off x="10241852" y="1927437"/>
              <a:ext cx="946790" cy="914400"/>
            </a:xfrm>
            <a:custGeom>
              <a:avLst/>
              <a:gdLst/>
              <a:ahLst/>
              <a:cxnLst/>
              <a:rect l="0" t="0" r="0" b="0"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9" name="ph199">
              <a:extLst>
                <a:ext uri="{FF2B5EF4-FFF2-40B4-BE49-F238E27FC236}">
                  <a16:creationId xmlns:a16="http://schemas.microsoft.com/office/drawing/2014/main" id="{42D59B19-0671-45E3-32A9-836CFFFA3FE4}"/>
                </a:ext>
              </a:extLst>
            </p:cNvPr>
            <p:cNvSpPr/>
            <p:nvPr/>
          </p:nvSpPr>
          <p:spPr>
            <a:xfrm>
              <a:off x="11044107" y="2749589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0" name="pt200">
              <a:extLst>
                <a:ext uri="{FF2B5EF4-FFF2-40B4-BE49-F238E27FC236}">
                  <a16:creationId xmlns:a16="http://schemas.microsoft.com/office/drawing/2014/main" id="{8FCCD295-0229-C7C1-5354-4B2A77602547}"/>
                </a:ext>
              </a:extLst>
            </p:cNvPr>
            <p:cNvSpPr/>
            <p:nvPr/>
          </p:nvSpPr>
          <p:spPr>
            <a:xfrm>
              <a:off x="11473014" y="3327924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1" name="pt201">
              <a:extLst>
                <a:ext uri="{FF2B5EF4-FFF2-40B4-BE49-F238E27FC236}">
                  <a16:creationId xmlns:a16="http://schemas.microsoft.com/office/drawing/2014/main" id="{9416D7E4-CCFA-8B73-0448-D0E0332BD701}"/>
                </a:ext>
              </a:extLst>
            </p:cNvPr>
            <p:cNvSpPr/>
            <p:nvPr/>
          </p:nvSpPr>
          <p:spPr>
            <a:xfrm>
              <a:off x="12699784" y="1819937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2" name="pt202">
              <a:extLst>
                <a:ext uri="{FF2B5EF4-FFF2-40B4-BE49-F238E27FC236}">
                  <a16:creationId xmlns:a16="http://schemas.microsoft.com/office/drawing/2014/main" id="{981288F9-6222-09CE-4855-39D7627940FE}"/>
                </a:ext>
              </a:extLst>
            </p:cNvPr>
            <p:cNvSpPr/>
            <p:nvPr/>
          </p:nvSpPr>
          <p:spPr>
            <a:xfrm>
              <a:off x="11403405" y="3164682"/>
              <a:ext cx="117405" cy="117405"/>
            </a:xfrm>
            <a:prstGeom prst="ellipse">
              <a:avLst/>
            </a:prstGeom>
            <a:solidFill>
              <a:srgbClr val="F484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3" name="pt203">
              <a:extLst>
                <a:ext uri="{FF2B5EF4-FFF2-40B4-BE49-F238E27FC236}">
                  <a16:creationId xmlns:a16="http://schemas.microsoft.com/office/drawing/2014/main" id="{411F6B34-4658-245E-69F0-659A10E7884A}"/>
                </a:ext>
              </a:extLst>
            </p:cNvPr>
            <p:cNvSpPr/>
            <p:nvPr/>
          </p:nvSpPr>
          <p:spPr>
            <a:xfrm>
              <a:off x="12233438" y="2610862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4" name="pt204">
              <a:extLst>
                <a:ext uri="{FF2B5EF4-FFF2-40B4-BE49-F238E27FC236}">
                  <a16:creationId xmlns:a16="http://schemas.microsoft.com/office/drawing/2014/main" id="{725376DF-8DF0-79FE-A261-44658A2C7AF6}"/>
                </a:ext>
              </a:extLst>
            </p:cNvPr>
            <p:cNvSpPr/>
            <p:nvPr/>
          </p:nvSpPr>
          <p:spPr>
            <a:xfrm>
              <a:off x="12158221" y="2995558"/>
              <a:ext cx="117405" cy="117405"/>
            </a:xfrm>
            <a:prstGeom prst="ellipse">
              <a:avLst/>
            </a:prstGeom>
            <a:solidFill>
              <a:srgbClr val="5115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5" name="pt205">
              <a:extLst>
                <a:ext uri="{FF2B5EF4-FFF2-40B4-BE49-F238E27FC236}">
                  <a16:creationId xmlns:a16="http://schemas.microsoft.com/office/drawing/2014/main" id="{FE0FAADE-F05F-D0FF-D748-D5018DF5952A}"/>
                </a:ext>
              </a:extLst>
            </p:cNvPr>
            <p:cNvSpPr/>
            <p:nvPr/>
          </p:nvSpPr>
          <p:spPr>
            <a:xfrm>
              <a:off x="11489095" y="3460740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6" name="pt206">
              <a:extLst>
                <a:ext uri="{FF2B5EF4-FFF2-40B4-BE49-F238E27FC236}">
                  <a16:creationId xmlns:a16="http://schemas.microsoft.com/office/drawing/2014/main" id="{16DAF569-45BE-0114-4E50-B32A76BD2C78}"/>
                </a:ext>
              </a:extLst>
            </p:cNvPr>
            <p:cNvSpPr/>
            <p:nvPr/>
          </p:nvSpPr>
          <p:spPr>
            <a:xfrm>
              <a:off x="11118249" y="2173890"/>
              <a:ext cx="117405" cy="117405"/>
            </a:xfrm>
            <a:prstGeom prst="ellipse">
              <a:avLst/>
            </a:prstGeom>
            <a:solidFill>
              <a:srgbClr val="641B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7" name="pt207">
              <a:extLst>
                <a:ext uri="{FF2B5EF4-FFF2-40B4-BE49-F238E27FC236}">
                  <a16:creationId xmlns:a16="http://schemas.microsoft.com/office/drawing/2014/main" id="{A54A61F7-8589-D360-FCDB-7B2960410915}"/>
                </a:ext>
              </a:extLst>
            </p:cNvPr>
            <p:cNvSpPr/>
            <p:nvPr/>
          </p:nvSpPr>
          <p:spPr>
            <a:xfrm>
              <a:off x="11208151" y="2478760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8" name="pg208">
              <a:extLst>
                <a:ext uri="{FF2B5EF4-FFF2-40B4-BE49-F238E27FC236}">
                  <a16:creationId xmlns:a16="http://schemas.microsoft.com/office/drawing/2014/main" id="{63A4D97E-C102-6404-EA83-AA1C29403CCB}"/>
                </a:ext>
              </a:extLst>
            </p:cNvPr>
            <p:cNvSpPr/>
            <p:nvPr/>
          </p:nvSpPr>
          <p:spPr>
            <a:xfrm>
              <a:off x="11587970" y="3255407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9" name="tx209">
              <a:extLst>
                <a:ext uri="{FF2B5EF4-FFF2-40B4-BE49-F238E27FC236}">
                  <a16:creationId xmlns:a16="http://schemas.microsoft.com/office/drawing/2014/main" id="{67DAF94A-01BE-98D2-2FDD-6AEDB951206D}"/>
                </a:ext>
              </a:extLst>
            </p:cNvPr>
            <p:cNvSpPr/>
            <p:nvPr/>
          </p:nvSpPr>
          <p:spPr>
            <a:xfrm>
              <a:off x="11633690" y="3301127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10" name="pg210">
              <a:extLst>
                <a:ext uri="{FF2B5EF4-FFF2-40B4-BE49-F238E27FC236}">
                  <a16:creationId xmlns:a16="http://schemas.microsoft.com/office/drawing/2014/main" id="{B5D31014-6C2C-5D61-E5AC-5E4B9C4B5169}"/>
                </a:ext>
              </a:extLst>
            </p:cNvPr>
            <p:cNvSpPr/>
            <p:nvPr/>
          </p:nvSpPr>
          <p:spPr>
            <a:xfrm>
              <a:off x="12456879" y="1938596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1" name="tx211">
              <a:extLst>
                <a:ext uri="{FF2B5EF4-FFF2-40B4-BE49-F238E27FC236}">
                  <a16:creationId xmlns:a16="http://schemas.microsoft.com/office/drawing/2014/main" id="{5054A0FB-DF2C-4DB0-6099-68435478CAEC}"/>
                </a:ext>
              </a:extLst>
            </p:cNvPr>
            <p:cNvSpPr/>
            <p:nvPr/>
          </p:nvSpPr>
          <p:spPr>
            <a:xfrm>
              <a:off x="12502599" y="1984316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12" name="pg212">
              <a:extLst>
                <a:ext uri="{FF2B5EF4-FFF2-40B4-BE49-F238E27FC236}">
                  <a16:creationId xmlns:a16="http://schemas.microsoft.com/office/drawing/2014/main" id="{9C27EA0A-2214-B86F-5A96-0B6066358568}"/>
                </a:ext>
              </a:extLst>
            </p:cNvPr>
            <p:cNvSpPr/>
            <p:nvPr/>
          </p:nvSpPr>
          <p:spPr>
            <a:xfrm>
              <a:off x="11137510" y="2972236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3" name="tx213">
              <a:extLst>
                <a:ext uri="{FF2B5EF4-FFF2-40B4-BE49-F238E27FC236}">
                  <a16:creationId xmlns:a16="http://schemas.microsoft.com/office/drawing/2014/main" id="{84CC8769-742E-8714-98B9-70EC83C133DF}"/>
                </a:ext>
              </a:extLst>
            </p:cNvPr>
            <p:cNvSpPr/>
            <p:nvPr/>
          </p:nvSpPr>
          <p:spPr>
            <a:xfrm>
              <a:off x="11183230" y="3017956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14" name="pg214">
              <a:extLst>
                <a:ext uri="{FF2B5EF4-FFF2-40B4-BE49-F238E27FC236}">
                  <a16:creationId xmlns:a16="http://schemas.microsoft.com/office/drawing/2014/main" id="{CB6BB498-3CAE-E003-1EE3-96623C2709C3}"/>
                </a:ext>
              </a:extLst>
            </p:cNvPr>
            <p:cNvSpPr/>
            <p:nvPr/>
          </p:nvSpPr>
          <p:spPr>
            <a:xfrm>
              <a:off x="11833808" y="2439682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5" name="tx215">
              <a:extLst>
                <a:ext uri="{FF2B5EF4-FFF2-40B4-BE49-F238E27FC236}">
                  <a16:creationId xmlns:a16="http://schemas.microsoft.com/office/drawing/2014/main" id="{A6AD2179-A879-793C-17F0-E578BAD5EBBD}"/>
                </a:ext>
              </a:extLst>
            </p:cNvPr>
            <p:cNvSpPr/>
            <p:nvPr/>
          </p:nvSpPr>
          <p:spPr>
            <a:xfrm>
              <a:off x="11879528" y="2485402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16" name="pg216">
              <a:extLst>
                <a:ext uri="{FF2B5EF4-FFF2-40B4-BE49-F238E27FC236}">
                  <a16:creationId xmlns:a16="http://schemas.microsoft.com/office/drawing/2014/main" id="{78794ED3-5179-8A7A-0AAC-819C46BB161C}"/>
                </a:ext>
              </a:extLst>
            </p:cNvPr>
            <p:cNvSpPr/>
            <p:nvPr/>
          </p:nvSpPr>
          <p:spPr>
            <a:xfrm>
              <a:off x="12158203" y="2802816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7" name="tx217">
              <a:extLst>
                <a:ext uri="{FF2B5EF4-FFF2-40B4-BE49-F238E27FC236}">
                  <a16:creationId xmlns:a16="http://schemas.microsoft.com/office/drawing/2014/main" id="{2FACDB0A-0E19-6678-83F8-CB661CB44903}"/>
                </a:ext>
              </a:extLst>
            </p:cNvPr>
            <p:cNvSpPr/>
            <p:nvPr/>
          </p:nvSpPr>
          <p:spPr>
            <a:xfrm>
              <a:off x="12203923" y="2848536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18" name="pg218">
              <a:extLst>
                <a:ext uri="{FF2B5EF4-FFF2-40B4-BE49-F238E27FC236}">
                  <a16:creationId xmlns:a16="http://schemas.microsoft.com/office/drawing/2014/main" id="{0DB3A57B-6D40-D616-CF16-7512A4FE69E7}"/>
                </a:ext>
              </a:extLst>
            </p:cNvPr>
            <p:cNvSpPr/>
            <p:nvPr/>
          </p:nvSpPr>
          <p:spPr>
            <a:xfrm>
              <a:off x="11473507" y="3578907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9" name="tx219">
              <a:extLst>
                <a:ext uri="{FF2B5EF4-FFF2-40B4-BE49-F238E27FC236}">
                  <a16:creationId xmlns:a16="http://schemas.microsoft.com/office/drawing/2014/main" id="{6C9B74F2-DDEB-991C-52E4-8B9E85505EDB}"/>
                </a:ext>
              </a:extLst>
            </p:cNvPr>
            <p:cNvSpPr/>
            <p:nvPr/>
          </p:nvSpPr>
          <p:spPr>
            <a:xfrm>
              <a:off x="11519227" y="3624627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20" name="pg220">
              <a:extLst>
                <a:ext uri="{FF2B5EF4-FFF2-40B4-BE49-F238E27FC236}">
                  <a16:creationId xmlns:a16="http://schemas.microsoft.com/office/drawing/2014/main" id="{3CFB8FED-5786-938C-97C5-E8FE327F92C9}"/>
                </a:ext>
              </a:extLst>
            </p:cNvPr>
            <p:cNvSpPr/>
            <p:nvPr/>
          </p:nvSpPr>
          <p:spPr>
            <a:xfrm>
              <a:off x="10901788" y="2292219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1" name="tx221">
              <a:extLst>
                <a:ext uri="{FF2B5EF4-FFF2-40B4-BE49-F238E27FC236}">
                  <a16:creationId xmlns:a16="http://schemas.microsoft.com/office/drawing/2014/main" id="{6D9E401B-44AC-A46D-D3AD-225E8D678B31}"/>
                </a:ext>
              </a:extLst>
            </p:cNvPr>
            <p:cNvSpPr/>
            <p:nvPr/>
          </p:nvSpPr>
          <p:spPr>
            <a:xfrm>
              <a:off x="10947508" y="2337939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22" name="pg222">
              <a:extLst>
                <a:ext uri="{FF2B5EF4-FFF2-40B4-BE49-F238E27FC236}">
                  <a16:creationId xmlns:a16="http://schemas.microsoft.com/office/drawing/2014/main" id="{BF7C4604-2E9F-63F5-7A77-BB59130FEF32}"/>
                </a:ext>
              </a:extLst>
            </p:cNvPr>
            <p:cNvSpPr/>
            <p:nvPr/>
          </p:nvSpPr>
          <p:spPr>
            <a:xfrm>
              <a:off x="11335677" y="2560650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3" name="tx223">
              <a:extLst>
                <a:ext uri="{FF2B5EF4-FFF2-40B4-BE49-F238E27FC236}">
                  <a16:creationId xmlns:a16="http://schemas.microsoft.com/office/drawing/2014/main" id="{4AEA7DAB-04A4-4192-E2BF-63ADB6863BF2}"/>
                </a:ext>
              </a:extLst>
            </p:cNvPr>
            <p:cNvSpPr/>
            <p:nvPr/>
          </p:nvSpPr>
          <p:spPr>
            <a:xfrm>
              <a:off x="11381397" y="2606370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24" name="rc224">
              <a:extLst>
                <a:ext uri="{FF2B5EF4-FFF2-40B4-BE49-F238E27FC236}">
                  <a16:creationId xmlns:a16="http://schemas.microsoft.com/office/drawing/2014/main" id="{AE644420-91E3-BE05-1EF1-8F087A09A5AA}"/>
                </a:ext>
              </a:extLst>
            </p:cNvPr>
            <p:cNvSpPr/>
            <p:nvPr/>
          </p:nvSpPr>
          <p:spPr>
            <a:xfrm>
              <a:off x="10856068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5" name="tx225">
              <a:extLst>
                <a:ext uri="{FF2B5EF4-FFF2-40B4-BE49-F238E27FC236}">
                  <a16:creationId xmlns:a16="http://schemas.microsoft.com/office/drawing/2014/main" id="{8824EF63-75AF-2BAF-D95E-F916146AE641}"/>
                </a:ext>
              </a:extLst>
            </p:cNvPr>
            <p:cNvSpPr/>
            <p:nvPr/>
          </p:nvSpPr>
          <p:spPr>
            <a:xfrm>
              <a:off x="10543715" y="39947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26" name="tx226">
              <a:extLst>
                <a:ext uri="{FF2B5EF4-FFF2-40B4-BE49-F238E27FC236}">
                  <a16:creationId xmlns:a16="http://schemas.microsoft.com/office/drawing/2014/main" id="{55B50B3B-1A62-82D6-9912-ED9D7B15D8BE}"/>
                </a:ext>
              </a:extLst>
            </p:cNvPr>
            <p:cNvSpPr/>
            <p:nvPr/>
          </p:nvSpPr>
          <p:spPr>
            <a:xfrm>
              <a:off x="10668074" y="397629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27" name="tx227">
              <a:extLst>
                <a:ext uri="{FF2B5EF4-FFF2-40B4-BE49-F238E27FC236}">
                  <a16:creationId xmlns:a16="http://schemas.microsoft.com/office/drawing/2014/main" id="{C5238F2E-AFA3-C6D9-4CD4-9829FD7FFB94}"/>
                </a:ext>
              </a:extLst>
            </p:cNvPr>
            <p:cNvSpPr/>
            <p:nvPr/>
          </p:nvSpPr>
          <p:spPr>
            <a:xfrm>
              <a:off x="10712788" y="399476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28" name="tx228">
              <a:extLst>
                <a:ext uri="{FF2B5EF4-FFF2-40B4-BE49-F238E27FC236}">
                  <a16:creationId xmlns:a16="http://schemas.microsoft.com/office/drawing/2014/main" id="{F5927E8B-5E7D-BD6F-FA35-DBC466595AFF}"/>
                </a:ext>
              </a:extLst>
            </p:cNvPr>
            <p:cNvSpPr/>
            <p:nvPr/>
          </p:nvSpPr>
          <p:spPr>
            <a:xfrm>
              <a:off x="10543715" y="362512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29" name="tx229">
              <a:extLst>
                <a:ext uri="{FF2B5EF4-FFF2-40B4-BE49-F238E27FC236}">
                  <a16:creationId xmlns:a16="http://schemas.microsoft.com/office/drawing/2014/main" id="{4F6FDC6E-3A42-EF51-F30E-A1BFF02D299D}"/>
                </a:ext>
              </a:extLst>
            </p:cNvPr>
            <p:cNvSpPr/>
            <p:nvPr/>
          </p:nvSpPr>
          <p:spPr>
            <a:xfrm>
              <a:off x="10668074" y="360665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0" name="tx230">
              <a:extLst>
                <a:ext uri="{FF2B5EF4-FFF2-40B4-BE49-F238E27FC236}">
                  <a16:creationId xmlns:a16="http://schemas.microsoft.com/office/drawing/2014/main" id="{01B37152-187D-8706-39E5-A57CBCBD94CE}"/>
                </a:ext>
              </a:extLst>
            </p:cNvPr>
            <p:cNvSpPr/>
            <p:nvPr/>
          </p:nvSpPr>
          <p:spPr>
            <a:xfrm>
              <a:off x="10712788" y="362512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1" name="tx231">
              <a:extLst>
                <a:ext uri="{FF2B5EF4-FFF2-40B4-BE49-F238E27FC236}">
                  <a16:creationId xmlns:a16="http://schemas.microsoft.com/office/drawing/2014/main" id="{EB4F19BC-DB47-E5CD-082E-2CE05A747FCF}"/>
                </a:ext>
              </a:extLst>
            </p:cNvPr>
            <p:cNvSpPr/>
            <p:nvPr/>
          </p:nvSpPr>
          <p:spPr>
            <a:xfrm>
              <a:off x="10543715" y="325565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232" name="tx232">
              <a:extLst>
                <a:ext uri="{FF2B5EF4-FFF2-40B4-BE49-F238E27FC236}">
                  <a16:creationId xmlns:a16="http://schemas.microsoft.com/office/drawing/2014/main" id="{219C0D42-A467-261D-99CB-56F4F4D86C57}"/>
                </a:ext>
              </a:extLst>
            </p:cNvPr>
            <p:cNvSpPr/>
            <p:nvPr/>
          </p:nvSpPr>
          <p:spPr>
            <a:xfrm>
              <a:off x="10668074" y="323718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3" name="tx233">
              <a:extLst>
                <a:ext uri="{FF2B5EF4-FFF2-40B4-BE49-F238E27FC236}">
                  <a16:creationId xmlns:a16="http://schemas.microsoft.com/office/drawing/2014/main" id="{26F612AF-D5F0-0FC7-D180-F64B246116D8}"/>
                </a:ext>
              </a:extLst>
            </p:cNvPr>
            <p:cNvSpPr/>
            <p:nvPr/>
          </p:nvSpPr>
          <p:spPr>
            <a:xfrm>
              <a:off x="10712788" y="325565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4" name="tx234">
              <a:extLst>
                <a:ext uri="{FF2B5EF4-FFF2-40B4-BE49-F238E27FC236}">
                  <a16:creationId xmlns:a16="http://schemas.microsoft.com/office/drawing/2014/main" id="{848350A4-F2AE-C89A-91F3-9AEAEA4CC4A1}"/>
                </a:ext>
              </a:extLst>
            </p:cNvPr>
            <p:cNvSpPr/>
            <p:nvPr/>
          </p:nvSpPr>
          <p:spPr>
            <a:xfrm>
              <a:off x="10543715" y="28858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235" name="tx235">
              <a:extLst>
                <a:ext uri="{FF2B5EF4-FFF2-40B4-BE49-F238E27FC236}">
                  <a16:creationId xmlns:a16="http://schemas.microsoft.com/office/drawing/2014/main" id="{DB4B4FDE-1315-1710-970E-87D3EDAA0EEF}"/>
                </a:ext>
              </a:extLst>
            </p:cNvPr>
            <p:cNvSpPr/>
            <p:nvPr/>
          </p:nvSpPr>
          <p:spPr>
            <a:xfrm>
              <a:off x="10668074" y="28673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6" name="tx236">
              <a:extLst>
                <a:ext uri="{FF2B5EF4-FFF2-40B4-BE49-F238E27FC236}">
                  <a16:creationId xmlns:a16="http://schemas.microsoft.com/office/drawing/2014/main" id="{C48E5CB5-A353-D7FA-E963-72DA35075FFF}"/>
                </a:ext>
              </a:extLst>
            </p:cNvPr>
            <p:cNvSpPr/>
            <p:nvPr/>
          </p:nvSpPr>
          <p:spPr>
            <a:xfrm>
              <a:off x="10712788" y="28858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7" name="tx237">
              <a:extLst>
                <a:ext uri="{FF2B5EF4-FFF2-40B4-BE49-F238E27FC236}">
                  <a16:creationId xmlns:a16="http://schemas.microsoft.com/office/drawing/2014/main" id="{CFCBF7CA-B32A-A0A9-2D69-B01593ECB4FE}"/>
                </a:ext>
              </a:extLst>
            </p:cNvPr>
            <p:cNvSpPr/>
            <p:nvPr/>
          </p:nvSpPr>
          <p:spPr>
            <a:xfrm>
              <a:off x="10543715" y="251637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238" name="tx238">
              <a:extLst>
                <a:ext uri="{FF2B5EF4-FFF2-40B4-BE49-F238E27FC236}">
                  <a16:creationId xmlns:a16="http://schemas.microsoft.com/office/drawing/2014/main" id="{AF75DFD3-18E2-4B94-3558-632CD13663CA}"/>
                </a:ext>
              </a:extLst>
            </p:cNvPr>
            <p:cNvSpPr/>
            <p:nvPr/>
          </p:nvSpPr>
          <p:spPr>
            <a:xfrm>
              <a:off x="10668074" y="249790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9" name="tx239">
              <a:extLst>
                <a:ext uri="{FF2B5EF4-FFF2-40B4-BE49-F238E27FC236}">
                  <a16:creationId xmlns:a16="http://schemas.microsoft.com/office/drawing/2014/main" id="{3E30A3FE-2B8C-042E-06D8-003C13593E79}"/>
                </a:ext>
              </a:extLst>
            </p:cNvPr>
            <p:cNvSpPr/>
            <p:nvPr/>
          </p:nvSpPr>
          <p:spPr>
            <a:xfrm>
              <a:off x="10712788" y="251637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0" name="tx240">
              <a:extLst>
                <a:ext uri="{FF2B5EF4-FFF2-40B4-BE49-F238E27FC236}">
                  <a16:creationId xmlns:a16="http://schemas.microsoft.com/office/drawing/2014/main" id="{7CA54566-B25C-D594-2B4A-1E91B1DFD43A}"/>
                </a:ext>
              </a:extLst>
            </p:cNvPr>
            <p:cNvSpPr/>
            <p:nvPr/>
          </p:nvSpPr>
          <p:spPr>
            <a:xfrm>
              <a:off x="10543715" y="21467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241" name="tx241">
              <a:extLst>
                <a:ext uri="{FF2B5EF4-FFF2-40B4-BE49-F238E27FC236}">
                  <a16:creationId xmlns:a16="http://schemas.microsoft.com/office/drawing/2014/main" id="{337CDE81-FDF4-974E-7C3B-6DC7D221DC40}"/>
                </a:ext>
              </a:extLst>
            </p:cNvPr>
            <p:cNvSpPr/>
            <p:nvPr/>
          </p:nvSpPr>
          <p:spPr>
            <a:xfrm>
              <a:off x="10668074" y="21282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2" name="tx242">
              <a:extLst>
                <a:ext uri="{FF2B5EF4-FFF2-40B4-BE49-F238E27FC236}">
                  <a16:creationId xmlns:a16="http://schemas.microsoft.com/office/drawing/2014/main" id="{A291D96F-9295-CB97-E9FA-F145DFCE6505}"/>
                </a:ext>
              </a:extLst>
            </p:cNvPr>
            <p:cNvSpPr/>
            <p:nvPr/>
          </p:nvSpPr>
          <p:spPr>
            <a:xfrm>
              <a:off x="10712788" y="214672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3" name="tx243">
              <a:extLst>
                <a:ext uri="{FF2B5EF4-FFF2-40B4-BE49-F238E27FC236}">
                  <a16:creationId xmlns:a16="http://schemas.microsoft.com/office/drawing/2014/main" id="{DD4DB0DF-4E30-066A-54D0-693F7927CEA0}"/>
                </a:ext>
              </a:extLst>
            </p:cNvPr>
            <p:cNvSpPr/>
            <p:nvPr/>
          </p:nvSpPr>
          <p:spPr>
            <a:xfrm>
              <a:off x="10543715" y="177708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44" name="tx244">
              <a:extLst>
                <a:ext uri="{FF2B5EF4-FFF2-40B4-BE49-F238E27FC236}">
                  <a16:creationId xmlns:a16="http://schemas.microsoft.com/office/drawing/2014/main" id="{3318808E-9914-8F24-0313-76F2F392AFCA}"/>
                </a:ext>
              </a:extLst>
            </p:cNvPr>
            <p:cNvSpPr/>
            <p:nvPr/>
          </p:nvSpPr>
          <p:spPr>
            <a:xfrm>
              <a:off x="10668074" y="175861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5" name="tx245">
              <a:extLst>
                <a:ext uri="{FF2B5EF4-FFF2-40B4-BE49-F238E27FC236}">
                  <a16:creationId xmlns:a16="http://schemas.microsoft.com/office/drawing/2014/main" id="{74CF9C50-D871-C7AD-809D-5601A0910C46}"/>
                </a:ext>
              </a:extLst>
            </p:cNvPr>
            <p:cNvSpPr/>
            <p:nvPr/>
          </p:nvSpPr>
          <p:spPr>
            <a:xfrm>
              <a:off x="10712788" y="177708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6" name="tx246">
              <a:extLst>
                <a:ext uri="{FF2B5EF4-FFF2-40B4-BE49-F238E27FC236}">
                  <a16:creationId xmlns:a16="http://schemas.microsoft.com/office/drawing/2014/main" id="{096C405C-87DC-E8E5-13B6-7C1DEBEFB9D3}"/>
                </a:ext>
              </a:extLst>
            </p:cNvPr>
            <p:cNvSpPr/>
            <p:nvPr/>
          </p:nvSpPr>
          <p:spPr>
            <a:xfrm>
              <a:off x="10543715" y="14074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247" name="tx247">
              <a:extLst>
                <a:ext uri="{FF2B5EF4-FFF2-40B4-BE49-F238E27FC236}">
                  <a16:creationId xmlns:a16="http://schemas.microsoft.com/office/drawing/2014/main" id="{112C2F3B-8C26-819C-3516-17EFFDE49697}"/>
                </a:ext>
              </a:extLst>
            </p:cNvPr>
            <p:cNvSpPr/>
            <p:nvPr/>
          </p:nvSpPr>
          <p:spPr>
            <a:xfrm>
              <a:off x="10668074" y="13889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8" name="tx248">
              <a:extLst>
                <a:ext uri="{FF2B5EF4-FFF2-40B4-BE49-F238E27FC236}">
                  <a16:creationId xmlns:a16="http://schemas.microsoft.com/office/drawing/2014/main" id="{4D04C75E-4366-02B3-0AFD-E03426CBC6E7}"/>
                </a:ext>
              </a:extLst>
            </p:cNvPr>
            <p:cNvSpPr/>
            <p:nvPr/>
          </p:nvSpPr>
          <p:spPr>
            <a:xfrm>
              <a:off x="10712788" y="14074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9" name="pl249">
              <a:extLst>
                <a:ext uri="{FF2B5EF4-FFF2-40B4-BE49-F238E27FC236}">
                  <a16:creationId xmlns:a16="http://schemas.microsoft.com/office/drawing/2014/main" id="{8698C9EA-A375-0CFB-20C9-0CDD9A02FD25}"/>
                </a:ext>
              </a:extLst>
            </p:cNvPr>
            <p:cNvSpPr/>
            <p:nvPr/>
          </p:nvSpPr>
          <p:spPr>
            <a:xfrm>
              <a:off x="10821273" y="40354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0" name="pl250">
              <a:extLst>
                <a:ext uri="{FF2B5EF4-FFF2-40B4-BE49-F238E27FC236}">
                  <a16:creationId xmlns:a16="http://schemas.microsoft.com/office/drawing/2014/main" id="{B699DDB3-774D-D812-C4EC-CFFA4B45BF45}"/>
                </a:ext>
              </a:extLst>
            </p:cNvPr>
            <p:cNvSpPr/>
            <p:nvPr/>
          </p:nvSpPr>
          <p:spPr>
            <a:xfrm>
              <a:off x="10821273" y="36658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1" name="pl251">
              <a:extLst>
                <a:ext uri="{FF2B5EF4-FFF2-40B4-BE49-F238E27FC236}">
                  <a16:creationId xmlns:a16="http://schemas.microsoft.com/office/drawing/2014/main" id="{959B6EF8-1F17-6AC2-B973-BB03939A7F8B}"/>
                </a:ext>
              </a:extLst>
            </p:cNvPr>
            <p:cNvSpPr/>
            <p:nvPr/>
          </p:nvSpPr>
          <p:spPr>
            <a:xfrm>
              <a:off x="10821273" y="3296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2" name="pl252">
              <a:extLst>
                <a:ext uri="{FF2B5EF4-FFF2-40B4-BE49-F238E27FC236}">
                  <a16:creationId xmlns:a16="http://schemas.microsoft.com/office/drawing/2014/main" id="{A461AB8E-A4DD-CCB9-FDEC-73B13C371F48}"/>
                </a:ext>
              </a:extLst>
            </p:cNvPr>
            <p:cNvSpPr/>
            <p:nvPr/>
          </p:nvSpPr>
          <p:spPr>
            <a:xfrm>
              <a:off x="10821273" y="29265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3" name="pl253">
              <a:extLst>
                <a:ext uri="{FF2B5EF4-FFF2-40B4-BE49-F238E27FC236}">
                  <a16:creationId xmlns:a16="http://schemas.microsoft.com/office/drawing/2014/main" id="{CF514B7C-5985-1BC5-882E-353BF26B3DAF}"/>
                </a:ext>
              </a:extLst>
            </p:cNvPr>
            <p:cNvSpPr/>
            <p:nvPr/>
          </p:nvSpPr>
          <p:spPr>
            <a:xfrm>
              <a:off x="10821273" y="25568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4" name="pl254">
              <a:extLst>
                <a:ext uri="{FF2B5EF4-FFF2-40B4-BE49-F238E27FC236}">
                  <a16:creationId xmlns:a16="http://schemas.microsoft.com/office/drawing/2014/main" id="{E8A60ED0-34DF-62C4-51BA-FA3F25A75983}"/>
                </a:ext>
              </a:extLst>
            </p:cNvPr>
            <p:cNvSpPr/>
            <p:nvPr/>
          </p:nvSpPr>
          <p:spPr>
            <a:xfrm>
              <a:off x="10821273" y="21872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5" name="pl255">
              <a:extLst>
                <a:ext uri="{FF2B5EF4-FFF2-40B4-BE49-F238E27FC236}">
                  <a16:creationId xmlns:a16="http://schemas.microsoft.com/office/drawing/2014/main" id="{7598C305-A5B6-F139-A37B-E7A94C7B40F3}"/>
                </a:ext>
              </a:extLst>
            </p:cNvPr>
            <p:cNvSpPr/>
            <p:nvPr/>
          </p:nvSpPr>
          <p:spPr>
            <a:xfrm>
              <a:off x="10821273" y="18175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6" name="pl256">
              <a:extLst>
                <a:ext uri="{FF2B5EF4-FFF2-40B4-BE49-F238E27FC236}">
                  <a16:creationId xmlns:a16="http://schemas.microsoft.com/office/drawing/2014/main" id="{1678D329-F99D-70A8-0280-B84EE6420ACE}"/>
                </a:ext>
              </a:extLst>
            </p:cNvPr>
            <p:cNvSpPr/>
            <p:nvPr/>
          </p:nvSpPr>
          <p:spPr>
            <a:xfrm>
              <a:off x="10821273" y="14479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7" name="pl257">
              <a:extLst>
                <a:ext uri="{FF2B5EF4-FFF2-40B4-BE49-F238E27FC236}">
                  <a16:creationId xmlns:a16="http://schemas.microsoft.com/office/drawing/2014/main" id="{14D76311-BF72-EDA9-2B26-4ECDE8874299}"/>
                </a:ext>
              </a:extLst>
            </p:cNvPr>
            <p:cNvSpPr/>
            <p:nvPr/>
          </p:nvSpPr>
          <p:spPr>
            <a:xfrm>
              <a:off x="10955373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8" name="pl258">
              <a:extLst>
                <a:ext uri="{FF2B5EF4-FFF2-40B4-BE49-F238E27FC236}">
                  <a16:creationId xmlns:a16="http://schemas.microsoft.com/office/drawing/2014/main" id="{70B2EE9D-7E0C-F276-1108-FEB0C4FCE84A}"/>
                </a:ext>
              </a:extLst>
            </p:cNvPr>
            <p:cNvSpPr/>
            <p:nvPr/>
          </p:nvSpPr>
          <p:spPr>
            <a:xfrm>
              <a:off x="11352592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9" name="pl259">
              <a:extLst>
                <a:ext uri="{FF2B5EF4-FFF2-40B4-BE49-F238E27FC236}">
                  <a16:creationId xmlns:a16="http://schemas.microsoft.com/office/drawing/2014/main" id="{8A10C4B8-47A2-C504-2BDD-6DDD3F2CE096}"/>
                </a:ext>
              </a:extLst>
            </p:cNvPr>
            <p:cNvSpPr/>
            <p:nvPr/>
          </p:nvSpPr>
          <p:spPr>
            <a:xfrm>
              <a:off x="11749812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0" name="pl260">
              <a:extLst>
                <a:ext uri="{FF2B5EF4-FFF2-40B4-BE49-F238E27FC236}">
                  <a16:creationId xmlns:a16="http://schemas.microsoft.com/office/drawing/2014/main" id="{FBF2957C-3A06-47D2-BC15-B0B2FEC3A3B7}"/>
                </a:ext>
              </a:extLst>
            </p:cNvPr>
            <p:cNvSpPr/>
            <p:nvPr/>
          </p:nvSpPr>
          <p:spPr>
            <a:xfrm>
              <a:off x="12147031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1" name="pl261">
              <a:extLst>
                <a:ext uri="{FF2B5EF4-FFF2-40B4-BE49-F238E27FC236}">
                  <a16:creationId xmlns:a16="http://schemas.microsoft.com/office/drawing/2014/main" id="{8E79679C-28C0-5BF2-C78E-D4415E5F7261}"/>
                </a:ext>
              </a:extLst>
            </p:cNvPr>
            <p:cNvSpPr/>
            <p:nvPr/>
          </p:nvSpPr>
          <p:spPr>
            <a:xfrm>
              <a:off x="12544250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2" name="pl262">
              <a:extLst>
                <a:ext uri="{FF2B5EF4-FFF2-40B4-BE49-F238E27FC236}">
                  <a16:creationId xmlns:a16="http://schemas.microsoft.com/office/drawing/2014/main" id="{9189CF83-1A78-D730-E1C8-7901B319C4C6}"/>
                </a:ext>
              </a:extLst>
            </p:cNvPr>
            <p:cNvSpPr/>
            <p:nvPr/>
          </p:nvSpPr>
          <p:spPr>
            <a:xfrm>
              <a:off x="12941470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3" name="tx263">
              <a:extLst>
                <a:ext uri="{FF2B5EF4-FFF2-40B4-BE49-F238E27FC236}">
                  <a16:creationId xmlns:a16="http://schemas.microsoft.com/office/drawing/2014/main" id="{05706052-147A-1CC7-242B-BFE5A0FCFCD7}"/>
                </a:ext>
              </a:extLst>
            </p:cNvPr>
            <p:cNvSpPr/>
            <p:nvPr/>
          </p:nvSpPr>
          <p:spPr>
            <a:xfrm>
              <a:off x="10833575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4" name="tx264">
              <a:extLst>
                <a:ext uri="{FF2B5EF4-FFF2-40B4-BE49-F238E27FC236}">
                  <a16:creationId xmlns:a16="http://schemas.microsoft.com/office/drawing/2014/main" id="{EF246477-F266-B173-8B75-040AA454A0B8}"/>
                </a:ext>
              </a:extLst>
            </p:cNvPr>
            <p:cNvSpPr/>
            <p:nvPr/>
          </p:nvSpPr>
          <p:spPr>
            <a:xfrm>
              <a:off x="10957933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5" name="tx265">
              <a:extLst>
                <a:ext uri="{FF2B5EF4-FFF2-40B4-BE49-F238E27FC236}">
                  <a16:creationId xmlns:a16="http://schemas.microsoft.com/office/drawing/2014/main" id="{77A0D512-9FB5-6DCC-7F2C-FA69B19E1CEA}"/>
                </a:ext>
              </a:extLst>
            </p:cNvPr>
            <p:cNvSpPr/>
            <p:nvPr/>
          </p:nvSpPr>
          <p:spPr>
            <a:xfrm>
              <a:off x="11002647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6" name="tx266">
              <a:extLst>
                <a:ext uri="{FF2B5EF4-FFF2-40B4-BE49-F238E27FC236}">
                  <a16:creationId xmlns:a16="http://schemas.microsoft.com/office/drawing/2014/main" id="{ACA958F0-8656-16D5-169E-F8FF557FAA32}"/>
                </a:ext>
              </a:extLst>
            </p:cNvPr>
            <p:cNvSpPr/>
            <p:nvPr/>
          </p:nvSpPr>
          <p:spPr>
            <a:xfrm>
              <a:off x="11230794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67" name="tx267">
              <a:extLst>
                <a:ext uri="{FF2B5EF4-FFF2-40B4-BE49-F238E27FC236}">
                  <a16:creationId xmlns:a16="http://schemas.microsoft.com/office/drawing/2014/main" id="{D8C8EDB3-9D1A-B1CE-E0BB-3D43C23E2574}"/>
                </a:ext>
              </a:extLst>
            </p:cNvPr>
            <p:cNvSpPr/>
            <p:nvPr/>
          </p:nvSpPr>
          <p:spPr>
            <a:xfrm>
              <a:off x="11355152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8" name="tx268">
              <a:extLst>
                <a:ext uri="{FF2B5EF4-FFF2-40B4-BE49-F238E27FC236}">
                  <a16:creationId xmlns:a16="http://schemas.microsoft.com/office/drawing/2014/main" id="{859B5B15-8661-4607-EBA0-2CDE9BD7AA12}"/>
                </a:ext>
              </a:extLst>
            </p:cNvPr>
            <p:cNvSpPr/>
            <p:nvPr/>
          </p:nvSpPr>
          <p:spPr>
            <a:xfrm>
              <a:off x="11399867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9" name="tx269">
              <a:extLst>
                <a:ext uri="{FF2B5EF4-FFF2-40B4-BE49-F238E27FC236}">
                  <a16:creationId xmlns:a16="http://schemas.microsoft.com/office/drawing/2014/main" id="{8A49CAFF-FBBE-270D-7E68-A40320D4ED49}"/>
                </a:ext>
              </a:extLst>
            </p:cNvPr>
            <p:cNvSpPr/>
            <p:nvPr/>
          </p:nvSpPr>
          <p:spPr>
            <a:xfrm>
              <a:off x="11628013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70" name="tx270">
              <a:extLst>
                <a:ext uri="{FF2B5EF4-FFF2-40B4-BE49-F238E27FC236}">
                  <a16:creationId xmlns:a16="http://schemas.microsoft.com/office/drawing/2014/main" id="{A4304B90-A5EF-3C00-4111-930B95A79E57}"/>
                </a:ext>
              </a:extLst>
            </p:cNvPr>
            <p:cNvSpPr/>
            <p:nvPr/>
          </p:nvSpPr>
          <p:spPr>
            <a:xfrm>
              <a:off x="11752372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1" name="tx271">
              <a:extLst>
                <a:ext uri="{FF2B5EF4-FFF2-40B4-BE49-F238E27FC236}">
                  <a16:creationId xmlns:a16="http://schemas.microsoft.com/office/drawing/2014/main" id="{1E306945-F914-7661-7E6B-1EA6BE8F4C90}"/>
                </a:ext>
              </a:extLst>
            </p:cNvPr>
            <p:cNvSpPr/>
            <p:nvPr/>
          </p:nvSpPr>
          <p:spPr>
            <a:xfrm>
              <a:off x="11797086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2" name="tx272">
              <a:extLst>
                <a:ext uri="{FF2B5EF4-FFF2-40B4-BE49-F238E27FC236}">
                  <a16:creationId xmlns:a16="http://schemas.microsoft.com/office/drawing/2014/main" id="{1389717E-524E-C5F3-316C-F207700935EE}"/>
                </a:ext>
              </a:extLst>
            </p:cNvPr>
            <p:cNvSpPr/>
            <p:nvPr/>
          </p:nvSpPr>
          <p:spPr>
            <a:xfrm>
              <a:off x="12025233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73" name="tx273">
              <a:extLst>
                <a:ext uri="{FF2B5EF4-FFF2-40B4-BE49-F238E27FC236}">
                  <a16:creationId xmlns:a16="http://schemas.microsoft.com/office/drawing/2014/main" id="{56ED3494-29FF-9A00-CF3D-21E149782B25}"/>
                </a:ext>
              </a:extLst>
            </p:cNvPr>
            <p:cNvSpPr/>
            <p:nvPr/>
          </p:nvSpPr>
          <p:spPr>
            <a:xfrm>
              <a:off x="12149591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4" name="tx274">
              <a:extLst>
                <a:ext uri="{FF2B5EF4-FFF2-40B4-BE49-F238E27FC236}">
                  <a16:creationId xmlns:a16="http://schemas.microsoft.com/office/drawing/2014/main" id="{07F158F1-00C6-42C3-CE5D-4AE6FDA07D41}"/>
                </a:ext>
              </a:extLst>
            </p:cNvPr>
            <p:cNvSpPr/>
            <p:nvPr/>
          </p:nvSpPr>
          <p:spPr>
            <a:xfrm>
              <a:off x="12194305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5" name="tx275">
              <a:extLst>
                <a:ext uri="{FF2B5EF4-FFF2-40B4-BE49-F238E27FC236}">
                  <a16:creationId xmlns:a16="http://schemas.microsoft.com/office/drawing/2014/main" id="{99F694D1-B298-17C9-1A97-386D243AF13F}"/>
                </a:ext>
              </a:extLst>
            </p:cNvPr>
            <p:cNvSpPr/>
            <p:nvPr/>
          </p:nvSpPr>
          <p:spPr>
            <a:xfrm>
              <a:off x="12422452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76" name="tx276">
              <a:extLst>
                <a:ext uri="{FF2B5EF4-FFF2-40B4-BE49-F238E27FC236}">
                  <a16:creationId xmlns:a16="http://schemas.microsoft.com/office/drawing/2014/main" id="{4A01EB50-8799-4208-51E6-8F05C3D5A40E}"/>
                </a:ext>
              </a:extLst>
            </p:cNvPr>
            <p:cNvSpPr/>
            <p:nvPr/>
          </p:nvSpPr>
          <p:spPr>
            <a:xfrm>
              <a:off x="12546811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7" name="tx277">
              <a:extLst>
                <a:ext uri="{FF2B5EF4-FFF2-40B4-BE49-F238E27FC236}">
                  <a16:creationId xmlns:a16="http://schemas.microsoft.com/office/drawing/2014/main" id="{845D5BE0-2CFD-ECC8-A8CF-7693CC461E7B}"/>
                </a:ext>
              </a:extLst>
            </p:cNvPr>
            <p:cNvSpPr/>
            <p:nvPr/>
          </p:nvSpPr>
          <p:spPr>
            <a:xfrm>
              <a:off x="12591525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8" name="tx278">
              <a:extLst>
                <a:ext uri="{FF2B5EF4-FFF2-40B4-BE49-F238E27FC236}">
                  <a16:creationId xmlns:a16="http://schemas.microsoft.com/office/drawing/2014/main" id="{B633AD0C-C5B6-778F-CA85-242606765E04}"/>
                </a:ext>
              </a:extLst>
            </p:cNvPr>
            <p:cNvSpPr/>
            <p:nvPr/>
          </p:nvSpPr>
          <p:spPr>
            <a:xfrm>
              <a:off x="12819672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79" name="tx279">
              <a:extLst>
                <a:ext uri="{FF2B5EF4-FFF2-40B4-BE49-F238E27FC236}">
                  <a16:creationId xmlns:a16="http://schemas.microsoft.com/office/drawing/2014/main" id="{2EC48895-521D-0604-E020-ABC105757C2F}"/>
                </a:ext>
              </a:extLst>
            </p:cNvPr>
            <p:cNvSpPr/>
            <p:nvPr/>
          </p:nvSpPr>
          <p:spPr>
            <a:xfrm>
              <a:off x="12944030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80" name="tx280">
              <a:extLst>
                <a:ext uri="{FF2B5EF4-FFF2-40B4-BE49-F238E27FC236}">
                  <a16:creationId xmlns:a16="http://schemas.microsoft.com/office/drawing/2014/main" id="{A8C7E130-5CFE-E8E9-D05D-25F3B9105540}"/>
                </a:ext>
              </a:extLst>
            </p:cNvPr>
            <p:cNvSpPr/>
            <p:nvPr/>
          </p:nvSpPr>
          <p:spPr>
            <a:xfrm>
              <a:off x="12988744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81" name="tx281">
              <a:extLst>
                <a:ext uri="{FF2B5EF4-FFF2-40B4-BE49-F238E27FC236}">
                  <a16:creationId xmlns:a16="http://schemas.microsoft.com/office/drawing/2014/main" id="{20A38DED-0B0F-06BA-BF73-0B25FAB83E4E}"/>
                </a:ext>
              </a:extLst>
            </p:cNvPr>
            <p:cNvSpPr/>
            <p:nvPr/>
          </p:nvSpPr>
          <p:spPr>
            <a:xfrm>
              <a:off x="11641457" y="43716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282" name="tx282">
              <a:extLst>
                <a:ext uri="{FF2B5EF4-FFF2-40B4-BE49-F238E27FC236}">
                  <a16:creationId xmlns:a16="http://schemas.microsoft.com/office/drawing/2014/main" id="{767DECB0-8AF4-3E16-BEC7-68674C9F1171}"/>
                </a:ext>
              </a:extLst>
            </p:cNvPr>
            <p:cNvSpPr/>
            <p:nvPr/>
          </p:nvSpPr>
          <p:spPr>
            <a:xfrm rot="16200000">
              <a:off x="10173874" y="26916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283" name="rc283">
              <a:extLst>
                <a:ext uri="{FF2B5EF4-FFF2-40B4-BE49-F238E27FC236}">
                  <a16:creationId xmlns:a16="http://schemas.microsoft.com/office/drawing/2014/main" id="{A8A00665-64E5-48F0-0FEE-2700E4A4B9BE}"/>
                </a:ext>
              </a:extLst>
            </p:cNvPr>
            <p:cNvSpPr/>
            <p:nvPr/>
          </p:nvSpPr>
          <p:spPr>
            <a:xfrm>
              <a:off x="13179953" y="1947720"/>
              <a:ext cx="679118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284" name="tx284">
              <a:extLst>
                <a:ext uri="{FF2B5EF4-FFF2-40B4-BE49-F238E27FC236}">
                  <a16:creationId xmlns:a16="http://schemas.microsoft.com/office/drawing/2014/main" id="{B08418F8-EF91-284C-65B0-61630D69BE7A}"/>
                </a:ext>
              </a:extLst>
            </p:cNvPr>
            <p:cNvSpPr/>
            <p:nvPr/>
          </p:nvSpPr>
          <p:spPr>
            <a:xfrm>
              <a:off x="13249542" y="2032811"/>
              <a:ext cx="54361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285" name="tx285">
              <a:extLst>
                <a:ext uri="{FF2B5EF4-FFF2-40B4-BE49-F238E27FC236}">
                  <a16:creationId xmlns:a16="http://schemas.microsoft.com/office/drawing/2014/main" id="{54D9CE63-BA9E-CF2B-0F41-57B241A73D9E}"/>
                </a:ext>
              </a:extLst>
            </p:cNvPr>
            <p:cNvSpPr/>
            <p:nvPr/>
          </p:nvSpPr>
          <p:spPr>
            <a:xfrm>
              <a:off x="13249542" y="2183687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286" name="pic286">
              <a:extLst>
                <a:ext uri="{FF2B5EF4-FFF2-40B4-BE49-F238E27FC236}">
                  <a16:creationId xmlns:a16="http://schemas.microsoft.com/office/drawing/2014/main" id="{01F6F4B6-E5A1-6826-6646-A9FA8745CE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9542" y="2368813"/>
              <a:ext cx="219455" cy="1097280"/>
            </a:xfrm>
            <a:prstGeom prst="rect">
              <a:avLst/>
            </a:prstGeom>
          </p:spPr>
        </p:pic>
        <p:sp>
          <p:nvSpPr>
            <p:cNvPr id="287" name="pl287">
              <a:extLst>
                <a:ext uri="{FF2B5EF4-FFF2-40B4-BE49-F238E27FC236}">
                  <a16:creationId xmlns:a16="http://schemas.microsoft.com/office/drawing/2014/main" id="{873CF5DD-7A70-DA9F-6DB9-B4DB872A285D}"/>
                </a:ext>
              </a:extLst>
            </p:cNvPr>
            <p:cNvSpPr/>
            <p:nvPr/>
          </p:nvSpPr>
          <p:spPr>
            <a:xfrm>
              <a:off x="13425107" y="34642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8" name="pl288">
              <a:extLst>
                <a:ext uri="{FF2B5EF4-FFF2-40B4-BE49-F238E27FC236}">
                  <a16:creationId xmlns:a16="http://schemas.microsoft.com/office/drawing/2014/main" id="{C0689DCE-D2C5-D398-B35E-17C2BB140805}"/>
                </a:ext>
              </a:extLst>
            </p:cNvPr>
            <p:cNvSpPr/>
            <p:nvPr/>
          </p:nvSpPr>
          <p:spPr>
            <a:xfrm>
              <a:off x="13425107" y="31908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9" name="pl289">
              <a:extLst>
                <a:ext uri="{FF2B5EF4-FFF2-40B4-BE49-F238E27FC236}">
                  <a16:creationId xmlns:a16="http://schemas.microsoft.com/office/drawing/2014/main" id="{64978942-2CAF-32D5-C298-0287BFA5D48B}"/>
                </a:ext>
              </a:extLst>
            </p:cNvPr>
            <p:cNvSpPr/>
            <p:nvPr/>
          </p:nvSpPr>
          <p:spPr>
            <a:xfrm>
              <a:off x="13425107" y="291745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0" name="pl290">
              <a:extLst>
                <a:ext uri="{FF2B5EF4-FFF2-40B4-BE49-F238E27FC236}">
                  <a16:creationId xmlns:a16="http://schemas.microsoft.com/office/drawing/2014/main" id="{BE4CFDA4-EE1F-2B54-600D-B5C8F39559C7}"/>
                </a:ext>
              </a:extLst>
            </p:cNvPr>
            <p:cNvSpPr/>
            <p:nvPr/>
          </p:nvSpPr>
          <p:spPr>
            <a:xfrm>
              <a:off x="13425107" y="26440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1" name="pl291">
              <a:extLst>
                <a:ext uri="{FF2B5EF4-FFF2-40B4-BE49-F238E27FC236}">
                  <a16:creationId xmlns:a16="http://schemas.microsoft.com/office/drawing/2014/main" id="{FC56B4C9-B18B-8B0D-AC4A-AD9257C31AB2}"/>
                </a:ext>
              </a:extLst>
            </p:cNvPr>
            <p:cNvSpPr/>
            <p:nvPr/>
          </p:nvSpPr>
          <p:spPr>
            <a:xfrm>
              <a:off x="13425107" y="237064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2" name="pl292">
              <a:extLst>
                <a:ext uri="{FF2B5EF4-FFF2-40B4-BE49-F238E27FC236}">
                  <a16:creationId xmlns:a16="http://schemas.microsoft.com/office/drawing/2014/main" id="{97FE669D-B8F5-FF64-4705-D4F46A90EB40}"/>
                </a:ext>
              </a:extLst>
            </p:cNvPr>
            <p:cNvSpPr/>
            <p:nvPr/>
          </p:nvSpPr>
          <p:spPr>
            <a:xfrm>
              <a:off x="13249542" y="34642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3" name="pl293">
              <a:extLst>
                <a:ext uri="{FF2B5EF4-FFF2-40B4-BE49-F238E27FC236}">
                  <a16:creationId xmlns:a16="http://schemas.microsoft.com/office/drawing/2014/main" id="{77E51991-B3C4-CC50-B926-3208F9F0538D}"/>
                </a:ext>
              </a:extLst>
            </p:cNvPr>
            <p:cNvSpPr/>
            <p:nvPr/>
          </p:nvSpPr>
          <p:spPr>
            <a:xfrm>
              <a:off x="13249542" y="31908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4" name="pl294">
              <a:extLst>
                <a:ext uri="{FF2B5EF4-FFF2-40B4-BE49-F238E27FC236}">
                  <a16:creationId xmlns:a16="http://schemas.microsoft.com/office/drawing/2014/main" id="{4A6C4E13-449B-66D7-61B9-9539F20D6CDB}"/>
                </a:ext>
              </a:extLst>
            </p:cNvPr>
            <p:cNvSpPr/>
            <p:nvPr/>
          </p:nvSpPr>
          <p:spPr>
            <a:xfrm>
              <a:off x="13249542" y="291745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5" name="pl295">
              <a:extLst>
                <a:ext uri="{FF2B5EF4-FFF2-40B4-BE49-F238E27FC236}">
                  <a16:creationId xmlns:a16="http://schemas.microsoft.com/office/drawing/2014/main" id="{46B484BB-54F9-4E48-D382-A41759F1D3BE}"/>
                </a:ext>
              </a:extLst>
            </p:cNvPr>
            <p:cNvSpPr/>
            <p:nvPr/>
          </p:nvSpPr>
          <p:spPr>
            <a:xfrm>
              <a:off x="13249542" y="26440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6" name="pl296">
              <a:extLst>
                <a:ext uri="{FF2B5EF4-FFF2-40B4-BE49-F238E27FC236}">
                  <a16:creationId xmlns:a16="http://schemas.microsoft.com/office/drawing/2014/main" id="{44ADE63F-CF11-D462-2396-678DF58B2F48}"/>
                </a:ext>
              </a:extLst>
            </p:cNvPr>
            <p:cNvSpPr/>
            <p:nvPr/>
          </p:nvSpPr>
          <p:spPr>
            <a:xfrm>
              <a:off x="13249542" y="237064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7" name="tx297">
              <a:extLst>
                <a:ext uri="{FF2B5EF4-FFF2-40B4-BE49-F238E27FC236}">
                  <a16:creationId xmlns:a16="http://schemas.microsoft.com/office/drawing/2014/main" id="{92D7BA8B-C98C-2A88-0E52-47626186F57B}"/>
                </a:ext>
              </a:extLst>
            </p:cNvPr>
            <p:cNvSpPr/>
            <p:nvPr/>
          </p:nvSpPr>
          <p:spPr>
            <a:xfrm>
              <a:off x="13538587" y="342425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98" name="tx298">
              <a:extLst>
                <a:ext uri="{FF2B5EF4-FFF2-40B4-BE49-F238E27FC236}">
                  <a16:creationId xmlns:a16="http://schemas.microsoft.com/office/drawing/2014/main" id="{3DC25C5B-AD2C-20EC-E0B8-34589CA9DBDA}"/>
                </a:ext>
              </a:extLst>
            </p:cNvPr>
            <p:cNvSpPr/>
            <p:nvPr/>
          </p:nvSpPr>
          <p:spPr>
            <a:xfrm>
              <a:off x="13538587" y="3150853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99" name="tx299">
              <a:extLst>
                <a:ext uri="{FF2B5EF4-FFF2-40B4-BE49-F238E27FC236}">
                  <a16:creationId xmlns:a16="http://schemas.microsoft.com/office/drawing/2014/main" id="{D81E7C4D-5A1B-5C32-9EC4-FF077ECE586D}"/>
                </a:ext>
              </a:extLst>
            </p:cNvPr>
            <p:cNvSpPr/>
            <p:nvPr/>
          </p:nvSpPr>
          <p:spPr>
            <a:xfrm>
              <a:off x="13538587" y="287744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00" name="tx300">
              <a:extLst>
                <a:ext uri="{FF2B5EF4-FFF2-40B4-BE49-F238E27FC236}">
                  <a16:creationId xmlns:a16="http://schemas.microsoft.com/office/drawing/2014/main" id="{0044F6E8-51F6-98EA-E2D5-AA459C789B04}"/>
                </a:ext>
              </a:extLst>
            </p:cNvPr>
            <p:cNvSpPr/>
            <p:nvPr/>
          </p:nvSpPr>
          <p:spPr>
            <a:xfrm>
              <a:off x="13538587" y="260404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01" name="tx301">
              <a:extLst>
                <a:ext uri="{FF2B5EF4-FFF2-40B4-BE49-F238E27FC236}">
                  <a16:creationId xmlns:a16="http://schemas.microsoft.com/office/drawing/2014/main" id="{E5BC7798-A11E-6EB5-2DCC-D706E7F1DA01}"/>
                </a:ext>
              </a:extLst>
            </p:cNvPr>
            <p:cNvSpPr/>
            <p:nvPr/>
          </p:nvSpPr>
          <p:spPr>
            <a:xfrm>
              <a:off x="13538587" y="233063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02" name="tx302">
              <a:extLst>
                <a:ext uri="{FF2B5EF4-FFF2-40B4-BE49-F238E27FC236}">
                  <a16:creationId xmlns:a16="http://schemas.microsoft.com/office/drawing/2014/main" id="{5C53276B-DF23-86DE-3433-7F5109E7CFF2}"/>
                </a:ext>
              </a:extLst>
            </p:cNvPr>
            <p:cNvSpPr/>
            <p:nvPr/>
          </p:nvSpPr>
          <p:spPr>
            <a:xfrm>
              <a:off x="10492774" y="758504"/>
              <a:ext cx="3128995" cy="4627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Future Relative Survival </a:t>
              </a:r>
              <a:endPara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in Future Treatments</a:t>
              </a:r>
              <a:endPara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ECE78272-621D-B1FE-2CD9-06129DEC0818}"/>
              </a:ext>
            </a:extLst>
          </p:cNvPr>
          <p:cNvGrpSpPr/>
          <p:nvPr/>
        </p:nvGrpSpPr>
        <p:grpSpPr>
          <a:xfrm>
            <a:off x="4067454" y="4231103"/>
            <a:ext cx="4209489" cy="4229329"/>
            <a:chOff x="4067454" y="4231103"/>
            <a:chExt cx="4209489" cy="4229329"/>
          </a:xfrm>
        </p:grpSpPr>
        <p:sp>
          <p:nvSpPr>
            <p:cNvPr id="328" name="ph328">
              <a:extLst>
                <a:ext uri="{FF2B5EF4-FFF2-40B4-BE49-F238E27FC236}">
                  <a16:creationId xmlns:a16="http://schemas.microsoft.com/office/drawing/2014/main" id="{26AA348F-A5C4-2CFA-DABD-D5E2124E43CF}"/>
                </a:ext>
              </a:extLst>
            </p:cNvPr>
            <p:cNvSpPr/>
            <p:nvPr/>
          </p:nvSpPr>
          <p:spPr>
            <a:xfrm>
              <a:off x="4396167" y="4231103"/>
              <a:ext cx="968821" cy="1653339"/>
            </a:xfrm>
            <a:custGeom>
              <a:avLst/>
              <a:gdLst/>
              <a:ahLst/>
              <a:cxnLst/>
              <a:rect l="0" t="0" r="0" b="0"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6" name="ph336">
              <a:extLst>
                <a:ext uri="{FF2B5EF4-FFF2-40B4-BE49-F238E27FC236}">
                  <a16:creationId xmlns:a16="http://schemas.microsoft.com/office/drawing/2014/main" id="{175BEE45-81A1-480D-1983-53F4116995F6}"/>
                </a:ext>
              </a:extLst>
            </p:cNvPr>
            <p:cNvSpPr/>
            <p:nvPr/>
          </p:nvSpPr>
          <p:spPr>
            <a:xfrm>
              <a:off x="5922503" y="4431098"/>
              <a:ext cx="914400" cy="1013954"/>
            </a:xfrm>
            <a:custGeom>
              <a:avLst/>
              <a:gdLst/>
              <a:ahLst/>
              <a:cxnLst/>
              <a:rect l="0" t="0" r="0" b="0"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grpSp>
          <p:nvGrpSpPr>
            <p:cNvPr id="607" name="Group 606">
              <a:extLst>
                <a:ext uri="{FF2B5EF4-FFF2-40B4-BE49-F238E27FC236}">
                  <a16:creationId xmlns:a16="http://schemas.microsoft.com/office/drawing/2014/main" id="{A4C91C18-792F-DAEB-4B41-E9B3C58EEFF0}"/>
                </a:ext>
              </a:extLst>
            </p:cNvPr>
            <p:cNvGrpSpPr/>
            <p:nvPr/>
          </p:nvGrpSpPr>
          <p:grpSpPr>
            <a:xfrm>
              <a:off x="4067454" y="4644368"/>
              <a:ext cx="4209489" cy="3816064"/>
              <a:chOff x="3936470" y="4413536"/>
              <a:chExt cx="4209489" cy="3816064"/>
            </a:xfrm>
          </p:grpSpPr>
          <p:sp>
            <p:nvSpPr>
              <p:cNvPr id="304" name="rc304">
                <a:extLst>
                  <a:ext uri="{FF2B5EF4-FFF2-40B4-BE49-F238E27FC236}">
                    <a16:creationId xmlns:a16="http://schemas.microsoft.com/office/drawing/2014/main" id="{E37BD652-8BC8-EC8C-5C21-B146B60568D4}"/>
                  </a:ext>
                </a:extLst>
              </p:cNvPr>
              <p:cNvSpPr/>
              <p:nvPr/>
            </p:nvSpPr>
            <p:spPr>
              <a:xfrm>
                <a:off x="4198439" y="4572000"/>
                <a:ext cx="3947520" cy="36576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05" name="rc305">
                <a:extLst>
                  <a:ext uri="{FF2B5EF4-FFF2-40B4-BE49-F238E27FC236}">
                    <a16:creationId xmlns:a16="http://schemas.microsoft.com/office/drawing/2014/main" id="{245BE9B8-0FCE-31C9-28FE-C5E6DD56879B}"/>
                  </a:ext>
                </a:extLst>
              </p:cNvPr>
              <p:cNvSpPr/>
              <p:nvPr/>
            </p:nvSpPr>
            <p:spPr>
              <a:xfrm>
                <a:off x="4751569" y="4976262"/>
                <a:ext cx="2184636" cy="2846169"/>
              </a:xfrm>
              <a:prstGeom prst="rect">
                <a:avLst/>
              </a:prstGeom>
              <a:solidFill>
                <a:srgbClr val="F0F8FF">
                  <a:alpha val="100000"/>
                </a:srgbClr>
              </a:solidFill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06" name="pl306">
                <a:extLst>
                  <a:ext uri="{FF2B5EF4-FFF2-40B4-BE49-F238E27FC236}">
                    <a16:creationId xmlns:a16="http://schemas.microsoft.com/office/drawing/2014/main" id="{9D82C109-A09A-DFD3-9518-C50706526830}"/>
                  </a:ext>
                </a:extLst>
              </p:cNvPr>
              <p:cNvSpPr/>
              <p:nvPr/>
            </p:nvSpPr>
            <p:spPr>
              <a:xfrm>
                <a:off x="4850870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07" name="pl307">
                <a:extLst>
                  <a:ext uri="{FF2B5EF4-FFF2-40B4-BE49-F238E27FC236}">
                    <a16:creationId xmlns:a16="http://schemas.microsoft.com/office/drawing/2014/main" id="{55804AC7-7725-E02F-1347-D692F7C7BF9E}"/>
                  </a:ext>
                </a:extLst>
              </p:cNvPr>
              <p:cNvSpPr/>
              <p:nvPr/>
            </p:nvSpPr>
            <p:spPr>
              <a:xfrm>
                <a:off x="5248077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08" name="pl308">
                <a:extLst>
                  <a:ext uri="{FF2B5EF4-FFF2-40B4-BE49-F238E27FC236}">
                    <a16:creationId xmlns:a16="http://schemas.microsoft.com/office/drawing/2014/main" id="{E29FDD23-4A5A-039C-DAE3-9750CD2EB9F7}"/>
                  </a:ext>
                </a:extLst>
              </p:cNvPr>
              <p:cNvSpPr/>
              <p:nvPr/>
            </p:nvSpPr>
            <p:spPr>
              <a:xfrm>
                <a:off x="5645284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09" name="pl309">
                <a:extLst>
                  <a:ext uri="{FF2B5EF4-FFF2-40B4-BE49-F238E27FC236}">
                    <a16:creationId xmlns:a16="http://schemas.microsoft.com/office/drawing/2014/main" id="{BAD1CDC8-E6EA-311A-E0C3-FD848A6400EC}"/>
                  </a:ext>
                </a:extLst>
              </p:cNvPr>
              <p:cNvSpPr/>
              <p:nvPr/>
            </p:nvSpPr>
            <p:spPr>
              <a:xfrm>
                <a:off x="6042490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0" name="pl310">
                <a:extLst>
                  <a:ext uri="{FF2B5EF4-FFF2-40B4-BE49-F238E27FC236}">
                    <a16:creationId xmlns:a16="http://schemas.microsoft.com/office/drawing/2014/main" id="{78F5EFF9-B487-A95B-D11C-FE8F79F52F6A}"/>
                  </a:ext>
                </a:extLst>
              </p:cNvPr>
              <p:cNvSpPr/>
              <p:nvPr/>
            </p:nvSpPr>
            <p:spPr>
              <a:xfrm>
                <a:off x="6439697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1" name="pl311">
                <a:extLst>
                  <a:ext uri="{FF2B5EF4-FFF2-40B4-BE49-F238E27FC236}">
                    <a16:creationId xmlns:a16="http://schemas.microsoft.com/office/drawing/2014/main" id="{37A32F5A-07A0-4767-2E74-8C38959DFAA9}"/>
                  </a:ext>
                </a:extLst>
              </p:cNvPr>
              <p:cNvSpPr/>
              <p:nvPr/>
            </p:nvSpPr>
            <p:spPr>
              <a:xfrm>
                <a:off x="6836903" y="4976262"/>
                <a:ext cx="0" cy="2846169"/>
              </a:xfrm>
              <a:custGeom>
                <a:avLst/>
                <a:gdLst/>
                <a:ahLst/>
                <a:cxnLst/>
                <a:rect l="0" t="0" r="0" b="0"/>
                <a:pathLst>
                  <a:path h="2846169">
                    <a:moveTo>
                      <a:pt x="0" y="2846169"/>
                    </a:moveTo>
                    <a:lnTo>
                      <a:pt x="0" y="2817606"/>
                    </a:lnTo>
                    <a:lnTo>
                      <a:pt x="0" y="2784003"/>
                    </a:lnTo>
                    <a:lnTo>
                      <a:pt x="0" y="2750400"/>
                    </a:lnTo>
                    <a:lnTo>
                      <a:pt x="0" y="2716797"/>
                    </a:lnTo>
                    <a:lnTo>
                      <a:pt x="0" y="2683194"/>
                    </a:lnTo>
                    <a:lnTo>
                      <a:pt x="0" y="2649591"/>
                    </a:lnTo>
                    <a:lnTo>
                      <a:pt x="0" y="2615989"/>
                    </a:lnTo>
                    <a:lnTo>
                      <a:pt x="0" y="2582386"/>
                    </a:lnTo>
                    <a:lnTo>
                      <a:pt x="0" y="2548783"/>
                    </a:lnTo>
                    <a:lnTo>
                      <a:pt x="0" y="2515180"/>
                    </a:lnTo>
                    <a:lnTo>
                      <a:pt x="0" y="2481577"/>
                    </a:lnTo>
                    <a:lnTo>
                      <a:pt x="0" y="2447974"/>
                    </a:lnTo>
                    <a:lnTo>
                      <a:pt x="0" y="2414371"/>
                    </a:lnTo>
                    <a:lnTo>
                      <a:pt x="0" y="2380768"/>
                    </a:lnTo>
                    <a:lnTo>
                      <a:pt x="0" y="2347165"/>
                    </a:lnTo>
                    <a:lnTo>
                      <a:pt x="0" y="2313562"/>
                    </a:lnTo>
                    <a:lnTo>
                      <a:pt x="0" y="2279959"/>
                    </a:lnTo>
                    <a:lnTo>
                      <a:pt x="0" y="2246356"/>
                    </a:lnTo>
                    <a:lnTo>
                      <a:pt x="0" y="2212753"/>
                    </a:lnTo>
                    <a:lnTo>
                      <a:pt x="0" y="2179150"/>
                    </a:lnTo>
                    <a:lnTo>
                      <a:pt x="0" y="2145547"/>
                    </a:lnTo>
                    <a:lnTo>
                      <a:pt x="0" y="2111944"/>
                    </a:lnTo>
                    <a:lnTo>
                      <a:pt x="0" y="2078341"/>
                    </a:lnTo>
                    <a:lnTo>
                      <a:pt x="0" y="2044739"/>
                    </a:lnTo>
                    <a:lnTo>
                      <a:pt x="0" y="2011136"/>
                    </a:lnTo>
                    <a:lnTo>
                      <a:pt x="0" y="1977533"/>
                    </a:lnTo>
                    <a:lnTo>
                      <a:pt x="0" y="1943930"/>
                    </a:lnTo>
                    <a:lnTo>
                      <a:pt x="0" y="1910327"/>
                    </a:lnTo>
                    <a:lnTo>
                      <a:pt x="0" y="1876724"/>
                    </a:lnTo>
                    <a:lnTo>
                      <a:pt x="0" y="1843121"/>
                    </a:lnTo>
                    <a:lnTo>
                      <a:pt x="0" y="1809518"/>
                    </a:lnTo>
                    <a:lnTo>
                      <a:pt x="0" y="1775915"/>
                    </a:lnTo>
                    <a:lnTo>
                      <a:pt x="0" y="1742312"/>
                    </a:lnTo>
                    <a:lnTo>
                      <a:pt x="0" y="1708709"/>
                    </a:lnTo>
                    <a:lnTo>
                      <a:pt x="0" y="1675106"/>
                    </a:lnTo>
                    <a:lnTo>
                      <a:pt x="0" y="1641503"/>
                    </a:lnTo>
                    <a:lnTo>
                      <a:pt x="0" y="1607900"/>
                    </a:lnTo>
                    <a:lnTo>
                      <a:pt x="0" y="1574297"/>
                    </a:lnTo>
                    <a:lnTo>
                      <a:pt x="0" y="1540694"/>
                    </a:lnTo>
                    <a:lnTo>
                      <a:pt x="0" y="1507091"/>
                    </a:lnTo>
                    <a:lnTo>
                      <a:pt x="0" y="1473489"/>
                    </a:lnTo>
                    <a:lnTo>
                      <a:pt x="0" y="1439886"/>
                    </a:lnTo>
                    <a:lnTo>
                      <a:pt x="0" y="1406283"/>
                    </a:lnTo>
                    <a:lnTo>
                      <a:pt x="0" y="1372680"/>
                    </a:lnTo>
                    <a:lnTo>
                      <a:pt x="0" y="1339077"/>
                    </a:lnTo>
                    <a:lnTo>
                      <a:pt x="0" y="1305474"/>
                    </a:lnTo>
                    <a:lnTo>
                      <a:pt x="0" y="1271871"/>
                    </a:lnTo>
                    <a:lnTo>
                      <a:pt x="0" y="1238268"/>
                    </a:lnTo>
                    <a:lnTo>
                      <a:pt x="0" y="1204665"/>
                    </a:lnTo>
                    <a:lnTo>
                      <a:pt x="0" y="1171062"/>
                    </a:lnTo>
                    <a:lnTo>
                      <a:pt x="0" y="1137459"/>
                    </a:lnTo>
                    <a:lnTo>
                      <a:pt x="0" y="1103856"/>
                    </a:lnTo>
                    <a:lnTo>
                      <a:pt x="0" y="1070253"/>
                    </a:lnTo>
                    <a:lnTo>
                      <a:pt x="0" y="1036650"/>
                    </a:lnTo>
                    <a:lnTo>
                      <a:pt x="0" y="1003047"/>
                    </a:lnTo>
                    <a:lnTo>
                      <a:pt x="0" y="969444"/>
                    </a:lnTo>
                    <a:lnTo>
                      <a:pt x="0" y="935841"/>
                    </a:lnTo>
                    <a:lnTo>
                      <a:pt x="0" y="902238"/>
                    </a:lnTo>
                    <a:lnTo>
                      <a:pt x="0" y="868636"/>
                    </a:lnTo>
                    <a:lnTo>
                      <a:pt x="0" y="835033"/>
                    </a:lnTo>
                    <a:lnTo>
                      <a:pt x="0" y="801430"/>
                    </a:lnTo>
                    <a:lnTo>
                      <a:pt x="0" y="767827"/>
                    </a:lnTo>
                    <a:lnTo>
                      <a:pt x="0" y="734224"/>
                    </a:lnTo>
                    <a:lnTo>
                      <a:pt x="0" y="700621"/>
                    </a:lnTo>
                    <a:lnTo>
                      <a:pt x="0" y="667018"/>
                    </a:lnTo>
                    <a:lnTo>
                      <a:pt x="0" y="633415"/>
                    </a:lnTo>
                    <a:lnTo>
                      <a:pt x="0" y="599812"/>
                    </a:lnTo>
                    <a:lnTo>
                      <a:pt x="0" y="566209"/>
                    </a:lnTo>
                    <a:lnTo>
                      <a:pt x="0" y="532606"/>
                    </a:lnTo>
                    <a:lnTo>
                      <a:pt x="0" y="499003"/>
                    </a:lnTo>
                    <a:lnTo>
                      <a:pt x="0" y="465400"/>
                    </a:lnTo>
                    <a:lnTo>
                      <a:pt x="0" y="431797"/>
                    </a:lnTo>
                    <a:lnTo>
                      <a:pt x="0" y="398194"/>
                    </a:lnTo>
                    <a:lnTo>
                      <a:pt x="0" y="364591"/>
                    </a:lnTo>
                    <a:lnTo>
                      <a:pt x="0" y="330988"/>
                    </a:lnTo>
                    <a:lnTo>
                      <a:pt x="0" y="297386"/>
                    </a:lnTo>
                    <a:lnTo>
                      <a:pt x="0" y="263783"/>
                    </a:lnTo>
                    <a:lnTo>
                      <a:pt x="0" y="230180"/>
                    </a:lnTo>
                    <a:lnTo>
                      <a:pt x="0" y="196577"/>
                    </a:lnTo>
                    <a:lnTo>
                      <a:pt x="0" y="162974"/>
                    </a:lnTo>
                    <a:lnTo>
                      <a:pt x="0" y="129371"/>
                    </a:lnTo>
                    <a:lnTo>
                      <a:pt x="0" y="95768"/>
                    </a:lnTo>
                    <a:lnTo>
                      <a:pt x="0" y="62165"/>
                    </a:lnTo>
                    <a:lnTo>
                      <a:pt x="0" y="28562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2" name="pl312">
                <a:extLst>
                  <a:ext uri="{FF2B5EF4-FFF2-40B4-BE49-F238E27FC236}">
                    <a16:creationId xmlns:a16="http://schemas.microsoft.com/office/drawing/2014/main" id="{E311ED31-A688-FE6F-FCA8-8840C04C87DB}"/>
                  </a:ext>
                </a:extLst>
              </p:cNvPr>
              <p:cNvSpPr/>
              <p:nvPr/>
            </p:nvSpPr>
            <p:spPr>
              <a:xfrm>
                <a:off x="4751569" y="7693060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3" name="pl313">
                <a:extLst>
                  <a:ext uri="{FF2B5EF4-FFF2-40B4-BE49-F238E27FC236}">
                    <a16:creationId xmlns:a16="http://schemas.microsoft.com/office/drawing/2014/main" id="{800EACCA-E5CF-6FD6-0BFB-2FE8677FEAF3}"/>
                  </a:ext>
                </a:extLst>
              </p:cNvPr>
              <p:cNvSpPr/>
              <p:nvPr/>
            </p:nvSpPr>
            <p:spPr>
              <a:xfrm>
                <a:off x="4751569" y="7323428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4" name="pl314">
                <a:extLst>
                  <a:ext uri="{FF2B5EF4-FFF2-40B4-BE49-F238E27FC236}">
                    <a16:creationId xmlns:a16="http://schemas.microsoft.com/office/drawing/2014/main" id="{DAF5D372-C668-9C91-3F8E-7254EFBE973C}"/>
                  </a:ext>
                </a:extLst>
              </p:cNvPr>
              <p:cNvSpPr/>
              <p:nvPr/>
            </p:nvSpPr>
            <p:spPr>
              <a:xfrm>
                <a:off x="4751569" y="6953795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5" name="pl315">
                <a:extLst>
                  <a:ext uri="{FF2B5EF4-FFF2-40B4-BE49-F238E27FC236}">
                    <a16:creationId xmlns:a16="http://schemas.microsoft.com/office/drawing/2014/main" id="{A9D0A59E-472F-2A48-BED2-AC6CB7EBC990}"/>
                  </a:ext>
                </a:extLst>
              </p:cNvPr>
              <p:cNvSpPr/>
              <p:nvPr/>
            </p:nvSpPr>
            <p:spPr>
              <a:xfrm>
                <a:off x="4751569" y="6584163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6" name="pl316">
                <a:extLst>
                  <a:ext uri="{FF2B5EF4-FFF2-40B4-BE49-F238E27FC236}">
                    <a16:creationId xmlns:a16="http://schemas.microsoft.com/office/drawing/2014/main" id="{A0D03AB0-EDAA-5789-430B-39ABF8055141}"/>
                  </a:ext>
                </a:extLst>
              </p:cNvPr>
              <p:cNvSpPr/>
              <p:nvPr/>
            </p:nvSpPr>
            <p:spPr>
              <a:xfrm>
                <a:off x="4751569" y="6214531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7" name="pl317">
                <a:extLst>
                  <a:ext uri="{FF2B5EF4-FFF2-40B4-BE49-F238E27FC236}">
                    <a16:creationId xmlns:a16="http://schemas.microsoft.com/office/drawing/2014/main" id="{EE2D74F5-153D-FF6E-C305-84FCF89D2369}"/>
                  </a:ext>
                </a:extLst>
              </p:cNvPr>
              <p:cNvSpPr/>
              <p:nvPr/>
            </p:nvSpPr>
            <p:spPr>
              <a:xfrm>
                <a:off x="4751569" y="5844898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8" name="pl318">
                <a:extLst>
                  <a:ext uri="{FF2B5EF4-FFF2-40B4-BE49-F238E27FC236}">
                    <a16:creationId xmlns:a16="http://schemas.microsoft.com/office/drawing/2014/main" id="{2349CFDB-A62E-E25E-9BBA-39994EF825D9}"/>
                  </a:ext>
                </a:extLst>
              </p:cNvPr>
              <p:cNvSpPr/>
              <p:nvPr/>
            </p:nvSpPr>
            <p:spPr>
              <a:xfrm>
                <a:off x="4751569" y="5475266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19" name="pl319">
                <a:extLst>
                  <a:ext uri="{FF2B5EF4-FFF2-40B4-BE49-F238E27FC236}">
                    <a16:creationId xmlns:a16="http://schemas.microsoft.com/office/drawing/2014/main" id="{025C8E3E-4E05-84CE-CAD9-93624BA215E0}"/>
                  </a:ext>
                </a:extLst>
              </p:cNvPr>
              <p:cNvSpPr/>
              <p:nvPr/>
            </p:nvSpPr>
            <p:spPr>
              <a:xfrm>
                <a:off x="4751569" y="5105633"/>
                <a:ext cx="21846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2184636">
                    <a:moveTo>
                      <a:pt x="0" y="0"/>
                    </a:moveTo>
                    <a:lnTo>
                      <a:pt x="11033" y="0"/>
                    </a:lnTo>
                    <a:lnTo>
                      <a:pt x="39118" y="0"/>
                    </a:lnTo>
                    <a:lnTo>
                      <a:pt x="67204" y="0"/>
                    </a:lnTo>
                    <a:lnTo>
                      <a:pt x="95289" y="0"/>
                    </a:lnTo>
                    <a:lnTo>
                      <a:pt x="123374" y="0"/>
                    </a:lnTo>
                    <a:lnTo>
                      <a:pt x="151460" y="0"/>
                    </a:lnTo>
                    <a:lnTo>
                      <a:pt x="179545" y="0"/>
                    </a:lnTo>
                    <a:lnTo>
                      <a:pt x="207630" y="0"/>
                    </a:lnTo>
                    <a:lnTo>
                      <a:pt x="235716" y="0"/>
                    </a:lnTo>
                    <a:lnTo>
                      <a:pt x="263801" y="0"/>
                    </a:lnTo>
                    <a:lnTo>
                      <a:pt x="291886" y="0"/>
                    </a:lnTo>
                    <a:lnTo>
                      <a:pt x="319972" y="0"/>
                    </a:lnTo>
                    <a:lnTo>
                      <a:pt x="348057" y="0"/>
                    </a:lnTo>
                    <a:lnTo>
                      <a:pt x="376142" y="0"/>
                    </a:lnTo>
                    <a:lnTo>
                      <a:pt x="404227" y="0"/>
                    </a:lnTo>
                    <a:lnTo>
                      <a:pt x="432313" y="0"/>
                    </a:lnTo>
                    <a:lnTo>
                      <a:pt x="460398" y="0"/>
                    </a:lnTo>
                    <a:lnTo>
                      <a:pt x="488483" y="0"/>
                    </a:lnTo>
                    <a:lnTo>
                      <a:pt x="516569" y="0"/>
                    </a:lnTo>
                    <a:lnTo>
                      <a:pt x="544654" y="0"/>
                    </a:lnTo>
                    <a:lnTo>
                      <a:pt x="572739" y="0"/>
                    </a:lnTo>
                    <a:lnTo>
                      <a:pt x="600825" y="0"/>
                    </a:lnTo>
                    <a:lnTo>
                      <a:pt x="628910" y="0"/>
                    </a:lnTo>
                    <a:lnTo>
                      <a:pt x="656995" y="0"/>
                    </a:lnTo>
                    <a:lnTo>
                      <a:pt x="685081" y="0"/>
                    </a:lnTo>
                    <a:lnTo>
                      <a:pt x="713166" y="0"/>
                    </a:lnTo>
                    <a:lnTo>
                      <a:pt x="741251" y="0"/>
                    </a:lnTo>
                    <a:lnTo>
                      <a:pt x="769337" y="0"/>
                    </a:lnTo>
                    <a:lnTo>
                      <a:pt x="797422" y="0"/>
                    </a:lnTo>
                    <a:lnTo>
                      <a:pt x="825507" y="0"/>
                    </a:lnTo>
                    <a:lnTo>
                      <a:pt x="853593" y="0"/>
                    </a:lnTo>
                    <a:lnTo>
                      <a:pt x="881678" y="0"/>
                    </a:lnTo>
                    <a:lnTo>
                      <a:pt x="909763" y="0"/>
                    </a:lnTo>
                    <a:lnTo>
                      <a:pt x="937849" y="0"/>
                    </a:lnTo>
                    <a:lnTo>
                      <a:pt x="965934" y="0"/>
                    </a:lnTo>
                    <a:lnTo>
                      <a:pt x="994019" y="0"/>
                    </a:lnTo>
                    <a:lnTo>
                      <a:pt x="1022104" y="0"/>
                    </a:lnTo>
                    <a:lnTo>
                      <a:pt x="1050190" y="0"/>
                    </a:lnTo>
                    <a:lnTo>
                      <a:pt x="1078275" y="0"/>
                    </a:lnTo>
                    <a:lnTo>
                      <a:pt x="1106360" y="0"/>
                    </a:lnTo>
                    <a:lnTo>
                      <a:pt x="1134446" y="0"/>
                    </a:lnTo>
                    <a:lnTo>
                      <a:pt x="1162531" y="0"/>
                    </a:lnTo>
                    <a:lnTo>
                      <a:pt x="1190616" y="0"/>
                    </a:lnTo>
                    <a:lnTo>
                      <a:pt x="1218702" y="0"/>
                    </a:lnTo>
                    <a:lnTo>
                      <a:pt x="1246787" y="0"/>
                    </a:lnTo>
                    <a:lnTo>
                      <a:pt x="1274872" y="0"/>
                    </a:lnTo>
                    <a:lnTo>
                      <a:pt x="1302958" y="0"/>
                    </a:lnTo>
                    <a:lnTo>
                      <a:pt x="1331043" y="0"/>
                    </a:lnTo>
                    <a:lnTo>
                      <a:pt x="1359128" y="0"/>
                    </a:lnTo>
                    <a:lnTo>
                      <a:pt x="1387214" y="0"/>
                    </a:lnTo>
                    <a:lnTo>
                      <a:pt x="1415299" y="0"/>
                    </a:lnTo>
                    <a:lnTo>
                      <a:pt x="1443384" y="0"/>
                    </a:lnTo>
                    <a:lnTo>
                      <a:pt x="1471470" y="0"/>
                    </a:lnTo>
                    <a:lnTo>
                      <a:pt x="1499555" y="0"/>
                    </a:lnTo>
                    <a:lnTo>
                      <a:pt x="1527640" y="0"/>
                    </a:lnTo>
                    <a:lnTo>
                      <a:pt x="1555726" y="0"/>
                    </a:lnTo>
                    <a:lnTo>
                      <a:pt x="1583811" y="0"/>
                    </a:lnTo>
                    <a:lnTo>
                      <a:pt x="1611896" y="0"/>
                    </a:lnTo>
                    <a:lnTo>
                      <a:pt x="1639981" y="0"/>
                    </a:lnTo>
                    <a:lnTo>
                      <a:pt x="1668067" y="0"/>
                    </a:lnTo>
                    <a:lnTo>
                      <a:pt x="1696152" y="0"/>
                    </a:lnTo>
                    <a:lnTo>
                      <a:pt x="1724237" y="0"/>
                    </a:lnTo>
                    <a:lnTo>
                      <a:pt x="1752323" y="0"/>
                    </a:lnTo>
                    <a:lnTo>
                      <a:pt x="1780408" y="0"/>
                    </a:lnTo>
                    <a:lnTo>
                      <a:pt x="1808493" y="0"/>
                    </a:lnTo>
                    <a:lnTo>
                      <a:pt x="1836579" y="0"/>
                    </a:lnTo>
                    <a:lnTo>
                      <a:pt x="1864664" y="0"/>
                    </a:lnTo>
                    <a:lnTo>
                      <a:pt x="1892749" y="0"/>
                    </a:lnTo>
                    <a:lnTo>
                      <a:pt x="1920835" y="0"/>
                    </a:lnTo>
                    <a:lnTo>
                      <a:pt x="1948920" y="0"/>
                    </a:lnTo>
                    <a:lnTo>
                      <a:pt x="1977005" y="0"/>
                    </a:lnTo>
                    <a:lnTo>
                      <a:pt x="2005091" y="0"/>
                    </a:lnTo>
                    <a:lnTo>
                      <a:pt x="2033176" y="0"/>
                    </a:lnTo>
                    <a:lnTo>
                      <a:pt x="2061261" y="0"/>
                    </a:lnTo>
                    <a:lnTo>
                      <a:pt x="2089347" y="0"/>
                    </a:lnTo>
                    <a:lnTo>
                      <a:pt x="2117432" y="0"/>
                    </a:lnTo>
                    <a:lnTo>
                      <a:pt x="2145517" y="0"/>
                    </a:lnTo>
                    <a:lnTo>
                      <a:pt x="2173603" y="0"/>
                    </a:lnTo>
                    <a:lnTo>
                      <a:pt x="2184636" y="0"/>
                    </a:lnTo>
                    <a:lnTo>
                      <a:pt x="2184636" y="0"/>
                    </a:lnTo>
                  </a:path>
                </a:pathLst>
              </a:custGeom>
              <a:ln w="13550" cap="rnd">
                <a:solidFill>
                  <a:srgbClr val="F0F8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0" name="ph320">
                <a:extLst>
                  <a:ext uri="{FF2B5EF4-FFF2-40B4-BE49-F238E27FC236}">
                    <a16:creationId xmlns:a16="http://schemas.microsoft.com/office/drawing/2014/main" id="{5EFD9601-16CD-94B8-0847-E21C3A735CCE}"/>
                  </a:ext>
                </a:extLst>
              </p:cNvPr>
              <p:cNvSpPr/>
              <p:nvPr/>
            </p:nvSpPr>
            <p:spPr>
              <a:xfrm>
                <a:off x="5722659" y="5369581"/>
                <a:ext cx="930827" cy="1243964"/>
              </a:xfrm>
              <a:custGeom>
                <a:avLst/>
                <a:gdLst/>
                <a:ahLst/>
                <a:cxnLst/>
                <a:rect l="0" t="0" r="0" b="0"/>
                <a:pathLst>
                  <a:path w="930827" h="1243964">
                    <a:moveTo>
                      <a:pt x="914400" y="914400"/>
                    </a:moveTo>
                    <a:lnTo>
                      <a:pt x="904741" y="940461"/>
                    </a:lnTo>
                    <a:lnTo>
                      <a:pt x="891436" y="944865"/>
                    </a:lnTo>
                    <a:lnTo>
                      <a:pt x="878674" y="953547"/>
                    </a:lnTo>
                    <a:lnTo>
                      <a:pt x="874116" y="1036010"/>
                    </a:lnTo>
                    <a:lnTo>
                      <a:pt x="897351" y="1067342"/>
                    </a:lnTo>
                    <a:lnTo>
                      <a:pt x="884590" y="1071728"/>
                    </a:lnTo>
                    <a:lnTo>
                      <a:pt x="872914" y="1081113"/>
                    </a:lnTo>
                    <a:lnTo>
                      <a:pt x="864574" y="1094992"/>
                    </a:lnTo>
                    <a:lnTo>
                      <a:pt x="856040" y="1124863"/>
                    </a:lnTo>
                    <a:lnTo>
                      <a:pt x="823981" y="1141792"/>
                    </a:lnTo>
                    <a:lnTo>
                      <a:pt x="811840" y="1154318"/>
                    </a:lnTo>
                    <a:lnTo>
                      <a:pt x="793938" y="1182184"/>
                    </a:lnTo>
                    <a:lnTo>
                      <a:pt x="784609" y="1222631"/>
                    </a:lnTo>
                    <a:lnTo>
                      <a:pt x="766475" y="1239885"/>
                    </a:lnTo>
                    <a:lnTo>
                      <a:pt x="746110" y="1243964"/>
                    </a:lnTo>
                    <a:lnTo>
                      <a:pt x="758058" y="1210827"/>
                    </a:lnTo>
                    <a:lnTo>
                      <a:pt x="773709" y="1183827"/>
                    </a:lnTo>
                    <a:lnTo>
                      <a:pt x="758659" y="1165309"/>
                    </a:lnTo>
                    <a:lnTo>
                      <a:pt x="749601" y="1136323"/>
                    </a:lnTo>
                    <a:lnTo>
                      <a:pt x="737906" y="1114088"/>
                    </a:lnTo>
                    <a:lnTo>
                      <a:pt x="747216" y="1089253"/>
                    </a:lnTo>
                    <a:lnTo>
                      <a:pt x="742639" y="1048554"/>
                    </a:lnTo>
                    <a:lnTo>
                      <a:pt x="744151" y="1008829"/>
                    </a:lnTo>
                    <a:lnTo>
                      <a:pt x="757728" y="988777"/>
                    </a:lnTo>
                    <a:lnTo>
                      <a:pt x="773283" y="972425"/>
                    </a:lnTo>
                    <a:lnTo>
                      <a:pt x="797507" y="934830"/>
                    </a:lnTo>
                    <a:lnTo>
                      <a:pt x="823767" y="907577"/>
                    </a:lnTo>
                    <a:lnTo>
                      <a:pt x="860404" y="895322"/>
                    </a:lnTo>
                    <a:lnTo>
                      <a:pt x="876948" y="906621"/>
                    </a:lnTo>
                    <a:lnTo>
                      <a:pt x="884085" y="881840"/>
                    </a:lnTo>
                    <a:lnTo>
                      <a:pt x="895897" y="876191"/>
                    </a:lnTo>
                    <a:lnTo>
                      <a:pt x="906991" y="881912"/>
                    </a:lnTo>
                    <a:lnTo>
                      <a:pt x="930827" y="905592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1" name="ph321">
                <a:extLst>
                  <a:ext uri="{FF2B5EF4-FFF2-40B4-BE49-F238E27FC236}">
                    <a16:creationId xmlns:a16="http://schemas.microsoft.com/office/drawing/2014/main" id="{64C2A38C-83F9-CADE-0A6A-4D59FCB2D5B0}"/>
                  </a:ext>
                </a:extLst>
              </p:cNvPr>
              <p:cNvSpPr/>
              <p:nvPr/>
            </p:nvSpPr>
            <p:spPr>
              <a:xfrm>
                <a:off x="5222853" y="5950615"/>
                <a:ext cx="104161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1041610" h="914400">
                    <a:moveTo>
                      <a:pt x="914400" y="914400"/>
                    </a:moveTo>
                    <a:lnTo>
                      <a:pt x="905361" y="913082"/>
                    </a:lnTo>
                    <a:lnTo>
                      <a:pt x="899330" y="888265"/>
                    </a:lnTo>
                    <a:lnTo>
                      <a:pt x="897914" y="824410"/>
                    </a:lnTo>
                    <a:lnTo>
                      <a:pt x="901521" y="792861"/>
                    </a:lnTo>
                    <a:lnTo>
                      <a:pt x="944830" y="679066"/>
                    </a:lnTo>
                    <a:lnTo>
                      <a:pt x="964167" y="669771"/>
                    </a:lnTo>
                    <a:lnTo>
                      <a:pt x="991358" y="600032"/>
                    </a:lnTo>
                    <a:lnTo>
                      <a:pt x="998690" y="569006"/>
                    </a:lnTo>
                    <a:lnTo>
                      <a:pt x="1010482" y="541067"/>
                    </a:lnTo>
                    <a:lnTo>
                      <a:pt x="1017444" y="516088"/>
                    </a:lnTo>
                    <a:lnTo>
                      <a:pt x="1023282" y="505999"/>
                    </a:lnTo>
                    <a:lnTo>
                      <a:pt x="1035966" y="510728"/>
                    </a:lnTo>
                    <a:lnTo>
                      <a:pt x="1041610" y="515330"/>
                    </a:lnTo>
                    <a:lnTo>
                      <a:pt x="1028247" y="529877"/>
                    </a:lnTo>
                    <a:lnTo>
                      <a:pt x="1029799" y="548810"/>
                    </a:lnTo>
                    <a:lnTo>
                      <a:pt x="1028868" y="556661"/>
                    </a:lnTo>
                    <a:lnTo>
                      <a:pt x="995140" y="639016"/>
                    </a:lnTo>
                    <a:lnTo>
                      <a:pt x="986122" y="692494"/>
                    </a:lnTo>
                    <a:lnTo>
                      <a:pt x="974155" y="705543"/>
                    </a:lnTo>
                    <a:lnTo>
                      <a:pt x="924601" y="895792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2" name="ph322">
                <a:extLst>
                  <a:ext uri="{FF2B5EF4-FFF2-40B4-BE49-F238E27FC236}">
                    <a16:creationId xmlns:a16="http://schemas.microsoft.com/office/drawing/2014/main" id="{121E8D79-B151-AAEE-6AD8-2EEF2E6F9F36}"/>
                  </a:ext>
                </a:extLst>
              </p:cNvPr>
              <p:cNvSpPr/>
              <p:nvPr/>
            </p:nvSpPr>
            <p:spPr>
              <a:xfrm>
                <a:off x="4228557" y="4963942"/>
                <a:ext cx="2407842" cy="2231449"/>
              </a:xfrm>
              <a:custGeom>
                <a:avLst/>
                <a:gdLst/>
                <a:ahLst/>
                <a:cxnLst/>
                <a:rect l="0" t="0" r="0" b="0"/>
                <a:pathLst>
                  <a:path w="2407842" h="2231449">
                    <a:moveTo>
                      <a:pt x="914400" y="914400"/>
                    </a:moveTo>
                    <a:lnTo>
                      <a:pt x="928868" y="920500"/>
                    </a:lnTo>
                    <a:lnTo>
                      <a:pt x="948573" y="908281"/>
                    </a:lnTo>
                    <a:lnTo>
                      <a:pt x="962363" y="874061"/>
                    </a:lnTo>
                    <a:lnTo>
                      <a:pt x="970237" y="822713"/>
                    </a:lnTo>
                    <a:lnTo>
                      <a:pt x="979430" y="773802"/>
                    </a:lnTo>
                    <a:lnTo>
                      <a:pt x="968550" y="721480"/>
                    </a:lnTo>
                    <a:lnTo>
                      <a:pt x="956932" y="675528"/>
                    </a:lnTo>
                    <a:lnTo>
                      <a:pt x="956118" y="662028"/>
                    </a:lnTo>
                    <a:lnTo>
                      <a:pt x="986607" y="623260"/>
                    </a:lnTo>
                    <a:lnTo>
                      <a:pt x="995935" y="591729"/>
                    </a:lnTo>
                    <a:lnTo>
                      <a:pt x="1006040" y="561715"/>
                    </a:lnTo>
                    <a:lnTo>
                      <a:pt x="1017192" y="551499"/>
                    </a:lnTo>
                    <a:lnTo>
                      <a:pt x="1033794" y="549171"/>
                    </a:lnTo>
                    <a:lnTo>
                      <a:pt x="1053131" y="543522"/>
                    </a:lnTo>
                    <a:lnTo>
                      <a:pt x="1077510" y="523434"/>
                    </a:lnTo>
                    <a:lnTo>
                      <a:pt x="1099368" y="496524"/>
                    </a:lnTo>
                    <a:lnTo>
                      <a:pt x="1116067" y="471851"/>
                    </a:lnTo>
                    <a:lnTo>
                      <a:pt x="1121731" y="423030"/>
                    </a:lnTo>
                    <a:lnTo>
                      <a:pt x="1121963" y="398502"/>
                    </a:lnTo>
                    <a:lnTo>
                      <a:pt x="1129314" y="380292"/>
                    </a:lnTo>
                    <a:lnTo>
                      <a:pt x="1136432" y="344718"/>
                    </a:lnTo>
                    <a:lnTo>
                      <a:pt x="1129508" y="309632"/>
                    </a:lnTo>
                    <a:lnTo>
                      <a:pt x="1107960" y="256407"/>
                    </a:lnTo>
                    <a:lnTo>
                      <a:pt x="1082010" y="181560"/>
                    </a:lnTo>
                    <a:lnTo>
                      <a:pt x="1078036" y="141691"/>
                    </a:lnTo>
                    <a:lnTo>
                      <a:pt x="2054342" y="141691"/>
                    </a:lnTo>
                    <a:lnTo>
                      <a:pt x="2054817" y="146925"/>
                    </a:lnTo>
                    <a:lnTo>
                      <a:pt x="2052839" y="159487"/>
                    </a:lnTo>
                    <a:lnTo>
                      <a:pt x="2067928" y="211123"/>
                    </a:lnTo>
                    <a:lnTo>
                      <a:pt x="2064417" y="229226"/>
                    </a:lnTo>
                    <a:lnTo>
                      <a:pt x="2062381" y="252292"/>
                    </a:lnTo>
                    <a:lnTo>
                      <a:pt x="2084006" y="274455"/>
                    </a:lnTo>
                    <a:lnTo>
                      <a:pt x="2103304" y="274094"/>
                    </a:lnTo>
                    <a:lnTo>
                      <a:pt x="2122854" y="273752"/>
                    </a:lnTo>
                    <a:lnTo>
                      <a:pt x="2130321" y="279310"/>
                    </a:lnTo>
                    <a:lnTo>
                      <a:pt x="2137808" y="294995"/>
                    </a:lnTo>
                    <a:lnTo>
                      <a:pt x="2143839" y="313512"/>
                    </a:lnTo>
                    <a:lnTo>
                      <a:pt x="2159937" y="311978"/>
                    </a:lnTo>
                    <a:lnTo>
                      <a:pt x="2185635" y="296908"/>
                    </a:lnTo>
                    <a:lnTo>
                      <a:pt x="2202354" y="293316"/>
                    </a:lnTo>
                    <a:lnTo>
                      <a:pt x="2213389" y="322284"/>
                    </a:lnTo>
                    <a:lnTo>
                      <a:pt x="2243413" y="360547"/>
                    </a:lnTo>
                    <a:lnTo>
                      <a:pt x="2260887" y="377693"/>
                    </a:lnTo>
                    <a:lnTo>
                      <a:pt x="2290581" y="386717"/>
                    </a:lnTo>
                    <a:lnTo>
                      <a:pt x="2321865" y="417598"/>
                    </a:lnTo>
                    <a:lnTo>
                      <a:pt x="2317482" y="454814"/>
                    </a:lnTo>
                    <a:lnTo>
                      <a:pt x="2330534" y="467249"/>
                    </a:lnTo>
                    <a:lnTo>
                      <a:pt x="2367443" y="481940"/>
                    </a:lnTo>
                    <a:lnTo>
                      <a:pt x="2380495" y="501758"/>
                    </a:lnTo>
                    <a:lnTo>
                      <a:pt x="2386760" y="518651"/>
                    </a:lnTo>
                    <a:lnTo>
                      <a:pt x="2396477" y="532657"/>
                    </a:lnTo>
                    <a:lnTo>
                      <a:pt x="2407842" y="574980"/>
                    </a:lnTo>
                    <a:lnTo>
                      <a:pt x="2403886" y="601060"/>
                    </a:lnTo>
                    <a:lnTo>
                      <a:pt x="2389010" y="610030"/>
                    </a:lnTo>
                    <a:lnTo>
                      <a:pt x="2353886" y="637969"/>
                    </a:lnTo>
                    <a:lnTo>
                      <a:pt x="2338234" y="658833"/>
                    </a:lnTo>
                    <a:lnTo>
                      <a:pt x="2325957" y="671828"/>
                    </a:lnTo>
                    <a:lnTo>
                      <a:pt x="2291066" y="699695"/>
                    </a:lnTo>
                    <a:lnTo>
                      <a:pt x="2278285" y="704694"/>
                    </a:lnTo>
                    <a:lnTo>
                      <a:pt x="2266046" y="719187"/>
                    </a:lnTo>
                    <a:lnTo>
                      <a:pt x="2254216" y="725522"/>
                    </a:lnTo>
                    <a:lnTo>
                      <a:pt x="2243626" y="721877"/>
                    </a:lnTo>
                    <a:lnTo>
                      <a:pt x="2204041" y="748119"/>
                    </a:lnTo>
                    <a:lnTo>
                      <a:pt x="2207125" y="759327"/>
                    </a:lnTo>
                    <a:lnTo>
                      <a:pt x="2237478" y="764074"/>
                    </a:lnTo>
                    <a:lnTo>
                      <a:pt x="2252955" y="758443"/>
                    </a:lnTo>
                    <a:lnTo>
                      <a:pt x="2264863" y="745249"/>
                    </a:lnTo>
                    <a:lnTo>
                      <a:pt x="2277877" y="742217"/>
                    </a:lnTo>
                    <a:lnTo>
                      <a:pt x="2289747" y="744708"/>
                    </a:lnTo>
                    <a:lnTo>
                      <a:pt x="2302334" y="734312"/>
                    </a:lnTo>
                    <a:lnTo>
                      <a:pt x="2312206" y="730161"/>
                    </a:lnTo>
                    <a:lnTo>
                      <a:pt x="2322408" y="735142"/>
                    </a:lnTo>
                    <a:lnTo>
                      <a:pt x="2333793" y="760067"/>
                    </a:lnTo>
                    <a:lnTo>
                      <a:pt x="2310170" y="773044"/>
                    </a:lnTo>
                    <a:lnTo>
                      <a:pt x="2293413" y="773640"/>
                    </a:lnTo>
                    <a:lnTo>
                      <a:pt x="2285228" y="814519"/>
                    </a:lnTo>
                    <a:lnTo>
                      <a:pt x="2275084" y="832080"/>
                    </a:lnTo>
                    <a:lnTo>
                      <a:pt x="2267811" y="840527"/>
                    </a:lnTo>
                    <a:lnTo>
                      <a:pt x="2230631" y="857926"/>
                    </a:lnTo>
                    <a:lnTo>
                      <a:pt x="2206097" y="879981"/>
                    </a:lnTo>
                    <a:lnTo>
                      <a:pt x="2177179" y="897741"/>
                    </a:lnTo>
                    <a:lnTo>
                      <a:pt x="2164553" y="893878"/>
                    </a:lnTo>
                    <a:lnTo>
                      <a:pt x="2145527" y="911927"/>
                    </a:lnTo>
                    <a:lnTo>
                      <a:pt x="2103246" y="933296"/>
                    </a:lnTo>
                    <a:lnTo>
                      <a:pt x="2081582" y="962084"/>
                    </a:lnTo>
                    <a:lnTo>
                      <a:pt x="2032959" y="987839"/>
                    </a:lnTo>
                    <a:lnTo>
                      <a:pt x="2008192" y="1008793"/>
                    </a:lnTo>
                    <a:lnTo>
                      <a:pt x="1940911" y="1009894"/>
                    </a:lnTo>
                    <a:lnTo>
                      <a:pt x="1876656" y="1005292"/>
                    </a:lnTo>
                    <a:lnTo>
                      <a:pt x="1856485" y="1015254"/>
                    </a:lnTo>
                    <a:lnTo>
                      <a:pt x="1877102" y="1018341"/>
                    </a:lnTo>
                    <a:lnTo>
                      <a:pt x="1891551" y="1028123"/>
                    </a:lnTo>
                    <a:lnTo>
                      <a:pt x="1908871" y="1024044"/>
                    </a:lnTo>
                    <a:lnTo>
                      <a:pt x="1949581" y="1028935"/>
                    </a:lnTo>
                    <a:lnTo>
                      <a:pt x="1970527" y="1034259"/>
                    </a:lnTo>
                    <a:lnTo>
                      <a:pt x="1997408" y="1068515"/>
                    </a:lnTo>
                    <a:lnTo>
                      <a:pt x="1977645" y="1080698"/>
                    </a:lnTo>
                    <a:lnTo>
                      <a:pt x="1943413" y="1090047"/>
                    </a:lnTo>
                    <a:lnTo>
                      <a:pt x="1956252" y="1138634"/>
                    </a:lnTo>
                    <a:lnTo>
                      <a:pt x="1966842" y="1171391"/>
                    </a:lnTo>
                    <a:lnTo>
                      <a:pt x="1952975" y="1191155"/>
                    </a:lnTo>
                    <a:lnTo>
                      <a:pt x="1951947" y="1281072"/>
                    </a:lnTo>
                    <a:lnTo>
                      <a:pt x="1932494" y="1282787"/>
                    </a:lnTo>
                    <a:lnTo>
                      <a:pt x="1924231" y="1319984"/>
                    </a:lnTo>
                    <a:lnTo>
                      <a:pt x="1930360" y="1338953"/>
                    </a:lnTo>
                    <a:lnTo>
                      <a:pt x="1929875" y="1383010"/>
                    </a:lnTo>
                    <a:lnTo>
                      <a:pt x="1933929" y="1410154"/>
                    </a:lnTo>
                    <a:lnTo>
                      <a:pt x="1943471" y="1435152"/>
                    </a:lnTo>
                    <a:lnTo>
                      <a:pt x="1939224" y="1461214"/>
                    </a:lnTo>
                    <a:lnTo>
                      <a:pt x="1908463" y="1522217"/>
                    </a:lnTo>
                    <a:lnTo>
                      <a:pt x="1909162" y="1550842"/>
                    </a:lnTo>
                    <a:lnTo>
                      <a:pt x="1914689" y="1567844"/>
                    </a:lnTo>
                    <a:lnTo>
                      <a:pt x="1918782" y="1595025"/>
                    </a:lnTo>
                    <a:lnTo>
                      <a:pt x="1904798" y="1647275"/>
                    </a:lnTo>
                    <a:lnTo>
                      <a:pt x="1894926" y="1690934"/>
                    </a:lnTo>
                    <a:lnTo>
                      <a:pt x="1883192" y="1727681"/>
                    </a:lnTo>
                    <a:lnTo>
                      <a:pt x="1856931" y="1771773"/>
                    </a:lnTo>
                    <a:lnTo>
                      <a:pt x="1843859" y="1804730"/>
                    </a:lnTo>
                    <a:lnTo>
                      <a:pt x="1813273" y="1907570"/>
                    </a:lnTo>
                    <a:lnTo>
                      <a:pt x="1798107" y="1927983"/>
                    </a:lnTo>
                    <a:lnTo>
                      <a:pt x="1779507" y="1943667"/>
                    </a:lnTo>
                    <a:lnTo>
                      <a:pt x="1758774" y="1929156"/>
                    </a:lnTo>
                    <a:lnTo>
                      <a:pt x="1739767" y="1921251"/>
                    </a:lnTo>
                    <a:lnTo>
                      <a:pt x="1716551" y="1922207"/>
                    </a:lnTo>
                    <a:lnTo>
                      <a:pt x="1680186" y="1934101"/>
                    </a:lnTo>
                    <a:lnTo>
                      <a:pt x="1625492" y="1926196"/>
                    </a:lnTo>
                    <a:lnTo>
                      <a:pt x="1572040" y="1930004"/>
                    </a:lnTo>
                    <a:lnTo>
                      <a:pt x="1558522" y="1940274"/>
                    </a:lnTo>
                    <a:lnTo>
                      <a:pt x="1566629" y="1977598"/>
                    </a:lnTo>
                    <a:lnTo>
                      <a:pt x="1546924" y="1982489"/>
                    </a:lnTo>
                    <a:lnTo>
                      <a:pt x="1527665" y="1971877"/>
                    </a:lnTo>
                    <a:lnTo>
                      <a:pt x="1510714" y="1984547"/>
                    </a:lnTo>
                    <a:lnTo>
                      <a:pt x="1496555" y="1998444"/>
                    </a:lnTo>
                    <a:lnTo>
                      <a:pt x="1468743" y="2031418"/>
                    </a:lnTo>
                    <a:lnTo>
                      <a:pt x="1459434" y="2051723"/>
                    </a:lnTo>
                    <a:lnTo>
                      <a:pt x="1457029" y="2089968"/>
                    </a:lnTo>
                    <a:lnTo>
                      <a:pt x="1471633" y="2124260"/>
                    </a:lnTo>
                    <a:lnTo>
                      <a:pt x="1484589" y="2164417"/>
                    </a:lnTo>
                    <a:lnTo>
                      <a:pt x="1451230" y="2212878"/>
                    </a:lnTo>
                    <a:lnTo>
                      <a:pt x="1432611" y="2214520"/>
                    </a:lnTo>
                    <a:lnTo>
                      <a:pt x="1378266" y="2201074"/>
                    </a:lnTo>
                    <a:lnTo>
                      <a:pt x="1281951" y="2231449"/>
                    </a:lnTo>
                    <a:lnTo>
                      <a:pt x="1195450" y="2207427"/>
                    </a:lnTo>
                    <a:lnTo>
                      <a:pt x="1206331" y="2181473"/>
                    </a:lnTo>
                    <a:lnTo>
                      <a:pt x="1205962" y="2162396"/>
                    </a:lnTo>
                    <a:lnTo>
                      <a:pt x="1210850" y="2133049"/>
                    </a:lnTo>
                    <a:lnTo>
                      <a:pt x="1213759" y="2103035"/>
                    </a:lnTo>
                    <a:lnTo>
                      <a:pt x="1212945" y="2082947"/>
                    </a:lnTo>
                    <a:lnTo>
                      <a:pt x="1206602" y="2061541"/>
                    </a:lnTo>
                    <a:lnTo>
                      <a:pt x="1185268" y="2033530"/>
                    </a:lnTo>
                    <a:lnTo>
                      <a:pt x="1137208" y="1938992"/>
                    </a:lnTo>
                    <a:lnTo>
                      <a:pt x="1122991" y="1899087"/>
                    </a:lnTo>
                    <a:lnTo>
                      <a:pt x="1113100" y="1882464"/>
                    </a:lnTo>
                    <a:lnTo>
                      <a:pt x="1120218" y="1881562"/>
                    </a:lnTo>
                    <a:lnTo>
                      <a:pt x="1159803" y="1902986"/>
                    </a:lnTo>
                    <a:lnTo>
                      <a:pt x="1169035" y="1900351"/>
                    </a:lnTo>
                    <a:lnTo>
                      <a:pt x="1178732" y="1892301"/>
                    </a:lnTo>
                    <a:lnTo>
                      <a:pt x="1166921" y="1861637"/>
                    </a:lnTo>
                    <a:lnTo>
                      <a:pt x="1156777" y="1847757"/>
                    </a:lnTo>
                    <a:lnTo>
                      <a:pt x="1149892" y="1827002"/>
                    </a:lnTo>
                    <a:lnTo>
                      <a:pt x="1173069" y="1821389"/>
                    </a:lnTo>
                    <a:lnTo>
                      <a:pt x="1189806" y="1822634"/>
                    </a:lnTo>
                    <a:lnTo>
                      <a:pt x="1202142" y="1799279"/>
                    </a:lnTo>
                    <a:lnTo>
                      <a:pt x="1195024" y="1761522"/>
                    </a:lnTo>
                    <a:lnTo>
                      <a:pt x="1177045" y="1749899"/>
                    </a:lnTo>
                    <a:lnTo>
                      <a:pt x="1162033" y="1744845"/>
                    </a:lnTo>
                    <a:lnTo>
                      <a:pt x="1133251" y="1685538"/>
                    </a:lnTo>
                    <a:lnTo>
                      <a:pt x="1103228" y="1654819"/>
                    </a:lnTo>
                    <a:lnTo>
                      <a:pt x="1049679" y="1536331"/>
                    </a:lnTo>
                    <a:lnTo>
                      <a:pt x="1030090" y="1455005"/>
                    </a:lnTo>
                    <a:lnTo>
                      <a:pt x="1011878" y="1462730"/>
                    </a:lnTo>
                    <a:lnTo>
                      <a:pt x="1003034" y="1427301"/>
                    </a:lnTo>
                    <a:lnTo>
                      <a:pt x="996692" y="1393748"/>
                    </a:lnTo>
                    <a:lnTo>
                      <a:pt x="995431" y="1369076"/>
                    </a:lnTo>
                    <a:lnTo>
                      <a:pt x="966882" y="1354944"/>
                    </a:lnTo>
                    <a:lnTo>
                      <a:pt x="965718" y="1337654"/>
                    </a:lnTo>
                    <a:lnTo>
                      <a:pt x="960579" y="1260497"/>
                    </a:lnTo>
                    <a:lnTo>
                      <a:pt x="929954" y="1250137"/>
                    </a:lnTo>
                    <a:lnTo>
                      <a:pt x="910152" y="1206839"/>
                    </a:lnTo>
                    <a:lnTo>
                      <a:pt x="906622" y="1124917"/>
                    </a:lnTo>
                    <a:lnTo>
                      <a:pt x="886452" y="1110009"/>
                    </a:lnTo>
                    <a:lnTo>
                      <a:pt x="870218" y="1114142"/>
                    </a:lnTo>
                    <a:lnTo>
                      <a:pt x="870974" y="1093837"/>
                    </a:lnTo>
                    <a:lnTo>
                      <a:pt x="874853" y="1074778"/>
                    </a:lnTo>
                    <a:lnTo>
                      <a:pt x="865369" y="999263"/>
                    </a:lnTo>
                    <a:lnTo>
                      <a:pt x="862208" y="930336"/>
                    </a:lnTo>
                    <a:lnTo>
                      <a:pt x="854508" y="909526"/>
                    </a:lnTo>
                    <a:lnTo>
                      <a:pt x="850144" y="885161"/>
                    </a:lnTo>
                    <a:lnTo>
                      <a:pt x="854062" y="864117"/>
                    </a:lnTo>
                    <a:lnTo>
                      <a:pt x="859803" y="852024"/>
                    </a:lnTo>
                    <a:lnTo>
                      <a:pt x="879566" y="848848"/>
                    </a:lnTo>
                    <a:lnTo>
                      <a:pt x="898030" y="867455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3" name="ph323">
                <a:extLst>
                  <a:ext uri="{FF2B5EF4-FFF2-40B4-BE49-F238E27FC236}">
                    <a16:creationId xmlns:a16="http://schemas.microsoft.com/office/drawing/2014/main" id="{894E7BB1-60C2-9C81-B459-C3633BE986CC}"/>
                  </a:ext>
                </a:extLst>
              </p:cNvPr>
              <p:cNvSpPr/>
              <p:nvPr/>
            </p:nvSpPr>
            <p:spPr>
              <a:xfrm>
                <a:off x="5751383" y="5351785"/>
                <a:ext cx="952743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52743" h="914400">
                    <a:moveTo>
                      <a:pt x="914400" y="914400"/>
                    </a:moveTo>
                    <a:lnTo>
                      <a:pt x="904101" y="912649"/>
                    </a:lnTo>
                    <a:lnTo>
                      <a:pt x="894714" y="895629"/>
                    </a:lnTo>
                    <a:lnTo>
                      <a:pt x="913701" y="869639"/>
                    </a:lnTo>
                    <a:lnTo>
                      <a:pt x="942755" y="871047"/>
                    </a:lnTo>
                    <a:lnTo>
                      <a:pt x="952743" y="876462"/>
                    </a:lnTo>
                    <a:lnTo>
                      <a:pt x="917968" y="891352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4" name="ph324">
                <a:extLst>
                  <a:ext uri="{FF2B5EF4-FFF2-40B4-BE49-F238E27FC236}">
                    <a16:creationId xmlns:a16="http://schemas.microsoft.com/office/drawing/2014/main" id="{593F4C9D-68E3-2759-4B7D-BAAED6CDBEC3}"/>
                  </a:ext>
                </a:extLst>
              </p:cNvPr>
              <p:cNvSpPr/>
              <p:nvPr/>
            </p:nvSpPr>
            <p:spPr>
              <a:xfrm>
                <a:off x="5599152" y="4923261"/>
                <a:ext cx="936975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36975" h="914400">
                    <a:moveTo>
                      <a:pt x="914400" y="914400"/>
                    </a:moveTo>
                    <a:lnTo>
                      <a:pt x="910036" y="913280"/>
                    </a:lnTo>
                    <a:lnTo>
                      <a:pt x="915466" y="896116"/>
                    </a:lnTo>
                    <a:lnTo>
                      <a:pt x="919500" y="888698"/>
                    </a:lnTo>
                    <a:lnTo>
                      <a:pt x="932883" y="881768"/>
                    </a:lnTo>
                    <a:lnTo>
                      <a:pt x="936975" y="882977"/>
                    </a:lnTo>
                    <a:lnTo>
                      <a:pt x="923205" y="910880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5" name="ph325">
                <a:extLst>
                  <a:ext uri="{FF2B5EF4-FFF2-40B4-BE49-F238E27FC236}">
                    <a16:creationId xmlns:a16="http://schemas.microsoft.com/office/drawing/2014/main" id="{9D7BB88F-A20F-8D4A-31F1-F2798FE41256}"/>
                  </a:ext>
                </a:extLst>
              </p:cNvPr>
              <p:cNvSpPr/>
              <p:nvPr/>
            </p:nvSpPr>
            <p:spPr>
              <a:xfrm>
                <a:off x="5638563" y="4768874"/>
                <a:ext cx="939846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39846" h="914400">
                    <a:moveTo>
                      <a:pt x="914400" y="914400"/>
                    </a:moveTo>
                    <a:lnTo>
                      <a:pt x="909396" y="899401"/>
                    </a:lnTo>
                    <a:lnTo>
                      <a:pt x="911393" y="896459"/>
                    </a:lnTo>
                    <a:lnTo>
                      <a:pt x="914807" y="881660"/>
                    </a:lnTo>
                    <a:lnTo>
                      <a:pt x="924446" y="873538"/>
                    </a:lnTo>
                    <a:lnTo>
                      <a:pt x="939846" y="878411"/>
                    </a:lnTo>
                    <a:lnTo>
                      <a:pt x="939749" y="882111"/>
                    </a:lnTo>
                    <a:lnTo>
                      <a:pt x="925028" y="894095"/>
                    </a:lnTo>
                    <a:lnTo>
                      <a:pt x="919384" y="902163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6" name="ph326">
                <a:extLst>
                  <a:ext uri="{FF2B5EF4-FFF2-40B4-BE49-F238E27FC236}">
                    <a16:creationId xmlns:a16="http://schemas.microsoft.com/office/drawing/2014/main" id="{B139EA92-7590-2F9A-1AE2-EB97080E5BEC}"/>
                  </a:ext>
                </a:extLst>
              </p:cNvPr>
              <p:cNvSpPr/>
              <p:nvPr/>
            </p:nvSpPr>
            <p:spPr>
              <a:xfrm>
                <a:off x="5907472" y="6618245"/>
                <a:ext cx="929431" cy="915703"/>
              </a:xfrm>
              <a:custGeom>
                <a:avLst/>
                <a:gdLst/>
                <a:ahLst/>
                <a:cxnLst/>
                <a:rect l="0" t="0" r="0" b="0"/>
                <a:pathLst>
                  <a:path w="929431" h="915703">
                    <a:moveTo>
                      <a:pt x="914400" y="914400"/>
                    </a:moveTo>
                    <a:lnTo>
                      <a:pt x="858775" y="909563"/>
                    </a:lnTo>
                    <a:lnTo>
                      <a:pt x="850862" y="905086"/>
                    </a:lnTo>
                    <a:lnTo>
                      <a:pt x="881467" y="873430"/>
                    </a:lnTo>
                    <a:lnTo>
                      <a:pt x="901405" y="840527"/>
                    </a:lnTo>
                    <a:lnTo>
                      <a:pt x="918337" y="797590"/>
                    </a:lnTo>
                    <a:lnTo>
                      <a:pt x="920140" y="767846"/>
                    </a:lnTo>
                    <a:lnTo>
                      <a:pt x="924368" y="734312"/>
                    </a:lnTo>
                    <a:lnTo>
                      <a:pt x="929431" y="731813"/>
                    </a:lnTo>
                    <a:lnTo>
                      <a:pt x="929431" y="915703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7" name="ph327">
                <a:extLst>
                  <a:ext uri="{FF2B5EF4-FFF2-40B4-BE49-F238E27FC236}">
                    <a16:creationId xmlns:a16="http://schemas.microsoft.com/office/drawing/2014/main" id="{2713858C-DA02-527D-E6C2-106E17700335}"/>
                  </a:ext>
                </a:extLst>
              </p:cNvPr>
              <p:cNvSpPr/>
              <p:nvPr/>
            </p:nvSpPr>
            <p:spPr>
              <a:xfrm>
                <a:off x="4873028" y="6771892"/>
                <a:ext cx="1963875" cy="921168"/>
              </a:xfrm>
              <a:custGeom>
                <a:avLst/>
                <a:gdLst/>
                <a:ahLst/>
                <a:cxnLst/>
                <a:rect l="0" t="0" r="0" b="0"/>
                <a:pathLst>
                  <a:path w="1963875" h="921168">
                    <a:moveTo>
                      <a:pt x="914400" y="914400"/>
                    </a:moveTo>
                    <a:lnTo>
                      <a:pt x="1028131" y="869459"/>
                    </a:lnTo>
                    <a:lnTo>
                      <a:pt x="1149601" y="827298"/>
                    </a:lnTo>
                    <a:lnTo>
                      <a:pt x="1177956" y="822713"/>
                    </a:lnTo>
                    <a:lnTo>
                      <a:pt x="1206467" y="813834"/>
                    </a:lnTo>
                    <a:lnTo>
                      <a:pt x="1216998" y="798059"/>
                    </a:lnTo>
                    <a:lnTo>
                      <a:pt x="1227510" y="787501"/>
                    </a:lnTo>
                    <a:lnTo>
                      <a:pt x="1244054" y="759688"/>
                    </a:lnTo>
                    <a:lnTo>
                      <a:pt x="1280633" y="716462"/>
                    </a:lnTo>
                    <a:lnTo>
                      <a:pt x="1345314" y="700724"/>
                    </a:lnTo>
                    <a:lnTo>
                      <a:pt x="1369461" y="680221"/>
                    </a:lnTo>
                    <a:lnTo>
                      <a:pt x="1420082" y="651506"/>
                    </a:lnTo>
                    <a:lnTo>
                      <a:pt x="1535481" y="619289"/>
                    </a:lnTo>
                    <a:lnTo>
                      <a:pt x="1583677" y="612214"/>
                    </a:lnTo>
                    <a:lnTo>
                      <a:pt x="1630904" y="611348"/>
                    </a:lnTo>
                    <a:lnTo>
                      <a:pt x="1672952" y="636760"/>
                    </a:lnTo>
                    <a:lnTo>
                      <a:pt x="1717463" y="668128"/>
                    </a:lnTo>
                    <a:lnTo>
                      <a:pt x="1725473" y="687061"/>
                    </a:lnTo>
                    <a:lnTo>
                      <a:pt x="1701385" y="675257"/>
                    </a:lnTo>
                    <a:lnTo>
                      <a:pt x="1666280" y="647084"/>
                    </a:lnTo>
                    <a:lnTo>
                      <a:pt x="1653305" y="645893"/>
                    </a:lnTo>
                    <a:lnTo>
                      <a:pt x="1683270" y="731587"/>
                    </a:lnTo>
                    <a:lnTo>
                      <a:pt x="1699658" y="761890"/>
                    </a:lnTo>
                    <a:lnTo>
                      <a:pt x="1732785" y="784559"/>
                    </a:lnTo>
                    <a:lnTo>
                      <a:pt x="1760558" y="792193"/>
                    </a:lnTo>
                    <a:lnTo>
                      <a:pt x="1846128" y="778459"/>
                    </a:lnTo>
                    <a:lnTo>
                      <a:pt x="1876520" y="760518"/>
                    </a:lnTo>
                    <a:lnTo>
                      <a:pt x="1885306" y="751440"/>
                    </a:lnTo>
                    <a:lnTo>
                      <a:pt x="1893219" y="755916"/>
                    </a:lnTo>
                    <a:lnTo>
                      <a:pt x="1948844" y="760753"/>
                    </a:lnTo>
                    <a:lnTo>
                      <a:pt x="1963875" y="762057"/>
                    </a:lnTo>
                    <a:lnTo>
                      <a:pt x="1963875" y="921168"/>
                    </a:lnTo>
                    <a:lnTo>
                      <a:pt x="901519" y="921168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29" name="ph329">
                <a:extLst>
                  <a:ext uri="{FF2B5EF4-FFF2-40B4-BE49-F238E27FC236}">
                    <a16:creationId xmlns:a16="http://schemas.microsoft.com/office/drawing/2014/main" id="{B81FF2D7-6588-3B60-CFD4-B2975E93F36C}"/>
                  </a:ext>
                </a:extLst>
              </p:cNvPr>
              <p:cNvSpPr/>
              <p:nvPr/>
            </p:nvSpPr>
            <p:spPr>
              <a:xfrm>
                <a:off x="3940873" y="6529555"/>
                <a:ext cx="915718" cy="956749"/>
              </a:xfrm>
              <a:custGeom>
                <a:avLst/>
                <a:gdLst/>
                <a:ahLst/>
                <a:cxnLst/>
                <a:rect l="0" t="0" r="0" b="0"/>
                <a:pathLst>
                  <a:path w="915718" h="956749">
                    <a:moveTo>
                      <a:pt x="914400" y="914400"/>
                    </a:moveTo>
                    <a:lnTo>
                      <a:pt x="915718" y="948637"/>
                    </a:lnTo>
                    <a:lnTo>
                      <a:pt x="909997" y="956749"/>
                    </a:lnTo>
                    <a:lnTo>
                      <a:pt x="909997" y="906685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0" name="ph330">
                <a:extLst>
                  <a:ext uri="{FF2B5EF4-FFF2-40B4-BE49-F238E27FC236}">
                    <a16:creationId xmlns:a16="http://schemas.microsoft.com/office/drawing/2014/main" id="{C8BB4E5E-73ED-DF26-88CC-359F59C0FF73}"/>
                  </a:ext>
                </a:extLst>
              </p:cNvPr>
              <p:cNvSpPr/>
              <p:nvPr/>
            </p:nvSpPr>
            <p:spPr>
              <a:xfrm>
                <a:off x="3964961" y="6598121"/>
                <a:ext cx="1097293" cy="1094938"/>
              </a:xfrm>
              <a:custGeom>
                <a:avLst/>
                <a:gdLst/>
                <a:ahLst/>
                <a:cxnLst/>
                <a:rect l="0" t="0" r="0" b="0"/>
                <a:pathLst>
                  <a:path w="1097293" h="1094938">
                    <a:moveTo>
                      <a:pt x="914400" y="914400"/>
                    </a:moveTo>
                    <a:lnTo>
                      <a:pt x="919830" y="928531"/>
                    </a:lnTo>
                    <a:lnTo>
                      <a:pt x="928092" y="943782"/>
                    </a:lnTo>
                    <a:lnTo>
                      <a:pt x="957495" y="932917"/>
                    </a:lnTo>
                    <a:lnTo>
                      <a:pt x="1031195" y="978038"/>
                    </a:lnTo>
                    <a:lnTo>
                      <a:pt x="1075765" y="956073"/>
                    </a:lnTo>
                    <a:lnTo>
                      <a:pt x="1087169" y="954792"/>
                    </a:lnTo>
                    <a:lnTo>
                      <a:pt x="1097293" y="991250"/>
                    </a:lnTo>
                    <a:lnTo>
                      <a:pt x="1086219" y="1027978"/>
                    </a:lnTo>
                    <a:lnTo>
                      <a:pt x="1046925" y="1067162"/>
                    </a:lnTo>
                    <a:lnTo>
                      <a:pt x="1055633" y="1091310"/>
                    </a:lnTo>
                    <a:lnTo>
                      <a:pt x="1064125" y="1094938"/>
                    </a:lnTo>
                    <a:lnTo>
                      <a:pt x="885908" y="1094938"/>
                    </a:lnTo>
                    <a:lnTo>
                      <a:pt x="885908" y="917480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1" name="ph331">
                <a:extLst>
                  <a:ext uri="{FF2B5EF4-FFF2-40B4-BE49-F238E27FC236}">
                    <a16:creationId xmlns:a16="http://schemas.microsoft.com/office/drawing/2014/main" id="{54F1408A-E347-FC66-822A-E0E9296EC000}"/>
                  </a:ext>
                </a:extLst>
              </p:cNvPr>
              <p:cNvSpPr/>
              <p:nvPr/>
            </p:nvSpPr>
            <p:spPr>
              <a:xfrm>
                <a:off x="4155787" y="6775267"/>
                <a:ext cx="922740" cy="917793"/>
              </a:xfrm>
              <a:custGeom>
                <a:avLst/>
                <a:gdLst/>
                <a:ahLst/>
                <a:cxnLst/>
                <a:rect l="0" t="0" r="0" b="0"/>
                <a:pathLst>
                  <a:path w="922740" h="917793">
                    <a:moveTo>
                      <a:pt x="914400" y="914400"/>
                    </a:moveTo>
                    <a:lnTo>
                      <a:pt x="922740" y="917793"/>
                    </a:lnTo>
                    <a:lnTo>
                      <a:pt x="889877" y="917793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2" name="ph332">
                <a:extLst>
                  <a:ext uri="{FF2B5EF4-FFF2-40B4-BE49-F238E27FC236}">
                    <a16:creationId xmlns:a16="http://schemas.microsoft.com/office/drawing/2014/main" id="{DEF2FC90-6D8D-6A0D-6D04-71AA8DEEC38B}"/>
                  </a:ext>
                </a:extLst>
              </p:cNvPr>
              <p:cNvSpPr/>
              <p:nvPr/>
            </p:nvSpPr>
            <p:spPr>
              <a:xfrm>
                <a:off x="4274212" y="6736697"/>
                <a:ext cx="1336760" cy="956362"/>
              </a:xfrm>
              <a:custGeom>
                <a:avLst/>
                <a:gdLst/>
                <a:ahLst/>
                <a:cxnLst/>
                <a:rect l="0" t="0" r="0" b="0"/>
                <a:pathLst>
                  <a:path w="1336760" h="956362">
                    <a:moveTo>
                      <a:pt x="914400" y="914400"/>
                    </a:moveTo>
                    <a:lnTo>
                      <a:pt x="933406" y="902596"/>
                    </a:lnTo>
                    <a:lnTo>
                      <a:pt x="995974" y="894149"/>
                    </a:lnTo>
                    <a:lnTo>
                      <a:pt x="1007359" y="872870"/>
                    </a:lnTo>
                    <a:lnTo>
                      <a:pt x="1032708" y="851465"/>
                    </a:lnTo>
                    <a:lnTo>
                      <a:pt x="1049039" y="828092"/>
                    </a:lnTo>
                    <a:lnTo>
                      <a:pt x="1088139" y="783602"/>
                    </a:lnTo>
                    <a:lnTo>
                      <a:pt x="1128596" y="791616"/>
                    </a:lnTo>
                    <a:lnTo>
                      <a:pt x="1152219" y="800135"/>
                    </a:lnTo>
                    <a:lnTo>
                      <a:pt x="1178150" y="804430"/>
                    </a:lnTo>
                    <a:lnTo>
                      <a:pt x="1201754" y="851862"/>
                    </a:lnTo>
                    <a:lnTo>
                      <a:pt x="1261451" y="904292"/>
                    </a:lnTo>
                    <a:lnTo>
                      <a:pt x="1316300" y="899726"/>
                    </a:lnTo>
                    <a:lnTo>
                      <a:pt x="1335772" y="949323"/>
                    </a:lnTo>
                    <a:lnTo>
                      <a:pt x="1336760" y="956362"/>
                    </a:lnTo>
                    <a:lnTo>
                      <a:pt x="878112" y="956362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3" name="ph333">
                <a:extLst>
                  <a:ext uri="{FF2B5EF4-FFF2-40B4-BE49-F238E27FC236}">
                    <a16:creationId xmlns:a16="http://schemas.microsoft.com/office/drawing/2014/main" id="{7B053E01-A039-AC84-AE94-12BF59D3B037}"/>
                  </a:ext>
                </a:extLst>
              </p:cNvPr>
              <p:cNvSpPr/>
              <p:nvPr/>
            </p:nvSpPr>
            <p:spPr>
              <a:xfrm>
                <a:off x="4678091" y="6662067"/>
                <a:ext cx="914400" cy="940119"/>
              </a:xfrm>
              <a:custGeom>
                <a:avLst/>
                <a:gdLst/>
                <a:ahLst/>
                <a:cxnLst/>
                <a:rect l="0" t="0" r="0" b="0"/>
                <a:pathLst>
                  <a:path w="914400" h="940119">
                    <a:moveTo>
                      <a:pt x="914400" y="914400"/>
                    </a:moveTo>
                    <a:lnTo>
                      <a:pt x="909066" y="927070"/>
                    </a:lnTo>
                    <a:lnTo>
                      <a:pt x="886742" y="905989"/>
                    </a:lnTo>
                    <a:lnTo>
                      <a:pt x="864322" y="906278"/>
                    </a:lnTo>
                    <a:lnTo>
                      <a:pt x="850920" y="938747"/>
                    </a:lnTo>
                    <a:lnTo>
                      <a:pt x="840951" y="940119"/>
                    </a:lnTo>
                    <a:lnTo>
                      <a:pt x="806331" y="910627"/>
                    </a:lnTo>
                    <a:lnTo>
                      <a:pt x="800784" y="896243"/>
                    </a:lnTo>
                    <a:lnTo>
                      <a:pt x="799640" y="884277"/>
                    </a:lnTo>
                    <a:lnTo>
                      <a:pt x="804586" y="842855"/>
                    </a:lnTo>
                    <a:lnTo>
                      <a:pt x="803674" y="829824"/>
                    </a:lnTo>
                    <a:lnTo>
                      <a:pt x="814555" y="815584"/>
                    </a:lnTo>
                    <a:lnTo>
                      <a:pt x="816242" y="795009"/>
                    </a:lnTo>
                    <a:lnTo>
                      <a:pt x="835482" y="773315"/>
                    </a:lnTo>
                    <a:lnTo>
                      <a:pt x="852549" y="772503"/>
                    </a:lnTo>
                    <a:lnTo>
                      <a:pt x="857980" y="790876"/>
                    </a:lnTo>
                    <a:lnTo>
                      <a:pt x="866145" y="803528"/>
                    </a:lnTo>
                    <a:lnTo>
                      <a:pt x="894908" y="817714"/>
                    </a:lnTo>
                    <a:lnTo>
                      <a:pt x="899194" y="824157"/>
                    </a:lnTo>
                    <a:lnTo>
                      <a:pt x="901793" y="833073"/>
                    </a:lnTo>
                    <a:lnTo>
                      <a:pt x="888410" y="850544"/>
                    </a:lnTo>
                    <a:lnTo>
                      <a:pt x="883872" y="859496"/>
                    </a:lnTo>
                    <a:lnTo>
                      <a:pt x="888119" y="873845"/>
                    </a:lnTo>
                    <a:lnTo>
                      <a:pt x="909434" y="889529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4" name="ph334">
                <a:extLst>
                  <a:ext uri="{FF2B5EF4-FFF2-40B4-BE49-F238E27FC236}">
                    <a16:creationId xmlns:a16="http://schemas.microsoft.com/office/drawing/2014/main" id="{AFC538E1-D2D9-2DC8-16DA-B68BB1E6D07E}"/>
                  </a:ext>
                </a:extLst>
              </p:cNvPr>
              <p:cNvSpPr/>
              <p:nvPr/>
            </p:nvSpPr>
            <p:spPr>
              <a:xfrm>
                <a:off x="4705554" y="6765250"/>
                <a:ext cx="961514" cy="927810"/>
              </a:xfrm>
              <a:custGeom>
                <a:avLst/>
                <a:gdLst/>
                <a:ahLst/>
                <a:cxnLst/>
                <a:rect l="0" t="0" r="0" b="0"/>
                <a:pathLst>
                  <a:path w="961514" h="927810">
                    <a:moveTo>
                      <a:pt x="914399" y="914400"/>
                    </a:moveTo>
                    <a:lnTo>
                      <a:pt x="905400" y="905790"/>
                    </a:lnTo>
                    <a:lnTo>
                      <a:pt x="904062" y="893499"/>
                    </a:lnTo>
                    <a:lnTo>
                      <a:pt x="905517" y="880775"/>
                    </a:lnTo>
                    <a:lnTo>
                      <a:pt x="947448" y="915031"/>
                    </a:lnTo>
                    <a:lnTo>
                      <a:pt x="961514" y="927810"/>
                    </a:lnTo>
                    <a:lnTo>
                      <a:pt x="923344" y="927810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5" name="ph335">
                <a:extLst>
                  <a:ext uri="{FF2B5EF4-FFF2-40B4-BE49-F238E27FC236}">
                    <a16:creationId xmlns:a16="http://schemas.microsoft.com/office/drawing/2014/main" id="{34259209-6A11-E268-10AB-BBC036BB5C7D}"/>
                  </a:ext>
                </a:extLst>
              </p:cNvPr>
              <p:cNvSpPr/>
              <p:nvPr/>
            </p:nvSpPr>
            <p:spPr>
              <a:xfrm>
                <a:off x="4160752" y="6624887"/>
                <a:ext cx="944888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44888" h="914400">
                    <a:moveTo>
                      <a:pt x="914400" y="914400"/>
                    </a:moveTo>
                    <a:lnTo>
                      <a:pt x="902763" y="899618"/>
                    </a:lnTo>
                    <a:lnTo>
                      <a:pt x="891048" y="895864"/>
                    </a:lnTo>
                    <a:lnTo>
                      <a:pt x="897351" y="877635"/>
                    </a:lnTo>
                    <a:lnTo>
                      <a:pt x="905594" y="871011"/>
                    </a:lnTo>
                    <a:lnTo>
                      <a:pt x="935113" y="882887"/>
                    </a:lnTo>
                    <a:lnTo>
                      <a:pt x="944384" y="906133"/>
                    </a:lnTo>
                    <a:lnTo>
                      <a:pt x="944888" y="913678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7" name="ph337">
                <a:extLst>
                  <a:ext uri="{FF2B5EF4-FFF2-40B4-BE49-F238E27FC236}">
                    <a16:creationId xmlns:a16="http://schemas.microsoft.com/office/drawing/2014/main" id="{2347CE4A-1DE1-A5F4-42B9-49196506C6CC}"/>
                  </a:ext>
                </a:extLst>
              </p:cNvPr>
              <p:cNvSpPr/>
              <p:nvPr/>
            </p:nvSpPr>
            <p:spPr>
              <a:xfrm>
                <a:off x="5856464" y="4499970"/>
                <a:ext cx="914400" cy="925373"/>
              </a:xfrm>
              <a:custGeom>
                <a:avLst/>
                <a:gdLst/>
                <a:ahLst/>
                <a:cxnLst/>
                <a:rect l="0" t="0" r="0" b="0"/>
                <a:pathLst>
                  <a:path w="914400" h="925373">
                    <a:moveTo>
                      <a:pt x="914400" y="914400"/>
                    </a:moveTo>
                    <a:lnTo>
                      <a:pt x="906797" y="912324"/>
                    </a:lnTo>
                    <a:lnTo>
                      <a:pt x="900959" y="915158"/>
                    </a:lnTo>
                    <a:lnTo>
                      <a:pt x="897002" y="925373"/>
                    </a:lnTo>
                    <a:lnTo>
                      <a:pt x="888391" y="921709"/>
                    </a:lnTo>
                    <a:lnTo>
                      <a:pt x="884919" y="907072"/>
                    </a:lnTo>
                    <a:lnTo>
                      <a:pt x="891339" y="885161"/>
                    </a:lnTo>
                    <a:lnTo>
                      <a:pt x="906719" y="884331"/>
                    </a:lnTo>
                    <a:lnTo>
                      <a:pt x="913372" y="906115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8" name="ph338">
                <a:extLst>
                  <a:ext uri="{FF2B5EF4-FFF2-40B4-BE49-F238E27FC236}">
                    <a16:creationId xmlns:a16="http://schemas.microsoft.com/office/drawing/2014/main" id="{D4FA2263-8F88-5D78-D402-6BDA3752D732}"/>
                  </a:ext>
                </a:extLst>
              </p:cNvPr>
              <p:cNvSpPr/>
              <p:nvPr/>
            </p:nvSpPr>
            <p:spPr>
              <a:xfrm>
                <a:off x="4447117" y="6155844"/>
                <a:ext cx="921789" cy="1251635"/>
              </a:xfrm>
              <a:custGeom>
                <a:avLst/>
                <a:gdLst/>
                <a:ahLst/>
                <a:cxnLst/>
                <a:rect l="0" t="0" r="0" b="0"/>
                <a:pathLst>
                  <a:path w="921789" h="1251635">
                    <a:moveTo>
                      <a:pt x="914400" y="914400"/>
                    </a:moveTo>
                    <a:lnTo>
                      <a:pt x="909240" y="925174"/>
                    </a:lnTo>
                    <a:lnTo>
                      <a:pt x="901657" y="932267"/>
                    </a:lnTo>
                    <a:lnTo>
                      <a:pt x="881816" y="939794"/>
                    </a:lnTo>
                    <a:lnTo>
                      <a:pt x="864632" y="950298"/>
                    </a:lnTo>
                    <a:lnTo>
                      <a:pt x="849310" y="968761"/>
                    </a:lnTo>
                    <a:lnTo>
                      <a:pt x="843666" y="995148"/>
                    </a:lnTo>
                    <a:lnTo>
                      <a:pt x="855652" y="1014460"/>
                    </a:lnTo>
                    <a:lnTo>
                      <a:pt x="877452" y="1025037"/>
                    </a:lnTo>
                    <a:lnTo>
                      <a:pt x="882999" y="1061801"/>
                    </a:lnTo>
                    <a:lnTo>
                      <a:pt x="865001" y="1079940"/>
                    </a:lnTo>
                    <a:lnTo>
                      <a:pt x="818822" y="1098043"/>
                    </a:lnTo>
                    <a:lnTo>
                      <a:pt x="813973" y="1141738"/>
                    </a:lnTo>
                    <a:lnTo>
                      <a:pt x="815466" y="1176174"/>
                    </a:lnTo>
                    <a:lnTo>
                      <a:pt x="814632" y="1201208"/>
                    </a:lnTo>
                    <a:lnTo>
                      <a:pt x="810967" y="1235842"/>
                    </a:lnTo>
                    <a:lnTo>
                      <a:pt x="773612" y="1251635"/>
                    </a:lnTo>
                    <a:lnTo>
                      <a:pt x="749504" y="1198879"/>
                    </a:lnTo>
                    <a:lnTo>
                      <a:pt x="749291" y="1177763"/>
                    </a:lnTo>
                    <a:lnTo>
                      <a:pt x="742096" y="1153108"/>
                    </a:lnTo>
                    <a:lnTo>
                      <a:pt x="740738" y="1132100"/>
                    </a:lnTo>
                    <a:lnTo>
                      <a:pt x="732204" y="1098494"/>
                    </a:lnTo>
                    <a:lnTo>
                      <a:pt x="696867" y="1089397"/>
                    </a:lnTo>
                    <a:lnTo>
                      <a:pt x="683155" y="1088206"/>
                    </a:lnTo>
                    <a:lnTo>
                      <a:pt x="663973" y="1094451"/>
                    </a:lnTo>
                    <a:lnTo>
                      <a:pt x="659221" y="1092014"/>
                    </a:lnTo>
                    <a:lnTo>
                      <a:pt x="636258" y="1046117"/>
                    </a:lnTo>
                    <a:lnTo>
                      <a:pt x="640040" y="995473"/>
                    </a:lnTo>
                    <a:lnTo>
                      <a:pt x="627782" y="969917"/>
                    </a:lnTo>
                    <a:lnTo>
                      <a:pt x="626095" y="958347"/>
                    </a:lnTo>
                    <a:lnTo>
                      <a:pt x="626386" y="945533"/>
                    </a:lnTo>
                    <a:lnTo>
                      <a:pt x="616320" y="934975"/>
                    </a:lnTo>
                    <a:lnTo>
                      <a:pt x="604101" y="929380"/>
                    </a:lnTo>
                    <a:lnTo>
                      <a:pt x="598166" y="900881"/>
                    </a:lnTo>
                    <a:lnTo>
                      <a:pt x="612208" y="893969"/>
                    </a:lnTo>
                    <a:lnTo>
                      <a:pt x="646925" y="897308"/>
                    </a:lnTo>
                    <a:lnTo>
                      <a:pt x="657069" y="895358"/>
                    </a:lnTo>
                    <a:lnTo>
                      <a:pt x="666359" y="889420"/>
                    </a:lnTo>
                    <a:lnTo>
                      <a:pt x="694442" y="842567"/>
                    </a:lnTo>
                    <a:lnTo>
                      <a:pt x="693628" y="832243"/>
                    </a:lnTo>
                    <a:lnTo>
                      <a:pt x="696634" y="818851"/>
                    </a:lnTo>
                    <a:lnTo>
                      <a:pt x="727026" y="813888"/>
                    </a:lnTo>
                    <a:lnTo>
                      <a:pt x="740563" y="831990"/>
                    </a:lnTo>
                    <a:lnTo>
                      <a:pt x="737848" y="860976"/>
                    </a:lnTo>
                    <a:lnTo>
                      <a:pt x="739574" y="898120"/>
                    </a:lnTo>
                    <a:lnTo>
                      <a:pt x="757980" y="908227"/>
                    </a:lnTo>
                    <a:lnTo>
                      <a:pt x="765156" y="909707"/>
                    </a:lnTo>
                    <a:lnTo>
                      <a:pt x="772817" y="882273"/>
                    </a:lnTo>
                    <a:lnTo>
                      <a:pt x="778189" y="868935"/>
                    </a:lnTo>
                    <a:lnTo>
                      <a:pt x="785482" y="861499"/>
                    </a:lnTo>
                    <a:lnTo>
                      <a:pt x="787964" y="836430"/>
                    </a:lnTo>
                    <a:lnTo>
                      <a:pt x="783639" y="821125"/>
                    </a:lnTo>
                    <a:lnTo>
                      <a:pt x="774427" y="809718"/>
                    </a:lnTo>
                    <a:lnTo>
                      <a:pt x="808833" y="778675"/>
                    </a:lnTo>
                    <a:lnTo>
                      <a:pt x="844442" y="754093"/>
                    </a:lnTo>
                    <a:lnTo>
                      <a:pt x="865156" y="752812"/>
                    </a:lnTo>
                    <a:lnTo>
                      <a:pt x="886005" y="758822"/>
                    </a:lnTo>
                    <a:lnTo>
                      <a:pt x="905381" y="767124"/>
                    </a:lnTo>
                    <a:lnTo>
                      <a:pt x="915893" y="774271"/>
                    </a:lnTo>
                    <a:lnTo>
                      <a:pt x="921789" y="785750"/>
                    </a:lnTo>
                    <a:lnTo>
                      <a:pt x="908794" y="813112"/>
                    </a:lnTo>
                    <a:lnTo>
                      <a:pt x="905187" y="828092"/>
                    </a:lnTo>
                    <a:lnTo>
                      <a:pt x="913915" y="877400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39" name="ph339">
                <a:extLst>
                  <a:ext uri="{FF2B5EF4-FFF2-40B4-BE49-F238E27FC236}">
                    <a16:creationId xmlns:a16="http://schemas.microsoft.com/office/drawing/2014/main" id="{710BC853-2C0B-4C71-652F-FBC0D907927B}"/>
                  </a:ext>
                </a:extLst>
              </p:cNvPr>
              <p:cNvSpPr/>
              <p:nvPr/>
            </p:nvSpPr>
            <p:spPr>
              <a:xfrm>
                <a:off x="3987925" y="5441685"/>
                <a:ext cx="1046886" cy="1566147"/>
              </a:xfrm>
              <a:custGeom>
                <a:avLst/>
                <a:gdLst/>
                <a:ahLst/>
                <a:cxnLst/>
                <a:rect l="0" t="0" r="0" b="0"/>
                <a:pathLst>
                  <a:path w="1046886" h="1566147">
                    <a:moveTo>
                      <a:pt x="914400" y="914400"/>
                    </a:moveTo>
                    <a:lnTo>
                      <a:pt x="968860" y="870650"/>
                    </a:lnTo>
                    <a:lnTo>
                      <a:pt x="984085" y="870091"/>
                    </a:lnTo>
                    <a:lnTo>
                      <a:pt x="958465" y="902704"/>
                    </a:lnTo>
                    <a:lnTo>
                      <a:pt x="954353" y="915320"/>
                    </a:lnTo>
                    <a:lnTo>
                      <a:pt x="951250" y="934668"/>
                    </a:lnTo>
                    <a:lnTo>
                      <a:pt x="969617" y="976685"/>
                    </a:lnTo>
                    <a:lnTo>
                      <a:pt x="965738" y="1002259"/>
                    </a:lnTo>
                    <a:lnTo>
                      <a:pt x="967037" y="1052578"/>
                    </a:lnTo>
                    <a:lnTo>
                      <a:pt x="949718" y="1078803"/>
                    </a:lnTo>
                    <a:lnTo>
                      <a:pt x="930168" y="1134591"/>
                    </a:lnTo>
                    <a:lnTo>
                      <a:pt x="921750" y="1142803"/>
                    </a:lnTo>
                    <a:lnTo>
                      <a:pt x="919946" y="1207922"/>
                    </a:lnTo>
                    <a:lnTo>
                      <a:pt x="921867" y="1223461"/>
                    </a:lnTo>
                    <a:lnTo>
                      <a:pt x="919093" y="1282750"/>
                    </a:lnTo>
                    <a:lnTo>
                      <a:pt x="939128" y="1307026"/>
                    </a:lnTo>
                    <a:lnTo>
                      <a:pt x="960307" y="1319714"/>
                    </a:lnTo>
                    <a:lnTo>
                      <a:pt x="1030943" y="1319262"/>
                    </a:lnTo>
                    <a:lnTo>
                      <a:pt x="1038274" y="1329929"/>
                    </a:lnTo>
                    <a:lnTo>
                      <a:pt x="1046886" y="1348266"/>
                    </a:lnTo>
                    <a:lnTo>
                      <a:pt x="1040582" y="1379400"/>
                    </a:lnTo>
                    <a:lnTo>
                      <a:pt x="1033038" y="1402881"/>
                    </a:lnTo>
                    <a:lnTo>
                      <a:pt x="1012576" y="1422662"/>
                    </a:lnTo>
                    <a:lnTo>
                      <a:pt x="986316" y="1437408"/>
                    </a:lnTo>
                    <a:lnTo>
                      <a:pt x="969985" y="1438057"/>
                    </a:lnTo>
                    <a:lnTo>
                      <a:pt x="947739" y="1410028"/>
                    </a:lnTo>
                    <a:lnTo>
                      <a:pt x="937169" y="1419125"/>
                    </a:lnTo>
                    <a:lnTo>
                      <a:pt x="926250" y="1433419"/>
                    </a:lnTo>
                    <a:lnTo>
                      <a:pt x="907960" y="1510125"/>
                    </a:lnTo>
                    <a:lnTo>
                      <a:pt x="899291" y="1561942"/>
                    </a:lnTo>
                    <a:lnTo>
                      <a:pt x="894597" y="1566147"/>
                    </a:lnTo>
                    <a:lnTo>
                      <a:pt x="884260" y="1558513"/>
                    </a:lnTo>
                    <a:lnTo>
                      <a:pt x="866397" y="1557917"/>
                    </a:lnTo>
                    <a:lnTo>
                      <a:pt x="862945" y="1559797"/>
                    </a:lnTo>
                    <a:lnTo>
                      <a:pt x="862945" y="926043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0" name="ph340">
                <a:extLst>
                  <a:ext uri="{FF2B5EF4-FFF2-40B4-BE49-F238E27FC236}">
                    <a16:creationId xmlns:a16="http://schemas.microsoft.com/office/drawing/2014/main" id="{EF268294-BB64-0126-60DE-6C0E35FF04CA}"/>
                  </a:ext>
                </a:extLst>
              </p:cNvPr>
              <p:cNvSpPr/>
              <p:nvPr/>
            </p:nvSpPr>
            <p:spPr>
              <a:xfrm>
                <a:off x="3941164" y="6127580"/>
                <a:ext cx="914400" cy="923586"/>
              </a:xfrm>
              <a:custGeom>
                <a:avLst/>
                <a:gdLst/>
                <a:ahLst/>
                <a:cxnLst/>
                <a:rect l="0" t="0" r="0" b="0"/>
                <a:pathLst>
                  <a:path w="914400" h="923586">
                    <a:moveTo>
                      <a:pt x="914400" y="914400"/>
                    </a:moveTo>
                    <a:lnTo>
                      <a:pt x="909706" y="923586"/>
                    </a:lnTo>
                    <a:lnTo>
                      <a:pt x="909706" y="907076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1" name="ph341">
                <a:extLst>
                  <a:ext uri="{FF2B5EF4-FFF2-40B4-BE49-F238E27FC236}">
                    <a16:creationId xmlns:a16="http://schemas.microsoft.com/office/drawing/2014/main" id="{059EAAF8-CC83-21F9-7AB5-6FA1E292B7A6}"/>
                  </a:ext>
                </a:extLst>
              </p:cNvPr>
              <p:cNvSpPr/>
              <p:nvPr/>
            </p:nvSpPr>
            <p:spPr>
              <a:xfrm>
                <a:off x="4072874" y="6202914"/>
                <a:ext cx="940699" cy="1102482"/>
              </a:xfrm>
              <a:custGeom>
                <a:avLst/>
                <a:gdLst/>
                <a:ahLst/>
                <a:cxnLst/>
                <a:rect l="0" t="0" r="0" b="0"/>
                <a:pathLst>
                  <a:path w="940699" h="1102482">
                    <a:moveTo>
                      <a:pt x="914400" y="914399"/>
                    </a:moveTo>
                    <a:lnTo>
                      <a:pt x="924582" y="955532"/>
                    </a:lnTo>
                    <a:lnTo>
                      <a:pt x="940699" y="1001537"/>
                    </a:lnTo>
                    <a:lnTo>
                      <a:pt x="933969" y="1020795"/>
                    </a:lnTo>
                    <a:lnTo>
                      <a:pt x="938546" y="1045467"/>
                    </a:lnTo>
                    <a:lnTo>
                      <a:pt x="933950" y="1071204"/>
                    </a:lnTo>
                    <a:lnTo>
                      <a:pt x="901890" y="1101129"/>
                    </a:lnTo>
                    <a:lnTo>
                      <a:pt x="865932" y="1102482"/>
                    </a:lnTo>
                    <a:lnTo>
                      <a:pt x="828558" y="1088026"/>
                    </a:lnTo>
                    <a:lnTo>
                      <a:pt x="777995" y="1061371"/>
                    </a:lnTo>
                    <a:lnTo>
                      <a:pt x="777995" y="922097"/>
                    </a:lnTo>
                    <a:lnTo>
                      <a:pt x="834822" y="894727"/>
                    </a:lnTo>
                    <a:lnTo>
                      <a:pt x="848224" y="899112"/>
                    </a:lnTo>
                    <a:lnTo>
                      <a:pt x="862208" y="913389"/>
                    </a:lnTo>
                    <a:lnTo>
                      <a:pt x="878306" y="914237"/>
                    </a:lnTo>
                    <a:lnTo>
                      <a:pt x="901676" y="893987"/>
                    </a:lnTo>
                    <a:lnTo>
                      <a:pt x="906118" y="895106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2" name="ph342">
                <a:extLst>
                  <a:ext uri="{FF2B5EF4-FFF2-40B4-BE49-F238E27FC236}">
                    <a16:creationId xmlns:a16="http://schemas.microsoft.com/office/drawing/2014/main" id="{B5135E55-1CB2-E8D2-C6F7-A2C5A5449790}"/>
                  </a:ext>
                </a:extLst>
              </p:cNvPr>
              <p:cNvSpPr/>
              <p:nvPr/>
            </p:nvSpPr>
            <p:spPr>
              <a:xfrm>
                <a:off x="4241997" y="6472017"/>
                <a:ext cx="959590" cy="988597"/>
              </a:xfrm>
              <a:custGeom>
                <a:avLst/>
                <a:gdLst/>
                <a:ahLst/>
                <a:cxnLst/>
                <a:rect l="0" t="0" r="0" b="0"/>
                <a:pathLst>
                  <a:path w="959590" h="988597">
                    <a:moveTo>
                      <a:pt x="914400" y="914400"/>
                    </a:moveTo>
                    <a:lnTo>
                      <a:pt x="938178" y="913082"/>
                    </a:lnTo>
                    <a:lnTo>
                      <a:pt x="954353" y="922593"/>
                    </a:lnTo>
                    <a:lnTo>
                      <a:pt x="958212" y="937285"/>
                    </a:lnTo>
                    <a:lnTo>
                      <a:pt x="959590" y="969898"/>
                    </a:lnTo>
                    <a:lnTo>
                      <a:pt x="942600" y="979410"/>
                    </a:lnTo>
                    <a:lnTo>
                      <a:pt x="923845" y="976179"/>
                    </a:lnTo>
                    <a:lnTo>
                      <a:pt x="898321" y="988597"/>
                    </a:lnTo>
                    <a:lnTo>
                      <a:pt x="814535" y="935282"/>
                    </a:lnTo>
                    <a:lnTo>
                      <a:pt x="815757" y="890828"/>
                    </a:lnTo>
                    <a:lnTo>
                      <a:pt x="819113" y="873375"/>
                    </a:lnTo>
                    <a:lnTo>
                      <a:pt x="858814" y="869224"/>
                    </a:lnTo>
                    <a:lnTo>
                      <a:pt x="879256" y="891460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3" name="ph343">
                <a:extLst>
                  <a:ext uri="{FF2B5EF4-FFF2-40B4-BE49-F238E27FC236}">
                    <a16:creationId xmlns:a16="http://schemas.microsoft.com/office/drawing/2014/main" id="{9070D5E1-CB3E-7B5C-EFF0-32088AD265AD}"/>
                  </a:ext>
                </a:extLst>
              </p:cNvPr>
              <p:cNvSpPr/>
              <p:nvPr/>
            </p:nvSpPr>
            <p:spPr>
              <a:xfrm>
                <a:off x="4073456" y="6503259"/>
                <a:ext cx="96630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66300" h="914400">
                    <a:moveTo>
                      <a:pt x="914400" y="914400"/>
                    </a:moveTo>
                    <a:lnTo>
                      <a:pt x="902433" y="884457"/>
                    </a:lnTo>
                    <a:lnTo>
                      <a:pt x="900881" y="875090"/>
                    </a:lnTo>
                    <a:lnTo>
                      <a:pt x="914943" y="855923"/>
                    </a:lnTo>
                    <a:lnTo>
                      <a:pt x="924039" y="834210"/>
                    </a:lnTo>
                    <a:lnTo>
                      <a:pt x="947565" y="800875"/>
                    </a:lnTo>
                    <a:lnTo>
                      <a:pt x="961122" y="761818"/>
                    </a:lnTo>
                    <a:lnTo>
                      <a:pt x="966300" y="762432"/>
                    </a:lnTo>
                    <a:lnTo>
                      <a:pt x="960288" y="797211"/>
                    </a:lnTo>
                    <a:lnTo>
                      <a:pt x="929392" y="894221"/>
                    </a:lnTo>
                    <a:lnTo>
                      <a:pt x="923205" y="912306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4" name="ph344">
                <a:extLst>
                  <a:ext uri="{FF2B5EF4-FFF2-40B4-BE49-F238E27FC236}">
                    <a16:creationId xmlns:a16="http://schemas.microsoft.com/office/drawing/2014/main" id="{8B6C5967-45F4-38A5-158D-A83A08CF8696}"/>
                  </a:ext>
                </a:extLst>
              </p:cNvPr>
              <p:cNvSpPr/>
              <p:nvPr/>
            </p:nvSpPr>
            <p:spPr>
              <a:xfrm>
                <a:off x="4435170" y="6427184"/>
                <a:ext cx="921983" cy="935985"/>
              </a:xfrm>
              <a:custGeom>
                <a:avLst/>
                <a:gdLst/>
                <a:ahLst/>
                <a:cxnLst/>
                <a:rect l="0" t="0" r="0" b="0"/>
                <a:pathLst>
                  <a:path w="921983" h="935985">
                    <a:moveTo>
                      <a:pt x="914400" y="914400"/>
                    </a:moveTo>
                    <a:lnTo>
                      <a:pt x="883911" y="910357"/>
                    </a:lnTo>
                    <a:lnTo>
                      <a:pt x="849543" y="935985"/>
                    </a:lnTo>
                    <a:lnTo>
                      <a:pt x="836510" y="927882"/>
                    </a:lnTo>
                    <a:lnTo>
                      <a:pt x="841436" y="911512"/>
                    </a:lnTo>
                    <a:lnTo>
                      <a:pt x="845024" y="905556"/>
                    </a:lnTo>
                    <a:lnTo>
                      <a:pt x="856583" y="898607"/>
                    </a:lnTo>
                    <a:lnTo>
                      <a:pt x="864303" y="888446"/>
                    </a:lnTo>
                    <a:lnTo>
                      <a:pt x="867328" y="872545"/>
                    </a:lnTo>
                    <a:lnTo>
                      <a:pt x="874485" y="881118"/>
                    </a:lnTo>
                    <a:lnTo>
                      <a:pt x="895761" y="884710"/>
                    </a:lnTo>
                    <a:lnTo>
                      <a:pt x="906157" y="889781"/>
                    </a:lnTo>
                    <a:lnTo>
                      <a:pt x="914846" y="897235"/>
                    </a:lnTo>
                    <a:lnTo>
                      <a:pt x="921983" y="908895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5" name="ph345">
                <a:extLst>
                  <a:ext uri="{FF2B5EF4-FFF2-40B4-BE49-F238E27FC236}">
                    <a16:creationId xmlns:a16="http://schemas.microsoft.com/office/drawing/2014/main" id="{71399D17-5D02-DE5A-40A7-E814CE2E417B}"/>
                  </a:ext>
                </a:extLst>
              </p:cNvPr>
              <p:cNvSpPr/>
              <p:nvPr/>
            </p:nvSpPr>
            <p:spPr>
              <a:xfrm>
                <a:off x="4447195" y="6204250"/>
                <a:ext cx="933096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33096" h="914400">
                    <a:moveTo>
                      <a:pt x="914400" y="914400"/>
                    </a:moveTo>
                    <a:lnTo>
                      <a:pt x="910288" y="913569"/>
                    </a:lnTo>
                    <a:lnTo>
                      <a:pt x="904217" y="892001"/>
                    </a:lnTo>
                    <a:lnTo>
                      <a:pt x="914070" y="878880"/>
                    </a:lnTo>
                    <a:lnTo>
                      <a:pt x="919888" y="867744"/>
                    </a:lnTo>
                    <a:lnTo>
                      <a:pt x="924019" y="868069"/>
                    </a:lnTo>
                    <a:lnTo>
                      <a:pt x="929663" y="880107"/>
                    </a:lnTo>
                    <a:lnTo>
                      <a:pt x="933096" y="898679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6" name="ph346">
                <a:extLst>
                  <a:ext uri="{FF2B5EF4-FFF2-40B4-BE49-F238E27FC236}">
                    <a16:creationId xmlns:a16="http://schemas.microsoft.com/office/drawing/2014/main" id="{5AC9F61D-FFC0-AA68-C1CB-0A7A074AFA66}"/>
                  </a:ext>
                </a:extLst>
              </p:cNvPr>
              <p:cNvSpPr/>
              <p:nvPr/>
            </p:nvSpPr>
            <p:spPr>
              <a:xfrm>
                <a:off x="4019344" y="6469219"/>
                <a:ext cx="931797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31797" h="914400">
                    <a:moveTo>
                      <a:pt x="914400" y="914400"/>
                    </a:moveTo>
                    <a:lnTo>
                      <a:pt x="899155" y="906350"/>
                    </a:lnTo>
                    <a:lnTo>
                      <a:pt x="874349" y="876028"/>
                    </a:lnTo>
                    <a:lnTo>
                      <a:pt x="871227" y="867979"/>
                    </a:lnTo>
                    <a:lnTo>
                      <a:pt x="884260" y="873123"/>
                    </a:lnTo>
                    <a:lnTo>
                      <a:pt x="900435" y="888969"/>
                    </a:lnTo>
                    <a:lnTo>
                      <a:pt x="913682" y="892344"/>
                    </a:lnTo>
                    <a:lnTo>
                      <a:pt x="931797" y="905754"/>
                    </a:lnTo>
                    <a:lnTo>
                      <a:pt x="927724" y="910555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7" name="ph347">
                <a:extLst>
                  <a:ext uri="{FF2B5EF4-FFF2-40B4-BE49-F238E27FC236}">
                    <a16:creationId xmlns:a16="http://schemas.microsoft.com/office/drawing/2014/main" id="{98508242-359E-AEE0-50DD-32E576CF91C5}"/>
                  </a:ext>
                </a:extLst>
              </p:cNvPr>
              <p:cNvSpPr/>
              <p:nvPr/>
            </p:nvSpPr>
            <p:spPr>
              <a:xfrm>
                <a:off x="3936470" y="6454052"/>
                <a:ext cx="92656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26560" h="914400">
                    <a:moveTo>
                      <a:pt x="914400" y="914400"/>
                    </a:moveTo>
                    <a:lnTo>
                      <a:pt x="914400" y="874953"/>
                    </a:lnTo>
                    <a:lnTo>
                      <a:pt x="925862" y="903415"/>
                    </a:lnTo>
                    <a:lnTo>
                      <a:pt x="926560" y="911374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8" name="ph348">
                <a:extLst>
                  <a:ext uri="{FF2B5EF4-FFF2-40B4-BE49-F238E27FC236}">
                    <a16:creationId xmlns:a16="http://schemas.microsoft.com/office/drawing/2014/main" id="{8CA26E96-7502-0F70-A770-63D1B8461148}"/>
                  </a:ext>
                </a:extLst>
              </p:cNvPr>
              <p:cNvSpPr/>
              <p:nvPr/>
            </p:nvSpPr>
            <p:spPr>
              <a:xfrm>
                <a:off x="4053712" y="6126226"/>
                <a:ext cx="928577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28577" h="914400">
                    <a:moveTo>
                      <a:pt x="914400" y="914400"/>
                    </a:moveTo>
                    <a:lnTo>
                      <a:pt x="901812" y="907487"/>
                    </a:lnTo>
                    <a:lnTo>
                      <a:pt x="900493" y="883573"/>
                    </a:lnTo>
                    <a:lnTo>
                      <a:pt x="905265" y="862095"/>
                    </a:lnTo>
                    <a:lnTo>
                      <a:pt x="899659" y="842892"/>
                    </a:lnTo>
                    <a:lnTo>
                      <a:pt x="905827" y="830546"/>
                    </a:lnTo>
                    <a:lnTo>
                      <a:pt x="923534" y="859298"/>
                    </a:lnTo>
                    <a:lnTo>
                      <a:pt x="928577" y="872816"/>
                    </a:lnTo>
                    <a:lnTo>
                      <a:pt x="921750" y="888969"/>
                    </a:lnTo>
                    <a:lnTo>
                      <a:pt x="917774" y="907758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49" name="ph349">
                <a:extLst>
                  <a:ext uri="{FF2B5EF4-FFF2-40B4-BE49-F238E27FC236}">
                    <a16:creationId xmlns:a16="http://schemas.microsoft.com/office/drawing/2014/main" id="{BC845395-115D-3F24-629E-45911EE52BA9}"/>
                  </a:ext>
                </a:extLst>
              </p:cNvPr>
              <p:cNvSpPr/>
              <p:nvPr/>
            </p:nvSpPr>
            <p:spPr>
              <a:xfrm>
                <a:off x="4137343" y="5585080"/>
                <a:ext cx="946789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46789" h="914400">
                    <a:moveTo>
                      <a:pt x="914400" y="914400"/>
                    </a:moveTo>
                    <a:lnTo>
                      <a:pt x="887072" y="902145"/>
                    </a:lnTo>
                    <a:lnTo>
                      <a:pt x="899136" y="885017"/>
                    </a:lnTo>
                    <a:lnTo>
                      <a:pt x="929159" y="877129"/>
                    </a:lnTo>
                    <a:lnTo>
                      <a:pt x="946789" y="879728"/>
                    </a:lnTo>
                    <a:lnTo>
                      <a:pt x="927394" y="896730"/>
                    </a:lnTo>
                    <a:lnTo>
                      <a:pt x="922487" y="905736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0" name="ph350">
                <a:extLst>
                  <a:ext uri="{FF2B5EF4-FFF2-40B4-BE49-F238E27FC236}">
                    <a16:creationId xmlns:a16="http://schemas.microsoft.com/office/drawing/2014/main" id="{671DEFC2-AAE5-75E6-708A-E9029E79B2B0}"/>
                  </a:ext>
                </a:extLst>
              </p:cNvPr>
              <p:cNvSpPr/>
              <p:nvPr/>
            </p:nvSpPr>
            <p:spPr>
              <a:xfrm>
                <a:off x="4939572" y="6407205"/>
                <a:ext cx="931545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931545" h="914400">
                    <a:moveTo>
                      <a:pt x="914399" y="914400"/>
                    </a:moveTo>
                    <a:lnTo>
                      <a:pt x="881583" y="904040"/>
                    </a:lnTo>
                    <a:lnTo>
                      <a:pt x="841591" y="878429"/>
                    </a:lnTo>
                    <a:lnTo>
                      <a:pt x="847448" y="828236"/>
                    </a:lnTo>
                    <a:lnTo>
                      <a:pt x="857708" y="806542"/>
                    </a:lnTo>
                    <a:lnTo>
                      <a:pt x="930652" y="862799"/>
                    </a:lnTo>
                    <a:lnTo>
                      <a:pt x="931545" y="884006"/>
                    </a:lnTo>
                    <a:lnTo>
                      <a:pt x="921731" y="908137"/>
                    </a:lnTo>
                    <a:close/>
                  </a:path>
                </a:pathLst>
              </a:custGeom>
              <a:solidFill>
                <a:srgbClr val="FFEFDB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1" name="pt351">
                <a:extLst>
                  <a:ext uri="{FF2B5EF4-FFF2-40B4-BE49-F238E27FC236}">
                    <a16:creationId xmlns:a16="http://schemas.microsoft.com/office/drawing/2014/main" id="{751A9D65-6B71-9FA4-B530-64A775D6615B}"/>
                  </a:ext>
                </a:extLst>
              </p:cNvPr>
              <p:cNvSpPr/>
              <p:nvPr/>
            </p:nvSpPr>
            <p:spPr>
              <a:xfrm>
                <a:off x="5368493" y="6985549"/>
                <a:ext cx="117405" cy="117405"/>
              </a:xfrm>
              <a:prstGeom prst="ellipse">
                <a:avLst/>
              </a:prstGeom>
              <a:solidFill>
                <a:srgbClr val="D7466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2" name="pt352">
                <a:extLst>
                  <a:ext uri="{FF2B5EF4-FFF2-40B4-BE49-F238E27FC236}">
                    <a16:creationId xmlns:a16="http://schemas.microsoft.com/office/drawing/2014/main" id="{3D80E6AE-19EB-7C63-1480-D4E30CDCF88B}"/>
                  </a:ext>
                </a:extLst>
              </p:cNvPr>
              <p:cNvSpPr/>
              <p:nvPr/>
            </p:nvSpPr>
            <p:spPr>
              <a:xfrm>
                <a:off x="6595224" y="5477611"/>
                <a:ext cx="117405" cy="117405"/>
              </a:xfrm>
              <a:prstGeom prst="ellipse">
                <a:avLst/>
              </a:prstGeom>
              <a:solidFill>
                <a:srgbClr val="B6387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3" name="pt353">
                <a:extLst>
                  <a:ext uri="{FF2B5EF4-FFF2-40B4-BE49-F238E27FC236}">
                    <a16:creationId xmlns:a16="http://schemas.microsoft.com/office/drawing/2014/main" id="{41D2F3B9-7484-FA10-9FC9-F7CD16CBDE65}"/>
                  </a:ext>
                </a:extLst>
              </p:cNvPr>
              <p:cNvSpPr/>
              <p:nvPr/>
            </p:nvSpPr>
            <p:spPr>
              <a:xfrm>
                <a:off x="5298886" y="6822312"/>
                <a:ext cx="117405" cy="117405"/>
              </a:xfrm>
              <a:prstGeom prst="ellipse">
                <a:avLst/>
              </a:prstGeom>
              <a:solidFill>
                <a:srgbClr val="F88E6C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4" name="pt354">
                <a:extLst>
                  <a:ext uri="{FF2B5EF4-FFF2-40B4-BE49-F238E27FC236}">
                    <a16:creationId xmlns:a16="http://schemas.microsoft.com/office/drawing/2014/main" id="{53B3C464-4B2E-F2EF-7AB1-F0189CC7530F}"/>
                  </a:ext>
                </a:extLst>
              </p:cNvPr>
              <p:cNvSpPr/>
              <p:nvPr/>
            </p:nvSpPr>
            <p:spPr>
              <a:xfrm>
                <a:off x="6128892" y="6268510"/>
                <a:ext cx="117405" cy="117405"/>
              </a:xfrm>
              <a:prstGeom prst="ellipse">
                <a:avLst/>
              </a:prstGeom>
              <a:solidFill>
                <a:srgbClr val="B6387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5" name="pt355">
                <a:extLst>
                  <a:ext uri="{FF2B5EF4-FFF2-40B4-BE49-F238E27FC236}">
                    <a16:creationId xmlns:a16="http://schemas.microsoft.com/office/drawing/2014/main" id="{E679F633-0028-2DE3-317D-FD5812C4F50D}"/>
                  </a:ext>
                </a:extLst>
              </p:cNvPr>
              <p:cNvSpPr/>
              <p:nvPr/>
            </p:nvSpPr>
            <p:spPr>
              <a:xfrm>
                <a:off x="6053678" y="6653194"/>
                <a:ext cx="117405" cy="117405"/>
              </a:xfrm>
              <a:prstGeom prst="ellipse">
                <a:avLst/>
              </a:prstGeom>
              <a:solidFill>
                <a:srgbClr val="B6387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6" name="pt356">
                <a:extLst>
                  <a:ext uri="{FF2B5EF4-FFF2-40B4-BE49-F238E27FC236}">
                    <a16:creationId xmlns:a16="http://schemas.microsoft.com/office/drawing/2014/main" id="{9264D73A-6B6E-E38B-91BD-D50D8478803B}"/>
                  </a:ext>
                </a:extLst>
              </p:cNvPr>
              <p:cNvSpPr/>
              <p:nvPr/>
            </p:nvSpPr>
            <p:spPr>
              <a:xfrm>
                <a:off x="5384574" y="7118361"/>
                <a:ext cx="117405" cy="117405"/>
              </a:xfrm>
              <a:prstGeom prst="ellipse">
                <a:avLst/>
              </a:prstGeom>
              <a:solidFill>
                <a:srgbClr val="E9686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7" name="pt357">
                <a:extLst>
                  <a:ext uri="{FF2B5EF4-FFF2-40B4-BE49-F238E27FC236}">
                    <a16:creationId xmlns:a16="http://schemas.microsoft.com/office/drawing/2014/main" id="{743E391C-6F95-7CC3-90C5-2B7028CA5DBA}"/>
                  </a:ext>
                </a:extLst>
              </p:cNvPr>
              <p:cNvSpPr/>
              <p:nvPr/>
            </p:nvSpPr>
            <p:spPr>
              <a:xfrm>
                <a:off x="5013739" y="5831552"/>
                <a:ext cx="117405" cy="117405"/>
              </a:xfrm>
              <a:prstGeom prst="ellipse">
                <a:avLst/>
              </a:prstGeom>
              <a:solidFill>
                <a:srgbClr val="7B237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8" name="pt358">
                <a:extLst>
                  <a:ext uri="{FF2B5EF4-FFF2-40B4-BE49-F238E27FC236}">
                    <a16:creationId xmlns:a16="http://schemas.microsoft.com/office/drawing/2014/main" id="{B7FEB3CF-8B57-832F-0C16-CF6FA1464F24}"/>
                  </a:ext>
                </a:extLst>
              </p:cNvPr>
              <p:cNvSpPr/>
              <p:nvPr/>
            </p:nvSpPr>
            <p:spPr>
              <a:xfrm>
                <a:off x="5103639" y="6136412"/>
                <a:ext cx="117405" cy="117405"/>
              </a:xfrm>
              <a:prstGeom prst="ellipse">
                <a:avLst/>
              </a:prstGeom>
              <a:solidFill>
                <a:srgbClr val="FCFDB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59" name="pg359">
                <a:extLst>
                  <a:ext uri="{FF2B5EF4-FFF2-40B4-BE49-F238E27FC236}">
                    <a16:creationId xmlns:a16="http://schemas.microsoft.com/office/drawing/2014/main" id="{1EC93FFA-83C6-28DC-AD56-B1931D6000BC}"/>
                  </a:ext>
                </a:extLst>
              </p:cNvPr>
              <p:cNvSpPr/>
              <p:nvPr/>
            </p:nvSpPr>
            <p:spPr>
              <a:xfrm>
                <a:off x="5483379" y="6913070"/>
                <a:ext cx="379476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79476" h="191749">
                    <a:moveTo>
                      <a:pt x="27431" y="191749"/>
                    </a:moveTo>
                    <a:lnTo>
                      <a:pt x="352044" y="191749"/>
                    </a:lnTo>
                    <a:lnTo>
                      <a:pt x="350939" y="191727"/>
                    </a:lnTo>
                    <a:lnTo>
                      <a:pt x="355350" y="191549"/>
                    </a:lnTo>
                    <a:lnTo>
                      <a:pt x="359676" y="190666"/>
                    </a:lnTo>
                    <a:lnTo>
                      <a:pt x="363803" y="189101"/>
                    </a:lnTo>
                    <a:lnTo>
                      <a:pt x="367627" y="186893"/>
                    </a:lnTo>
                    <a:lnTo>
                      <a:pt x="371046" y="184101"/>
                    </a:lnTo>
                    <a:lnTo>
                      <a:pt x="373974" y="180797"/>
                    </a:lnTo>
                    <a:lnTo>
                      <a:pt x="376333" y="177065"/>
                    </a:lnTo>
                    <a:lnTo>
                      <a:pt x="378064" y="173004"/>
                    </a:lnTo>
                    <a:lnTo>
                      <a:pt x="379120" y="168718"/>
                    </a:lnTo>
                    <a:lnTo>
                      <a:pt x="379476" y="164317"/>
                    </a:lnTo>
                    <a:lnTo>
                      <a:pt x="379476" y="27432"/>
                    </a:lnTo>
                    <a:lnTo>
                      <a:pt x="379120" y="23031"/>
                    </a:lnTo>
                    <a:lnTo>
                      <a:pt x="378064" y="18745"/>
                    </a:lnTo>
                    <a:lnTo>
                      <a:pt x="376333" y="14683"/>
                    </a:lnTo>
                    <a:lnTo>
                      <a:pt x="373974" y="10952"/>
                    </a:lnTo>
                    <a:lnTo>
                      <a:pt x="371046" y="7647"/>
                    </a:lnTo>
                    <a:lnTo>
                      <a:pt x="367627" y="4855"/>
                    </a:lnTo>
                    <a:lnTo>
                      <a:pt x="363803" y="2648"/>
                    </a:lnTo>
                    <a:lnTo>
                      <a:pt x="359676" y="1083"/>
                    </a:lnTo>
                    <a:lnTo>
                      <a:pt x="355350" y="200"/>
                    </a:lnTo>
                    <a:lnTo>
                      <a:pt x="352044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6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6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60" name="tx360">
                <a:extLst>
                  <a:ext uri="{FF2B5EF4-FFF2-40B4-BE49-F238E27FC236}">
                    <a16:creationId xmlns:a16="http://schemas.microsoft.com/office/drawing/2014/main" id="{E825A3BB-BB94-9483-0427-414347C8502C}"/>
                  </a:ext>
                </a:extLst>
              </p:cNvPr>
              <p:cNvSpPr/>
              <p:nvPr/>
            </p:nvSpPr>
            <p:spPr>
              <a:xfrm>
                <a:off x="5529099" y="6958790"/>
                <a:ext cx="288036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BAR</a:t>
                </a:r>
              </a:p>
            </p:txBody>
          </p:sp>
          <p:sp>
            <p:nvSpPr>
              <p:cNvPr id="361" name="pg361">
                <a:extLst>
                  <a:ext uri="{FF2B5EF4-FFF2-40B4-BE49-F238E27FC236}">
                    <a16:creationId xmlns:a16="http://schemas.microsoft.com/office/drawing/2014/main" id="{31E17718-D6ED-5B24-6B2C-8B3A7E280330}"/>
                  </a:ext>
                </a:extLst>
              </p:cNvPr>
              <p:cNvSpPr/>
              <p:nvPr/>
            </p:nvSpPr>
            <p:spPr>
              <a:xfrm>
                <a:off x="6352590" y="5595910"/>
                <a:ext cx="363931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63931" h="191749">
                    <a:moveTo>
                      <a:pt x="27431" y="191749"/>
                    </a:moveTo>
                    <a:lnTo>
                      <a:pt x="336499" y="191749"/>
                    </a:lnTo>
                    <a:lnTo>
                      <a:pt x="335394" y="191727"/>
                    </a:lnTo>
                    <a:lnTo>
                      <a:pt x="339805" y="191549"/>
                    </a:lnTo>
                    <a:lnTo>
                      <a:pt x="344131" y="190666"/>
                    </a:lnTo>
                    <a:lnTo>
                      <a:pt x="348259" y="189101"/>
                    </a:lnTo>
                    <a:lnTo>
                      <a:pt x="352082" y="186893"/>
                    </a:lnTo>
                    <a:lnTo>
                      <a:pt x="355502" y="184101"/>
                    </a:lnTo>
                    <a:lnTo>
                      <a:pt x="358429" y="180797"/>
                    </a:lnTo>
                    <a:lnTo>
                      <a:pt x="360789" y="177065"/>
                    </a:lnTo>
                    <a:lnTo>
                      <a:pt x="362519" y="173004"/>
                    </a:lnTo>
                    <a:lnTo>
                      <a:pt x="363575" y="168718"/>
                    </a:lnTo>
                    <a:lnTo>
                      <a:pt x="363931" y="164317"/>
                    </a:lnTo>
                    <a:lnTo>
                      <a:pt x="363931" y="27431"/>
                    </a:lnTo>
                    <a:lnTo>
                      <a:pt x="363575" y="23031"/>
                    </a:lnTo>
                    <a:lnTo>
                      <a:pt x="362519" y="18745"/>
                    </a:lnTo>
                    <a:lnTo>
                      <a:pt x="360789" y="14683"/>
                    </a:lnTo>
                    <a:lnTo>
                      <a:pt x="358429" y="10952"/>
                    </a:lnTo>
                    <a:lnTo>
                      <a:pt x="355502" y="7647"/>
                    </a:lnTo>
                    <a:lnTo>
                      <a:pt x="352082" y="4855"/>
                    </a:lnTo>
                    <a:lnTo>
                      <a:pt x="348259" y="2648"/>
                    </a:lnTo>
                    <a:lnTo>
                      <a:pt x="344131" y="1083"/>
                    </a:lnTo>
                    <a:lnTo>
                      <a:pt x="339805" y="200"/>
                    </a:lnTo>
                    <a:lnTo>
                      <a:pt x="336499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6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1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6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62" name="tx362">
                <a:extLst>
                  <a:ext uri="{FF2B5EF4-FFF2-40B4-BE49-F238E27FC236}">
                    <a16:creationId xmlns:a16="http://schemas.microsoft.com/office/drawing/2014/main" id="{A772BE6B-EC96-35D0-543D-612979730901}"/>
                  </a:ext>
                </a:extLst>
              </p:cNvPr>
              <p:cNvSpPr/>
              <p:nvPr/>
            </p:nvSpPr>
            <p:spPr>
              <a:xfrm>
                <a:off x="6398310" y="5641630"/>
                <a:ext cx="272491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BJO</a:t>
                </a:r>
              </a:p>
            </p:txBody>
          </p:sp>
          <p:sp>
            <p:nvSpPr>
              <p:cNvPr id="363" name="pg363">
                <a:extLst>
                  <a:ext uri="{FF2B5EF4-FFF2-40B4-BE49-F238E27FC236}">
                    <a16:creationId xmlns:a16="http://schemas.microsoft.com/office/drawing/2014/main" id="{9D214B41-4792-B8ED-06D4-CB5298B8CDAA}"/>
                  </a:ext>
                </a:extLst>
              </p:cNvPr>
              <p:cNvSpPr/>
              <p:nvPr/>
            </p:nvSpPr>
            <p:spPr>
              <a:xfrm>
                <a:off x="5032790" y="6629404"/>
                <a:ext cx="410565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410565" h="191749">
                    <a:moveTo>
                      <a:pt x="27431" y="191749"/>
                    </a:moveTo>
                    <a:lnTo>
                      <a:pt x="383133" y="191749"/>
                    </a:lnTo>
                    <a:lnTo>
                      <a:pt x="382029" y="191727"/>
                    </a:lnTo>
                    <a:lnTo>
                      <a:pt x="386440" y="191549"/>
                    </a:lnTo>
                    <a:lnTo>
                      <a:pt x="390765" y="190666"/>
                    </a:lnTo>
                    <a:lnTo>
                      <a:pt x="394893" y="189101"/>
                    </a:lnTo>
                    <a:lnTo>
                      <a:pt x="398716" y="186893"/>
                    </a:lnTo>
                    <a:lnTo>
                      <a:pt x="402136" y="184101"/>
                    </a:lnTo>
                    <a:lnTo>
                      <a:pt x="405063" y="180797"/>
                    </a:lnTo>
                    <a:lnTo>
                      <a:pt x="407423" y="177065"/>
                    </a:lnTo>
                    <a:lnTo>
                      <a:pt x="409153" y="173004"/>
                    </a:lnTo>
                    <a:lnTo>
                      <a:pt x="410210" y="168718"/>
                    </a:lnTo>
                    <a:lnTo>
                      <a:pt x="410565" y="164317"/>
                    </a:lnTo>
                    <a:lnTo>
                      <a:pt x="410565" y="27431"/>
                    </a:lnTo>
                    <a:lnTo>
                      <a:pt x="410210" y="23031"/>
                    </a:lnTo>
                    <a:lnTo>
                      <a:pt x="409153" y="18745"/>
                    </a:lnTo>
                    <a:lnTo>
                      <a:pt x="407423" y="14683"/>
                    </a:lnTo>
                    <a:lnTo>
                      <a:pt x="405063" y="10952"/>
                    </a:lnTo>
                    <a:lnTo>
                      <a:pt x="402136" y="7647"/>
                    </a:lnTo>
                    <a:lnTo>
                      <a:pt x="398716" y="4855"/>
                    </a:lnTo>
                    <a:lnTo>
                      <a:pt x="394893" y="2648"/>
                    </a:lnTo>
                    <a:lnTo>
                      <a:pt x="390765" y="1083"/>
                    </a:lnTo>
                    <a:lnTo>
                      <a:pt x="386440" y="200"/>
                    </a:lnTo>
                    <a:lnTo>
                      <a:pt x="383133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6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1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6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64" name="tx364">
                <a:extLst>
                  <a:ext uri="{FF2B5EF4-FFF2-40B4-BE49-F238E27FC236}">
                    <a16:creationId xmlns:a16="http://schemas.microsoft.com/office/drawing/2014/main" id="{39B40B5D-D7F5-23C1-022E-D9465D52DFC4}"/>
                  </a:ext>
                </a:extLst>
              </p:cNvPr>
              <p:cNvSpPr/>
              <p:nvPr/>
            </p:nvSpPr>
            <p:spPr>
              <a:xfrm>
                <a:off x="5078510" y="6675124"/>
                <a:ext cx="319125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HOG</a:t>
                </a:r>
              </a:p>
            </p:txBody>
          </p:sp>
          <p:sp>
            <p:nvSpPr>
              <p:cNvPr id="365" name="pg365">
                <a:extLst>
                  <a:ext uri="{FF2B5EF4-FFF2-40B4-BE49-F238E27FC236}">
                    <a16:creationId xmlns:a16="http://schemas.microsoft.com/office/drawing/2014/main" id="{F18986DB-C051-1E79-3A80-DA7511EC949D}"/>
                  </a:ext>
                </a:extLst>
              </p:cNvPr>
              <p:cNvSpPr/>
              <p:nvPr/>
            </p:nvSpPr>
            <p:spPr>
              <a:xfrm>
                <a:off x="5866828" y="6386891"/>
                <a:ext cx="402701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402701" h="191749">
                    <a:moveTo>
                      <a:pt x="27431" y="191749"/>
                    </a:moveTo>
                    <a:lnTo>
                      <a:pt x="375269" y="191749"/>
                    </a:lnTo>
                    <a:lnTo>
                      <a:pt x="374165" y="191727"/>
                    </a:lnTo>
                    <a:lnTo>
                      <a:pt x="378576" y="191549"/>
                    </a:lnTo>
                    <a:lnTo>
                      <a:pt x="382901" y="190666"/>
                    </a:lnTo>
                    <a:lnTo>
                      <a:pt x="387029" y="189101"/>
                    </a:lnTo>
                    <a:lnTo>
                      <a:pt x="390852" y="186893"/>
                    </a:lnTo>
                    <a:lnTo>
                      <a:pt x="394272" y="184101"/>
                    </a:lnTo>
                    <a:lnTo>
                      <a:pt x="397200" y="180797"/>
                    </a:lnTo>
                    <a:lnTo>
                      <a:pt x="399559" y="177065"/>
                    </a:lnTo>
                    <a:lnTo>
                      <a:pt x="401290" y="173004"/>
                    </a:lnTo>
                    <a:lnTo>
                      <a:pt x="402346" y="168718"/>
                    </a:lnTo>
                    <a:lnTo>
                      <a:pt x="402701" y="164317"/>
                    </a:lnTo>
                    <a:lnTo>
                      <a:pt x="402701" y="27431"/>
                    </a:lnTo>
                    <a:lnTo>
                      <a:pt x="402346" y="23031"/>
                    </a:lnTo>
                    <a:lnTo>
                      <a:pt x="401290" y="18745"/>
                    </a:lnTo>
                    <a:lnTo>
                      <a:pt x="399559" y="14683"/>
                    </a:lnTo>
                    <a:lnTo>
                      <a:pt x="397200" y="10952"/>
                    </a:lnTo>
                    <a:lnTo>
                      <a:pt x="394272" y="7647"/>
                    </a:lnTo>
                    <a:lnTo>
                      <a:pt x="390852" y="4855"/>
                    </a:lnTo>
                    <a:lnTo>
                      <a:pt x="387029" y="2648"/>
                    </a:lnTo>
                    <a:lnTo>
                      <a:pt x="382901" y="1083"/>
                    </a:lnTo>
                    <a:lnTo>
                      <a:pt x="378576" y="200"/>
                    </a:lnTo>
                    <a:lnTo>
                      <a:pt x="375269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6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1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6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66" name="tx366">
                <a:extLst>
                  <a:ext uri="{FF2B5EF4-FFF2-40B4-BE49-F238E27FC236}">
                    <a16:creationId xmlns:a16="http://schemas.microsoft.com/office/drawing/2014/main" id="{F1900151-0C24-B5CB-10BB-E9B0A08A499F}"/>
                  </a:ext>
                </a:extLst>
              </p:cNvPr>
              <p:cNvSpPr/>
              <p:nvPr/>
            </p:nvSpPr>
            <p:spPr>
              <a:xfrm>
                <a:off x="5912548" y="6432611"/>
                <a:ext cx="311261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HOR</a:t>
                </a:r>
              </a:p>
            </p:txBody>
          </p:sp>
          <p:sp>
            <p:nvSpPr>
              <p:cNvPr id="367" name="pg367">
                <a:extLst>
                  <a:ext uri="{FF2B5EF4-FFF2-40B4-BE49-F238E27FC236}">
                    <a16:creationId xmlns:a16="http://schemas.microsoft.com/office/drawing/2014/main" id="{1E7E7DD4-4AB7-3E6D-FDC6-0AD8541EEBCB}"/>
                  </a:ext>
                </a:extLst>
              </p:cNvPr>
              <p:cNvSpPr/>
              <p:nvPr/>
            </p:nvSpPr>
            <p:spPr>
              <a:xfrm>
                <a:off x="6053419" y="6771419"/>
                <a:ext cx="356250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56250" h="191749">
                    <a:moveTo>
                      <a:pt x="27431" y="191749"/>
                    </a:moveTo>
                    <a:lnTo>
                      <a:pt x="328818" y="191749"/>
                    </a:lnTo>
                    <a:lnTo>
                      <a:pt x="327713" y="191727"/>
                    </a:lnTo>
                    <a:lnTo>
                      <a:pt x="332124" y="191549"/>
                    </a:lnTo>
                    <a:lnTo>
                      <a:pt x="336450" y="190666"/>
                    </a:lnTo>
                    <a:lnTo>
                      <a:pt x="340578" y="189101"/>
                    </a:lnTo>
                    <a:lnTo>
                      <a:pt x="344401" y="186893"/>
                    </a:lnTo>
                    <a:lnTo>
                      <a:pt x="347821" y="184101"/>
                    </a:lnTo>
                    <a:lnTo>
                      <a:pt x="350748" y="180797"/>
                    </a:lnTo>
                    <a:lnTo>
                      <a:pt x="353108" y="177065"/>
                    </a:lnTo>
                    <a:lnTo>
                      <a:pt x="354838" y="173004"/>
                    </a:lnTo>
                    <a:lnTo>
                      <a:pt x="355895" y="168718"/>
                    </a:lnTo>
                    <a:lnTo>
                      <a:pt x="356250" y="164317"/>
                    </a:lnTo>
                    <a:lnTo>
                      <a:pt x="356250" y="27432"/>
                    </a:lnTo>
                    <a:lnTo>
                      <a:pt x="355895" y="23031"/>
                    </a:lnTo>
                    <a:lnTo>
                      <a:pt x="354838" y="18745"/>
                    </a:lnTo>
                    <a:lnTo>
                      <a:pt x="353108" y="14683"/>
                    </a:lnTo>
                    <a:lnTo>
                      <a:pt x="350748" y="10952"/>
                    </a:lnTo>
                    <a:lnTo>
                      <a:pt x="347821" y="7647"/>
                    </a:lnTo>
                    <a:lnTo>
                      <a:pt x="344401" y="4855"/>
                    </a:lnTo>
                    <a:lnTo>
                      <a:pt x="340578" y="2648"/>
                    </a:lnTo>
                    <a:lnTo>
                      <a:pt x="336450" y="1083"/>
                    </a:lnTo>
                    <a:lnTo>
                      <a:pt x="332124" y="200"/>
                    </a:lnTo>
                    <a:lnTo>
                      <a:pt x="328818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5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68" name="tx368">
                <a:extLst>
                  <a:ext uri="{FF2B5EF4-FFF2-40B4-BE49-F238E27FC236}">
                    <a16:creationId xmlns:a16="http://schemas.microsoft.com/office/drawing/2014/main" id="{AE2EE121-DA7A-07E6-0CDE-2AD79E802F22}"/>
                  </a:ext>
                </a:extLst>
              </p:cNvPr>
              <p:cNvSpPr/>
              <p:nvPr/>
            </p:nvSpPr>
            <p:spPr>
              <a:xfrm>
                <a:off x="6099139" y="6817139"/>
                <a:ext cx="264810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KAL</a:t>
                </a:r>
              </a:p>
            </p:txBody>
          </p:sp>
          <p:sp>
            <p:nvSpPr>
              <p:cNvPr id="369" name="pg369">
                <a:extLst>
                  <a:ext uri="{FF2B5EF4-FFF2-40B4-BE49-F238E27FC236}">
                    <a16:creationId xmlns:a16="http://schemas.microsoft.com/office/drawing/2014/main" id="{8C23D75B-5AFA-AA73-A424-73B8C42CA1EC}"/>
                  </a:ext>
                </a:extLst>
              </p:cNvPr>
              <p:cNvSpPr/>
              <p:nvPr/>
            </p:nvSpPr>
            <p:spPr>
              <a:xfrm>
                <a:off x="5368824" y="7236489"/>
                <a:ext cx="387156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87156" h="191749">
                    <a:moveTo>
                      <a:pt x="27431" y="191749"/>
                    </a:moveTo>
                    <a:lnTo>
                      <a:pt x="359724" y="191749"/>
                    </a:lnTo>
                    <a:lnTo>
                      <a:pt x="358620" y="191727"/>
                    </a:lnTo>
                    <a:lnTo>
                      <a:pt x="363031" y="191549"/>
                    </a:lnTo>
                    <a:lnTo>
                      <a:pt x="367357" y="190666"/>
                    </a:lnTo>
                    <a:lnTo>
                      <a:pt x="371484" y="189101"/>
                    </a:lnTo>
                    <a:lnTo>
                      <a:pt x="375308" y="186893"/>
                    </a:lnTo>
                    <a:lnTo>
                      <a:pt x="378727" y="184101"/>
                    </a:lnTo>
                    <a:lnTo>
                      <a:pt x="381655" y="180797"/>
                    </a:lnTo>
                    <a:lnTo>
                      <a:pt x="384014" y="177065"/>
                    </a:lnTo>
                    <a:lnTo>
                      <a:pt x="385745" y="173004"/>
                    </a:lnTo>
                    <a:lnTo>
                      <a:pt x="386801" y="168718"/>
                    </a:lnTo>
                    <a:lnTo>
                      <a:pt x="387156" y="164317"/>
                    </a:lnTo>
                    <a:lnTo>
                      <a:pt x="387156" y="27431"/>
                    </a:lnTo>
                    <a:lnTo>
                      <a:pt x="386801" y="23031"/>
                    </a:lnTo>
                    <a:lnTo>
                      <a:pt x="385745" y="18745"/>
                    </a:lnTo>
                    <a:lnTo>
                      <a:pt x="384014" y="14683"/>
                    </a:lnTo>
                    <a:lnTo>
                      <a:pt x="381655" y="10952"/>
                    </a:lnTo>
                    <a:lnTo>
                      <a:pt x="378727" y="7647"/>
                    </a:lnTo>
                    <a:lnTo>
                      <a:pt x="375308" y="4855"/>
                    </a:lnTo>
                    <a:lnTo>
                      <a:pt x="371484" y="2648"/>
                    </a:lnTo>
                    <a:lnTo>
                      <a:pt x="367357" y="1083"/>
                    </a:lnTo>
                    <a:lnTo>
                      <a:pt x="363031" y="200"/>
                    </a:lnTo>
                    <a:lnTo>
                      <a:pt x="359724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1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5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70" name="tx370">
                <a:extLst>
                  <a:ext uri="{FF2B5EF4-FFF2-40B4-BE49-F238E27FC236}">
                    <a16:creationId xmlns:a16="http://schemas.microsoft.com/office/drawing/2014/main" id="{B28E1BBE-A826-4CFD-C0AD-4CD1DAA77FAA}"/>
                  </a:ext>
                </a:extLst>
              </p:cNvPr>
              <p:cNvSpPr/>
              <p:nvPr/>
            </p:nvSpPr>
            <p:spPr>
              <a:xfrm>
                <a:off x="5414544" y="7282209"/>
                <a:ext cx="295716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KUR</a:t>
                </a:r>
              </a:p>
            </p:txBody>
          </p:sp>
          <p:sp>
            <p:nvSpPr>
              <p:cNvPr id="371" name="pg371">
                <a:extLst>
                  <a:ext uri="{FF2B5EF4-FFF2-40B4-BE49-F238E27FC236}">
                    <a16:creationId xmlns:a16="http://schemas.microsoft.com/office/drawing/2014/main" id="{D33D1CD4-5370-419E-42CD-91C1B60FAE81}"/>
                  </a:ext>
                </a:extLst>
              </p:cNvPr>
              <p:cNvSpPr/>
              <p:nvPr/>
            </p:nvSpPr>
            <p:spPr>
              <a:xfrm>
                <a:off x="4797289" y="5950050"/>
                <a:ext cx="343082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43082" h="191749">
                    <a:moveTo>
                      <a:pt x="27431" y="191749"/>
                    </a:moveTo>
                    <a:lnTo>
                      <a:pt x="315650" y="191749"/>
                    </a:lnTo>
                    <a:lnTo>
                      <a:pt x="314546" y="191727"/>
                    </a:lnTo>
                    <a:lnTo>
                      <a:pt x="318957" y="191549"/>
                    </a:lnTo>
                    <a:lnTo>
                      <a:pt x="323282" y="190666"/>
                    </a:lnTo>
                    <a:lnTo>
                      <a:pt x="327410" y="189101"/>
                    </a:lnTo>
                    <a:lnTo>
                      <a:pt x="331234" y="186893"/>
                    </a:lnTo>
                    <a:lnTo>
                      <a:pt x="334653" y="184101"/>
                    </a:lnTo>
                    <a:lnTo>
                      <a:pt x="337581" y="180797"/>
                    </a:lnTo>
                    <a:lnTo>
                      <a:pt x="339940" y="177065"/>
                    </a:lnTo>
                    <a:lnTo>
                      <a:pt x="341671" y="173004"/>
                    </a:lnTo>
                    <a:lnTo>
                      <a:pt x="342727" y="168718"/>
                    </a:lnTo>
                    <a:lnTo>
                      <a:pt x="343082" y="164317"/>
                    </a:lnTo>
                    <a:lnTo>
                      <a:pt x="343082" y="27432"/>
                    </a:lnTo>
                    <a:lnTo>
                      <a:pt x="342727" y="23031"/>
                    </a:lnTo>
                    <a:lnTo>
                      <a:pt x="341671" y="18745"/>
                    </a:lnTo>
                    <a:lnTo>
                      <a:pt x="339940" y="14683"/>
                    </a:lnTo>
                    <a:lnTo>
                      <a:pt x="337581" y="10952"/>
                    </a:lnTo>
                    <a:lnTo>
                      <a:pt x="334653" y="7647"/>
                    </a:lnTo>
                    <a:lnTo>
                      <a:pt x="331234" y="4855"/>
                    </a:lnTo>
                    <a:lnTo>
                      <a:pt x="327410" y="2648"/>
                    </a:lnTo>
                    <a:lnTo>
                      <a:pt x="323282" y="1083"/>
                    </a:lnTo>
                    <a:lnTo>
                      <a:pt x="318957" y="200"/>
                    </a:lnTo>
                    <a:lnTo>
                      <a:pt x="315650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5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5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72" name="tx372">
                <a:extLst>
                  <a:ext uri="{FF2B5EF4-FFF2-40B4-BE49-F238E27FC236}">
                    <a16:creationId xmlns:a16="http://schemas.microsoft.com/office/drawing/2014/main" id="{B4F73ED0-EFE8-A209-F875-3CD4F928B661}"/>
                  </a:ext>
                </a:extLst>
              </p:cNvPr>
              <p:cNvSpPr/>
              <p:nvPr/>
            </p:nvSpPr>
            <p:spPr>
              <a:xfrm>
                <a:off x="4843009" y="5995770"/>
                <a:ext cx="251642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VAT</a:t>
                </a:r>
              </a:p>
            </p:txBody>
          </p:sp>
          <p:sp>
            <p:nvSpPr>
              <p:cNvPr id="373" name="pg373">
                <a:extLst>
                  <a:ext uri="{FF2B5EF4-FFF2-40B4-BE49-F238E27FC236}">
                    <a16:creationId xmlns:a16="http://schemas.microsoft.com/office/drawing/2014/main" id="{3A0C7A0C-5D3F-B70F-25DA-9B2BA1CC7A43}"/>
                  </a:ext>
                </a:extLst>
              </p:cNvPr>
              <p:cNvSpPr/>
              <p:nvPr/>
            </p:nvSpPr>
            <p:spPr>
              <a:xfrm>
                <a:off x="5231356" y="6218372"/>
                <a:ext cx="317296" cy="191749"/>
              </a:xfrm>
              <a:custGeom>
                <a:avLst/>
                <a:gdLst/>
                <a:ahLst/>
                <a:cxnLst/>
                <a:rect l="0" t="0" r="0" b="0"/>
                <a:pathLst>
                  <a:path w="317296" h="191749">
                    <a:moveTo>
                      <a:pt x="27431" y="191749"/>
                    </a:moveTo>
                    <a:lnTo>
                      <a:pt x="289864" y="191749"/>
                    </a:lnTo>
                    <a:lnTo>
                      <a:pt x="288760" y="191727"/>
                    </a:lnTo>
                    <a:lnTo>
                      <a:pt x="293171" y="191549"/>
                    </a:lnTo>
                    <a:lnTo>
                      <a:pt x="297496" y="190666"/>
                    </a:lnTo>
                    <a:lnTo>
                      <a:pt x="301624" y="189101"/>
                    </a:lnTo>
                    <a:lnTo>
                      <a:pt x="305447" y="186893"/>
                    </a:lnTo>
                    <a:lnTo>
                      <a:pt x="308867" y="184101"/>
                    </a:lnTo>
                    <a:lnTo>
                      <a:pt x="311795" y="180797"/>
                    </a:lnTo>
                    <a:lnTo>
                      <a:pt x="314154" y="177065"/>
                    </a:lnTo>
                    <a:lnTo>
                      <a:pt x="315885" y="173004"/>
                    </a:lnTo>
                    <a:lnTo>
                      <a:pt x="316941" y="168718"/>
                    </a:lnTo>
                    <a:lnTo>
                      <a:pt x="317296" y="164317"/>
                    </a:lnTo>
                    <a:lnTo>
                      <a:pt x="317296" y="27432"/>
                    </a:lnTo>
                    <a:lnTo>
                      <a:pt x="316941" y="23031"/>
                    </a:lnTo>
                    <a:lnTo>
                      <a:pt x="315885" y="18745"/>
                    </a:lnTo>
                    <a:lnTo>
                      <a:pt x="314154" y="14683"/>
                    </a:lnTo>
                    <a:lnTo>
                      <a:pt x="311795" y="10952"/>
                    </a:lnTo>
                    <a:lnTo>
                      <a:pt x="308867" y="7647"/>
                    </a:lnTo>
                    <a:lnTo>
                      <a:pt x="305447" y="4855"/>
                    </a:lnTo>
                    <a:lnTo>
                      <a:pt x="301624" y="2648"/>
                    </a:lnTo>
                    <a:lnTo>
                      <a:pt x="297496" y="1083"/>
                    </a:lnTo>
                    <a:lnTo>
                      <a:pt x="293171" y="200"/>
                    </a:lnTo>
                    <a:lnTo>
                      <a:pt x="289864" y="0"/>
                    </a:lnTo>
                    <a:lnTo>
                      <a:pt x="27431" y="0"/>
                    </a:lnTo>
                    <a:lnTo>
                      <a:pt x="30738" y="200"/>
                    </a:lnTo>
                    <a:lnTo>
                      <a:pt x="26327" y="22"/>
                    </a:lnTo>
                    <a:lnTo>
                      <a:pt x="21944" y="554"/>
                    </a:lnTo>
                    <a:lnTo>
                      <a:pt x="17704" y="1782"/>
                    </a:lnTo>
                    <a:lnTo>
                      <a:pt x="13716" y="3675"/>
                    </a:lnTo>
                    <a:lnTo>
                      <a:pt x="10082" y="6183"/>
                    </a:lnTo>
                    <a:lnTo>
                      <a:pt x="6898" y="9241"/>
                    </a:lnTo>
                    <a:lnTo>
                      <a:pt x="4246" y="12770"/>
                    </a:lnTo>
                    <a:lnTo>
                      <a:pt x="2195" y="16679"/>
                    </a:lnTo>
                    <a:lnTo>
                      <a:pt x="797" y="20867"/>
                    </a:lnTo>
                    <a:lnTo>
                      <a:pt x="88" y="25224"/>
                    </a:lnTo>
                    <a:lnTo>
                      <a:pt x="0" y="27432"/>
                    </a:lnTo>
                    <a:lnTo>
                      <a:pt x="0" y="164317"/>
                    </a:lnTo>
                    <a:lnTo>
                      <a:pt x="88" y="162110"/>
                    </a:lnTo>
                    <a:lnTo>
                      <a:pt x="88" y="166525"/>
                    </a:lnTo>
                    <a:lnTo>
                      <a:pt x="797" y="170882"/>
                    </a:lnTo>
                    <a:lnTo>
                      <a:pt x="2195" y="175070"/>
                    </a:lnTo>
                    <a:lnTo>
                      <a:pt x="4246" y="178979"/>
                    </a:lnTo>
                    <a:lnTo>
                      <a:pt x="6898" y="182508"/>
                    </a:lnTo>
                    <a:lnTo>
                      <a:pt x="10082" y="185566"/>
                    </a:lnTo>
                    <a:lnTo>
                      <a:pt x="13716" y="188074"/>
                    </a:lnTo>
                    <a:lnTo>
                      <a:pt x="17704" y="189967"/>
                    </a:lnTo>
                    <a:lnTo>
                      <a:pt x="21944" y="191195"/>
                    </a:lnTo>
                    <a:lnTo>
                      <a:pt x="26327" y="19172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6775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74" name="tx374">
                <a:extLst>
                  <a:ext uri="{FF2B5EF4-FFF2-40B4-BE49-F238E27FC236}">
                    <a16:creationId xmlns:a16="http://schemas.microsoft.com/office/drawing/2014/main" id="{8A9313D4-BBC4-20E8-E7DF-0DFC58DCC35F}"/>
                  </a:ext>
                </a:extLst>
              </p:cNvPr>
              <p:cNvSpPr/>
              <p:nvPr/>
            </p:nvSpPr>
            <p:spPr>
              <a:xfrm>
                <a:off x="5277076" y="6264092"/>
                <a:ext cx="225856" cy="100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3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VIK</a:t>
                </a:r>
              </a:p>
            </p:txBody>
          </p:sp>
          <p:sp>
            <p:nvSpPr>
              <p:cNvPr id="375" name="rc375">
                <a:extLst>
                  <a:ext uri="{FF2B5EF4-FFF2-40B4-BE49-F238E27FC236}">
                    <a16:creationId xmlns:a16="http://schemas.microsoft.com/office/drawing/2014/main" id="{9BB514B3-0771-1CD7-DD77-143F01521D80}"/>
                  </a:ext>
                </a:extLst>
              </p:cNvPr>
              <p:cNvSpPr/>
              <p:nvPr/>
            </p:nvSpPr>
            <p:spPr>
              <a:xfrm>
                <a:off x="4751569" y="4976262"/>
                <a:ext cx="2184636" cy="2846169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376" name="tx376">
                <a:extLst>
                  <a:ext uri="{FF2B5EF4-FFF2-40B4-BE49-F238E27FC236}">
                    <a16:creationId xmlns:a16="http://schemas.microsoft.com/office/drawing/2014/main" id="{20AE724A-AEF8-F6BC-DD93-EAF1EEE90262}"/>
                  </a:ext>
                </a:extLst>
              </p:cNvPr>
              <p:cNvSpPr/>
              <p:nvPr/>
            </p:nvSpPr>
            <p:spPr>
              <a:xfrm>
                <a:off x="4439216" y="7652369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54</a:t>
                </a:r>
              </a:p>
            </p:txBody>
          </p:sp>
          <p:sp>
            <p:nvSpPr>
              <p:cNvPr id="377" name="tx377">
                <a:extLst>
                  <a:ext uri="{FF2B5EF4-FFF2-40B4-BE49-F238E27FC236}">
                    <a16:creationId xmlns:a16="http://schemas.microsoft.com/office/drawing/2014/main" id="{F517689A-B8D5-D094-2394-742C30B1D241}"/>
                  </a:ext>
                </a:extLst>
              </p:cNvPr>
              <p:cNvSpPr/>
              <p:nvPr/>
            </p:nvSpPr>
            <p:spPr>
              <a:xfrm>
                <a:off x="4563574" y="7633898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78" name="tx378">
                <a:extLst>
                  <a:ext uri="{FF2B5EF4-FFF2-40B4-BE49-F238E27FC236}">
                    <a16:creationId xmlns:a16="http://schemas.microsoft.com/office/drawing/2014/main" id="{7B26837D-45B9-FA11-A838-40DEEA9A66E0}"/>
                  </a:ext>
                </a:extLst>
              </p:cNvPr>
              <p:cNvSpPr/>
              <p:nvPr/>
            </p:nvSpPr>
            <p:spPr>
              <a:xfrm>
                <a:off x="4608288" y="7652369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79" name="tx379">
                <a:extLst>
                  <a:ext uri="{FF2B5EF4-FFF2-40B4-BE49-F238E27FC236}">
                    <a16:creationId xmlns:a16="http://schemas.microsoft.com/office/drawing/2014/main" id="{63AE8FC0-A013-3EC4-9EA5-A593C76C7ADB}"/>
                  </a:ext>
                </a:extLst>
              </p:cNvPr>
              <p:cNvSpPr/>
              <p:nvPr/>
            </p:nvSpPr>
            <p:spPr>
              <a:xfrm>
                <a:off x="4439216" y="728273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55</a:t>
                </a:r>
              </a:p>
            </p:txBody>
          </p:sp>
          <p:sp>
            <p:nvSpPr>
              <p:cNvPr id="380" name="tx380">
                <a:extLst>
                  <a:ext uri="{FF2B5EF4-FFF2-40B4-BE49-F238E27FC236}">
                    <a16:creationId xmlns:a16="http://schemas.microsoft.com/office/drawing/2014/main" id="{10E2979D-C6D2-3F35-EB0B-BBEEA42CAF86}"/>
                  </a:ext>
                </a:extLst>
              </p:cNvPr>
              <p:cNvSpPr/>
              <p:nvPr/>
            </p:nvSpPr>
            <p:spPr>
              <a:xfrm>
                <a:off x="4563574" y="726426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81" name="tx381">
                <a:extLst>
                  <a:ext uri="{FF2B5EF4-FFF2-40B4-BE49-F238E27FC236}">
                    <a16:creationId xmlns:a16="http://schemas.microsoft.com/office/drawing/2014/main" id="{CAC954A2-764A-A1BE-9DCB-ACDD915D3F3A}"/>
                  </a:ext>
                </a:extLst>
              </p:cNvPr>
              <p:cNvSpPr/>
              <p:nvPr/>
            </p:nvSpPr>
            <p:spPr>
              <a:xfrm>
                <a:off x="4608288" y="7282737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82" name="tx382">
                <a:extLst>
                  <a:ext uri="{FF2B5EF4-FFF2-40B4-BE49-F238E27FC236}">
                    <a16:creationId xmlns:a16="http://schemas.microsoft.com/office/drawing/2014/main" id="{88A6D8A2-36BC-CBD6-E51E-F1DE10A001D4}"/>
                  </a:ext>
                </a:extLst>
              </p:cNvPr>
              <p:cNvSpPr/>
              <p:nvPr/>
            </p:nvSpPr>
            <p:spPr>
              <a:xfrm>
                <a:off x="4439216" y="691328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56</a:t>
                </a:r>
              </a:p>
            </p:txBody>
          </p:sp>
          <p:sp>
            <p:nvSpPr>
              <p:cNvPr id="383" name="tx383">
                <a:extLst>
                  <a:ext uri="{FF2B5EF4-FFF2-40B4-BE49-F238E27FC236}">
                    <a16:creationId xmlns:a16="http://schemas.microsoft.com/office/drawing/2014/main" id="{0F5C1514-847F-B7D4-948D-BDE959159CF4}"/>
                  </a:ext>
                </a:extLst>
              </p:cNvPr>
              <p:cNvSpPr/>
              <p:nvPr/>
            </p:nvSpPr>
            <p:spPr>
              <a:xfrm>
                <a:off x="4563574" y="689481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84" name="tx384">
                <a:extLst>
                  <a:ext uri="{FF2B5EF4-FFF2-40B4-BE49-F238E27FC236}">
                    <a16:creationId xmlns:a16="http://schemas.microsoft.com/office/drawing/2014/main" id="{3111CDF1-31ED-6336-8DCC-2915F7FE57AB}"/>
                  </a:ext>
                </a:extLst>
              </p:cNvPr>
              <p:cNvSpPr/>
              <p:nvPr/>
            </p:nvSpPr>
            <p:spPr>
              <a:xfrm>
                <a:off x="4608288" y="6913287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85" name="tx385">
                <a:extLst>
                  <a:ext uri="{FF2B5EF4-FFF2-40B4-BE49-F238E27FC236}">
                    <a16:creationId xmlns:a16="http://schemas.microsoft.com/office/drawing/2014/main" id="{A40EBAB4-ADD6-8D60-AD7E-FBCCF47087CC}"/>
                  </a:ext>
                </a:extLst>
              </p:cNvPr>
              <p:cNvSpPr/>
              <p:nvPr/>
            </p:nvSpPr>
            <p:spPr>
              <a:xfrm>
                <a:off x="4439216" y="6543472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57</a:t>
                </a:r>
              </a:p>
            </p:txBody>
          </p:sp>
          <p:sp>
            <p:nvSpPr>
              <p:cNvPr id="386" name="tx386">
                <a:extLst>
                  <a:ext uri="{FF2B5EF4-FFF2-40B4-BE49-F238E27FC236}">
                    <a16:creationId xmlns:a16="http://schemas.microsoft.com/office/drawing/2014/main" id="{BEBC5234-0D9E-5E17-3E9C-6AC0A20FC810}"/>
                  </a:ext>
                </a:extLst>
              </p:cNvPr>
              <p:cNvSpPr/>
              <p:nvPr/>
            </p:nvSpPr>
            <p:spPr>
              <a:xfrm>
                <a:off x="4563574" y="6525001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87" name="tx387">
                <a:extLst>
                  <a:ext uri="{FF2B5EF4-FFF2-40B4-BE49-F238E27FC236}">
                    <a16:creationId xmlns:a16="http://schemas.microsoft.com/office/drawing/2014/main" id="{35BF6DE8-4975-3103-985E-EC0DB340956D}"/>
                  </a:ext>
                </a:extLst>
              </p:cNvPr>
              <p:cNvSpPr/>
              <p:nvPr/>
            </p:nvSpPr>
            <p:spPr>
              <a:xfrm>
                <a:off x="4608288" y="6543472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88" name="tx388">
                <a:extLst>
                  <a:ext uri="{FF2B5EF4-FFF2-40B4-BE49-F238E27FC236}">
                    <a16:creationId xmlns:a16="http://schemas.microsoft.com/office/drawing/2014/main" id="{AAC80BB2-5C7A-BFB2-3A14-23967B28A70B}"/>
                  </a:ext>
                </a:extLst>
              </p:cNvPr>
              <p:cNvSpPr/>
              <p:nvPr/>
            </p:nvSpPr>
            <p:spPr>
              <a:xfrm>
                <a:off x="4439216" y="6174023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58</a:t>
                </a:r>
              </a:p>
            </p:txBody>
          </p:sp>
          <p:sp>
            <p:nvSpPr>
              <p:cNvPr id="389" name="tx389">
                <a:extLst>
                  <a:ext uri="{FF2B5EF4-FFF2-40B4-BE49-F238E27FC236}">
                    <a16:creationId xmlns:a16="http://schemas.microsoft.com/office/drawing/2014/main" id="{1183A5F9-A403-7496-87B1-55D8B4E0D6A7}"/>
                  </a:ext>
                </a:extLst>
              </p:cNvPr>
              <p:cNvSpPr/>
              <p:nvPr/>
            </p:nvSpPr>
            <p:spPr>
              <a:xfrm>
                <a:off x="4563574" y="6155552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90" name="tx390">
                <a:extLst>
                  <a:ext uri="{FF2B5EF4-FFF2-40B4-BE49-F238E27FC236}">
                    <a16:creationId xmlns:a16="http://schemas.microsoft.com/office/drawing/2014/main" id="{A7D9FF89-9E66-CAAF-A824-601A130A77A3}"/>
                  </a:ext>
                </a:extLst>
              </p:cNvPr>
              <p:cNvSpPr/>
              <p:nvPr/>
            </p:nvSpPr>
            <p:spPr>
              <a:xfrm>
                <a:off x="4608288" y="6174023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91" name="tx391">
                <a:extLst>
                  <a:ext uri="{FF2B5EF4-FFF2-40B4-BE49-F238E27FC236}">
                    <a16:creationId xmlns:a16="http://schemas.microsoft.com/office/drawing/2014/main" id="{BA92B1EE-8B9F-D207-AA1E-4F13E8D4D1C0}"/>
                  </a:ext>
                </a:extLst>
              </p:cNvPr>
              <p:cNvSpPr/>
              <p:nvPr/>
            </p:nvSpPr>
            <p:spPr>
              <a:xfrm>
                <a:off x="4439216" y="5804390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59</a:t>
                </a:r>
              </a:p>
            </p:txBody>
          </p:sp>
          <p:sp>
            <p:nvSpPr>
              <p:cNvPr id="392" name="tx392">
                <a:extLst>
                  <a:ext uri="{FF2B5EF4-FFF2-40B4-BE49-F238E27FC236}">
                    <a16:creationId xmlns:a16="http://schemas.microsoft.com/office/drawing/2014/main" id="{58135358-2784-106B-0289-4D306CE158E4}"/>
                  </a:ext>
                </a:extLst>
              </p:cNvPr>
              <p:cNvSpPr/>
              <p:nvPr/>
            </p:nvSpPr>
            <p:spPr>
              <a:xfrm>
                <a:off x="4563574" y="5785919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93" name="tx393">
                <a:extLst>
                  <a:ext uri="{FF2B5EF4-FFF2-40B4-BE49-F238E27FC236}">
                    <a16:creationId xmlns:a16="http://schemas.microsoft.com/office/drawing/2014/main" id="{F4F3DEB5-2A0B-C59A-D976-103E480F650F}"/>
                  </a:ext>
                </a:extLst>
              </p:cNvPr>
              <p:cNvSpPr/>
              <p:nvPr/>
            </p:nvSpPr>
            <p:spPr>
              <a:xfrm>
                <a:off x="4608288" y="5804390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94" name="tx394">
                <a:extLst>
                  <a:ext uri="{FF2B5EF4-FFF2-40B4-BE49-F238E27FC236}">
                    <a16:creationId xmlns:a16="http://schemas.microsoft.com/office/drawing/2014/main" id="{63A2353C-97FB-DD04-9D7E-A3D7B1224CEA}"/>
                  </a:ext>
                </a:extLst>
              </p:cNvPr>
              <p:cNvSpPr/>
              <p:nvPr/>
            </p:nvSpPr>
            <p:spPr>
              <a:xfrm>
                <a:off x="4439216" y="5434758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60</a:t>
                </a:r>
              </a:p>
            </p:txBody>
          </p:sp>
          <p:sp>
            <p:nvSpPr>
              <p:cNvPr id="395" name="tx395">
                <a:extLst>
                  <a:ext uri="{FF2B5EF4-FFF2-40B4-BE49-F238E27FC236}">
                    <a16:creationId xmlns:a16="http://schemas.microsoft.com/office/drawing/2014/main" id="{CEE55B2F-0930-4DD4-F29B-94EE25FBB4E3}"/>
                  </a:ext>
                </a:extLst>
              </p:cNvPr>
              <p:cNvSpPr/>
              <p:nvPr/>
            </p:nvSpPr>
            <p:spPr>
              <a:xfrm>
                <a:off x="4563574" y="5416287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96" name="tx396">
                <a:extLst>
                  <a:ext uri="{FF2B5EF4-FFF2-40B4-BE49-F238E27FC236}">
                    <a16:creationId xmlns:a16="http://schemas.microsoft.com/office/drawing/2014/main" id="{5D1D71B5-C62B-DEEC-102B-9EBD5FF60CD0}"/>
                  </a:ext>
                </a:extLst>
              </p:cNvPr>
              <p:cNvSpPr/>
              <p:nvPr/>
            </p:nvSpPr>
            <p:spPr>
              <a:xfrm>
                <a:off x="4608288" y="5434758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397" name="tx397">
                <a:extLst>
                  <a:ext uri="{FF2B5EF4-FFF2-40B4-BE49-F238E27FC236}">
                    <a16:creationId xmlns:a16="http://schemas.microsoft.com/office/drawing/2014/main" id="{07541338-53C3-7C36-FA09-A026724BD898}"/>
                  </a:ext>
                </a:extLst>
              </p:cNvPr>
              <p:cNvSpPr/>
              <p:nvPr/>
            </p:nvSpPr>
            <p:spPr>
              <a:xfrm>
                <a:off x="4439216" y="5065126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61</a:t>
                </a:r>
              </a:p>
            </p:txBody>
          </p:sp>
          <p:sp>
            <p:nvSpPr>
              <p:cNvPr id="398" name="tx398">
                <a:extLst>
                  <a:ext uri="{FF2B5EF4-FFF2-40B4-BE49-F238E27FC236}">
                    <a16:creationId xmlns:a16="http://schemas.microsoft.com/office/drawing/2014/main" id="{005DB28C-A61E-2B96-9839-B7DCA0CF9181}"/>
                  </a:ext>
                </a:extLst>
              </p:cNvPr>
              <p:cNvSpPr/>
              <p:nvPr/>
            </p:nvSpPr>
            <p:spPr>
              <a:xfrm>
                <a:off x="4563574" y="5046655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399" name="tx399">
                <a:extLst>
                  <a:ext uri="{FF2B5EF4-FFF2-40B4-BE49-F238E27FC236}">
                    <a16:creationId xmlns:a16="http://schemas.microsoft.com/office/drawing/2014/main" id="{61AF8E30-FA5C-E44A-A5C4-23260621D38C}"/>
                  </a:ext>
                </a:extLst>
              </p:cNvPr>
              <p:cNvSpPr/>
              <p:nvPr/>
            </p:nvSpPr>
            <p:spPr>
              <a:xfrm>
                <a:off x="4608288" y="5065126"/>
                <a:ext cx="8065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N</a:t>
                </a:r>
              </a:p>
            </p:txBody>
          </p:sp>
          <p:sp>
            <p:nvSpPr>
              <p:cNvPr id="400" name="pl400">
                <a:extLst>
                  <a:ext uri="{FF2B5EF4-FFF2-40B4-BE49-F238E27FC236}">
                    <a16:creationId xmlns:a16="http://schemas.microsoft.com/office/drawing/2014/main" id="{5FCFC77A-8A3D-4EC9-0C43-FEBFCDEA916B}"/>
                  </a:ext>
                </a:extLst>
              </p:cNvPr>
              <p:cNvSpPr/>
              <p:nvPr/>
            </p:nvSpPr>
            <p:spPr>
              <a:xfrm>
                <a:off x="4716774" y="7693060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1" name="pl401">
                <a:extLst>
                  <a:ext uri="{FF2B5EF4-FFF2-40B4-BE49-F238E27FC236}">
                    <a16:creationId xmlns:a16="http://schemas.microsoft.com/office/drawing/2014/main" id="{7936EE4F-7984-540E-4283-5121917F0D51}"/>
                  </a:ext>
                </a:extLst>
              </p:cNvPr>
              <p:cNvSpPr/>
              <p:nvPr/>
            </p:nvSpPr>
            <p:spPr>
              <a:xfrm>
                <a:off x="4716774" y="7323428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2" name="pl402">
                <a:extLst>
                  <a:ext uri="{FF2B5EF4-FFF2-40B4-BE49-F238E27FC236}">
                    <a16:creationId xmlns:a16="http://schemas.microsoft.com/office/drawing/2014/main" id="{5F6210FE-1045-6693-0FD5-EAB241124888}"/>
                  </a:ext>
                </a:extLst>
              </p:cNvPr>
              <p:cNvSpPr/>
              <p:nvPr/>
            </p:nvSpPr>
            <p:spPr>
              <a:xfrm>
                <a:off x="4716774" y="6953795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3" name="pl403">
                <a:extLst>
                  <a:ext uri="{FF2B5EF4-FFF2-40B4-BE49-F238E27FC236}">
                    <a16:creationId xmlns:a16="http://schemas.microsoft.com/office/drawing/2014/main" id="{AF10C787-969B-D855-C75E-63C4F91AACCC}"/>
                  </a:ext>
                </a:extLst>
              </p:cNvPr>
              <p:cNvSpPr/>
              <p:nvPr/>
            </p:nvSpPr>
            <p:spPr>
              <a:xfrm>
                <a:off x="4716774" y="658416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4" name="pl404">
                <a:extLst>
                  <a:ext uri="{FF2B5EF4-FFF2-40B4-BE49-F238E27FC236}">
                    <a16:creationId xmlns:a16="http://schemas.microsoft.com/office/drawing/2014/main" id="{CFD95004-D9C0-2BB9-210F-649308D39A87}"/>
                  </a:ext>
                </a:extLst>
              </p:cNvPr>
              <p:cNvSpPr/>
              <p:nvPr/>
            </p:nvSpPr>
            <p:spPr>
              <a:xfrm>
                <a:off x="4716774" y="6214531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5" name="pl405">
                <a:extLst>
                  <a:ext uri="{FF2B5EF4-FFF2-40B4-BE49-F238E27FC236}">
                    <a16:creationId xmlns:a16="http://schemas.microsoft.com/office/drawing/2014/main" id="{B5BB1F48-8F22-6F80-2CED-B5A58D17169C}"/>
                  </a:ext>
                </a:extLst>
              </p:cNvPr>
              <p:cNvSpPr/>
              <p:nvPr/>
            </p:nvSpPr>
            <p:spPr>
              <a:xfrm>
                <a:off x="4716774" y="5844898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6" name="pl406">
                <a:extLst>
                  <a:ext uri="{FF2B5EF4-FFF2-40B4-BE49-F238E27FC236}">
                    <a16:creationId xmlns:a16="http://schemas.microsoft.com/office/drawing/2014/main" id="{14B7474D-4237-6D75-B682-07176EB5B9F0}"/>
                  </a:ext>
                </a:extLst>
              </p:cNvPr>
              <p:cNvSpPr/>
              <p:nvPr/>
            </p:nvSpPr>
            <p:spPr>
              <a:xfrm>
                <a:off x="4716774" y="5475266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7" name="pl407">
                <a:extLst>
                  <a:ext uri="{FF2B5EF4-FFF2-40B4-BE49-F238E27FC236}">
                    <a16:creationId xmlns:a16="http://schemas.microsoft.com/office/drawing/2014/main" id="{ED78A8F9-7B0A-7368-4847-3EE41F99113F}"/>
                  </a:ext>
                </a:extLst>
              </p:cNvPr>
              <p:cNvSpPr/>
              <p:nvPr/>
            </p:nvSpPr>
            <p:spPr>
              <a:xfrm>
                <a:off x="4716774" y="510563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8" name="pl408">
                <a:extLst>
                  <a:ext uri="{FF2B5EF4-FFF2-40B4-BE49-F238E27FC236}">
                    <a16:creationId xmlns:a16="http://schemas.microsoft.com/office/drawing/2014/main" id="{317C0376-759D-0E9C-0333-7A7B80394E98}"/>
                  </a:ext>
                </a:extLst>
              </p:cNvPr>
              <p:cNvSpPr/>
              <p:nvPr/>
            </p:nvSpPr>
            <p:spPr>
              <a:xfrm>
                <a:off x="4850870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09" name="pl409">
                <a:extLst>
                  <a:ext uri="{FF2B5EF4-FFF2-40B4-BE49-F238E27FC236}">
                    <a16:creationId xmlns:a16="http://schemas.microsoft.com/office/drawing/2014/main" id="{F823040C-7150-0D1D-8202-A8C439CEA227}"/>
                  </a:ext>
                </a:extLst>
              </p:cNvPr>
              <p:cNvSpPr/>
              <p:nvPr/>
            </p:nvSpPr>
            <p:spPr>
              <a:xfrm>
                <a:off x="5248077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10" name="pl410">
                <a:extLst>
                  <a:ext uri="{FF2B5EF4-FFF2-40B4-BE49-F238E27FC236}">
                    <a16:creationId xmlns:a16="http://schemas.microsoft.com/office/drawing/2014/main" id="{0067D84E-B876-1FA1-041D-7670D7E3D3DB}"/>
                  </a:ext>
                </a:extLst>
              </p:cNvPr>
              <p:cNvSpPr/>
              <p:nvPr/>
            </p:nvSpPr>
            <p:spPr>
              <a:xfrm>
                <a:off x="5645284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11" name="pl411">
                <a:extLst>
                  <a:ext uri="{FF2B5EF4-FFF2-40B4-BE49-F238E27FC236}">
                    <a16:creationId xmlns:a16="http://schemas.microsoft.com/office/drawing/2014/main" id="{E192793C-ABE5-25C6-D6A4-35D41752D524}"/>
                  </a:ext>
                </a:extLst>
              </p:cNvPr>
              <p:cNvSpPr/>
              <p:nvPr/>
            </p:nvSpPr>
            <p:spPr>
              <a:xfrm>
                <a:off x="6042490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12" name="pl412">
                <a:extLst>
                  <a:ext uri="{FF2B5EF4-FFF2-40B4-BE49-F238E27FC236}">
                    <a16:creationId xmlns:a16="http://schemas.microsoft.com/office/drawing/2014/main" id="{D8C29320-9E36-884F-6987-B50C1EE44C20}"/>
                  </a:ext>
                </a:extLst>
              </p:cNvPr>
              <p:cNvSpPr/>
              <p:nvPr/>
            </p:nvSpPr>
            <p:spPr>
              <a:xfrm>
                <a:off x="6439697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13" name="pl413">
                <a:extLst>
                  <a:ext uri="{FF2B5EF4-FFF2-40B4-BE49-F238E27FC236}">
                    <a16:creationId xmlns:a16="http://schemas.microsoft.com/office/drawing/2014/main" id="{5C2013E2-A211-C06D-A4DB-FD08EE86160D}"/>
                  </a:ext>
                </a:extLst>
              </p:cNvPr>
              <p:cNvSpPr/>
              <p:nvPr/>
            </p:nvSpPr>
            <p:spPr>
              <a:xfrm>
                <a:off x="6836903" y="7822431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14" name="tx414">
                <a:extLst>
                  <a:ext uri="{FF2B5EF4-FFF2-40B4-BE49-F238E27FC236}">
                    <a16:creationId xmlns:a16="http://schemas.microsoft.com/office/drawing/2014/main" id="{302B35EC-7484-939C-6C6A-8B177330B849}"/>
                  </a:ext>
                </a:extLst>
              </p:cNvPr>
              <p:cNvSpPr/>
              <p:nvPr/>
            </p:nvSpPr>
            <p:spPr>
              <a:xfrm>
                <a:off x="4729072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10</a:t>
                </a:r>
              </a:p>
            </p:txBody>
          </p:sp>
          <p:sp>
            <p:nvSpPr>
              <p:cNvPr id="415" name="tx415">
                <a:extLst>
                  <a:ext uri="{FF2B5EF4-FFF2-40B4-BE49-F238E27FC236}">
                    <a16:creationId xmlns:a16="http://schemas.microsoft.com/office/drawing/2014/main" id="{4777111A-BFBA-FB7E-3DC3-B46761DFCC91}"/>
                  </a:ext>
                </a:extLst>
              </p:cNvPr>
              <p:cNvSpPr/>
              <p:nvPr/>
            </p:nvSpPr>
            <p:spPr>
              <a:xfrm>
                <a:off x="4853431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16" name="tx416">
                <a:extLst>
                  <a:ext uri="{FF2B5EF4-FFF2-40B4-BE49-F238E27FC236}">
                    <a16:creationId xmlns:a16="http://schemas.microsoft.com/office/drawing/2014/main" id="{1FAE340F-EBC4-DB66-B2B3-4B98DB52D096}"/>
                  </a:ext>
                </a:extLst>
              </p:cNvPr>
              <p:cNvSpPr/>
              <p:nvPr/>
            </p:nvSpPr>
            <p:spPr>
              <a:xfrm>
                <a:off x="4898145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17" name="tx417">
                <a:extLst>
                  <a:ext uri="{FF2B5EF4-FFF2-40B4-BE49-F238E27FC236}">
                    <a16:creationId xmlns:a16="http://schemas.microsoft.com/office/drawing/2014/main" id="{227C4DD2-6C28-844D-750B-D4CCC901E9F8}"/>
                  </a:ext>
                </a:extLst>
              </p:cNvPr>
              <p:cNvSpPr/>
              <p:nvPr/>
            </p:nvSpPr>
            <p:spPr>
              <a:xfrm>
                <a:off x="5126279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12</a:t>
                </a:r>
              </a:p>
            </p:txBody>
          </p:sp>
          <p:sp>
            <p:nvSpPr>
              <p:cNvPr id="418" name="tx418">
                <a:extLst>
                  <a:ext uri="{FF2B5EF4-FFF2-40B4-BE49-F238E27FC236}">
                    <a16:creationId xmlns:a16="http://schemas.microsoft.com/office/drawing/2014/main" id="{81C53C1A-8F4A-CC8B-77CC-93AD338BEA04}"/>
                  </a:ext>
                </a:extLst>
              </p:cNvPr>
              <p:cNvSpPr/>
              <p:nvPr/>
            </p:nvSpPr>
            <p:spPr>
              <a:xfrm>
                <a:off x="5250637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19" name="tx419">
                <a:extLst>
                  <a:ext uri="{FF2B5EF4-FFF2-40B4-BE49-F238E27FC236}">
                    <a16:creationId xmlns:a16="http://schemas.microsoft.com/office/drawing/2014/main" id="{3A06CBE0-7B10-075A-F434-BB74E2E0D46F}"/>
                  </a:ext>
                </a:extLst>
              </p:cNvPr>
              <p:cNvSpPr/>
              <p:nvPr/>
            </p:nvSpPr>
            <p:spPr>
              <a:xfrm>
                <a:off x="5295351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20" name="tx420">
                <a:extLst>
                  <a:ext uri="{FF2B5EF4-FFF2-40B4-BE49-F238E27FC236}">
                    <a16:creationId xmlns:a16="http://schemas.microsoft.com/office/drawing/2014/main" id="{26822AF4-B8FB-A4F9-B13A-D0B2378691CE}"/>
                  </a:ext>
                </a:extLst>
              </p:cNvPr>
              <p:cNvSpPr/>
              <p:nvPr/>
            </p:nvSpPr>
            <p:spPr>
              <a:xfrm>
                <a:off x="5523485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14</a:t>
                </a:r>
              </a:p>
            </p:txBody>
          </p:sp>
          <p:sp>
            <p:nvSpPr>
              <p:cNvPr id="421" name="tx421">
                <a:extLst>
                  <a:ext uri="{FF2B5EF4-FFF2-40B4-BE49-F238E27FC236}">
                    <a16:creationId xmlns:a16="http://schemas.microsoft.com/office/drawing/2014/main" id="{DADC9453-928F-5508-587A-A18BF36A9984}"/>
                  </a:ext>
                </a:extLst>
              </p:cNvPr>
              <p:cNvSpPr/>
              <p:nvPr/>
            </p:nvSpPr>
            <p:spPr>
              <a:xfrm>
                <a:off x="5647844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22" name="tx422">
                <a:extLst>
                  <a:ext uri="{FF2B5EF4-FFF2-40B4-BE49-F238E27FC236}">
                    <a16:creationId xmlns:a16="http://schemas.microsoft.com/office/drawing/2014/main" id="{8A32581D-D87C-9D4E-C2F5-CBFB769A273E}"/>
                  </a:ext>
                </a:extLst>
              </p:cNvPr>
              <p:cNvSpPr/>
              <p:nvPr/>
            </p:nvSpPr>
            <p:spPr>
              <a:xfrm>
                <a:off x="5692558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23" name="tx423">
                <a:extLst>
                  <a:ext uri="{FF2B5EF4-FFF2-40B4-BE49-F238E27FC236}">
                    <a16:creationId xmlns:a16="http://schemas.microsoft.com/office/drawing/2014/main" id="{027E6843-843A-B612-BF1F-366216946FA4}"/>
                  </a:ext>
                </a:extLst>
              </p:cNvPr>
              <p:cNvSpPr/>
              <p:nvPr/>
            </p:nvSpPr>
            <p:spPr>
              <a:xfrm>
                <a:off x="5920692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16</a:t>
                </a:r>
              </a:p>
            </p:txBody>
          </p:sp>
          <p:sp>
            <p:nvSpPr>
              <p:cNvPr id="424" name="tx424">
                <a:extLst>
                  <a:ext uri="{FF2B5EF4-FFF2-40B4-BE49-F238E27FC236}">
                    <a16:creationId xmlns:a16="http://schemas.microsoft.com/office/drawing/2014/main" id="{3DCBA15F-D0CC-8B77-F861-EE87ED956E51}"/>
                  </a:ext>
                </a:extLst>
              </p:cNvPr>
              <p:cNvSpPr/>
              <p:nvPr/>
            </p:nvSpPr>
            <p:spPr>
              <a:xfrm>
                <a:off x="6045051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25" name="tx425">
                <a:extLst>
                  <a:ext uri="{FF2B5EF4-FFF2-40B4-BE49-F238E27FC236}">
                    <a16:creationId xmlns:a16="http://schemas.microsoft.com/office/drawing/2014/main" id="{8910DF5F-F753-9AEC-E3C8-DFB89AE88C4C}"/>
                  </a:ext>
                </a:extLst>
              </p:cNvPr>
              <p:cNvSpPr/>
              <p:nvPr/>
            </p:nvSpPr>
            <p:spPr>
              <a:xfrm>
                <a:off x="6089765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26" name="tx426">
                <a:extLst>
                  <a:ext uri="{FF2B5EF4-FFF2-40B4-BE49-F238E27FC236}">
                    <a16:creationId xmlns:a16="http://schemas.microsoft.com/office/drawing/2014/main" id="{57A76B21-4AA5-F7E5-E1E5-DC879F15ABD8}"/>
                  </a:ext>
                </a:extLst>
              </p:cNvPr>
              <p:cNvSpPr/>
              <p:nvPr/>
            </p:nvSpPr>
            <p:spPr>
              <a:xfrm>
                <a:off x="6317899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18</a:t>
                </a:r>
              </a:p>
            </p:txBody>
          </p:sp>
          <p:sp>
            <p:nvSpPr>
              <p:cNvPr id="427" name="tx427">
                <a:extLst>
                  <a:ext uri="{FF2B5EF4-FFF2-40B4-BE49-F238E27FC236}">
                    <a16:creationId xmlns:a16="http://schemas.microsoft.com/office/drawing/2014/main" id="{BC0EB664-7160-A4EC-C707-9DE842B22842}"/>
                  </a:ext>
                </a:extLst>
              </p:cNvPr>
              <p:cNvSpPr/>
              <p:nvPr/>
            </p:nvSpPr>
            <p:spPr>
              <a:xfrm>
                <a:off x="6442257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28" name="tx428">
                <a:extLst>
                  <a:ext uri="{FF2B5EF4-FFF2-40B4-BE49-F238E27FC236}">
                    <a16:creationId xmlns:a16="http://schemas.microsoft.com/office/drawing/2014/main" id="{E3E1B26D-073E-5822-F164-91EBE72A3084}"/>
                  </a:ext>
                </a:extLst>
              </p:cNvPr>
              <p:cNvSpPr/>
              <p:nvPr/>
            </p:nvSpPr>
            <p:spPr>
              <a:xfrm>
                <a:off x="6486971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29" name="tx429">
                <a:extLst>
                  <a:ext uri="{FF2B5EF4-FFF2-40B4-BE49-F238E27FC236}">
                    <a16:creationId xmlns:a16="http://schemas.microsoft.com/office/drawing/2014/main" id="{01E406CB-A390-4387-6FEB-FF52D57B9269}"/>
                  </a:ext>
                </a:extLst>
              </p:cNvPr>
              <p:cNvSpPr/>
              <p:nvPr/>
            </p:nvSpPr>
            <p:spPr>
              <a:xfrm>
                <a:off x="6715105" y="7885427"/>
                <a:ext cx="12435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20</a:t>
                </a:r>
              </a:p>
            </p:txBody>
          </p:sp>
          <p:sp>
            <p:nvSpPr>
              <p:cNvPr id="430" name="tx430">
                <a:extLst>
                  <a:ext uri="{FF2B5EF4-FFF2-40B4-BE49-F238E27FC236}">
                    <a16:creationId xmlns:a16="http://schemas.microsoft.com/office/drawing/2014/main" id="{D8BE3826-5301-5B57-93F5-3061F78A7884}"/>
                  </a:ext>
                </a:extLst>
              </p:cNvPr>
              <p:cNvSpPr/>
              <p:nvPr/>
            </p:nvSpPr>
            <p:spPr>
              <a:xfrm>
                <a:off x="6839464" y="7866956"/>
                <a:ext cx="44714" cy="98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Symbol"/>
                    <a:cs typeface="Symbol"/>
                  </a:rPr>
                  <a:t>°</a:t>
                </a:r>
              </a:p>
            </p:txBody>
          </p:sp>
          <p:sp>
            <p:nvSpPr>
              <p:cNvPr id="431" name="tx431">
                <a:extLst>
                  <a:ext uri="{FF2B5EF4-FFF2-40B4-BE49-F238E27FC236}">
                    <a16:creationId xmlns:a16="http://schemas.microsoft.com/office/drawing/2014/main" id="{FA7E3A92-53D1-280C-7B96-0E26D0033A12}"/>
                  </a:ext>
                </a:extLst>
              </p:cNvPr>
              <p:cNvSpPr/>
              <p:nvPr/>
            </p:nvSpPr>
            <p:spPr>
              <a:xfrm>
                <a:off x="6884178" y="7885427"/>
                <a:ext cx="7452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E</a:t>
                </a:r>
              </a:p>
            </p:txBody>
          </p:sp>
          <p:sp>
            <p:nvSpPr>
              <p:cNvPr id="432" name="tx432">
                <a:extLst>
                  <a:ext uri="{FF2B5EF4-FFF2-40B4-BE49-F238E27FC236}">
                    <a16:creationId xmlns:a16="http://schemas.microsoft.com/office/drawing/2014/main" id="{A5595E02-F327-DF5A-A26D-22481884BEEB}"/>
                  </a:ext>
                </a:extLst>
              </p:cNvPr>
              <p:cNvSpPr/>
              <p:nvPr/>
            </p:nvSpPr>
            <p:spPr>
              <a:xfrm>
                <a:off x="5536923" y="8029241"/>
                <a:ext cx="613928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Longitude</a:t>
                </a:r>
              </a:p>
            </p:txBody>
          </p:sp>
          <p:sp>
            <p:nvSpPr>
              <p:cNvPr id="433" name="tx433">
                <a:extLst>
                  <a:ext uri="{FF2B5EF4-FFF2-40B4-BE49-F238E27FC236}">
                    <a16:creationId xmlns:a16="http://schemas.microsoft.com/office/drawing/2014/main" id="{C20D500F-F968-3515-B758-BDDCD7E9CFF2}"/>
                  </a:ext>
                </a:extLst>
              </p:cNvPr>
              <p:cNvSpPr/>
              <p:nvPr/>
            </p:nvSpPr>
            <p:spPr>
              <a:xfrm rot="16200000">
                <a:off x="4069375" y="6349329"/>
                <a:ext cx="497342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Latitude</a:t>
                </a:r>
              </a:p>
            </p:txBody>
          </p:sp>
          <p:sp>
            <p:nvSpPr>
              <p:cNvPr id="434" name="rc434">
                <a:extLst>
                  <a:ext uri="{FF2B5EF4-FFF2-40B4-BE49-F238E27FC236}">
                    <a16:creationId xmlns:a16="http://schemas.microsoft.com/office/drawing/2014/main" id="{E515DBC0-9732-4C58-EC22-53A4DE00A6E0}"/>
                  </a:ext>
                </a:extLst>
              </p:cNvPr>
              <p:cNvSpPr/>
              <p:nvPr/>
            </p:nvSpPr>
            <p:spPr>
              <a:xfrm>
                <a:off x="7075383" y="5680804"/>
                <a:ext cx="1000987" cy="143708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35" name="tx435">
                <a:extLst>
                  <a:ext uri="{FF2B5EF4-FFF2-40B4-BE49-F238E27FC236}">
                    <a16:creationId xmlns:a16="http://schemas.microsoft.com/office/drawing/2014/main" id="{12DB067F-A97F-0960-F3FC-FE386E4B34A5}"/>
                  </a:ext>
                </a:extLst>
              </p:cNvPr>
              <p:cNvSpPr/>
              <p:nvPr/>
            </p:nvSpPr>
            <p:spPr>
              <a:xfrm>
                <a:off x="7144972" y="5765895"/>
                <a:ext cx="859536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Fitness Offset</a:t>
                </a:r>
              </a:p>
            </p:txBody>
          </p:sp>
          <p:pic>
            <p:nvPicPr>
              <p:cNvPr id="436" name="pic436">
                <a:extLst>
                  <a:ext uri="{FF2B5EF4-FFF2-40B4-BE49-F238E27FC236}">
                    <a16:creationId xmlns:a16="http://schemas.microsoft.com/office/drawing/2014/main" id="{D4C9FB95-8EE2-B030-2099-986655472CFA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144972" y="5951021"/>
                <a:ext cx="219455" cy="1097280"/>
              </a:xfrm>
              <a:prstGeom prst="rect">
                <a:avLst/>
              </a:prstGeom>
            </p:spPr>
          </p:pic>
          <p:sp>
            <p:nvSpPr>
              <p:cNvPr id="437" name="pl437">
                <a:extLst>
                  <a:ext uri="{FF2B5EF4-FFF2-40B4-BE49-F238E27FC236}">
                    <a16:creationId xmlns:a16="http://schemas.microsoft.com/office/drawing/2014/main" id="{3D58709F-2521-E88A-4E5A-3516B9B1698C}"/>
                  </a:ext>
                </a:extLst>
              </p:cNvPr>
              <p:cNvSpPr/>
              <p:nvPr/>
            </p:nvSpPr>
            <p:spPr>
              <a:xfrm>
                <a:off x="7320537" y="7046472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0" y="0"/>
                    </a:moveTo>
                    <a:lnTo>
                      <a:pt x="43891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38" name="pl438">
                <a:extLst>
                  <a:ext uri="{FF2B5EF4-FFF2-40B4-BE49-F238E27FC236}">
                    <a16:creationId xmlns:a16="http://schemas.microsoft.com/office/drawing/2014/main" id="{278492DF-B1D9-3D23-AB2A-AB6BF09EE8C5}"/>
                  </a:ext>
                </a:extLst>
              </p:cNvPr>
              <p:cNvSpPr/>
              <p:nvPr/>
            </p:nvSpPr>
            <p:spPr>
              <a:xfrm>
                <a:off x="7320537" y="6773066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0" y="0"/>
                    </a:moveTo>
                    <a:lnTo>
                      <a:pt x="43891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39" name="pl439">
                <a:extLst>
                  <a:ext uri="{FF2B5EF4-FFF2-40B4-BE49-F238E27FC236}">
                    <a16:creationId xmlns:a16="http://schemas.microsoft.com/office/drawing/2014/main" id="{9E97B286-1FEF-63AC-A8F7-F4967BB202C4}"/>
                  </a:ext>
                </a:extLst>
              </p:cNvPr>
              <p:cNvSpPr/>
              <p:nvPr/>
            </p:nvSpPr>
            <p:spPr>
              <a:xfrm>
                <a:off x="7320537" y="6499661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0" y="0"/>
                    </a:moveTo>
                    <a:lnTo>
                      <a:pt x="43891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0" name="pl440">
                <a:extLst>
                  <a:ext uri="{FF2B5EF4-FFF2-40B4-BE49-F238E27FC236}">
                    <a16:creationId xmlns:a16="http://schemas.microsoft.com/office/drawing/2014/main" id="{65EDB51F-24CE-E5F9-9F39-C45839FB31F1}"/>
                  </a:ext>
                </a:extLst>
              </p:cNvPr>
              <p:cNvSpPr/>
              <p:nvPr/>
            </p:nvSpPr>
            <p:spPr>
              <a:xfrm>
                <a:off x="7320537" y="6226255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0" y="0"/>
                    </a:moveTo>
                    <a:lnTo>
                      <a:pt x="43891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1" name="pl441">
                <a:extLst>
                  <a:ext uri="{FF2B5EF4-FFF2-40B4-BE49-F238E27FC236}">
                    <a16:creationId xmlns:a16="http://schemas.microsoft.com/office/drawing/2014/main" id="{387963B0-F1EA-6991-F470-46C1B2F7268B}"/>
                  </a:ext>
                </a:extLst>
              </p:cNvPr>
              <p:cNvSpPr/>
              <p:nvPr/>
            </p:nvSpPr>
            <p:spPr>
              <a:xfrm>
                <a:off x="7320537" y="5952849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0" y="0"/>
                    </a:moveTo>
                    <a:lnTo>
                      <a:pt x="43891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2" name="pl442">
                <a:extLst>
                  <a:ext uri="{FF2B5EF4-FFF2-40B4-BE49-F238E27FC236}">
                    <a16:creationId xmlns:a16="http://schemas.microsoft.com/office/drawing/2014/main" id="{B02B666B-D202-B21B-0B50-CA848CB12095}"/>
                  </a:ext>
                </a:extLst>
              </p:cNvPr>
              <p:cNvSpPr/>
              <p:nvPr/>
            </p:nvSpPr>
            <p:spPr>
              <a:xfrm>
                <a:off x="7144972" y="7046472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43891" y="0"/>
                    </a:moveTo>
                    <a:lnTo>
                      <a:pt x="0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3" name="pl443">
                <a:extLst>
                  <a:ext uri="{FF2B5EF4-FFF2-40B4-BE49-F238E27FC236}">
                    <a16:creationId xmlns:a16="http://schemas.microsoft.com/office/drawing/2014/main" id="{125EE73C-C0EA-7F20-B238-AE4C1F998750}"/>
                  </a:ext>
                </a:extLst>
              </p:cNvPr>
              <p:cNvSpPr/>
              <p:nvPr/>
            </p:nvSpPr>
            <p:spPr>
              <a:xfrm>
                <a:off x="7144972" y="6773066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43891" y="0"/>
                    </a:moveTo>
                    <a:lnTo>
                      <a:pt x="0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4" name="pl444">
                <a:extLst>
                  <a:ext uri="{FF2B5EF4-FFF2-40B4-BE49-F238E27FC236}">
                    <a16:creationId xmlns:a16="http://schemas.microsoft.com/office/drawing/2014/main" id="{31475626-DF0A-E372-62CB-77089F493A42}"/>
                  </a:ext>
                </a:extLst>
              </p:cNvPr>
              <p:cNvSpPr/>
              <p:nvPr/>
            </p:nvSpPr>
            <p:spPr>
              <a:xfrm>
                <a:off x="7144972" y="6499661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43891" y="0"/>
                    </a:moveTo>
                    <a:lnTo>
                      <a:pt x="0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5" name="pl445">
                <a:extLst>
                  <a:ext uri="{FF2B5EF4-FFF2-40B4-BE49-F238E27FC236}">
                    <a16:creationId xmlns:a16="http://schemas.microsoft.com/office/drawing/2014/main" id="{D1EA87F8-906B-3790-7B4E-68157FBFBFC4}"/>
                  </a:ext>
                </a:extLst>
              </p:cNvPr>
              <p:cNvSpPr/>
              <p:nvPr/>
            </p:nvSpPr>
            <p:spPr>
              <a:xfrm>
                <a:off x="7144972" y="6226255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43891" y="0"/>
                    </a:moveTo>
                    <a:lnTo>
                      <a:pt x="0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6" name="pl446">
                <a:extLst>
                  <a:ext uri="{FF2B5EF4-FFF2-40B4-BE49-F238E27FC236}">
                    <a16:creationId xmlns:a16="http://schemas.microsoft.com/office/drawing/2014/main" id="{94F66C47-125A-783E-53C9-820E98EDFC88}"/>
                  </a:ext>
                </a:extLst>
              </p:cNvPr>
              <p:cNvSpPr/>
              <p:nvPr/>
            </p:nvSpPr>
            <p:spPr>
              <a:xfrm>
                <a:off x="7144972" y="5952849"/>
                <a:ext cx="43891" cy="0"/>
              </a:xfrm>
              <a:custGeom>
                <a:avLst/>
                <a:gdLst/>
                <a:ahLst/>
                <a:cxnLst/>
                <a:rect l="0" t="0" r="0" b="0"/>
                <a:pathLst>
                  <a:path w="43891">
                    <a:moveTo>
                      <a:pt x="43891" y="0"/>
                    </a:moveTo>
                    <a:lnTo>
                      <a:pt x="0" y="0"/>
                    </a:lnTo>
                  </a:path>
                </a:pathLst>
              </a:custGeom>
              <a:ln w="4762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3600"/>
              </a:p>
            </p:txBody>
          </p:sp>
          <p:sp>
            <p:nvSpPr>
              <p:cNvPr id="447" name="tx447">
                <a:extLst>
                  <a:ext uri="{FF2B5EF4-FFF2-40B4-BE49-F238E27FC236}">
                    <a16:creationId xmlns:a16="http://schemas.microsoft.com/office/drawing/2014/main" id="{7FA1BAF8-E644-3687-992C-1391EA48ACD1}"/>
                  </a:ext>
                </a:extLst>
              </p:cNvPr>
              <p:cNvSpPr/>
              <p:nvPr/>
            </p:nvSpPr>
            <p:spPr>
              <a:xfrm>
                <a:off x="7434017" y="7006467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-1.00</a:t>
                </a:r>
              </a:p>
            </p:txBody>
          </p:sp>
          <p:sp>
            <p:nvSpPr>
              <p:cNvPr id="448" name="tx448">
                <a:extLst>
                  <a:ext uri="{FF2B5EF4-FFF2-40B4-BE49-F238E27FC236}">
                    <a16:creationId xmlns:a16="http://schemas.microsoft.com/office/drawing/2014/main" id="{7A184CE8-2224-C93F-EA9D-997E9A6322B3}"/>
                  </a:ext>
                </a:extLst>
              </p:cNvPr>
              <p:cNvSpPr/>
              <p:nvPr/>
            </p:nvSpPr>
            <p:spPr>
              <a:xfrm>
                <a:off x="7434017" y="6733061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-0.75</a:t>
                </a:r>
              </a:p>
            </p:txBody>
          </p:sp>
          <p:sp>
            <p:nvSpPr>
              <p:cNvPr id="449" name="tx449">
                <a:extLst>
                  <a:ext uri="{FF2B5EF4-FFF2-40B4-BE49-F238E27FC236}">
                    <a16:creationId xmlns:a16="http://schemas.microsoft.com/office/drawing/2014/main" id="{4B3C58B6-4802-EAFC-D2A2-6ECB60EBF50B}"/>
                  </a:ext>
                </a:extLst>
              </p:cNvPr>
              <p:cNvSpPr/>
              <p:nvPr/>
            </p:nvSpPr>
            <p:spPr>
              <a:xfrm>
                <a:off x="7434017" y="6459656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-0.50</a:t>
                </a:r>
              </a:p>
            </p:txBody>
          </p:sp>
          <p:sp>
            <p:nvSpPr>
              <p:cNvPr id="450" name="tx450">
                <a:extLst>
                  <a:ext uri="{FF2B5EF4-FFF2-40B4-BE49-F238E27FC236}">
                    <a16:creationId xmlns:a16="http://schemas.microsoft.com/office/drawing/2014/main" id="{E3B8069F-AA94-D0B3-5E39-FC08CFB34393}"/>
                  </a:ext>
                </a:extLst>
              </p:cNvPr>
              <p:cNvSpPr/>
              <p:nvPr/>
            </p:nvSpPr>
            <p:spPr>
              <a:xfrm>
                <a:off x="7434017" y="6186250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-0.25</a:t>
                </a:r>
              </a:p>
            </p:txBody>
          </p:sp>
          <p:sp>
            <p:nvSpPr>
              <p:cNvPr id="451" name="tx451">
                <a:extLst>
                  <a:ext uri="{FF2B5EF4-FFF2-40B4-BE49-F238E27FC236}">
                    <a16:creationId xmlns:a16="http://schemas.microsoft.com/office/drawing/2014/main" id="{E8C10CEC-8F1B-ACF8-495E-16D444C00018}"/>
                  </a:ext>
                </a:extLst>
              </p:cNvPr>
              <p:cNvSpPr/>
              <p:nvPr/>
            </p:nvSpPr>
            <p:spPr>
              <a:xfrm>
                <a:off x="7434017" y="5912844"/>
                <a:ext cx="21762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0.00</a:t>
                </a:r>
              </a:p>
            </p:txBody>
          </p:sp>
          <p:sp>
            <p:nvSpPr>
              <p:cNvPr id="606" name="tx302">
                <a:extLst>
                  <a:ext uri="{FF2B5EF4-FFF2-40B4-BE49-F238E27FC236}">
                    <a16:creationId xmlns:a16="http://schemas.microsoft.com/office/drawing/2014/main" id="{CC10D885-6D7C-F736-BF98-0FE74B38F456}"/>
                  </a:ext>
                </a:extLst>
              </p:cNvPr>
              <p:cNvSpPr/>
              <p:nvPr/>
            </p:nvSpPr>
            <p:spPr>
              <a:xfrm>
                <a:off x="4248015" y="4413536"/>
                <a:ext cx="3128995" cy="462753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(</a:t>
                </a:r>
                <a:r>
                  <a:rPr lang="en-US"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C</a:t>
                </a:r>
                <a:r>
                  <a:rPr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) </a:t>
                </a:r>
                <a:r>
                  <a:rPr lang="en-US"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Current</a:t>
                </a:r>
                <a:r>
                  <a:rPr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 Future Survival</a:t>
                </a:r>
                <a:r>
                  <a:rPr lang="en-US"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 Offset</a:t>
                </a:r>
                <a:r>
                  <a:rPr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 </a:t>
                </a:r>
                <a:endPara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  <a:p>
                <a:r>
                  <a:rPr lang="en-US" sz="14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      in Future Treatments</a:t>
                </a:r>
                <a:endPara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612" name="ph478">
              <a:extLst>
                <a:ext uri="{FF2B5EF4-FFF2-40B4-BE49-F238E27FC236}">
                  <a16:creationId xmlns:a16="http://schemas.microsoft.com/office/drawing/2014/main" id="{909C46B6-B9AB-09CA-7E30-7669C26EBED6}"/>
                </a:ext>
              </a:extLst>
            </p:cNvPr>
            <p:cNvSpPr/>
            <p:nvPr/>
          </p:nvSpPr>
          <p:spPr>
            <a:xfrm>
              <a:off x="4533731" y="4462272"/>
              <a:ext cx="968821" cy="1653339"/>
            </a:xfrm>
            <a:custGeom>
              <a:avLst/>
              <a:gdLst/>
              <a:ahLst/>
              <a:cxnLst/>
              <a:rect l="0" t="0" r="0" b="0"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449DFEEB-7545-92AB-F3EB-AB5B3580019D}"/>
              </a:ext>
            </a:extLst>
          </p:cNvPr>
          <p:cNvGrpSpPr/>
          <p:nvPr/>
        </p:nvGrpSpPr>
        <p:grpSpPr>
          <a:xfrm>
            <a:off x="8567936" y="4427984"/>
            <a:ext cx="4209489" cy="3922981"/>
            <a:chOff x="9880070" y="4431098"/>
            <a:chExt cx="4209489" cy="3922981"/>
          </a:xfrm>
        </p:grpSpPr>
        <p:sp>
          <p:nvSpPr>
            <p:cNvPr id="486" name="ph486">
              <a:extLst>
                <a:ext uri="{FF2B5EF4-FFF2-40B4-BE49-F238E27FC236}">
                  <a16:creationId xmlns:a16="http://schemas.microsoft.com/office/drawing/2014/main" id="{23A68EA1-0C11-A07A-00FF-6CBBCB8586A2}"/>
                </a:ext>
              </a:extLst>
            </p:cNvPr>
            <p:cNvSpPr/>
            <p:nvPr/>
          </p:nvSpPr>
          <p:spPr>
            <a:xfrm>
              <a:off x="11866103" y="4431098"/>
              <a:ext cx="914400" cy="1013954"/>
            </a:xfrm>
            <a:custGeom>
              <a:avLst/>
              <a:gdLst/>
              <a:ahLst/>
              <a:cxnLst/>
              <a:rect l="0" t="0" r="0" b="0"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8" name="ph478">
              <a:extLst>
                <a:ext uri="{FF2B5EF4-FFF2-40B4-BE49-F238E27FC236}">
                  <a16:creationId xmlns:a16="http://schemas.microsoft.com/office/drawing/2014/main" id="{EBFE7F36-B94F-7D1A-20FB-F482B795B402}"/>
                </a:ext>
              </a:extLst>
            </p:cNvPr>
            <p:cNvSpPr/>
            <p:nvPr/>
          </p:nvSpPr>
          <p:spPr>
            <a:xfrm>
              <a:off x="10337342" y="4453128"/>
              <a:ext cx="968821" cy="1653339"/>
            </a:xfrm>
            <a:custGeom>
              <a:avLst/>
              <a:gdLst/>
              <a:ahLst/>
              <a:cxnLst/>
              <a:rect l="0" t="0" r="0" b="0"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4" name="rc454">
              <a:extLst>
                <a:ext uri="{FF2B5EF4-FFF2-40B4-BE49-F238E27FC236}">
                  <a16:creationId xmlns:a16="http://schemas.microsoft.com/office/drawing/2014/main" id="{E446A4BB-EDE8-8D83-9A59-6D8C3CE8C9D6}"/>
                </a:ext>
              </a:extLst>
            </p:cNvPr>
            <p:cNvSpPr/>
            <p:nvPr/>
          </p:nvSpPr>
          <p:spPr>
            <a:xfrm>
              <a:off x="101420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7" name="ph487">
              <a:extLst>
                <a:ext uri="{FF2B5EF4-FFF2-40B4-BE49-F238E27FC236}">
                  <a16:creationId xmlns:a16="http://schemas.microsoft.com/office/drawing/2014/main" id="{8754BD4D-51FA-81AE-2000-552FE35D89FC}"/>
                </a:ext>
              </a:extLst>
            </p:cNvPr>
            <p:cNvSpPr/>
            <p:nvPr/>
          </p:nvSpPr>
          <p:spPr>
            <a:xfrm>
              <a:off x="11800064" y="4499970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4" name="rc584">
              <a:extLst>
                <a:ext uri="{FF2B5EF4-FFF2-40B4-BE49-F238E27FC236}">
                  <a16:creationId xmlns:a16="http://schemas.microsoft.com/office/drawing/2014/main" id="{5590FE61-046D-E48F-F0F6-8763FB089EE8}"/>
                </a:ext>
              </a:extLst>
            </p:cNvPr>
            <p:cNvSpPr/>
            <p:nvPr/>
          </p:nvSpPr>
          <p:spPr>
            <a:xfrm>
              <a:off x="13018983" y="5830169"/>
              <a:ext cx="1000987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586" name="tx586">
              <a:extLst>
                <a:ext uri="{FF2B5EF4-FFF2-40B4-BE49-F238E27FC236}">
                  <a16:creationId xmlns:a16="http://schemas.microsoft.com/office/drawing/2014/main" id="{28B24BBD-23AD-BBB7-7E13-A5401CB69AFD}"/>
                </a:ext>
              </a:extLst>
            </p:cNvPr>
            <p:cNvSpPr/>
            <p:nvPr/>
          </p:nvSpPr>
          <p:spPr>
            <a:xfrm>
              <a:off x="13088572" y="6066136"/>
              <a:ext cx="859536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sp>
          <p:nvSpPr>
            <p:cNvPr id="455" name="rc455">
              <a:extLst>
                <a:ext uri="{FF2B5EF4-FFF2-40B4-BE49-F238E27FC236}">
                  <a16:creationId xmlns:a16="http://schemas.microsoft.com/office/drawing/2014/main" id="{9F865035-27F8-954A-DB42-73E83DA06177}"/>
                </a:ext>
              </a:extLst>
            </p:cNvPr>
            <p:cNvSpPr/>
            <p:nvPr/>
          </p:nvSpPr>
          <p:spPr>
            <a:xfrm>
              <a:off x="10695169" y="5201065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456" name="pl456">
              <a:extLst>
                <a:ext uri="{FF2B5EF4-FFF2-40B4-BE49-F238E27FC236}">
                  <a16:creationId xmlns:a16="http://schemas.microsoft.com/office/drawing/2014/main" id="{43D83F59-EDC5-BB26-ACD4-D982C4CC865E}"/>
                </a:ext>
              </a:extLst>
            </p:cNvPr>
            <p:cNvSpPr/>
            <p:nvPr/>
          </p:nvSpPr>
          <p:spPr>
            <a:xfrm>
              <a:off x="10794470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7" name="pl457">
              <a:extLst>
                <a:ext uri="{FF2B5EF4-FFF2-40B4-BE49-F238E27FC236}">
                  <a16:creationId xmlns:a16="http://schemas.microsoft.com/office/drawing/2014/main" id="{41E959DD-AF86-B84A-707E-86E348C90D84}"/>
                </a:ext>
              </a:extLst>
            </p:cNvPr>
            <p:cNvSpPr/>
            <p:nvPr/>
          </p:nvSpPr>
          <p:spPr>
            <a:xfrm>
              <a:off x="11191677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8" name="pl458">
              <a:extLst>
                <a:ext uri="{FF2B5EF4-FFF2-40B4-BE49-F238E27FC236}">
                  <a16:creationId xmlns:a16="http://schemas.microsoft.com/office/drawing/2014/main" id="{9B0F0414-978A-FA0D-AABE-FF51D0072B0C}"/>
                </a:ext>
              </a:extLst>
            </p:cNvPr>
            <p:cNvSpPr/>
            <p:nvPr/>
          </p:nvSpPr>
          <p:spPr>
            <a:xfrm>
              <a:off x="11588884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9" name="pl459">
              <a:extLst>
                <a:ext uri="{FF2B5EF4-FFF2-40B4-BE49-F238E27FC236}">
                  <a16:creationId xmlns:a16="http://schemas.microsoft.com/office/drawing/2014/main" id="{18E43D6F-FEA6-CE21-64E3-ABE72F921825}"/>
                </a:ext>
              </a:extLst>
            </p:cNvPr>
            <p:cNvSpPr/>
            <p:nvPr/>
          </p:nvSpPr>
          <p:spPr>
            <a:xfrm>
              <a:off x="11986090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0" name="pl460">
              <a:extLst>
                <a:ext uri="{FF2B5EF4-FFF2-40B4-BE49-F238E27FC236}">
                  <a16:creationId xmlns:a16="http://schemas.microsoft.com/office/drawing/2014/main" id="{67BEB996-3E7F-5041-1F80-A1B13FBBB8E9}"/>
                </a:ext>
              </a:extLst>
            </p:cNvPr>
            <p:cNvSpPr/>
            <p:nvPr/>
          </p:nvSpPr>
          <p:spPr>
            <a:xfrm>
              <a:off x="12383297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1" name="pl461">
              <a:extLst>
                <a:ext uri="{FF2B5EF4-FFF2-40B4-BE49-F238E27FC236}">
                  <a16:creationId xmlns:a16="http://schemas.microsoft.com/office/drawing/2014/main" id="{96F9DCA1-A966-C9DE-BC08-57C0778289F1}"/>
                </a:ext>
              </a:extLst>
            </p:cNvPr>
            <p:cNvSpPr/>
            <p:nvPr/>
          </p:nvSpPr>
          <p:spPr>
            <a:xfrm>
              <a:off x="12780503" y="5201065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2" name="pl462">
              <a:extLst>
                <a:ext uri="{FF2B5EF4-FFF2-40B4-BE49-F238E27FC236}">
                  <a16:creationId xmlns:a16="http://schemas.microsoft.com/office/drawing/2014/main" id="{9A204EBD-B7B9-A96C-247D-1F4D0BAB23EF}"/>
                </a:ext>
              </a:extLst>
            </p:cNvPr>
            <p:cNvSpPr/>
            <p:nvPr/>
          </p:nvSpPr>
          <p:spPr>
            <a:xfrm>
              <a:off x="10695169" y="7917863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3" name="pl463">
              <a:extLst>
                <a:ext uri="{FF2B5EF4-FFF2-40B4-BE49-F238E27FC236}">
                  <a16:creationId xmlns:a16="http://schemas.microsoft.com/office/drawing/2014/main" id="{3C42B0A4-FB34-C062-AA89-317A88E4A0EB}"/>
                </a:ext>
              </a:extLst>
            </p:cNvPr>
            <p:cNvSpPr/>
            <p:nvPr/>
          </p:nvSpPr>
          <p:spPr>
            <a:xfrm>
              <a:off x="10695169" y="7548231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4" name="pl464">
              <a:extLst>
                <a:ext uri="{FF2B5EF4-FFF2-40B4-BE49-F238E27FC236}">
                  <a16:creationId xmlns:a16="http://schemas.microsoft.com/office/drawing/2014/main" id="{31720568-70C9-D46D-373C-078C3C211AA8}"/>
                </a:ext>
              </a:extLst>
            </p:cNvPr>
            <p:cNvSpPr/>
            <p:nvPr/>
          </p:nvSpPr>
          <p:spPr>
            <a:xfrm>
              <a:off x="10695169" y="7178598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5" name="pl465">
              <a:extLst>
                <a:ext uri="{FF2B5EF4-FFF2-40B4-BE49-F238E27FC236}">
                  <a16:creationId xmlns:a16="http://schemas.microsoft.com/office/drawing/2014/main" id="{8D07E121-6596-427E-4BB0-F146C3CD9B39}"/>
                </a:ext>
              </a:extLst>
            </p:cNvPr>
            <p:cNvSpPr/>
            <p:nvPr/>
          </p:nvSpPr>
          <p:spPr>
            <a:xfrm>
              <a:off x="10695169" y="6808966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6" name="pl466">
              <a:extLst>
                <a:ext uri="{FF2B5EF4-FFF2-40B4-BE49-F238E27FC236}">
                  <a16:creationId xmlns:a16="http://schemas.microsoft.com/office/drawing/2014/main" id="{B8C10D71-6F3E-A3C1-1140-4865038649AA}"/>
                </a:ext>
              </a:extLst>
            </p:cNvPr>
            <p:cNvSpPr/>
            <p:nvPr/>
          </p:nvSpPr>
          <p:spPr>
            <a:xfrm>
              <a:off x="10695169" y="6439334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7" name="pl467">
              <a:extLst>
                <a:ext uri="{FF2B5EF4-FFF2-40B4-BE49-F238E27FC236}">
                  <a16:creationId xmlns:a16="http://schemas.microsoft.com/office/drawing/2014/main" id="{60C0EDE6-7A94-529A-6119-7494510E97B8}"/>
                </a:ext>
              </a:extLst>
            </p:cNvPr>
            <p:cNvSpPr/>
            <p:nvPr/>
          </p:nvSpPr>
          <p:spPr>
            <a:xfrm>
              <a:off x="10695169" y="6069701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8" name="pl468">
              <a:extLst>
                <a:ext uri="{FF2B5EF4-FFF2-40B4-BE49-F238E27FC236}">
                  <a16:creationId xmlns:a16="http://schemas.microsoft.com/office/drawing/2014/main" id="{D23416B2-2587-29EC-A8CC-F5770B19E280}"/>
                </a:ext>
              </a:extLst>
            </p:cNvPr>
            <p:cNvSpPr/>
            <p:nvPr/>
          </p:nvSpPr>
          <p:spPr>
            <a:xfrm>
              <a:off x="10695169" y="5700069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9" name="pl469">
              <a:extLst>
                <a:ext uri="{FF2B5EF4-FFF2-40B4-BE49-F238E27FC236}">
                  <a16:creationId xmlns:a16="http://schemas.microsoft.com/office/drawing/2014/main" id="{D71CC876-F192-34DA-498E-DEDEA059A38C}"/>
                </a:ext>
              </a:extLst>
            </p:cNvPr>
            <p:cNvSpPr/>
            <p:nvPr/>
          </p:nvSpPr>
          <p:spPr>
            <a:xfrm>
              <a:off x="10695169" y="5330436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0" name="ph470">
              <a:extLst>
                <a:ext uri="{FF2B5EF4-FFF2-40B4-BE49-F238E27FC236}">
                  <a16:creationId xmlns:a16="http://schemas.microsoft.com/office/drawing/2014/main" id="{1DE3B3AA-CB78-9109-13E5-280E7D784B89}"/>
                </a:ext>
              </a:extLst>
            </p:cNvPr>
            <p:cNvSpPr/>
            <p:nvPr/>
          </p:nvSpPr>
          <p:spPr>
            <a:xfrm>
              <a:off x="11666259" y="5594384"/>
              <a:ext cx="930827" cy="1243964"/>
            </a:xfrm>
            <a:custGeom>
              <a:avLst/>
              <a:gdLst/>
              <a:ahLst/>
              <a:cxnLst/>
              <a:rect l="0" t="0" r="0" b="0"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1" name="ph471">
              <a:extLst>
                <a:ext uri="{FF2B5EF4-FFF2-40B4-BE49-F238E27FC236}">
                  <a16:creationId xmlns:a16="http://schemas.microsoft.com/office/drawing/2014/main" id="{D818FE60-E183-2A78-246F-CCB2872E25DC}"/>
                </a:ext>
              </a:extLst>
            </p:cNvPr>
            <p:cNvSpPr/>
            <p:nvPr/>
          </p:nvSpPr>
          <p:spPr>
            <a:xfrm>
              <a:off x="11166453" y="6175418"/>
              <a:ext cx="1041610" cy="914400"/>
            </a:xfrm>
            <a:custGeom>
              <a:avLst/>
              <a:gdLst/>
              <a:ahLst/>
              <a:cxnLst/>
              <a:rect l="0" t="0" r="0" b="0"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2" name="ph472">
              <a:extLst>
                <a:ext uri="{FF2B5EF4-FFF2-40B4-BE49-F238E27FC236}">
                  <a16:creationId xmlns:a16="http://schemas.microsoft.com/office/drawing/2014/main" id="{859D9577-EFAE-3476-E287-B5C8502DA770}"/>
                </a:ext>
              </a:extLst>
            </p:cNvPr>
            <p:cNvSpPr/>
            <p:nvPr/>
          </p:nvSpPr>
          <p:spPr>
            <a:xfrm>
              <a:off x="10172157" y="5188745"/>
              <a:ext cx="2407842" cy="2231449"/>
            </a:xfrm>
            <a:custGeom>
              <a:avLst/>
              <a:gdLst/>
              <a:ahLst/>
              <a:cxnLst/>
              <a:rect l="0" t="0" r="0" b="0"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3" name="ph473">
              <a:extLst>
                <a:ext uri="{FF2B5EF4-FFF2-40B4-BE49-F238E27FC236}">
                  <a16:creationId xmlns:a16="http://schemas.microsoft.com/office/drawing/2014/main" id="{210C493C-E345-4F35-0BF3-4A661BA143A6}"/>
                </a:ext>
              </a:extLst>
            </p:cNvPr>
            <p:cNvSpPr/>
            <p:nvPr/>
          </p:nvSpPr>
          <p:spPr>
            <a:xfrm>
              <a:off x="11694983" y="5576588"/>
              <a:ext cx="952743" cy="914400"/>
            </a:xfrm>
            <a:custGeom>
              <a:avLst/>
              <a:gdLst/>
              <a:ahLst/>
              <a:cxnLst/>
              <a:rect l="0" t="0" r="0" b="0"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4" name="ph474">
              <a:extLst>
                <a:ext uri="{FF2B5EF4-FFF2-40B4-BE49-F238E27FC236}">
                  <a16:creationId xmlns:a16="http://schemas.microsoft.com/office/drawing/2014/main" id="{21F965C3-5E7D-E4A0-9C28-09BBF9B12C47}"/>
                </a:ext>
              </a:extLst>
            </p:cNvPr>
            <p:cNvSpPr/>
            <p:nvPr/>
          </p:nvSpPr>
          <p:spPr>
            <a:xfrm>
              <a:off x="11542752" y="5148064"/>
              <a:ext cx="936975" cy="914400"/>
            </a:xfrm>
            <a:custGeom>
              <a:avLst/>
              <a:gdLst/>
              <a:ahLst/>
              <a:cxnLst/>
              <a:rect l="0" t="0" r="0" b="0"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5" name="ph475">
              <a:extLst>
                <a:ext uri="{FF2B5EF4-FFF2-40B4-BE49-F238E27FC236}">
                  <a16:creationId xmlns:a16="http://schemas.microsoft.com/office/drawing/2014/main" id="{3CFA3E60-1D63-7934-7A2B-8558B969B34F}"/>
                </a:ext>
              </a:extLst>
            </p:cNvPr>
            <p:cNvSpPr/>
            <p:nvPr/>
          </p:nvSpPr>
          <p:spPr>
            <a:xfrm>
              <a:off x="11582163" y="4768874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6" name="ph476">
              <a:extLst>
                <a:ext uri="{FF2B5EF4-FFF2-40B4-BE49-F238E27FC236}">
                  <a16:creationId xmlns:a16="http://schemas.microsoft.com/office/drawing/2014/main" id="{20E07F65-F9C7-FDE6-1139-F22C5BA04A57}"/>
                </a:ext>
              </a:extLst>
            </p:cNvPr>
            <p:cNvSpPr/>
            <p:nvPr/>
          </p:nvSpPr>
          <p:spPr>
            <a:xfrm>
              <a:off x="11851072" y="6843048"/>
              <a:ext cx="929431" cy="915703"/>
            </a:xfrm>
            <a:custGeom>
              <a:avLst/>
              <a:gdLst/>
              <a:ahLst/>
              <a:cxnLst/>
              <a:rect l="0" t="0" r="0" b="0"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7" name="ph477">
              <a:extLst>
                <a:ext uri="{FF2B5EF4-FFF2-40B4-BE49-F238E27FC236}">
                  <a16:creationId xmlns:a16="http://schemas.microsoft.com/office/drawing/2014/main" id="{81AAAB1A-DCA1-DCA9-97F0-3E7494C1A5D1}"/>
                </a:ext>
              </a:extLst>
            </p:cNvPr>
            <p:cNvSpPr/>
            <p:nvPr/>
          </p:nvSpPr>
          <p:spPr>
            <a:xfrm>
              <a:off x="10816628" y="6996695"/>
              <a:ext cx="1963875" cy="921168"/>
            </a:xfrm>
            <a:custGeom>
              <a:avLst/>
              <a:gdLst/>
              <a:ahLst/>
              <a:cxnLst/>
              <a:rect l="0" t="0" r="0" b="0"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9" name="ph479">
              <a:extLst>
                <a:ext uri="{FF2B5EF4-FFF2-40B4-BE49-F238E27FC236}">
                  <a16:creationId xmlns:a16="http://schemas.microsoft.com/office/drawing/2014/main" id="{CFC30E62-CC8A-1BAE-CD62-C4DA59D1BB8E}"/>
                </a:ext>
              </a:extLst>
            </p:cNvPr>
            <p:cNvSpPr/>
            <p:nvPr/>
          </p:nvSpPr>
          <p:spPr>
            <a:xfrm>
              <a:off x="9884473" y="6754358"/>
              <a:ext cx="915718" cy="956749"/>
            </a:xfrm>
            <a:custGeom>
              <a:avLst/>
              <a:gdLst/>
              <a:ahLst/>
              <a:cxnLst/>
              <a:rect l="0" t="0" r="0" b="0"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0" name="ph480">
              <a:extLst>
                <a:ext uri="{FF2B5EF4-FFF2-40B4-BE49-F238E27FC236}">
                  <a16:creationId xmlns:a16="http://schemas.microsoft.com/office/drawing/2014/main" id="{2F6ABBD4-906A-AEC0-0BD1-95A8E9658393}"/>
                </a:ext>
              </a:extLst>
            </p:cNvPr>
            <p:cNvSpPr/>
            <p:nvPr/>
          </p:nvSpPr>
          <p:spPr>
            <a:xfrm>
              <a:off x="9908561" y="6822924"/>
              <a:ext cx="1097293" cy="1094938"/>
            </a:xfrm>
            <a:custGeom>
              <a:avLst/>
              <a:gdLst/>
              <a:ahLst/>
              <a:cxnLst/>
              <a:rect l="0" t="0" r="0" b="0"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1" name="ph481">
              <a:extLst>
                <a:ext uri="{FF2B5EF4-FFF2-40B4-BE49-F238E27FC236}">
                  <a16:creationId xmlns:a16="http://schemas.microsoft.com/office/drawing/2014/main" id="{40091EF0-9ED2-2A7E-03A2-BDDA2EF82BC5}"/>
                </a:ext>
              </a:extLst>
            </p:cNvPr>
            <p:cNvSpPr/>
            <p:nvPr/>
          </p:nvSpPr>
          <p:spPr>
            <a:xfrm>
              <a:off x="10099387" y="7000070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2" name="ph482">
              <a:extLst>
                <a:ext uri="{FF2B5EF4-FFF2-40B4-BE49-F238E27FC236}">
                  <a16:creationId xmlns:a16="http://schemas.microsoft.com/office/drawing/2014/main" id="{6BB888D4-0D11-296A-5632-F6700273B04E}"/>
                </a:ext>
              </a:extLst>
            </p:cNvPr>
            <p:cNvSpPr/>
            <p:nvPr/>
          </p:nvSpPr>
          <p:spPr>
            <a:xfrm>
              <a:off x="10217812" y="6961500"/>
              <a:ext cx="1336760" cy="956362"/>
            </a:xfrm>
            <a:custGeom>
              <a:avLst/>
              <a:gdLst/>
              <a:ahLst/>
              <a:cxnLst/>
              <a:rect l="0" t="0" r="0" b="0"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3" name="ph483">
              <a:extLst>
                <a:ext uri="{FF2B5EF4-FFF2-40B4-BE49-F238E27FC236}">
                  <a16:creationId xmlns:a16="http://schemas.microsoft.com/office/drawing/2014/main" id="{6338872D-B295-6F3A-CC67-B20761C0E01C}"/>
                </a:ext>
              </a:extLst>
            </p:cNvPr>
            <p:cNvSpPr/>
            <p:nvPr/>
          </p:nvSpPr>
          <p:spPr>
            <a:xfrm>
              <a:off x="10621691" y="6886870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4" name="ph484">
              <a:extLst>
                <a:ext uri="{FF2B5EF4-FFF2-40B4-BE49-F238E27FC236}">
                  <a16:creationId xmlns:a16="http://schemas.microsoft.com/office/drawing/2014/main" id="{144DE766-72CD-14BB-FDEA-03AF349D76D2}"/>
                </a:ext>
              </a:extLst>
            </p:cNvPr>
            <p:cNvSpPr/>
            <p:nvPr/>
          </p:nvSpPr>
          <p:spPr>
            <a:xfrm>
              <a:off x="10649154" y="6990053"/>
              <a:ext cx="961514" cy="927810"/>
            </a:xfrm>
            <a:custGeom>
              <a:avLst/>
              <a:gdLst/>
              <a:ahLst/>
              <a:cxnLst/>
              <a:rect l="0" t="0" r="0" b="0"/>
              <a:pathLst>
                <a:path w="961514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5" name="ph485">
              <a:extLst>
                <a:ext uri="{FF2B5EF4-FFF2-40B4-BE49-F238E27FC236}">
                  <a16:creationId xmlns:a16="http://schemas.microsoft.com/office/drawing/2014/main" id="{8F6AB06E-0208-DB74-EAE7-BB171C3BEADD}"/>
                </a:ext>
              </a:extLst>
            </p:cNvPr>
            <p:cNvSpPr/>
            <p:nvPr/>
          </p:nvSpPr>
          <p:spPr>
            <a:xfrm>
              <a:off x="10104352" y="6849690"/>
              <a:ext cx="944888" cy="914400"/>
            </a:xfrm>
            <a:custGeom>
              <a:avLst/>
              <a:gdLst/>
              <a:ahLst/>
              <a:cxnLst/>
              <a:rect l="0" t="0" r="0" b="0"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8" name="ph488">
              <a:extLst>
                <a:ext uri="{FF2B5EF4-FFF2-40B4-BE49-F238E27FC236}">
                  <a16:creationId xmlns:a16="http://schemas.microsoft.com/office/drawing/2014/main" id="{58454B97-B61C-445F-6D55-EC3CA304BC7D}"/>
                </a:ext>
              </a:extLst>
            </p:cNvPr>
            <p:cNvSpPr/>
            <p:nvPr/>
          </p:nvSpPr>
          <p:spPr>
            <a:xfrm>
              <a:off x="10390717" y="6380647"/>
              <a:ext cx="921789" cy="1251635"/>
            </a:xfrm>
            <a:custGeom>
              <a:avLst/>
              <a:gdLst/>
              <a:ahLst/>
              <a:cxnLst/>
              <a:rect l="0" t="0" r="0" b="0"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9" name="ph489">
              <a:extLst>
                <a:ext uri="{FF2B5EF4-FFF2-40B4-BE49-F238E27FC236}">
                  <a16:creationId xmlns:a16="http://schemas.microsoft.com/office/drawing/2014/main" id="{FFEA122C-41F6-A0F6-2AEC-C82F32C1397A}"/>
                </a:ext>
              </a:extLst>
            </p:cNvPr>
            <p:cNvSpPr/>
            <p:nvPr/>
          </p:nvSpPr>
          <p:spPr>
            <a:xfrm>
              <a:off x="9931525" y="5666488"/>
              <a:ext cx="1046886" cy="1566147"/>
            </a:xfrm>
            <a:custGeom>
              <a:avLst/>
              <a:gdLst/>
              <a:ahLst/>
              <a:cxnLst/>
              <a:rect l="0" t="0" r="0" b="0"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0" name="ph490">
              <a:extLst>
                <a:ext uri="{FF2B5EF4-FFF2-40B4-BE49-F238E27FC236}">
                  <a16:creationId xmlns:a16="http://schemas.microsoft.com/office/drawing/2014/main" id="{65C85B27-4B2C-EF0F-7F9E-19F78F6BC31C}"/>
                </a:ext>
              </a:extLst>
            </p:cNvPr>
            <p:cNvSpPr/>
            <p:nvPr/>
          </p:nvSpPr>
          <p:spPr>
            <a:xfrm>
              <a:off x="9884764" y="6352383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1" name="ph491">
              <a:extLst>
                <a:ext uri="{FF2B5EF4-FFF2-40B4-BE49-F238E27FC236}">
                  <a16:creationId xmlns:a16="http://schemas.microsoft.com/office/drawing/2014/main" id="{3026CC62-CCA4-8DEE-9697-DF952DA9745B}"/>
                </a:ext>
              </a:extLst>
            </p:cNvPr>
            <p:cNvSpPr/>
            <p:nvPr/>
          </p:nvSpPr>
          <p:spPr>
            <a:xfrm>
              <a:off x="10016474" y="6427717"/>
              <a:ext cx="940699" cy="1102482"/>
            </a:xfrm>
            <a:custGeom>
              <a:avLst/>
              <a:gdLst/>
              <a:ahLst/>
              <a:cxnLst/>
              <a:rect l="0" t="0" r="0" b="0"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2" name="ph492">
              <a:extLst>
                <a:ext uri="{FF2B5EF4-FFF2-40B4-BE49-F238E27FC236}">
                  <a16:creationId xmlns:a16="http://schemas.microsoft.com/office/drawing/2014/main" id="{CD934598-AC37-4D43-1280-D29C14C150A2}"/>
                </a:ext>
              </a:extLst>
            </p:cNvPr>
            <p:cNvSpPr/>
            <p:nvPr/>
          </p:nvSpPr>
          <p:spPr>
            <a:xfrm>
              <a:off x="10185597" y="6696820"/>
              <a:ext cx="959590" cy="988597"/>
            </a:xfrm>
            <a:custGeom>
              <a:avLst/>
              <a:gdLst/>
              <a:ahLst/>
              <a:cxnLst/>
              <a:rect l="0" t="0" r="0" b="0"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3" name="ph493">
              <a:extLst>
                <a:ext uri="{FF2B5EF4-FFF2-40B4-BE49-F238E27FC236}">
                  <a16:creationId xmlns:a16="http://schemas.microsoft.com/office/drawing/2014/main" id="{045CC427-A00F-BA21-96B0-9A6EB6DF28AF}"/>
                </a:ext>
              </a:extLst>
            </p:cNvPr>
            <p:cNvSpPr/>
            <p:nvPr/>
          </p:nvSpPr>
          <p:spPr>
            <a:xfrm>
              <a:off x="10017056" y="6728062"/>
              <a:ext cx="966300" cy="914400"/>
            </a:xfrm>
            <a:custGeom>
              <a:avLst/>
              <a:gdLst/>
              <a:ahLst/>
              <a:cxnLst/>
              <a:rect l="0" t="0" r="0" b="0"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4" name="ph494">
              <a:extLst>
                <a:ext uri="{FF2B5EF4-FFF2-40B4-BE49-F238E27FC236}">
                  <a16:creationId xmlns:a16="http://schemas.microsoft.com/office/drawing/2014/main" id="{591C174B-59B1-D1F3-09AF-C84ECB841735}"/>
                </a:ext>
              </a:extLst>
            </p:cNvPr>
            <p:cNvSpPr/>
            <p:nvPr/>
          </p:nvSpPr>
          <p:spPr>
            <a:xfrm>
              <a:off x="10378770" y="6651987"/>
              <a:ext cx="921983" cy="935985"/>
            </a:xfrm>
            <a:custGeom>
              <a:avLst/>
              <a:gdLst/>
              <a:ahLst/>
              <a:cxnLst/>
              <a:rect l="0" t="0" r="0" b="0"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5" name="ph495">
              <a:extLst>
                <a:ext uri="{FF2B5EF4-FFF2-40B4-BE49-F238E27FC236}">
                  <a16:creationId xmlns:a16="http://schemas.microsoft.com/office/drawing/2014/main" id="{436E70F0-95F0-F223-82C4-4066ABE5FD76}"/>
                </a:ext>
              </a:extLst>
            </p:cNvPr>
            <p:cNvSpPr/>
            <p:nvPr/>
          </p:nvSpPr>
          <p:spPr>
            <a:xfrm>
              <a:off x="10390795" y="6429053"/>
              <a:ext cx="933096" cy="914400"/>
            </a:xfrm>
            <a:custGeom>
              <a:avLst/>
              <a:gdLst/>
              <a:ahLst/>
              <a:cxnLst/>
              <a:rect l="0" t="0" r="0" b="0"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6" name="ph496">
              <a:extLst>
                <a:ext uri="{FF2B5EF4-FFF2-40B4-BE49-F238E27FC236}">
                  <a16:creationId xmlns:a16="http://schemas.microsoft.com/office/drawing/2014/main" id="{45E0B7C0-8612-EC18-B59D-3D7FA5AA6BAE}"/>
                </a:ext>
              </a:extLst>
            </p:cNvPr>
            <p:cNvSpPr/>
            <p:nvPr/>
          </p:nvSpPr>
          <p:spPr>
            <a:xfrm>
              <a:off x="9962944" y="6694022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7" name="ph497">
              <a:extLst>
                <a:ext uri="{FF2B5EF4-FFF2-40B4-BE49-F238E27FC236}">
                  <a16:creationId xmlns:a16="http://schemas.microsoft.com/office/drawing/2014/main" id="{C8680E1B-D691-2F0C-E2BB-87F9EF709A38}"/>
                </a:ext>
              </a:extLst>
            </p:cNvPr>
            <p:cNvSpPr/>
            <p:nvPr/>
          </p:nvSpPr>
          <p:spPr>
            <a:xfrm>
              <a:off x="9880070" y="6678855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8" name="ph498">
              <a:extLst>
                <a:ext uri="{FF2B5EF4-FFF2-40B4-BE49-F238E27FC236}">
                  <a16:creationId xmlns:a16="http://schemas.microsoft.com/office/drawing/2014/main" id="{3E317BA8-1D14-35DB-35F4-36A3DA6B3FC0}"/>
                </a:ext>
              </a:extLst>
            </p:cNvPr>
            <p:cNvSpPr/>
            <p:nvPr/>
          </p:nvSpPr>
          <p:spPr>
            <a:xfrm>
              <a:off x="9997312" y="6351029"/>
              <a:ext cx="928577" cy="914400"/>
            </a:xfrm>
            <a:custGeom>
              <a:avLst/>
              <a:gdLst/>
              <a:ahLst/>
              <a:cxnLst/>
              <a:rect l="0" t="0" r="0" b="0"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9" name="ph499">
              <a:extLst>
                <a:ext uri="{FF2B5EF4-FFF2-40B4-BE49-F238E27FC236}">
                  <a16:creationId xmlns:a16="http://schemas.microsoft.com/office/drawing/2014/main" id="{DE979739-1A04-DE96-F289-128766D93080}"/>
                </a:ext>
              </a:extLst>
            </p:cNvPr>
            <p:cNvSpPr/>
            <p:nvPr/>
          </p:nvSpPr>
          <p:spPr>
            <a:xfrm>
              <a:off x="10080943" y="5809883"/>
              <a:ext cx="946789" cy="914400"/>
            </a:xfrm>
            <a:custGeom>
              <a:avLst/>
              <a:gdLst/>
              <a:ahLst/>
              <a:cxnLst/>
              <a:rect l="0" t="0" r="0" b="0"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0" name="ph500">
              <a:extLst>
                <a:ext uri="{FF2B5EF4-FFF2-40B4-BE49-F238E27FC236}">
                  <a16:creationId xmlns:a16="http://schemas.microsoft.com/office/drawing/2014/main" id="{14F4AD41-E2C9-F06C-3810-F6F72CBE6404}"/>
                </a:ext>
              </a:extLst>
            </p:cNvPr>
            <p:cNvSpPr/>
            <p:nvPr/>
          </p:nvSpPr>
          <p:spPr>
            <a:xfrm>
              <a:off x="10883172" y="6632008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400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1" name="pt501">
              <a:extLst>
                <a:ext uri="{FF2B5EF4-FFF2-40B4-BE49-F238E27FC236}">
                  <a16:creationId xmlns:a16="http://schemas.microsoft.com/office/drawing/2014/main" id="{FFEA089E-0ED5-1502-01DC-D6B5EA894204}"/>
                </a:ext>
              </a:extLst>
            </p:cNvPr>
            <p:cNvSpPr/>
            <p:nvPr/>
          </p:nvSpPr>
          <p:spPr>
            <a:xfrm>
              <a:off x="11312093" y="7210352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2" name="pt502">
              <a:extLst>
                <a:ext uri="{FF2B5EF4-FFF2-40B4-BE49-F238E27FC236}">
                  <a16:creationId xmlns:a16="http://schemas.microsoft.com/office/drawing/2014/main" id="{F76CA6BC-8D6F-9713-3F1B-8432291CBB28}"/>
                </a:ext>
              </a:extLst>
            </p:cNvPr>
            <p:cNvSpPr/>
            <p:nvPr/>
          </p:nvSpPr>
          <p:spPr>
            <a:xfrm>
              <a:off x="12538824" y="5702414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3" name="pt503">
              <a:extLst>
                <a:ext uri="{FF2B5EF4-FFF2-40B4-BE49-F238E27FC236}">
                  <a16:creationId xmlns:a16="http://schemas.microsoft.com/office/drawing/2014/main" id="{A48C6BA2-C168-08C0-F842-AD5E91E80DD7}"/>
                </a:ext>
              </a:extLst>
            </p:cNvPr>
            <p:cNvSpPr/>
            <p:nvPr/>
          </p:nvSpPr>
          <p:spPr>
            <a:xfrm>
              <a:off x="11242486" y="7047115"/>
              <a:ext cx="117405" cy="117405"/>
            </a:xfrm>
            <a:prstGeom prst="ellipse">
              <a:avLst/>
            </a:prstGeom>
            <a:solidFill>
              <a:srgbClr val="F484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4" name="pt504">
              <a:extLst>
                <a:ext uri="{FF2B5EF4-FFF2-40B4-BE49-F238E27FC236}">
                  <a16:creationId xmlns:a16="http://schemas.microsoft.com/office/drawing/2014/main" id="{079DEB08-E095-7E26-91B2-2F3B0AA76EFD}"/>
                </a:ext>
              </a:extLst>
            </p:cNvPr>
            <p:cNvSpPr/>
            <p:nvPr/>
          </p:nvSpPr>
          <p:spPr>
            <a:xfrm>
              <a:off x="12072492" y="6493313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5" name="pt505">
              <a:extLst>
                <a:ext uri="{FF2B5EF4-FFF2-40B4-BE49-F238E27FC236}">
                  <a16:creationId xmlns:a16="http://schemas.microsoft.com/office/drawing/2014/main" id="{8BBA9BD8-037F-CCAE-C264-D09144DF27EC}"/>
                </a:ext>
              </a:extLst>
            </p:cNvPr>
            <p:cNvSpPr/>
            <p:nvPr/>
          </p:nvSpPr>
          <p:spPr>
            <a:xfrm>
              <a:off x="11997278" y="6877997"/>
              <a:ext cx="117405" cy="117405"/>
            </a:xfrm>
            <a:prstGeom prst="ellipse">
              <a:avLst/>
            </a:prstGeom>
            <a:solidFill>
              <a:srgbClr val="5115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6" name="pt506">
              <a:extLst>
                <a:ext uri="{FF2B5EF4-FFF2-40B4-BE49-F238E27FC236}">
                  <a16:creationId xmlns:a16="http://schemas.microsoft.com/office/drawing/2014/main" id="{DE9DA68B-CDB0-140A-83B7-5F7FCB8CEDDD}"/>
                </a:ext>
              </a:extLst>
            </p:cNvPr>
            <p:cNvSpPr/>
            <p:nvPr/>
          </p:nvSpPr>
          <p:spPr>
            <a:xfrm>
              <a:off x="11328174" y="7343164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7" name="pt507">
              <a:extLst>
                <a:ext uri="{FF2B5EF4-FFF2-40B4-BE49-F238E27FC236}">
                  <a16:creationId xmlns:a16="http://schemas.microsoft.com/office/drawing/2014/main" id="{C24C4315-D927-E595-0399-BEB4FB628504}"/>
                </a:ext>
              </a:extLst>
            </p:cNvPr>
            <p:cNvSpPr/>
            <p:nvPr/>
          </p:nvSpPr>
          <p:spPr>
            <a:xfrm>
              <a:off x="10957339" y="6056355"/>
              <a:ext cx="117405" cy="117405"/>
            </a:xfrm>
            <a:prstGeom prst="ellipse">
              <a:avLst/>
            </a:prstGeom>
            <a:solidFill>
              <a:srgbClr val="641B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8" name="pt508">
              <a:extLst>
                <a:ext uri="{FF2B5EF4-FFF2-40B4-BE49-F238E27FC236}">
                  <a16:creationId xmlns:a16="http://schemas.microsoft.com/office/drawing/2014/main" id="{0D060F5B-5D84-D1D6-E761-B22C5FAE139B}"/>
                </a:ext>
              </a:extLst>
            </p:cNvPr>
            <p:cNvSpPr/>
            <p:nvPr/>
          </p:nvSpPr>
          <p:spPr>
            <a:xfrm>
              <a:off x="11047239" y="6361215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9" name="pg509">
              <a:extLst>
                <a:ext uri="{FF2B5EF4-FFF2-40B4-BE49-F238E27FC236}">
                  <a16:creationId xmlns:a16="http://schemas.microsoft.com/office/drawing/2014/main" id="{7EB6B302-CF29-56FF-D61A-9065EF9D378F}"/>
                </a:ext>
              </a:extLst>
            </p:cNvPr>
            <p:cNvSpPr/>
            <p:nvPr/>
          </p:nvSpPr>
          <p:spPr>
            <a:xfrm>
              <a:off x="11426983" y="7137790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0" name="tx510">
              <a:extLst>
                <a:ext uri="{FF2B5EF4-FFF2-40B4-BE49-F238E27FC236}">
                  <a16:creationId xmlns:a16="http://schemas.microsoft.com/office/drawing/2014/main" id="{616C33FB-9644-6288-CC4B-7F65A25A0B39}"/>
                </a:ext>
              </a:extLst>
            </p:cNvPr>
            <p:cNvSpPr/>
            <p:nvPr/>
          </p:nvSpPr>
          <p:spPr>
            <a:xfrm>
              <a:off x="11472703" y="7183510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11" name="pg511">
              <a:extLst>
                <a:ext uri="{FF2B5EF4-FFF2-40B4-BE49-F238E27FC236}">
                  <a16:creationId xmlns:a16="http://schemas.microsoft.com/office/drawing/2014/main" id="{0892D376-D111-41FF-1A17-55D7BFA23FB9}"/>
                </a:ext>
              </a:extLst>
            </p:cNvPr>
            <p:cNvSpPr/>
            <p:nvPr/>
          </p:nvSpPr>
          <p:spPr>
            <a:xfrm>
              <a:off x="12469969" y="5509858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2" name="tx512">
              <a:extLst>
                <a:ext uri="{FF2B5EF4-FFF2-40B4-BE49-F238E27FC236}">
                  <a16:creationId xmlns:a16="http://schemas.microsoft.com/office/drawing/2014/main" id="{4B5BBB17-38C6-9C62-64CD-90FEE5EB55F2}"/>
                </a:ext>
              </a:extLst>
            </p:cNvPr>
            <p:cNvSpPr/>
            <p:nvPr/>
          </p:nvSpPr>
          <p:spPr>
            <a:xfrm>
              <a:off x="12515689" y="5555578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513" name="pg513">
              <a:extLst>
                <a:ext uri="{FF2B5EF4-FFF2-40B4-BE49-F238E27FC236}">
                  <a16:creationId xmlns:a16="http://schemas.microsoft.com/office/drawing/2014/main" id="{7FE0AA53-EA94-BAA7-7312-805690C96C49}"/>
                </a:ext>
              </a:extLst>
            </p:cNvPr>
            <p:cNvSpPr/>
            <p:nvPr/>
          </p:nvSpPr>
          <p:spPr>
            <a:xfrm>
              <a:off x="10976794" y="6854744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4" name="tx514">
              <a:extLst>
                <a:ext uri="{FF2B5EF4-FFF2-40B4-BE49-F238E27FC236}">
                  <a16:creationId xmlns:a16="http://schemas.microsoft.com/office/drawing/2014/main" id="{0BFD1F33-EC29-1BAC-63FC-6FC8E69DC7D6}"/>
                </a:ext>
              </a:extLst>
            </p:cNvPr>
            <p:cNvSpPr/>
            <p:nvPr/>
          </p:nvSpPr>
          <p:spPr>
            <a:xfrm>
              <a:off x="11022514" y="6900464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15" name="pg515">
              <a:extLst>
                <a:ext uri="{FF2B5EF4-FFF2-40B4-BE49-F238E27FC236}">
                  <a16:creationId xmlns:a16="http://schemas.microsoft.com/office/drawing/2014/main" id="{9156E87D-5154-CAFB-B808-6684E8D72895}"/>
                </a:ext>
              </a:extLst>
            </p:cNvPr>
            <p:cNvSpPr/>
            <p:nvPr/>
          </p:nvSpPr>
          <p:spPr>
            <a:xfrm>
              <a:off x="12049486" y="6300183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6" name="tx516">
              <a:extLst>
                <a:ext uri="{FF2B5EF4-FFF2-40B4-BE49-F238E27FC236}">
                  <a16:creationId xmlns:a16="http://schemas.microsoft.com/office/drawing/2014/main" id="{03EEBE60-A451-8F4B-6D3A-D1802C9B974D}"/>
                </a:ext>
              </a:extLst>
            </p:cNvPr>
            <p:cNvSpPr/>
            <p:nvPr/>
          </p:nvSpPr>
          <p:spPr>
            <a:xfrm>
              <a:off x="12095206" y="6345903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517" name="pg517">
              <a:extLst>
                <a:ext uri="{FF2B5EF4-FFF2-40B4-BE49-F238E27FC236}">
                  <a16:creationId xmlns:a16="http://schemas.microsoft.com/office/drawing/2014/main" id="{22998120-9198-3246-D2F5-101ADE5161A3}"/>
                </a:ext>
              </a:extLst>
            </p:cNvPr>
            <p:cNvSpPr/>
            <p:nvPr/>
          </p:nvSpPr>
          <p:spPr>
            <a:xfrm>
              <a:off x="11997096" y="6996261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8" name="tx518">
              <a:extLst>
                <a:ext uri="{FF2B5EF4-FFF2-40B4-BE49-F238E27FC236}">
                  <a16:creationId xmlns:a16="http://schemas.microsoft.com/office/drawing/2014/main" id="{90CD7762-FD2E-7A06-14D8-9B33BC006E5A}"/>
                </a:ext>
              </a:extLst>
            </p:cNvPr>
            <p:cNvSpPr/>
            <p:nvPr/>
          </p:nvSpPr>
          <p:spPr>
            <a:xfrm>
              <a:off x="12042816" y="7041981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519" name="pg519">
              <a:extLst>
                <a:ext uri="{FF2B5EF4-FFF2-40B4-BE49-F238E27FC236}">
                  <a16:creationId xmlns:a16="http://schemas.microsoft.com/office/drawing/2014/main" id="{F1DFCF7D-DFB8-F758-FF53-9A52C8BDDF01}"/>
                </a:ext>
              </a:extLst>
            </p:cNvPr>
            <p:cNvSpPr/>
            <p:nvPr/>
          </p:nvSpPr>
          <p:spPr>
            <a:xfrm>
              <a:off x="11312412" y="7461226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0" name="tx520">
              <a:extLst>
                <a:ext uri="{FF2B5EF4-FFF2-40B4-BE49-F238E27FC236}">
                  <a16:creationId xmlns:a16="http://schemas.microsoft.com/office/drawing/2014/main" id="{81AAC341-8C0F-3BD1-B868-49B482F9027D}"/>
                </a:ext>
              </a:extLst>
            </p:cNvPr>
            <p:cNvSpPr/>
            <p:nvPr/>
          </p:nvSpPr>
          <p:spPr>
            <a:xfrm>
              <a:off x="11358132" y="7506946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523" name="pg523">
              <a:extLst>
                <a:ext uri="{FF2B5EF4-FFF2-40B4-BE49-F238E27FC236}">
                  <a16:creationId xmlns:a16="http://schemas.microsoft.com/office/drawing/2014/main" id="{45F2BA63-5B52-A921-8E82-D7A218922F96}"/>
                </a:ext>
              </a:extLst>
            </p:cNvPr>
            <p:cNvSpPr/>
            <p:nvPr/>
          </p:nvSpPr>
          <p:spPr>
            <a:xfrm>
              <a:off x="10827711" y="6479711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4" name="tx524">
              <a:extLst>
                <a:ext uri="{FF2B5EF4-FFF2-40B4-BE49-F238E27FC236}">
                  <a16:creationId xmlns:a16="http://schemas.microsoft.com/office/drawing/2014/main" id="{DEC892C9-D49A-C34D-3BA4-E22C6BCC9DCD}"/>
                </a:ext>
              </a:extLst>
            </p:cNvPr>
            <p:cNvSpPr/>
            <p:nvPr/>
          </p:nvSpPr>
          <p:spPr>
            <a:xfrm>
              <a:off x="10873431" y="6525431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25" name="rc525">
              <a:extLst>
                <a:ext uri="{FF2B5EF4-FFF2-40B4-BE49-F238E27FC236}">
                  <a16:creationId xmlns:a16="http://schemas.microsoft.com/office/drawing/2014/main" id="{C876CF6D-B836-57A4-7E39-EE8BA41F7164}"/>
                </a:ext>
              </a:extLst>
            </p:cNvPr>
            <p:cNvSpPr/>
            <p:nvPr/>
          </p:nvSpPr>
          <p:spPr>
            <a:xfrm>
              <a:off x="10695169" y="5201065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6" name="tx526">
              <a:extLst>
                <a:ext uri="{FF2B5EF4-FFF2-40B4-BE49-F238E27FC236}">
                  <a16:creationId xmlns:a16="http://schemas.microsoft.com/office/drawing/2014/main" id="{2C9E99E2-F0C1-04AB-E934-ACE59C51CFED}"/>
                </a:ext>
              </a:extLst>
            </p:cNvPr>
            <p:cNvSpPr/>
            <p:nvPr/>
          </p:nvSpPr>
          <p:spPr>
            <a:xfrm>
              <a:off x="10382816" y="787717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527" name="tx527">
              <a:extLst>
                <a:ext uri="{FF2B5EF4-FFF2-40B4-BE49-F238E27FC236}">
                  <a16:creationId xmlns:a16="http://schemas.microsoft.com/office/drawing/2014/main" id="{C8D47D96-CE8B-8DF1-4CC5-7C457137B2FF}"/>
                </a:ext>
              </a:extLst>
            </p:cNvPr>
            <p:cNvSpPr/>
            <p:nvPr/>
          </p:nvSpPr>
          <p:spPr>
            <a:xfrm>
              <a:off x="10507174" y="785870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28" name="tx528">
              <a:extLst>
                <a:ext uri="{FF2B5EF4-FFF2-40B4-BE49-F238E27FC236}">
                  <a16:creationId xmlns:a16="http://schemas.microsoft.com/office/drawing/2014/main" id="{AA507D0B-A9B3-AD7A-F4BD-3E74BBACD0FA}"/>
                </a:ext>
              </a:extLst>
            </p:cNvPr>
            <p:cNvSpPr/>
            <p:nvPr/>
          </p:nvSpPr>
          <p:spPr>
            <a:xfrm>
              <a:off x="10551888" y="787717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29" name="tx529">
              <a:extLst>
                <a:ext uri="{FF2B5EF4-FFF2-40B4-BE49-F238E27FC236}">
                  <a16:creationId xmlns:a16="http://schemas.microsoft.com/office/drawing/2014/main" id="{893331BF-2D7D-4FD1-D2F2-44F28F9D9C1E}"/>
                </a:ext>
              </a:extLst>
            </p:cNvPr>
            <p:cNvSpPr/>
            <p:nvPr/>
          </p:nvSpPr>
          <p:spPr>
            <a:xfrm>
              <a:off x="10382816" y="750754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530" name="tx530">
              <a:extLst>
                <a:ext uri="{FF2B5EF4-FFF2-40B4-BE49-F238E27FC236}">
                  <a16:creationId xmlns:a16="http://schemas.microsoft.com/office/drawing/2014/main" id="{A095293C-C008-C641-8104-533A267CEBD7}"/>
                </a:ext>
              </a:extLst>
            </p:cNvPr>
            <p:cNvSpPr/>
            <p:nvPr/>
          </p:nvSpPr>
          <p:spPr>
            <a:xfrm>
              <a:off x="10507174" y="748906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1" name="tx531">
              <a:extLst>
                <a:ext uri="{FF2B5EF4-FFF2-40B4-BE49-F238E27FC236}">
                  <a16:creationId xmlns:a16="http://schemas.microsoft.com/office/drawing/2014/main" id="{EF73FDFC-47FB-79E6-5120-9D8E7361A7A0}"/>
                </a:ext>
              </a:extLst>
            </p:cNvPr>
            <p:cNvSpPr/>
            <p:nvPr/>
          </p:nvSpPr>
          <p:spPr>
            <a:xfrm>
              <a:off x="10551888" y="750754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2" name="tx532">
              <a:extLst>
                <a:ext uri="{FF2B5EF4-FFF2-40B4-BE49-F238E27FC236}">
                  <a16:creationId xmlns:a16="http://schemas.microsoft.com/office/drawing/2014/main" id="{0E9DB44E-BEEE-772E-0A44-E02233E52D85}"/>
                </a:ext>
              </a:extLst>
            </p:cNvPr>
            <p:cNvSpPr/>
            <p:nvPr/>
          </p:nvSpPr>
          <p:spPr>
            <a:xfrm>
              <a:off x="10382816" y="71380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533" name="tx533">
              <a:extLst>
                <a:ext uri="{FF2B5EF4-FFF2-40B4-BE49-F238E27FC236}">
                  <a16:creationId xmlns:a16="http://schemas.microsoft.com/office/drawing/2014/main" id="{5D57F2B7-583E-FBF1-FB2A-52A09ED4AC27}"/>
                </a:ext>
              </a:extLst>
            </p:cNvPr>
            <p:cNvSpPr/>
            <p:nvPr/>
          </p:nvSpPr>
          <p:spPr>
            <a:xfrm>
              <a:off x="10507174" y="71196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4" name="tx534">
              <a:extLst>
                <a:ext uri="{FF2B5EF4-FFF2-40B4-BE49-F238E27FC236}">
                  <a16:creationId xmlns:a16="http://schemas.microsoft.com/office/drawing/2014/main" id="{970780DA-4EB3-0495-37C5-C7D0DED77722}"/>
                </a:ext>
              </a:extLst>
            </p:cNvPr>
            <p:cNvSpPr/>
            <p:nvPr/>
          </p:nvSpPr>
          <p:spPr>
            <a:xfrm>
              <a:off x="10551888" y="71380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5" name="tx535">
              <a:extLst>
                <a:ext uri="{FF2B5EF4-FFF2-40B4-BE49-F238E27FC236}">
                  <a16:creationId xmlns:a16="http://schemas.microsoft.com/office/drawing/2014/main" id="{F5747499-55AC-93B7-9AC8-7EE80499C2B4}"/>
                </a:ext>
              </a:extLst>
            </p:cNvPr>
            <p:cNvSpPr/>
            <p:nvPr/>
          </p:nvSpPr>
          <p:spPr>
            <a:xfrm>
              <a:off x="10382816" y="676827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536" name="tx536">
              <a:extLst>
                <a:ext uri="{FF2B5EF4-FFF2-40B4-BE49-F238E27FC236}">
                  <a16:creationId xmlns:a16="http://schemas.microsoft.com/office/drawing/2014/main" id="{2BDA6827-C923-4FD2-FA58-F12D9AE416DC}"/>
                </a:ext>
              </a:extLst>
            </p:cNvPr>
            <p:cNvSpPr/>
            <p:nvPr/>
          </p:nvSpPr>
          <p:spPr>
            <a:xfrm>
              <a:off x="10507174" y="674980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7" name="tx537">
              <a:extLst>
                <a:ext uri="{FF2B5EF4-FFF2-40B4-BE49-F238E27FC236}">
                  <a16:creationId xmlns:a16="http://schemas.microsoft.com/office/drawing/2014/main" id="{E1802E2B-F2AF-0346-8623-FFE0476D782F}"/>
                </a:ext>
              </a:extLst>
            </p:cNvPr>
            <p:cNvSpPr/>
            <p:nvPr/>
          </p:nvSpPr>
          <p:spPr>
            <a:xfrm>
              <a:off x="10551888" y="676827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8" name="tx538">
              <a:extLst>
                <a:ext uri="{FF2B5EF4-FFF2-40B4-BE49-F238E27FC236}">
                  <a16:creationId xmlns:a16="http://schemas.microsoft.com/office/drawing/2014/main" id="{0B5799A9-931A-9A45-772F-AB3D827313D3}"/>
                </a:ext>
              </a:extLst>
            </p:cNvPr>
            <p:cNvSpPr/>
            <p:nvPr/>
          </p:nvSpPr>
          <p:spPr>
            <a:xfrm>
              <a:off x="10382816" y="639882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539" name="tx539">
              <a:extLst>
                <a:ext uri="{FF2B5EF4-FFF2-40B4-BE49-F238E27FC236}">
                  <a16:creationId xmlns:a16="http://schemas.microsoft.com/office/drawing/2014/main" id="{E7DA930C-D312-4B28-C3AE-C06757291D6C}"/>
                </a:ext>
              </a:extLst>
            </p:cNvPr>
            <p:cNvSpPr/>
            <p:nvPr/>
          </p:nvSpPr>
          <p:spPr>
            <a:xfrm>
              <a:off x="10507174" y="638035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0" name="tx540">
              <a:extLst>
                <a:ext uri="{FF2B5EF4-FFF2-40B4-BE49-F238E27FC236}">
                  <a16:creationId xmlns:a16="http://schemas.microsoft.com/office/drawing/2014/main" id="{3CD538D8-9CEC-0428-9A60-9EE76B3EED72}"/>
                </a:ext>
              </a:extLst>
            </p:cNvPr>
            <p:cNvSpPr/>
            <p:nvPr/>
          </p:nvSpPr>
          <p:spPr>
            <a:xfrm>
              <a:off x="10551888" y="639882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1" name="tx541">
              <a:extLst>
                <a:ext uri="{FF2B5EF4-FFF2-40B4-BE49-F238E27FC236}">
                  <a16:creationId xmlns:a16="http://schemas.microsoft.com/office/drawing/2014/main" id="{29D943B8-ABC8-6F7F-E227-D25D06CFCA4E}"/>
                </a:ext>
              </a:extLst>
            </p:cNvPr>
            <p:cNvSpPr/>
            <p:nvPr/>
          </p:nvSpPr>
          <p:spPr>
            <a:xfrm>
              <a:off x="10382816" y="602919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542" name="tx542">
              <a:extLst>
                <a:ext uri="{FF2B5EF4-FFF2-40B4-BE49-F238E27FC236}">
                  <a16:creationId xmlns:a16="http://schemas.microsoft.com/office/drawing/2014/main" id="{AE52E461-C1F3-4D67-AF91-1162C5543715}"/>
                </a:ext>
              </a:extLst>
            </p:cNvPr>
            <p:cNvSpPr/>
            <p:nvPr/>
          </p:nvSpPr>
          <p:spPr>
            <a:xfrm>
              <a:off x="10507174" y="601072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3" name="tx543">
              <a:extLst>
                <a:ext uri="{FF2B5EF4-FFF2-40B4-BE49-F238E27FC236}">
                  <a16:creationId xmlns:a16="http://schemas.microsoft.com/office/drawing/2014/main" id="{86A141D4-5E78-EEF5-01F7-029A108284EC}"/>
                </a:ext>
              </a:extLst>
            </p:cNvPr>
            <p:cNvSpPr/>
            <p:nvPr/>
          </p:nvSpPr>
          <p:spPr>
            <a:xfrm>
              <a:off x="10551888" y="602919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4" name="tx544">
              <a:extLst>
                <a:ext uri="{FF2B5EF4-FFF2-40B4-BE49-F238E27FC236}">
                  <a16:creationId xmlns:a16="http://schemas.microsoft.com/office/drawing/2014/main" id="{DF3F8DF0-6B46-C345-75B8-D9FA2A9EE0B5}"/>
                </a:ext>
              </a:extLst>
            </p:cNvPr>
            <p:cNvSpPr/>
            <p:nvPr/>
          </p:nvSpPr>
          <p:spPr>
            <a:xfrm>
              <a:off x="10382816" y="565956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545" name="tx545">
              <a:extLst>
                <a:ext uri="{FF2B5EF4-FFF2-40B4-BE49-F238E27FC236}">
                  <a16:creationId xmlns:a16="http://schemas.microsoft.com/office/drawing/2014/main" id="{B94F3B98-3068-FDFF-5D0B-612CEAE38295}"/>
                </a:ext>
              </a:extLst>
            </p:cNvPr>
            <p:cNvSpPr/>
            <p:nvPr/>
          </p:nvSpPr>
          <p:spPr>
            <a:xfrm>
              <a:off x="10507174" y="56410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6" name="tx546">
              <a:extLst>
                <a:ext uri="{FF2B5EF4-FFF2-40B4-BE49-F238E27FC236}">
                  <a16:creationId xmlns:a16="http://schemas.microsoft.com/office/drawing/2014/main" id="{AD0EF2B5-0556-B2B8-9037-CC8C4D89DDC1}"/>
                </a:ext>
              </a:extLst>
            </p:cNvPr>
            <p:cNvSpPr/>
            <p:nvPr/>
          </p:nvSpPr>
          <p:spPr>
            <a:xfrm>
              <a:off x="10551888" y="565956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7" name="tx547">
              <a:extLst>
                <a:ext uri="{FF2B5EF4-FFF2-40B4-BE49-F238E27FC236}">
                  <a16:creationId xmlns:a16="http://schemas.microsoft.com/office/drawing/2014/main" id="{B1FDA85E-2C9C-85DD-29F3-63A3F3262A7C}"/>
                </a:ext>
              </a:extLst>
            </p:cNvPr>
            <p:cNvSpPr/>
            <p:nvPr/>
          </p:nvSpPr>
          <p:spPr>
            <a:xfrm>
              <a:off x="10382816" y="528992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548" name="tx548">
              <a:extLst>
                <a:ext uri="{FF2B5EF4-FFF2-40B4-BE49-F238E27FC236}">
                  <a16:creationId xmlns:a16="http://schemas.microsoft.com/office/drawing/2014/main" id="{FCE99F09-19B1-C2DF-3E55-2F1D2F281DC8}"/>
                </a:ext>
              </a:extLst>
            </p:cNvPr>
            <p:cNvSpPr/>
            <p:nvPr/>
          </p:nvSpPr>
          <p:spPr>
            <a:xfrm>
              <a:off x="10507174" y="527145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9" name="tx549">
              <a:extLst>
                <a:ext uri="{FF2B5EF4-FFF2-40B4-BE49-F238E27FC236}">
                  <a16:creationId xmlns:a16="http://schemas.microsoft.com/office/drawing/2014/main" id="{DE48BC1B-9DAE-EFEF-AFCE-F90B09D16F77}"/>
                </a:ext>
              </a:extLst>
            </p:cNvPr>
            <p:cNvSpPr/>
            <p:nvPr/>
          </p:nvSpPr>
          <p:spPr>
            <a:xfrm>
              <a:off x="10551888" y="528992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50" name="pl550">
              <a:extLst>
                <a:ext uri="{FF2B5EF4-FFF2-40B4-BE49-F238E27FC236}">
                  <a16:creationId xmlns:a16="http://schemas.microsoft.com/office/drawing/2014/main" id="{77EF6103-22A3-1B6A-8323-D2C4FEA21A59}"/>
                </a:ext>
              </a:extLst>
            </p:cNvPr>
            <p:cNvSpPr/>
            <p:nvPr/>
          </p:nvSpPr>
          <p:spPr>
            <a:xfrm>
              <a:off x="10660374" y="79178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1" name="pl551">
              <a:extLst>
                <a:ext uri="{FF2B5EF4-FFF2-40B4-BE49-F238E27FC236}">
                  <a16:creationId xmlns:a16="http://schemas.microsoft.com/office/drawing/2014/main" id="{011C8A70-2D5D-B353-103C-40D5E4AA5DA9}"/>
                </a:ext>
              </a:extLst>
            </p:cNvPr>
            <p:cNvSpPr/>
            <p:nvPr/>
          </p:nvSpPr>
          <p:spPr>
            <a:xfrm>
              <a:off x="10660374" y="754823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2" name="pl552">
              <a:extLst>
                <a:ext uri="{FF2B5EF4-FFF2-40B4-BE49-F238E27FC236}">
                  <a16:creationId xmlns:a16="http://schemas.microsoft.com/office/drawing/2014/main" id="{71F27F99-A8E5-55DB-84BD-65B97E557FFD}"/>
                </a:ext>
              </a:extLst>
            </p:cNvPr>
            <p:cNvSpPr/>
            <p:nvPr/>
          </p:nvSpPr>
          <p:spPr>
            <a:xfrm>
              <a:off x="10660374" y="71785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3" name="pl553">
              <a:extLst>
                <a:ext uri="{FF2B5EF4-FFF2-40B4-BE49-F238E27FC236}">
                  <a16:creationId xmlns:a16="http://schemas.microsoft.com/office/drawing/2014/main" id="{B96B6A60-21DC-8627-0E53-76D69D3C67C6}"/>
                </a:ext>
              </a:extLst>
            </p:cNvPr>
            <p:cNvSpPr/>
            <p:nvPr/>
          </p:nvSpPr>
          <p:spPr>
            <a:xfrm>
              <a:off x="10660374" y="680896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4" name="pl554">
              <a:extLst>
                <a:ext uri="{FF2B5EF4-FFF2-40B4-BE49-F238E27FC236}">
                  <a16:creationId xmlns:a16="http://schemas.microsoft.com/office/drawing/2014/main" id="{3657F4EC-9A5B-1B4C-B35B-6524048FEE5D}"/>
                </a:ext>
              </a:extLst>
            </p:cNvPr>
            <p:cNvSpPr/>
            <p:nvPr/>
          </p:nvSpPr>
          <p:spPr>
            <a:xfrm>
              <a:off x="10660374" y="643933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5" name="pl555">
              <a:extLst>
                <a:ext uri="{FF2B5EF4-FFF2-40B4-BE49-F238E27FC236}">
                  <a16:creationId xmlns:a16="http://schemas.microsoft.com/office/drawing/2014/main" id="{8B920E92-014E-89B0-37FC-8CC0BC5F1169}"/>
                </a:ext>
              </a:extLst>
            </p:cNvPr>
            <p:cNvSpPr/>
            <p:nvPr/>
          </p:nvSpPr>
          <p:spPr>
            <a:xfrm>
              <a:off x="10660374" y="606970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6" name="pl556">
              <a:extLst>
                <a:ext uri="{FF2B5EF4-FFF2-40B4-BE49-F238E27FC236}">
                  <a16:creationId xmlns:a16="http://schemas.microsoft.com/office/drawing/2014/main" id="{8947E1A9-3350-02A0-A7B4-F8FF1FEB3617}"/>
                </a:ext>
              </a:extLst>
            </p:cNvPr>
            <p:cNvSpPr/>
            <p:nvPr/>
          </p:nvSpPr>
          <p:spPr>
            <a:xfrm>
              <a:off x="10660374" y="570006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7" name="pl557">
              <a:extLst>
                <a:ext uri="{FF2B5EF4-FFF2-40B4-BE49-F238E27FC236}">
                  <a16:creationId xmlns:a16="http://schemas.microsoft.com/office/drawing/2014/main" id="{65DBE75D-DF80-56F7-FFC9-802D432AF222}"/>
                </a:ext>
              </a:extLst>
            </p:cNvPr>
            <p:cNvSpPr/>
            <p:nvPr/>
          </p:nvSpPr>
          <p:spPr>
            <a:xfrm>
              <a:off x="10660374" y="533043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8" name="pl558">
              <a:extLst>
                <a:ext uri="{FF2B5EF4-FFF2-40B4-BE49-F238E27FC236}">
                  <a16:creationId xmlns:a16="http://schemas.microsoft.com/office/drawing/2014/main" id="{3D4FB700-D024-D48D-495A-6B53E7C7DB29}"/>
                </a:ext>
              </a:extLst>
            </p:cNvPr>
            <p:cNvSpPr/>
            <p:nvPr/>
          </p:nvSpPr>
          <p:spPr>
            <a:xfrm>
              <a:off x="10794470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9" name="pl559">
              <a:extLst>
                <a:ext uri="{FF2B5EF4-FFF2-40B4-BE49-F238E27FC236}">
                  <a16:creationId xmlns:a16="http://schemas.microsoft.com/office/drawing/2014/main" id="{C1A19306-69CE-2275-269A-D50AFEADB4BB}"/>
                </a:ext>
              </a:extLst>
            </p:cNvPr>
            <p:cNvSpPr/>
            <p:nvPr/>
          </p:nvSpPr>
          <p:spPr>
            <a:xfrm>
              <a:off x="11191677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0" name="pl560">
              <a:extLst>
                <a:ext uri="{FF2B5EF4-FFF2-40B4-BE49-F238E27FC236}">
                  <a16:creationId xmlns:a16="http://schemas.microsoft.com/office/drawing/2014/main" id="{A6C90287-E412-3000-9E1C-5EF10DA150D8}"/>
                </a:ext>
              </a:extLst>
            </p:cNvPr>
            <p:cNvSpPr/>
            <p:nvPr/>
          </p:nvSpPr>
          <p:spPr>
            <a:xfrm>
              <a:off x="11588884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1" name="pl561">
              <a:extLst>
                <a:ext uri="{FF2B5EF4-FFF2-40B4-BE49-F238E27FC236}">
                  <a16:creationId xmlns:a16="http://schemas.microsoft.com/office/drawing/2014/main" id="{542C9BEF-68B8-0FDD-6617-C229A8DFB7D8}"/>
                </a:ext>
              </a:extLst>
            </p:cNvPr>
            <p:cNvSpPr/>
            <p:nvPr/>
          </p:nvSpPr>
          <p:spPr>
            <a:xfrm>
              <a:off x="11986090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2" name="pl562">
              <a:extLst>
                <a:ext uri="{FF2B5EF4-FFF2-40B4-BE49-F238E27FC236}">
                  <a16:creationId xmlns:a16="http://schemas.microsoft.com/office/drawing/2014/main" id="{36D27008-93E9-36A6-27B4-C2456B3D8BD0}"/>
                </a:ext>
              </a:extLst>
            </p:cNvPr>
            <p:cNvSpPr/>
            <p:nvPr/>
          </p:nvSpPr>
          <p:spPr>
            <a:xfrm>
              <a:off x="12383297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3" name="pl563">
              <a:extLst>
                <a:ext uri="{FF2B5EF4-FFF2-40B4-BE49-F238E27FC236}">
                  <a16:creationId xmlns:a16="http://schemas.microsoft.com/office/drawing/2014/main" id="{1178B5AD-E013-80FC-70B8-05F457C90EFB}"/>
                </a:ext>
              </a:extLst>
            </p:cNvPr>
            <p:cNvSpPr/>
            <p:nvPr/>
          </p:nvSpPr>
          <p:spPr>
            <a:xfrm>
              <a:off x="12780503" y="80472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4" name="tx564">
              <a:extLst>
                <a:ext uri="{FF2B5EF4-FFF2-40B4-BE49-F238E27FC236}">
                  <a16:creationId xmlns:a16="http://schemas.microsoft.com/office/drawing/2014/main" id="{7F525FE0-234C-9CED-ACAD-B32ADD7D4AC0}"/>
                </a:ext>
              </a:extLst>
            </p:cNvPr>
            <p:cNvSpPr/>
            <p:nvPr/>
          </p:nvSpPr>
          <p:spPr>
            <a:xfrm>
              <a:off x="10672672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65" name="tx565">
              <a:extLst>
                <a:ext uri="{FF2B5EF4-FFF2-40B4-BE49-F238E27FC236}">
                  <a16:creationId xmlns:a16="http://schemas.microsoft.com/office/drawing/2014/main" id="{AC8590A6-FB13-E8AC-C28F-70A4DFAE4574}"/>
                </a:ext>
              </a:extLst>
            </p:cNvPr>
            <p:cNvSpPr/>
            <p:nvPr/>
          </p:nvSpPr>
          <p:spPr>
            <a:xfrm>
              <a:off x="10797031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6" name="tx566">
              <a:extLst>
                <a:ext uri="{FF2B5EF4-FFF2-40B4-BE49-F238E27FC236}">
                  <a16:creationId xmlns:a16="http://schemas.microsoft.com/office/drawing/2014/main" id="{B08ECE1F-63B8-03A3-D264-554316643617}"/>
                </a:ext>
              </a:extLst>
            </p:cNvPr>
            <p:cNvSpPr/>
            <p:nvPr/>
          </p:nvSpPr>
          <p:spPr>
            <a:xfrm>
              <a:off x="10841745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67" name="tx567">
              <a:extLst>
                <a:ext uri="{FF2B5EF4-FFF2-40B4-BE49-F238E27FC236}">
                  <a16:creationId xmlns:a16="http://schemas.microsoft.com/office/drawing/2014/main" id="{898C3FC7-3E71-1751-2A5F-563860C5CDA6}"/>
                </a:ext>
              </a:extLst>
            </p:cNvPr>
            <p:cNvSpPr/>
            <p:nvPr/>
          </p:nvSpPr>
          <p:spPr>
            <a:xfrm>
              <a:off x="11069879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68" name="tx568">
              <a:extLst>
                <a:ext uri="{FF2B5EF4-FFF2-40B4-BE49-F238E27FC236}">
                  <a16:creationId xmlns:a16="http://schemas.microsoft.com/office/drawing/2014/main" id="{DE57330A-73D7-FE96-F240-CBF925C6BA56}"/>
                </a:ext>
              </a:extLst>
            </p:cNvPr>
            <p:cNvSpPr/>
            <p:nvPr/>
          </p:nvSpPr>
          <p:spPr>
            <a:xfrm>
              <a:off x="11194237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9" name="tx569">
              <a:extLst>
                <a:ext uri="{FF2B5EF4-FFF2-40B4-BE49-F238E27FC236}">
                  <a16:creationId xmlns:a16="http://schemas.microsoft.com/office/drawing/2014/main" id="{3FE5BE2A-A4B8-5097-A14D-B11AD76BEEAC}"/>
                </a:ext>
              </a:extLst>
            </p:cNvPr>
            <p:cNvSpPr/>
            <p:nvPr/>
          </p:nvSpPr>
          <p:spPr>
            <a:xfrm>
              <a:off x="11238951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0" name="tx570">
              <a:extLst>
                <a:ext uri="{FF2B5EF4-FFF2-40B4-BE49-F238E27FC236}">
                  <a16:creationId xmlns:a16="http://schemas.microsoft.com/office/drawing/2014/main" id="{148AC5EA-3B41-3D99-EC2A-5426D25F01C9}"/>
                </a:ext>
              </a:extLst>
            </p:cNvPr>
            <p:cNvSpPr/>
            <p:nvPr/>
          </p:nvSpPr>
          <p:spPr>
            <a:xfrm>
              <a:off x="11467085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571" name="tx571">
              <a:extLst>
                <a:ext uri="{FF2B5EF4-FFF2-40B4-BE49-F238E27FC236}">
                  <a16:creationId xmlns:a16="http://schemas.microsoft.com/office/drawing/2014/main" id="{093134C4-3E84-E83A-8D32-5C2CF465B21E}"/>
                </a:ext>
              </a:extLst>
            </p:cNvPr>
            <p:cNvSpPr/>
            <p:nvPr/>
          </p:nvSpPr>
          <p:spPr>
            <a:xfrm>
              <a:off x="11591444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2" name="tx572">
              <a:extLst>
                <a:ext uri="{FF2B5EF4-FFF2-40B4-BE49-F238E27FC236}">
                  <a16:creationId xmlns:a16="http://schemas.microsoft.com/office/drawing/2014/main" id="{087992B6-545E-FBAE-F49E-49FFFFED2981}"/>
                </a:ext>
              </a:extLst>
            </p:cNvPr>
            <p:cNvSpPr/>
            <p:nvPr/>
          </p:nvSpPr>
          <p:spPr>
            <a:xfrm>
              <a:off x="11636158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3" name="tx573">
              <a:extLst>
                <a:ext uri="{FF2B5EF4-FFF2-40B4-BE49-F238E27FC236}">
                  <a16:creationId xmlns:a16="http://schemas.microsoft.com/office/drawing/2014/main" id="{57BCE15F-520C-4A64-9982-1FA1157BD65D}"/>
                </a:ext>
              </a:extLst>
            </p:cNvPr>
            <p:cNvSpPr/>
            <p:nvPr/>
          </p:nvSpPr>
          <p:spPr>
            <a:xfrm>
              <a:off x="11864292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574" name="tx574">
              <a:extLst>
                <a:ext uri="{FF2B5EF4-FFF2-40B4-BE49-F238E27FC236}">
                  <a16:creationId xmlns:a16="http://schemas.microsoft.com/office/drawing/2014/main" id="{BC6D4CA5-DDFF-8CE4-8105-7AE2FD994E57}"/>
                </a:ext>
              </a:extLst>
            </p:cNvPr>
            <p:cNvSpPr/>
            <p:nvPr/>
          </p:nvSpPr>
          <p:spPr>
            <a:xfrm>
              <a:off x="11988651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5" name="tx575">
              <a:extLst>
                <a:ext uri="{FF2B5EF4-FFF2-40B4-BE49-F238E27FC236}">
                  <a16:creationId xmlns:a16="http://schemas.microsoft.com/office/drawing/2014/main" id="{0C226308-0C96-D2F7-BFCB-A7A454314341}"/>
                </a:ext>
              </a:extLst>
            </p:cNvPr>
            <p:cNvSpPr/>
            <p:nvPr/>
          </p:nvSpPr>
          <p:spPr>
            <a:xfrm>
              <a:off x="12033365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6" name="tx576">
              <a:extLst>
                <a:ext uri="{FF2B5EF4-FFF2-40B4-BE49-F238E27FC236}">
                  <a16:creationId xmlns:a16="http://schemas.microsoft.com/office/drawing/2014/main" id="{86F9D5BC-5C46-1707-1366-573D73779311}"/>
                </a:ext>
              </a:extLst>
            </p:cNvPr>
            <p:cNvSpPr/>
            <p:nvPr/>
          </p:nvSpPr>
          <p:spPr>
            <a:xfrm>
              <a:off x="12261499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577" name="tx577">
              <a:extLst>
                <a:ext uri="{FF2B5EF4-FFF2-40B4-BE49-F238E27FC236}">
                  <a16:creationId xmlns:a16="http://schemas.microsoft.com/office/drawing/2014/main" id="{A5EE4B52-1662-F962-A4BA-F49E0D29FFB5}"/>
                </a:ext>
              </a:extLst>
            </p:cNvPr>
            <p:cNvSpPr/>
            <p:nvPr/>
          </p:nvSpPr>
          <p:spPr>
            <a:xfrm>
              <a:off x="12385857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8" name="tx578">
              <a:extLst>
                <a:ext uri="{FF2B5EF4-FFF2-40B4-BE49-F238E27FC236}">
                  <a16:creationId xmlns:a16="http://schemas.microsoft.com/office/drawing/2014/main" id="{457F5222-42DF-2E25-086C-B3713CC0A2BF}"/>
                </a:ext>
              </a:extLst>
            </p:cNvPr>
            <p:cNvSpPr/>
            <p:nvPr/>
          </p:nvSpPr>
          <p:spPr>
            <a:xfrm>
              <a:off x="12430571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9" name="tx579">
              <a:extLst>
                <a:ext uri="{FF2B5EF4-FFF2-40B4-BE49-F238E27FC236}">
                  <a16:creationId xmlns:a16="http://schemas.microsoft.com/office/drawing/2014/main" id="{7309DB00-5385-E4D2-A3D7-439F749222D6}"/>
                </a:ext>
              </a:extLst>
            </p:cNvPr>
            <p:cNvSpPr/>
            <p:nvPr/>
          </p:nvSpPr>
          <p:spPr>
            <a:xfrm>
              <a:off x="12658705" y="81102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80" name="tx580">
              <a:extLst>
                <a:ext uri="{FF2B5EF4-FFF2-40B4-BE49-F238E27FC236}">
                  <a16:creationId xmlns:a16="http://schemas.microsoft.com/office/drawing/2014/main" id="{4C160E54-1D36-DB81-F3A1-03E71DBC056E}"/>
                </a:ext>
              </a:extLst>
            </p:cNvPr>
            <p:cNvSpPr/>
            <p:nvPr/>
          </p:nvSpPr>
          <p:spPr>
            <a:xfrm>
              <a:off x="12783064" y="80917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81" name="tx581">
              <a:extLst>
                <a:ext uri="{FF2B5EF4-FFF2-40B4-BE49-F238E27FC236}">
                  <a16:creationId xmlns:a16="http://schemas.microsoft.com/office/drawing/2014/main" id="{9BA83C95-993D-2A9B-4608-4E76F1901B54}"/>
                </a:ext>
              </a:extLst>
            </p:cNvPr>
            <p:cNvSpPr/>
            <p:nvPr/>
          </p:nvSpPr>
          <p:spPr>
            <a:xfrm>
              <a:off x="12827778" y="8110230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82" name="tx582">
              <a:extLst>
                <a:ext uri="{FF2B5EF4-FFF2-40B4-BE49-F238E27FC236}">
                  <a16:creationId xmlns:a16="http://schemas.microsoft.com/office/drawing/2014/main" id="{5CE49CDF-1CE5-B9F6-641E-A1F8BF0E558E}"/>
                </a:ext>
              </a:extLst>
            </p:cNvPr>
            <p:cNvSpPr/>
            <p:nvPr/>
          </p:nvSpPr>
          <p:spPr>
            <a:xfrm>
              <a:off x="11480523" y="8254044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583" name="tx583">
              <a:extLst>
                <a:ext uri="{FF2B5EF4-FFF2-40B4-BE49-F238E27FC236}">
                  <a16:creationId xmlns:a16="http://schemas.microsoft.com/office/drawing/2014/main" id="{BF39773E-92CD-8F53-24EE-65D192EEB05F}"/>
                </a:ext>
              </a:extLst>
            </p:cNvPr>
            <p:cNvSpPr/>
            <p:nvPr/>
          </p:nvSpPr>
          <p:spPr>
            <a:xfrm rot="16200000">
              <a:off x="10012975" y="6574132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585" name="tx585">
              <a:extLst>
                <a:ext uri="{FF2B5EF4-FFF2-40B4-BE49-F238E27FC236}">
                  <a16:creationId xmlns:a16="http://schemas.microsoft.com/office/drawing/2014/main" id="{D57E0307-6726-AB5C-AA52-3CFBABC23CB6}"/>
                </a:ext>
              </a:extLst>
            </p:cNvPr>
            <p:cNvSpPr/>
            <p:nvPr/>
          </p:nvSpPr>
          <p:spPr>
            <a:xfrm>
              <a:off x="13088572" y="5915260"/>
              <a:ext cx="54361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pic>
          <p:nvPicPr>
            <p:cNvPr id="587" name="pic587">
              <a:extLst>
                <a:ext uri="{FF2B5EF4-FFF2-40B4-BE49-F238E27FC236}">
                  <a16:creationId xmlns:a16="http://schemas.microsoft.com/office/drawing/2014/main" id="{16894D75-DFC1-647A-B1DE-C07443F97D0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88572" y="6251262"/>
              <a:ext cx="219455" cy="1097280"/>
            </a:xfrm>
            <a:prstGeom prst="rect">
              <a:avLst/>
            </a:prstGeom>
          </p:spPr>
        </p:pic>
        <p:sp>
          <p:nvSpPr>
            <p:cNvPr id="588" name="pl588">
              <a:extLst>
                <a:ext uri="{FF2B5EF4-FFF2-40B4-BE49-F238E27FC236}">
                  <a16:creationId xmlns:a16="http://schemas.microsoft.com/office/drawing/2014/main" id="{08D97A64-C0F4-8611-8A89-6459EAEF4E46}"/>
                </a:ext>
              </a:extLst>
            </p:cNvPr>
            <p:cNvSpPr/>
            <p:nvPr/>
          </p:nvSpPr>
          <p:spPr>
            <a:xfrm>
              <a:off x="13264137" y="73467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9" name="pl589">
              <a:extLst>
                <a:ext uri="{FF2B5EF4-FFF2-40B4-BE49-F238E27FC236}">
                  <a16:creationId xmlns:a16="http://schemas.microsoft.com/office/drawing/2014/main" id="{E947DD10-E35C-5106-C6A4-D79838D1BD15}"/>
                </a:ext>
              </a:extLst>
            </p:cNvPr>
            <p:cNvSpPr/>
            <p:nvPr/>
          </p:nvSpPr>
          <p:spPr>
            <a:xfrm>
              <a:off x="13264137" y="707330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0" name="pl590">
              <a:extLst>
                <a:ext uri="{FF2B5EF4-FFF2-40B4-BE49-F238E27FC236}">
                  <a16:creationId xmlns:a16="http://schemas.microsoft.com/office/drawing/2014/main" id="{AAE47FFC-4F80-3FB9-6871-6A0DE8707F2B}"/>
                </a:ext>
              </a:extLst>
            </p:cNvPr>
            <p:cNvSpPr/>
            <p:nvPr/>
          </p:nvSpPr>
          <p:spPr>
            <a:xfrm>
              <a:off x="13264137" y="679990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1" name="pl591">
              <a:extLst>
                <a:ext uri="{FF2B5EF4-FFF2-40B4-BE49-F238E27FC236}">
                  <a16:creationId xmlns:a16="http://schemas.microsoft.com/office/drawing/2014/main" id="{C55525F9-7336-56DD-7D74-9ACCF0EA29D1}"/>
                </a:ext>
              </a:extLst>
            </p:cNvPr>
            <p:cNvSpPr/>
            <p:nvPr/>
          </p:nvSpPr>
          <p:spPr>
            <a:xfrm>
              <a:off x="13264137" y="652649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2" name="pl592">
              <a:extLst>
                <a:ext uri="{FF2B5EF4-FFF2-40B4-BE49-F238E27FC236}">
                  <a16:creationId xmlns:a16="http://schemas.microsoft.com/office/drawing/2014/main" id="{E1E5EB49-D6BE-DDC5-0C6E-4E4685CFB932}"/>
                </a:ext>
              </a:extLst>
            </p:cNvPr>
            <p:cNvSpPr/>
            <p:nvPr/>
          </p:nvSpPr>
          <p:spPr>
            <a:xfrm>
              <a:off x="13264137" y="625309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3" name="pl593">
              <a:extLst>
                <a:ext uri="{FF2B5EF4-FFF2-40B4-BE49-F238E27FC236}">
                  <a16:creationId xmlns:a16="http://schemas.microsoft.com/office/drawing/2014/main" id="{B29820FE-866A-3E4C-6819-94C89B3EE6A2}"/>
                </a:ext>
              </a:extLst>
            </p:cNvPr>
            <p:cNvSpPr/>
            <p:nvPr/>
          </p:nvSpPr>
          <p:spPr>
            <a:xfrm>
              <a:off x="13088572" y="73467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4" name="pl594">
              <a:extLst>
                <a:ext uri="{FF2B5EF4-FFF2-40B4-BE49-F238E27FC236}">
                  <a16:creationId xmlns:a16="http://schemas.microsoft.com/office/drawing/2014/main" id="{CC227D51-7308-FB15-FE93-8818458D9F40}"/>
                </a:ext>
              </a:extLst>
            </p:cNvPr>
            <p:cNvSpPr/>
            <p:nvPr/>
          </p:nvSpPr>
          <p:spPr>
            <a:xfrm>
              <a:off x="13088572" y="707330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5" name="pl595">
              <a:extLst>
                <a:ext uri="{FF2B5EF4-FFF2-40B4-BE49-F238E27FC236}">
                  <a16:creationId xmlns:a16="http://schemas.microsoft.com/office/drawing/2014/main" id="{04BDE798-1376-5E7D-3667-F08484F6F9DC}"/>
                </a:ext>
              </a:extLst>
            </p:cNvPr>
            <p:cNvSpPr/>
            <p:nvPr/>
          </p:nvSpPr>
          <p:spPr>
            <a:xfrm>
              <a:off x="13088572" y="679990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6" name="pl596">
              <a:extLst>
                <a:ext uri="{FF2B5EF4-FFF2-40B4-BE49-F238E27FC236}">
                  <a16:creationId xmlns:a16="http://schemas.microsoft.com/office/drawing/2014/main" id="{1021F924-5CE8-D44F-660F-10ED389FA6CC}"/>
                </a:ext>
              </a:extLst>
            </p:cNvPr>
            <p:cNvSpPr/>
            <p:nvPr/>
          </p:nvSpPr>
          <p:spPr>
            <a:xfrm>
              <a:off x="13088572" y="652649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7" name="pl597">
              <a:extLst>
                <a:ext uri="{FF2B5EF4-FFF2-40B4-BE49-F238E27FC236}">
                  <a16:creationId xmlns:a16="http://schemas.microsoft.com/office/drawing/2014/main" id="{E69C805A-F78F-A5AD-384D-B100525E53A6}"/>
                </a:ext>
              </a:extLst>
            </p:cNvPr>
            <p:cNvSpPr/>
            <p:nvPr/>
          </p:nvSpPr>
          <p:spPr>
            <a:xfrm>
              <a:off x="13088572" y="625309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8" name="tx598">
              <a:extLst>
                <a:ext uri="{FF2B5EF4-FFF2-40B4-BE49-F238E27FC236}">
                  <a16:creationId xmlns:a16="http://schemas.microsoft.com/office/drawing/2014/main" id="{205F87D6-2E42-914B-F462-7AB5960BA04B}"/>
                </a:ext>
              </a:extLst>
            </p:cNvPr>
            <p:cNvSpPr/>
            <p:nvPr/>
          </p:nvSpPr>
          <p:spPr>
            <a:xfrm>
              <a:off x="13377617" y="7306708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599" name="tx599">
              <a:extLst>
                <a:ext uri="{FF2B5EF4-FFF2-40B4-BE49-F238E27FC236}">
                  <a16:creationId xmlns:a16="http://schemas.microsoft.com/office/drawing/2014/main" id="{3D946560-84BD-32EE-82B7-7DDA20B168B1}"/>
                </a:ext>
              </a:extLst>
            </p:cNvPr>
            <p:cNvSpPr/>
            <p:nvPr/>
          </p:nvSpPr>
          <p:spPr>
            <a:xfrm>
              <a:off x="13377617" y="7033302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600" name="tx600">
              <a:extLst>
                <a:ext uri="{FF2B5EF4-FFF2-40B4-BE49-F238E27FC236}">
                  <a16:creationId xmlns:a16="http://schemas.microsoft.com/office/drawing/2014/main" id="{A1DC3DA3-3C25-6F34-88D2-EA8921F3188D}"/>
                </a:ext>
              </a:extLst>
            </p:cNvPr>
            <p:cNvSpPr/>
            <p:nvPr/>
          </p:nvSpPr>
          <p:spPr>
            <a:xfrm>
              <a:off x="13377617" y="6759897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601" name="tx601">
              <a:extLst>
                <a:ext uri="{FF2B5EF4-FFF2-40B4-BE49-F238E27FC236}">
                  <a16:creationId xmlns:a16="http://schemas.microsoft.com/office/drawing/2014/main" id="{4C5F8AA5-509C-2BD8-32A1-9B707DF16EB2}"/>
                </a:ext>
              </a:extLst>
            </p:cNvPr>
            <p:cNvSpPr/>
            <p:nvPr/>
          </p:nvSpPr>
          <p:spPr>
            <a:xfrm>
              <a:off x="13377617" y="6486491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602" name="tx602">
              <a:extLst>
                <a:ext uri="{FF2B5EF4-FFF2-40B4-BE49-F238E27FC236}">
                  <a16:creationId xmlns:a16="http://schemas.microsoft.com/office/drawing/2014/main" id="{33D92B60-D880-F825-BA2F-9AB339D91439}"/>
                </a:ext>
              </a:extLst>
            </p:cNvPr>
            <p:cNvSpPr/>
            <p:nvPr/>
          </p:nvSpPr>
          <p:spPr>
            <a:xfrm>
              <a:off x="13377617" y="621308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08" name="tx302">
              <a:extLst>
                <a:ext uri="{FF2B5EF4-FFF2-40B4-BE49-F238E27FC236}">
                  <a16:creationId xmlns:a16="http://schemas.microsoft.com/office/drawing/2014/main" id="{149B5DC3-B063-A031-3413-BB6C4A6634B2}"/>
                </a:ext>
              </a:extLst>
            </p:cNvPr>
            <p:cNvSpPr/>
            <p:nvPr/>
          </p:nvSpPr>
          <p:spPr>
            <a:xfrm>
              <a:off x="10284575" y="4613303"/>
              <a:ext cx="2952328" cy="4627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)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Future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Offset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  <a:endPara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615" name="ph177">
              <a:extLst>
                <a:ext uri="{FF2B5EF4-FFF2-40B4-BE49-F238E27FC236}">
                  <a16:creationId xmlns:a16="http://schemas.microsoft.com/office/drawing/2014/main" id="{D3D30D4F-55F9-A53B-D70A-4F76243FC451}"/>
                </a:ext>
              </a:extLst>
            </p:cNvPr>
            <p:cNvSpPr/>
            <p:nvPr/>
          </p:nvSpPr>
          <p:spPr>
            <a:xfrm>
              <a:off x="10338879" y="4456543"/>
              <a:ext cx="968823" cy="1653363"/>
            </a:xfrm>
            <a:custGeom>
              <a:avLst/>
              <a:gdLst/>
              <a:ahLst/>
              <a:cxnLst/>
              <a:rect l="0" t="0" r="0" b="0"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1" name="pg521">
              <a:extLst>
                <a:ext uri="{FF2B5EF4-FFF2-40B4-BE49-F238E27FC236}">
                  <a16:creationId xmlns:a16="http://schemas.microsoft.com/office/drawing/2014/main" id="{679815DE-E74A-7764-819B-ADDCEE4111D7}"/>
                </a:ext>
              </a:extLst>
            </p:cNvPr>
            <p:cNvSpPr/>
            <p:nvPr/>
          </p:nvSpPr>
          <p:spPr>
            <a:xfrm>
              <a:off x="10963776" y="5863842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16" name="tx522">
              <a:extLst>
                <a:ext uri="{FF2B5EF4-FFF2-40B4-BE49-F238E27FC236}">
                  <a16:creationId xmlns:a16="http://schemas.microsoft.com/office/drawing/2014/main" id="{016B5FA7-107B-6D9C-032D-2D4E0923F2D6}"/>
                </a:ext>
              </a:extLst>
            </p:cNvPr>
            <p:cNvSpPr/>
            <p:nvPr/>
          </p:nvSpPr>
          <p:spPr>
            <a:xfrm>
              <a:off x="11009496" y="5909562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644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200400" y="914400"/>
            <a:ext cx="11887200" cy="7315200"/>
            <a:chOff x="914400" y="914400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" name="rc4"/>
            <p:cNvSpPr/>
            <p:nvPr/>
          </p:nvSpPr>
          <p:spPr>
            <a:xfrm>
              <a:off x="1865675" y="914400"/>
              <a:ext cx="404104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" name="rc5"/>
            <p:cNvSpPr/>
            <p:nvPr/>
          </p:nvSpPr>
          <p:spPr>
            <a:xfrm>
              <a:off x="2418804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6" name="pl6"/>
            <p:cNvSpPr/>
            <p:nvPr/>
          </p:nvSpPr>
          <p:spPr>
            <a:xfrm>
              <a:off x="2518109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" name="pl7"/>
            <p:cNvSpPr/>
            <p:nvPr/>
          </p:nvSpPr>
          <p:spPr>
            <a:xfrm>
              <a:off x="2915328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8" name="pl8"/>
            <p:cNvSpPr/>
            <p:nvPr/>
          </p:nvSpPr>
          <p:spPr>
            <a:xfrm>
              <a:off x="3312548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9" name="pl9"/>
            <p:cNvSpPr/>
            <p:nvPr/>
          </p:nvSpPr>
          <p:spPr>
            <a:xfrm>
              <a:off x="3709767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" name="pl10"/>
            <p:cNvSpPr/>
            <p:nvPr/>
          </p:nvSpPr>
          <p:spPr>
            <a:xfrm>
              <a:off x="4106986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" name="pl11"/>
            <p:cNvSpPr/>
            <p:nvPr/>
          </p:nvSpPr>
          <p:spPr>
            <a:xfrm>
              <a:off x="4504206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2" name="pl12"/>
            <p:cNvSpPr/>
            <p:nvPr/>
          </p:nvSpPr>
          <p:spPr>
            <a:xfrm>
              <a:off x="2418804" y="403545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" name="pl13"/>
            <p:cNvSpPr/>
            <p:nvPr/>
          </p:nvSpPr>
          <p:spPr>
            <a:xfrm>
              <a:off x="2418804" y="3665812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" name="pl14"/>
            <p:cNvSpPr/>
            <p:nvPr/>
          </p:nvSpPr>
          <p:spPr>
            <a:xfrm>
              <a:off x="2418804" y="3296167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" name="pl15"/>
            <p:cNvSpPr/>
            <p:nvPr/>
          </p:nvSpPr>
          <p:spPr>
            <a:xfrm>
              <a:off x="2418804" y="2926523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" name="pl16"/>
            <p:cNvSpPr/>
            <p:nvPr/>
          </p:nvSpPr>
          <p:spPr>
            <a:xfrm>
              <a:off x="2418804" y="2556879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" name="pl17"/>
            <p:cNvSpPr/>
            <p:nvPr/>
          </p:nvSpPr>
          <p:spPr>
            <a:xfrm>
              <a:off x="2418804" y="2187235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" name="pl18"/>
            <p:cNvSpPr/>
            <p:nvPr/>
          </p:nvSpPr>
          <p:spPr>
            <a:xfrm>
              <a:off x="2418804" y="1817590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" name="pl19"/>
            <p:cNvSpPr/>
            <p:nvPr/>
          </p:nvSpPr>
          <p:spPr>
            <a:xfrm>
              <a:off x="2418804" y="144794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" name="ph20"/>
            <p:cNvSpPr/>
            <p:nvPr/>
          </p:nvSpPr>
          <p:spPr>
            <a:xfrm>
              <a:off x="3389955" y="1711932"/>
              <a:ext cx="930827" cy="1243975"/>
            </a:xfrm>
            <a:custGeom>
              <a:avLst/>
              <a:gdLst/>
              <a:ahLst/>
              <a:cxnLst/>
              <a:rect l="0" t="0" r="0" b="0"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" name="ph21"/>
            <p:cNvSpPr/>
            <p:nvPr/>
          </p:nvSpPr>
          <p:spPr>
            <a:xfrm>
              <a:off x="2890133" y="2292984"/>
              <a:ext cx="1041614" cy="914400"/>
            </a:xfrm>
            <a:custGeom>
              <a:avLst/>
              <a:gdLst/>
              <a:ahLst/>
              <a:cxnLst/>
              <a:rect l="0" t="0" r="0" b="0"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" name="ph22"/>
            <p:cNvSpPr/>
            <p:nvPr/>
          </p:nvSpPr>
          <p:spPr>
            <a:xfrm>
              <a:off x="1895805" y="1306280"/>
              <a:ext cx="2407890" cy="2231492"/>
            </a:xfrm>
            <a:custGeom>
              <a:avLst/>
              <a:gdLst/>
              <a:ahLst/>
              <a:cxnLst/>
              <a:rect l="0" t="0" r="0" b="0"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3" name="ph23"/>
            <p:cNvSpPr/>
            <p:nvPr/>
          </p:nvSpPr>
          <p:spPr>
            <a:xfrm>
              <a:off x="3418679" y="1694135"/>
              <a:ext cx="952744" cy="914400"/>
            </a:xfrm>
            <a:custGeom>
              <a:avLst/>
              <a:gdLst/>
              <a:ahLst/>
              <a:cxnLst/>
              <a:rect l="0" t="0" r="0" b="0"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4" name="ph24"/>
            <p:cNvSpPr/>
            <p:nvPr/>
          </p:nvSpPr>
          <p:spPr>
            <a:xfrm>
              <a:off x="3266444" y="1265597"/>
              <a:ext cx="936976" cy="914400"/>
            </a:xfrm>
            <a:custGeom>
              <a:avLst/>
              <a:gdLst/>
              <a:ahLst/>
              <a:cxnLst/>
              <a:rect l="0" t="0" r="0" b="0"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" name="ph25"/>
            <p:cNvSpPr/>
            <p:nvPr/>
          </p:nvSpPr>
          <p:spPr>
            <a:xfrm>
              <a:off x="3305856" y="1111206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" name="ph26"/>
            <p:cNvSpPr/>
            <p:nvPr/>
          </p:nvSpPr>
          <p:spPr>
            <a:xfrm>
              <a:off x="3574774" y="2960636"/>
              <a:ext cx="929431" cy="915704"/>
            </a:xfrm>
            <a:custGeom>
              <a:avLst/>
              <a:gdLst/>
              <a:ahLst/>
              <a:cxnLst/>
              <a:rect l="0" t="0" r="0" b="0"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7" name="ph27"/>
            <p:cNvSpPr/>
            <p:nvPr/>
          </p:nvSpPr>
          <p:spPr>
            <a:xfrm>
              <a:off x="2540297" y="3114287"/>
              <a:ext cx="1963908" cy="921168"/>
            </a:xfrm>
            <a:custGeom>
              <a:avLst/>
              <a:gdLst/>
              <a:ahLst/>
              <a:cxnLst/>
              <a:rect l="0" t="0" r="0" b="0"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" name="ph28"/>
            <p:cNvSpPr/>
            <p:nvPr/>
          </p:nvSpPr>
          <p:spPr>
            <a:xfrm>
              <a:off x="2063420" y="573417"/>
              <a:ext cx="968823" cy="1653363"/>
            </a:xfrm>
            <a:custGeom>
              <a:avLst/>
              <a:gdLst/>
              <a:ahLst/>
              <a:cxnLst/>
              <a:rect l="0" t="0" r="0" b="0"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" name="ph29"/>
            <p:cNvSpPr/>
            <p:nvPr/>
          </p:nvSpPr>
          <p:spPr>
            <a:xfrm>
              <a:off x="1608111" y="2871943"/>
              <a:ext cx="915718" cy="956750"/>
            </a:xfrm>
            <a:custGeom>
              <a:avLst/>
              <a:gdLst/>
              <a:ahLst/>
              <a:cxnLst/>
              <a:rect l="0" t="0" r="0" b="0"/>
              <a:pathLst>
                <a:path w="915718" h="956750">
                  <a:moveTo>
                    <a:pt x="914399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" name="ph30"/>
            <p:cNvSpPr/>
            <p:nvPr/>
          </p:nvSpPr>
          <p:spPr>
            <a:xfrm>
              <a:off x="1632201" y="2940511"/>
              <a:ext cx="1097299" cy="1094944"/>
            </a:xfrm>
            <a:custGeom>
              <a:avLst/>
              <a:gdLst/>
              <a:ahLst/>
              <a:cxnLst/>
              <a:rect l="0" t="0" r="0" b="0"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" name="ph31"/>
            <p:cNvSpPr/>
            <p:nvPr/>
          </p:nvSpPr>
          <p:spPr>
            <a:xfrm>
              <a:off x="1823033" y="3117663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" name="ph32"/>
            <p:cNvSpPr/>
            <p:nvPr/>
          </p:nvSpPr>
          <p:spPr>
            <a:xfrm>
              <a:off x="1941462" y="3079092"/>
              <a:ext cx="1336773" cy="956364"/>
            </a:xfrm>
            <a:custGeom>
              <a:avLst/>
              <a:gdLst/>
              <a:ahLst/>
              <a:cxnLst/>
              <a:rect l="0" t="0" r="0" b="0"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" name="ph33"/>
            <p:cNvSpPr/>
            <p:nvPr/>
          </p:nvSpPr>
          <p:spPr>
            <a:xfrm>
              <a:off x="2345353" y="3004459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" name="ph34"/>
            <p:cNvSpPr/>
            <p:nvPr/>
          </p:nvSpPr>
          <p:spPr>
            <a:xfrm>
              <a:off x="2372817" y="3107645"/>
              <a:ext cx="961516" cy="927810"/>
            </a:xfrm>
            <a:custGeom>
              <a:avLst/>
              <a:gdLst/>
              <a:ahLst/>
              <a:cxnLst/>
              <a:rect l="0" t="0" r="0" b="0"/>
              <a:pathLst>
                <a:path w="961516" h="927810">
                  <a:moveTo>
                    <a:pt x="914399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" name="ph35"/>
            <p:cNvSpPr/>
            <p:nvPr/>
          </p:nvSpPr>
          <p:spPr>
            <a:xfrm>
              <a:off x="1827998" y="2967278"/>
              <a:ext cx="944889" cy="914400"/>
            </a:xfrm>
            <a:custGeom>
              <a:avLst/>
              <a:gdLst/>
              <a:ahLst/>
              <a:cxnLst/>
              <a:rect l="0" t="0" r="0" b="0"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" name="ph36"/>
            <p:cNvSpPr/>
            <p:nvPr/>
          </p:nvSpPr>
          <p:spPr>
            <a:xfrm>
              <a:off x="3589806" y="773419"/>
              <a:ext cx="914400" cy="1013957"/>
            </a:xfrm>
            <a:custGeom>
              <a:avLst/>
              <a:gdLst/>
              <a:ahLst/>
              <a:cxnLst/>
              <a:rect l="0" t="0" r="0" b="0"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" name="ph37"/>
            <p:cNvSpPr/>
            <p:nvPr/>
          </p:nvSpPr>
          <p:spPr>
            <a:xfrm>
              <a:off x="3523764" y="842293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8" name="ph38"/>
            <p:cNvSpPr/>
            <p:nvPr/>
          </p:nvSpPr>
          <p:spPr>
            <a:xfrm>
              <a:off x="2114372" y="2498220"/>
              <a:ext cx="921789" cy="1251646"/>
            </a:xfrm>
            <a:custGeom>
              <a:avLst/>
              <a:gdLst/>
              <a:ahLst/>
              <a:cxnLst/>
              <a:rect l="0" t="0" r="0" b="0"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9" name="ph39"/>
            <p:cNvSpPr/>
            <p:nvPr/>
          </p:nvSpPr>
          <p:spPr>
            <a:xfrm>
              <a:off x="1655165" y="1784037"/>
              <a:ext cx="1046890" cy="1566168"/>
            </a:xfrm>
            <a:custGeom>
              <a:avLst/>
              <a:gdLst/>
              <a:ahLst/>
              <a:cxnLst/>
              <a:rect l="0" t="0" r="0" b="0"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" name="ph40"/>
            <p:cNvSpPr/>
            <p:nvPr/>
          </p:nvSpPr>
          <p:spPr>
            <a:xfrm>
              <a:off x="1608402" y="2469955"/>
              <a:ext cx="914399" cy="923586"/>
            </a:xfrm>
            <a:custGeom>
              <a:avLst/>
              <a:gdLst/>
              <a:ahLst/>
              <a:cxnLst/>
              <a:rect l="0" t="0" r="0" b="0"/>
              <a:pathLst>
                <a:path w="914399" h="923586">
                  <a:moveTo>
                    <a:pt x="914399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" name="ph41"/>
            <p:cNvSpPr/>
            <p:nvPr/>
          </p:nvSpPr>
          <p:spPr>
            <a:xfrm>
              <a:off x="1740117" y="2545292"/>
              <a:ext cx="940700" cy="1102488"/>
            </a:xfrm>
            <a:custGeom>
              <a:avLst/>
              <a:gdLst/>
              <a:ahLst/>
              <a:cxnLst/>
              <a:rect l="0" t="0" r="0" b="0"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2" name="ph42"/>
            <p:cNvSpPr/>
            <p:nvPr/>
          </p:nvSpPr>
          <p:spPr>
            <a:xfrm>
              <a:off x="1909246" y="2814403"/>
              <a:ext cx="959591" cy="988599"/>
            </a:xfrm>
            <a:custGeom>
              <a:avLst/>
              <a:gdLst/>
              <a:ahLst/>
              <a:cxnLst/>
              <a:rect l="0" t="0" r="0" b="0"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3" name="ph43"/>
            <p:cNvSpPr/>
            <p:nvPr/>
          </p:nvSpPr>
          <p:spPr>
            <a:xfrm>
              <a:off x="1740699" y="2845646"/>
              <a:ext cx="966302" cy="914400"/>
            </a:xfrm>
            <a:custGeom>
              <a:avLst/>
              <a:gdLst/>
              <a:ahLst/>
              <a:cxnLst/>
              <a:rect l="0" t="0" r="0" b="0"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" name="ph44"/>
            <p:cNvSpPr/>
            <p:nvPr/>
          </p:nvSpPr>
          <p:spPr>
            <a:xfrm>
              <a:off x="2102425" y="2769569"/>
              <a:ext cx="921983" cy="935986"/>
            </a:xfrm>
            <a:custGeom>
              <a:avLst/>
              <a:gdLst/>
              <a:ahLst/>
              <a:cxnLst/>
              <a:rect l="0" t="0" r="0" b="0"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" name="ph45"/>
            <p:cNvSpPr/>
            <p:nvPr/>
          </p:nvSpPr>
          <p:spPr>
            <a:xfrm>
              <a:off x="2114450" y="2546627"/>
              <a:ext cx="933097" cy="914400"/>
            </a:xfrm>
            <a:custGeom>
              <a:avLst/>
              <a:gdLst/>
              <a:ahLst/>
              <a:cxnLst/>
              <a:rect l="0" t="0" r="0" b="0"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" name="ph46"/>
            <p:cNvSpPr/>
            <p:nvPr/>
          </p:nvSpPr>
          <p:spPr>
            <a:xfrm>
              <a:off x="1686586" y="2811605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" name="ph47"/>
            <p:cNvSpPr/>
            <p:nvPr/>
          </p:nvSpPr>
          <p:spPr>
            <a:xfrm>
              <a:off x="1603709" y="2796437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" name="ph48"/>
            <p:cNvSpPr/>
            <p:nvPr/>
          </p:nvSpPr>
          <p:spPr>
            <a:xfrm>
              <a:off x="1720954" y="2468601"/>
              <a:ext cx="928578" cy="914400"/>
            </a:xfrm>
            <a:custGeom>
              <a:avLst/>
              <a:gdLst/>
              <a:ahLst/>
              <a:cxnLst/>
              <a:rect l="0" t="0" r="0" b="0"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" name="ph49"/>
            <p:cNvSpPr/>
            <p:nvPr/>
          </p:nvSpPr>
          <p:spPr>
            <a:xfrm>
              <a:off x="1804588" y="1927437"/>
              <a:ext cx="946790" cy="914400"/>
            </a:xfrm>
            <a:custGeom>
              <a:avLst/>
              <a:gdLst/>
              <a:ahLst/>
              <a:cxnLst/>
              <a:rect l="0" t="0" r="0" b="0"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" name="ph50"/>
            <p:cNvSpPr/>
            <p:nvPr/>
          </p:nvSpPr>
          <p:spPr>
            <a:xfrm>
              <a:off x="2606843" y="2749589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" name="pt51"/>
            <p:cNvSpPr/>
            <p:nvPr/>
          </p:nvSpPr>
          <p:spPr>
            <a:xfrm>
              <a:off x="3035750" y="3327924"/>
              <a:ext cx="117405" cy="117405"/>
            </a:xfrm>
            <a:prstGeom prst="ellipse">
              <a:avLst/>
            </a:prstGeom>
            <a:solidFill>
              <a:srgbClr val="E864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" name="pt52"/>
            <p:cNvSpPr/>
            <p:nvPr/>
          </p:nvSpPr>
          <p:spPr>
            <a:xfrm>
              <a:off x="4262520" y="1819937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3" name="pt53"/>
            <p:cNvSpPr/>
            <p:nvPr/>
          </p:nvSpPr>
          <p:spPr>
            <a:xfrm>
              <a:off x="2966141" y="3164682"/>
              <a:ext cx="117405" cy="117405"/>
            </a:xfrm>
            <a:prstGeom prst="ellipse">
              <a:avLst/>
            </a:prstGeom>
            <a:solidFill>
              <a:srgbClr val="FFA9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4" name="pt54"/>
            <p:cNvSpPr/>
            <p:nvPr/>
          </p:nvSpPr>
          <p:spPr>
            <a:xfrm>
              <a:off x="3796174" y="261086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" name="pt55"/>
            <p:cNvSpPr/>
            <p:nvPr/>
          </p:nvSpPr>
          <p:spPr>
            <a:xfrm>
              <a:off x="3720957" y="2995558"/>
              <a:ext cx="117405" cy="117405"/>
            </a:xfrm>
            <a:prstGeom prst="ellipse">
              <a:avLst/>
            </a:prstGeom>
            <a:solidFill>
              <a:srgbClr val="ED716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" name="pt56"/>
            <p:cNvSpPr/>
            <p:nvPr/>
          </p:nvSpPr>
          <p:spPr>
            <a:xfrm>
              <a:off x="3051831" y="346074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7" name="pt57"/>
            <p:cNvSpPr/>
            <p:nvPr/>
          </p:nvSpPr>
          <p:spPr>
            <a:xfrm>
              <a:off x="2680984" y="2173890"/>
              <a:ext cx="117405" cy="117405"/>
            </a:xfrm>
            <a:prstGeom prst="ellipse">
              <a:avLst/>
            </a:prstGeom>
            <a:solidFill>
              <a:srgbClr val="E3566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" name="pt58"/>
            <p:cNvSpPr/>
            <p:nvPr/>
          </p:nvSpPr>
          <p:spPr>
            <a:xfrm>
              <a:off x="2770887" y="2478760"/>
              <a:ext cx="117405" cy="117405"/>
            </a:xfrm>
            <a:prstGeom prst="ellipse">
              <a:avLst/>
            </a:prstGeom>
            <a:solidFill>
              <a:srgbClr val="FE9F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" name="pg59"/>
            <p:cNvSpPr/>
            <p:nvPr/>
          </p:nvSpPr>
          <p:spPr>
            <a:xfrm>
              <a:off x="3150148" y="3255520"/>
              <a:ext cx="379476" cy="191749"/>
            </a:xfrm>
            <a:custGeom>
              <a:avLst/>
              <a:gdLst/>
              <a:ahLst/>
              <a:cxnLst/>
              <a:rect l="0" t="0" r="0" b="0"/>
              <a:pathLst>
                <a:path w="379476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0" name="tx60"/>
            <p:cNvSpPr/>
            <p:nvPr/>
          </p:nvSpPr>
          <p:spPr>
            <a:xfrm>
              <a:off x="3195868" y="3301240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193859" y="1627078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2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2" name="tx62"/>
            <p:cNvSpPr/>
            <p:nvPr/>
          </p:nvSpPr>
          <p:spPr>
            <a:xfrm>
              <a:off x="4239579" y="1672798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700238" y="2972174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4" name="tx64"/>
            <p:cNvSpPr/>
            <p:nvPr/>
          </p:nvSpPr>
          <p:spPr>
            <a:xfrm>
              <a:off x="2745958" y="3017894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534431" y="2728944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6" name="tx66"/>
            <p:cNvSpPr/>
            <p:nvPr/>
          </p:nvSpPr>
          <p:spPr>
            <a:xfrm>
              <a:off x="3580151" y="2774664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721225" y="3114309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8" name="tx68"/>
            <p:cNvSpPr/>
            <p:nvPr/>
          </p:nvSpPr>
          <p:spPr>
            <a:xfrm>
              <a:off x="3766945" y="3160029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036242" y="3578906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0" name="tx70"/>
            <p:cNvSpPr/>
            <p:nvPr/>
          </p:nvSpPr>
          <p:spPr>
            <a:xfrm>
              <a:off x="3081962" y="3624626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687300" y="1981484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2" name="tx72"/>
            <p:cNvSpPr/>
            <p:nvPr/>
          </p:nvSpPr>
          <p:spPr>
            <a:xfrm>
              <a:off x="2733020" y="2027204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794427" y="2286096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4" name="tx74"/>
            <p:cNvSpPr/>
            <p:nvPr/>
          </p:nvSpPr>
          <p:spPr>
            <a:xfrm>
              <a:off x="2840147" y="2331816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418804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6" name="tx76"/>
            <p:cNvSpPr/>
            <p:nvPr/>
          </p:nvSpPr>
          <p:spPr>
            <a:xfrm>
              <a:off x="2106451" y="39947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230809" y="397629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275524" y="399476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106451" y="362512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30809" y="360665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275524" y="362512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06451" y="325565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30809" y="323718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75524" y="325565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06451" y="28858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30809" y="28673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275524" y="28858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106451" y="251637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30809" y="249790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275524" y="251637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106451" y="21467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30809" y="21282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275524" y="214672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106451" y="177708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30809" y="175861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275524" y="177708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106451" y="14074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30809" y="13889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275524" y="14074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384009" y="40354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1" name="pl101"/>
            <p:cNvSpPr/>
            <p:nvPr/>
          </p:nvSpPr>
          <p:spPr>
            <a:xfrm>
              <a:off x="2384009" y="36658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2" name="pl102"/>
            <p:cNvSpPr/>
            <p:nvPr/>
          </p:nvSpPr>
          <p:spPr>
            <a:xfrm>
              <a:off x="2384009" y="3296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3" name="pl103"/>
            <p:cNvSpPr/>
            <p:nvPr/>
          </p:nvSpPr>
          <p:spPr>
            <a:xfrm>
              <a:off x="2384009" y="29265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4" name="pl104"/>
            <p:cNvSpPr/>
            <p:nvPr/>
          </p:nvSpPr>
          <p:spPr>
            <a:xfrm>
              <a:off x="2384009" y="25568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5" name="pl105"/>
            <p:cNvSpPr/>
            <p:nvPr/>
          </p:nvSpPr>
          <p:spPr>
            <a:xfrm>
              <a:off x="2384009" y="21872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6" name="pl106"/>
            <p:cNvSpPr/>
            <p:nvPr/>
          </p:nvSpPr>
          <p:spPr>
            <a:xfrm>
              <a:off x="2384009" y="18175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7" name="pl107"/>
            <p:cNvSpPr/>
            <p:nvPr/>
          </p:nvSpPr>
          <p:spPr>
            <a:xfrm>
              <a:off x="2384009" y="14479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8" name="pl108"/>
            <p:cNvSpPr/>
            <p:nvPr/>
          </p:nvSpPr>
          <p:spPr>
            <a:xfrm>
              <a:off x="2518109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9" name="pl109"/>
            <p:cNvSpPr/>
            <p:nvPr/>
          </p:nvSpPr>
          <p:spPr>
            <a:xfrm>
              <a:off x="2915328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0" name="pl110"/>
            <p:cNvSpPr/>
            <p:nvPr/>
          </p:nvSpPr>
          <p:spPr>
            <a:xfrm>
              <a:off x="3312548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1" name="pl111"/>
            <p:cNvSpPr/>
            <p:nvPr/>
          </p:nvSpPr>
          <p:spPr>
            <a:xfrm>
              <a:off x="3709767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2" name="pl112"/>
            <p:cNvSpPr/>
            <p:nvPr/>
          </p:nvSpPr>
          <p:spPr>
            <a:xfrm>
              <a:off x="4106986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3" name="pl113"/>
            <p:cNvSpPr/>
            <p:nvPr/>
          </p:nvSpPr>
          <p:spPr>
            <a:xfrm>
              <a:off x="4504206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4" name="tx114"/>
            <p:cNvSpPr/>
            <p:nvPr/>
          </p:nvSpPr>
          <p:spPr>
            <a:xfrm>
              <a:off x="2396311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520669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565383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793530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917888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962603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190749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315108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359822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587969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712327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757041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985188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109547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154261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382408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06766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51480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204193" y="43716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736610" y="26916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742689" y="2023158"/>
              <a:ext cx="1094446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135" name="tx135"/>
            <p:cNvSpPr/>
            <p:nvPr/>
          </p:nvSpPr>
          <p:spPr>
            <a:xfrm>
              <a:off x="4812278" y="2108249"/>
              <a:ext cx="95582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Length Change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2278" y="2293375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4987843" y="33888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8" name="pl138"/>
            <p:cNvSpPr/>
            <p:nvPr/>
          </p:nvSpPr>
          <p:spPr>
            <a:xfrm>
              <a:off x="4987843" y="31154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9" name="pl139"/>
            <p:cNvSpPr/>
            <p:nvPr/>
          </p:nvSpPr>
          <p:spPr>
            <a:xfrm>
              <a:off x="4987843" y="28420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0" name="pl140"/>
            <p:cNvSpPr/>
            <p:nvPr/>
          </p:nvSpPr>
          <p:spPr>
            <a:xfrm>
              <a:off x="4987843" y="25686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1" name="pl141"/>
            <p:cNvSpPr/>
            <p:nvPr/>
          </p:nvSpPr>
          <p:spPr>
            <a:xfrm>
              <a:off x="4987843" y="22952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2" name="pl142"/>
            <p:cNvSpPr/>
            <p:nvPr/>
          </p:nvSpPr>
          <p:spPr>
            <a:xfrm>
              <a:off x="4812278" y="33888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3" name="pl143"/>
            <p:cNvSpPr/>
            <p:nvPr/>
          </p:nvSpPr>
          <p:spPr>
            <a:xfrm>
              <a:off x="4812278" y="31154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4" name="pl144"/>
            <p:cNvSpPr/>
            <p:nvPr/>
          </p:nvSpPr>
          <p:spPr>
            <a:xfrm>
              <a:off x="4812278" y="28420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5" name="pl145"/>
            <p:cNvSpPr/>
            <p:nvPr/>
          </p:nvSpPr>
          <p:spPr>
            <a:xfrm>
              <a:off x="4812278" y="25686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6" name="pl146"/>
            <p:cNvSpPr/>
            <p:nvPr/>
          </p:nvSpPr>
          <p:spPr>
            <a:xfrm>
              <a:off x="4812278" y="22952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7" name="tx147"/>
            <p:cNvSpPr/>
            <p:nvPr/>
          </p:nvSpPr>
          <p:spPr>
            <a:xfrm>
              <a:off x="5101323" y="3348821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101323" y="3075415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101323" y="2802010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101323" y="2528604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101323" y="2255199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418804" y="986823"/>
              <a:ext cx="4104101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Length Change in Future Treatments</a:t>
              </a:r>
            </a:p>
          </p:txBody>
        </p:sp>
        <p:sp>
          <p:nvSpPr>
            <p:cNvPr id="153" name="rc153"/>
            <p:cNvSpPr/>
            <p:nvPr/>
          </p:nvSpPr>
          <p:spPr>
            <a:xfrm>
              <a:off x="7809275" y="914400"/>
              <a:ext cx="404104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4" name="rc154"/>
            <p:cNvSpPr/>
            <p:nvPr/>
          </p:nvSpPr>
          <p:spPr>
            <a:xfrm>
              <a:off x="8362404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155" name="pl155"/>
            <p:cNvSpPr/>
            <p:nvPr/>
          </p:nvSpPr>
          <p:spPr>
            <a:xfrm>
              <a:off x="8461709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6" name="pl156"/>
            <p:cNvSpPr/>
            <p:nvPr/>
          </p:nvSpPr>
          <p:spPr>
            <a:xfrm>
              <a:off x="8858928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7" name="pl157"/>
            <p:cNvSpPr/>
            <p:nvPr/>
          </p:nvSpPr>
          <p:spPr>
            <a:xfrm>
              <a:off x="9256148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8" name="pl158"/>
            <p:cNvSpPr/>
            <p:nvPr/>
          </p:nvSpPr>
          <p:spPr>
            <a:xfrm>
              <a:off x="9653367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9" name="pl159"/>
            <p:cNvSpPr/>
            <p:nvPr/>
          </p:nvSpPr>
          <p:spPr>
            <a:xfrm>
              <a:off x="10050586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0" name="pl160"/>
            <p:cNvSpPr/>
            <p:nvPr/>
          </p:nvSpPr>
          <p:spPr>
            <a:xfrm>
              <a:off x="10447806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1" name="pl161"/>
            <p:cNvSpPr/>
            <p:nvPr/>
          </p:nvSpPr>
          <p:spPr>
            <a:xfrm>
              <a:off x="8362404" y="403545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2" name="pl162"/>
            <p:cNvSpPr/>
            <p:nvPr/>
          </p:nvSpPr>
          <p:spPr>
            <a:xfrm>
              <a:off x="8362404" y="3665812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3" name="pl163"/>
            <p:cNvSpPr/>
            <p:nvPr/>
          </p:nvSpPr>
          <p:spPr>
            <a:xfrm>
              <a:off x="8362404" y="3296167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4" name="pl164"/>
            <p:cNvSpPr/>
            <p:nvPr/>
          </p:nvSpPr>
          <p:spPr>
            <a:xfrm>
              <a:off x="8362404" y="2926523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5" name="pl165"/>
            <p:cNvSpPr/>
            <p:nvPr/>
          </p:nvSpPr>
          <p:spPr>
            <a:xfrm>
              <a:off x="8362404" y="2556879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6" name="pl166"/>
            <p:cNvSpPr/>
            <p:nvPr/>
          </p:nvSpPr>
          <p:spPr>
            <a:xfrm>
              <a:off x="8362404" y="2187235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7" name="pl167"/>
            <p:cNvSpPr/>
            <p:nvPr/>
          </p:nvSpPr>
          <p:spPr>
            <a:xfrm>
              <a:off x="8362404" y="1817590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8" name="pl168"/>
            <p:cNvSpPr/>
            <p:nvPr/>
          </p:nvSpPr>
          <p:spPr>
            <a:xfrm>
              <a:off x="8362404" y="144794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9" name="ph169"/>
            <p:cNvSpPr/>
            <p:nvPr/>
          </p:nvSpPr>
          <p:spPr>
            <a:xfrm>
              <a:off x="9333555" y="1711932"/>
              <a:ext cx="930827" cy="1243975"/>
            </a:xfrm>
            <a:custGeom>
              <a:avLst/>
              <a:gdLst/>
              <a:ahLst/>
              <a:cxnLst/>
              <a:rect l="0" t="0" r="0" b="0"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0" name="ph170"/>
            <p:cNvSpPr/>
            <p:nvPr/>
          </p:nvSpPr>
          <p:spPr>
            <a:xfrm>
              <a:off x="8833733" y="2292984"/>
              <a:ext cx="1041614" cy="914400"/>
            </a:xfrm>
            <a:custGeom>
              <a:avLst/>
              <a:gdLst/>
              <a:ahLst/>
              <a:cxnLst/>
              <a:rect l="0" t="0" r="0" b="0"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1" name="ph171"/>
            <p:cNvSpPr/>
            <p:nvPr/>
          </p:nvSpPr>
          <p:spPr>
            <a:xfrm>
              <a:off x="7839405" y="1306280"/>
              <a:ext cx="2407890" cy="2231492"/>
            </a:xfrm>
            <a:custGeom>
              <a:avLst/>
              <a:gdLst/>
              <a:ahLst/>
              <a:cxnLst/>
              <a:rect l="0" t="0" r="0" b="0"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2" name="ph172"/>
            <p:cNvSpPr/>
            <p:nvPr/>
          </p:nvSpPr>
          <p:spPr>
            <a:xfrm>
              <a:off x="9362279" y="1694135"/>
              <a:ext cx="952744" cy="914400"/>
            </a:xfrm>
            <a:custGeom>
              <a:avLst/>
              <a:gdLst/>
              <a:ahLst/>
              <a:cxnLst/>
              <a:rect l="0" t="0" r="0" b="0"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3" name="ph173"/>
            <p:cNvSpPr/>
            <p:nvPr/>
          </p:nvSpPr>
          <p:spPr>
            <a:xfrm>
              <a:off x="9210044" y="1265597"/>
              <a:ext cx="936976" cy="914400"/>
            </a:xfrm>
            <a:custGeom>
              <a:avLst/>
              <a:gdLst/>
              <a:ahLst/>
              <a:cxnLst/>
              <a:rect l="0" t="0" r="0" b="0"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4" name="ph174"/>
            <p:cNvSpPr/>
            <p:nvPr/>
          </p:nvSpPr>
          <p:spPr>
            <a:xfrm>
              <a:off x="9249456" y="1111206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5" name="ph175"/>
            <p:cNvSpPr/>
            <p:nvPr/>
          </p:nvSpPr>
          <p:spPr>
            <a:xfrm>
              <a:off x="9518374" y="2960636"/>
              <a:ext cx="929431" cy="915704"/>
            </a:xfrm>
            <a:custGeom>
              <a:avLst/>
              <a:gdLst/>
              <a:ahLst/>
              <a:cxnLst/>
              <a:rect l="0" t="0" r="0" b="0"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6" name="ph176"/>
            <p:cNvSpPr/>
            <p:nvPr/>
          </p:nvSpPr>
          <p:spPr>
            <a:xfrm>
              <a:off x="8483897" y="3114287"/>
              <a:ext cx="1963908" cy="921168"/>
            </a:xfrm>
            <a:custGeom>
              <a:avLst/>
              <a:gdLst/>
              <a:ahLst/>
              <a:cxnLst/>
              <a:rect l="0" t="0" r="0" b="0"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7" name="ph177"/>
            <p:cNvSpPr/>
            <p:nvPr/>
          </p:nvSpPr>
          <p:spPr>
            <a:xfrm>
              <a:off x="8007020" y="573417"/>
              <a:ext cx="968823" cy="1653363"/>
            </a:xfrm>
            <a:custGeom>
              <a:avLst/>
              <a:gdLst/>
              <a:ahLst/>
              <a:cxnLst/>
              <a:rect l="0" t="0" r="0" b="0"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8" name="ph178"/>
            <p:cNvSpPr/>
            <p:nvPr/>
          </p:nvSpPr>
          <p:spPr>
            <a:xfrm>
              <a:off x="7551711" y="2871943"/>
              <a:ext cx="915718" cy="956750"/>
            </a:xfrm>
            <a:custGeom>
              <a:avLst/>
              <a:gdLst/>
              <a:ahLst/>
              <a:cxnLst/>
              <a:rect l="0" t="0" r="0" b="0"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9" name="ph179"/>
            <p:cNvSpPr/>
            <p:nvPr/>
          </p:nvSpPr>
          <p:spPr>
            <a:xfrm>
              <a:off x="7575801" y="2940511"/>
              <a:ext cx="1097299" cy="1094944"/>
            </a:xfrm>
            <a:custGeom>
              <a:avLst/>
              <a:gdLst/>
              <a:ahLst/>
              <a:cxnLst/>
              <a:rect l="0" t="0" r="0" b="0"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0" name="ph180"/>
            <p:cNvSpPr/>
            <p:nvPr/>
          </p:nvSpPr>
          <p:spPr>
            <a:xfrm>
              <a:off x="7766633" y="3117663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1" name="ph181"/>
            <p:cNvSpPr/>
            <p:nvPr/>
          </p:nvSpPr>
          <p:spPr>
            <a:xfrm>
              <a:off x="7885062" y="3079092"/>
              <a:ext cx="1336773" cy="956364"/>
            </a:xfrm>
            <a:custGeom>
              <a:avLst/>
              <a:gdLst/>
              <a:ahLst/>
              <a:cxnLst/>
              <a:rect l="0" t="0" r="0" b="0"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2" name="ph182"/>
            <p:cNvSpPr/>
            <p:nvPr/>
          </p:nvSpPr>
          <p:spPr>
            <a:xfrm>
              <a:off x="8288953" y="3004459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3" name="ph183"/>
            <p:cNvSpPr/>
            <p:nvPr/>
          </p:nvSpPr>
          <p:spPr>
            <a:xfrm>
              <a:off x="8316417" y="3107645"/>
              <a:ext cx="961516" cy="927810"/>
            </a:xfrm>
            <a:custGeom>
              <a:avLst/>
              <a:gdLst/>
              <a:ahLst/>
              <a:cxnLst/>
              <a:rect l="0" t="0" r="0" b="0"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4" name="ph184"/>
            <p:cNvSpPr/>
            <p:nvPr/>
          </p:nvSpPr>
          <p:spPr>
            <a:xfrm>
              <a:off x="7771598" y="2967278"/>
              <a:ext cx="944889" cy="914400"/>
            </a:xfrm>
            <a:custGeom>
              <a:avLst/>
              <a:gdLst/>
              <a:ahLst/>
              <a:cxnLst/>
              <a:rect l="0" t="0" r="0" b="0"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5" name="ph185"/>
            <p:cNvSpPr/>
            <p:nvPr/>
          </p:nvSpPr>
          <p:spPr>
            <a:xfrm>
              <a:off x="9533406" y="773419"/>
              <a:ext cx="914400" cy="1013957"/>
            </a:xfrm>
            <a:custGeom>
              <a:avLst/>
              <a:gdLst/>
              <a:ahLst/>
              <a:cxnLst/>
              <a:rect l="0" t="0" r="0" b="0"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6" name="ph186"/>
            <p:cNvSpPr/>
            <p:nvPr/>
          </p:nvSpPr>
          <p:spPr>
            <a:xfrm>
              <a:off x="9467364" y="842293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7" name="ph187"/>
            <p:cNvSpPr/>
            <p:nvPr/>
          </p:nvSpPr>
          <p:spPr>
            <a:xfrm>
              <a:off x="8057972" y="2498220"/>
              <a:ext cx="921789" cy="1251646"/>
            </a:xfrm>
            <a:custGeom>
              <a:avLst/>
              <a:gdLst/>
              <a:ahLst/>
              <a:cxnLst/>
              <a:rect l="0" t="0" r="0" b="0"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8" name="ph188"/>
            <p:cNvSpPr/>
            <p:nvPr/>
          </p:nvSpPr>
          <p:spPr>
            <a:xfrm>
              <a:off x="7598765" y="1784037"/>
              <a:ext cx="1046890" cy="1566168"/>
            </a:xfrm>
            <a:custGeom>
              <a:avLst/>
              <a:gdLst/>
              <a:ahLst/>
              <a:cxnLst/>
              <a:rect l="0" t="0" r="0" b="0"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9" name="ph189"/>
            <p:cNvSpPr/>
            <p:nvPr/>
          </p:nvSpPr>
          <p:spPr>
            <a:xfrm>
              <a:off x="7552002" y="2469955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0" name="ph190"/>
            <p:cNvSpPr/>
            <p:nvPr/>
          </p:nvSpPr>
          <p:spPr>
            <a:xfrm>
              <a:off x="7683717" y="2545292"/>
              <a:ext cx="940700" cy="1102488"/>
            </a:xfrm>
            <a:custGeom>
              <a:avLst/>
              <a:gdLst/>
              <a:ahLst/>
              <a:cxnLst/>
              <a:rect l="0" t="0" r="0" b="0"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1" name="ph191"/>
            <p:cNvSpPr/>
            <p:nvPr/>
          </p:nvSpPr>
          <p:spPr>
            <a:xfrm>
              <a:off x="7852846" y="2814403"/>
              <a:ext cx="959591" cy="988599"/>
            </a:xfrm>
            <a:custGeom>
              <a:avLst/>
              <a:gdLst/>
              <a:ahLst/>
              <a:cxnLst/>
              <a:rect l="0" t="0" r="0" b="0"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2" name="ph192"/>
            <p:cNvSpPr/>
            <p:nvPr/>
          </p:nvSpPr>
          <p:spPr>
            <a:xfrm>
              <a:off x="7684299" y="2845646"/>
              <a:ext cx="966302" cy="914400"/>
            </a:xfrm>
            <a:custGeom>
              <a:avLst/>
              <a:gdLst/>
              <a:ahLst/>
              <a:cxnLst/>
              <a:rect l="0" t="0" r="0" b="0"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3" name="ph193"/>
            <p:cNvSpPr/>
            <p:nvPr/>
          </p:nvSpPr>
          <p:spPr>
            <a:xfrm>
              <a:off x="8046025" y="2769569"/>
              <a:ext cx="921983" cy="935986"/>
            </a:xfrm>
            <a:custGeom>
              <a:avLst/>
              <a:gdLst/>
              <a:ahLst/>
              <a:cxnLst/>
              <a:rect l="0" t="0" r="0" b="0"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4" name="ph194"/>
            <p:cNvSpPr/>
            <p:nvPr/>
          </p:nvSpPr>
          <p:spPr>
            <a:xfrm>
              <a:off x="8058050" y="2546627"/>
              <a:ext cx="933097" cy="914400"/>
            </a:xfrm>
            <a:custGeom>
              <a:avLst/>
              <a:gdLst/>
              <a:ahLst/>
              <a:cxnLst/>
              <a:rect l="0" t="0" r="0" b="0"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5" name="ph195"/>
            <p:cNvSpPr/>
            <p:nvPr/>
          </p:nvSpPr>
          <p:spPr>
            <a:xfrm>
              <a:off x="7630186" y="2811605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6" name="ph196"/>
            <p:cNvSpPr/>
            <p:nvPr/>
          </p:nvSpPr>
          <p:spPr>
            <a:xfrm>
              <a:off x="7547309" y="2796437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7" name="ph197"/>
            <p:cNvSpPr/>
            <p:nvPr/>
          </p:nvSpPr>
          <p:spPr>
            <a:xfrm>
              <a:off x="7664554" y="2468601"/>
              <a:ext cx="928578" cy="914400"/>
            </a:xfrm>
            <a:custGeom>
              <a:avLst/>
              <a:gdLst/>
              <a:ahLst/>
              <a:cxnLst/>
              <a:rect l="0" t="0" r="0" b="0"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8" name="ph198"/>
            <p:cNvSpPr/>
            <p:nvPr/>
          </p:nvSpPr>
          <p:spPr>
            <a:xfrm>
              <a:off x="7748188" y="1927437"/>
              <a:ext cx="946790" cy="914400"/>
            </a:xfrm>
            <a:custGeom>
              <a:avLst/>
              <a:gdLst/>
              <a:ahLst/>
              <a:cxnLst/>
              <a:rect l="0" t="0" r="0" b="0"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9" name="ph199"/>
            <p:cNvSpPr/>
            <p:nvPr/>
          </p:nvSpPr>
          <p:spPr>
            <a:xfrm>
              <a:off x="8550443" y="2749589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0" name="pt200"/>
            <p:cNvSpPr/>
            <p:nvPr/>
          </p:nvSpPr>
          <p:spPr>
            <a:xfrm>
              <a:off x="8979350" y="3327924"/>
              <a:ext cx="117405" cy="117405"/>
            </a:xfrm>
            <a:prstGeom prst="ellipse">
              <a:avLst/>
            </a:prstGeom>
            <a:solidFill>
              <a:srgbClr val="A7327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1" name="pt201"/>
            <p:cNvSpPr/>
            <p:nvPr/>
          </p:nvSpPr>
          <p:spPr>
            <a:xfrm>
              <a:off x="10206120" y="1819937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2" name="pt202"/>
            <p:cNvSpPr/>
            <p:nvPr/>
          </p:nvSpPr>
          <p:spPr>
            <a:xfrm>
              <a:off x="8909741" y="3164682"/>
              <a:ext cx="117405" cy="117405"/>
            </a:xfrm>
            <a:prstGeom prst="ellipse">
              <a:avLst/>
            </a:prstGeom>
            <a:solidFill>
              <a:srgbClr val="FC9B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3" name="pt203"/>
            <p:cNvSpPr/>
            <p:nvPr/>
          </p:nvSpPr>
          <p:spPr>
            <a:xfrm>
              <a:off x="9739774" y="261086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4" name="pt204"/>
            <p:cNvSpPr/>
            <p:nvPr/>
          </p:nvSpPr>
          <p:spPr>
            <a:xfrm>
              <a:off x="9664557" y="2995558"/>
              <a:ext cx="117405" cy="117405"/>
            </a:xfrm>
            <a:prstGeom prst="ellipse">
              <a:avLst/>
            </a:prstGeom>
            <a:solidFill>
              <a:srgbClr val="B939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5" name="pt205"/>
            <p:cNvSpPr/>
            <p:nvPr/>
          </p:nvSpPr>
          <p:spPr>
            <a:xfrm>
              <a:off x="8995431" y="346074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6" name="pt206"/>
            <p:cNvSpPr/>
            <p:nvPr/>
          </p:nvSpPr>
          <p:spPr>
            <a:xfrm>
              <a:off x="8624584" y="2173890"/>
              <a:ext cx="117405" cy="117405"/>
            </a:xfrm>
            <a:prstGeom prst="ellipse">
              <a:avLst/>
            </a:prstGeom>
            <a:solidFill>
              <a:srgbClr val="AE35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7" name="pt207"/>
            <p:cNvSpPr/>
            <p:nvPr/>
          </p:nvSpPr>
          <p:spPr>
            <a:xfrm>
              <a:off x="8714487" y="2478760"/>
              <a:ext cx="117405" cy="117405"/>
            </a:xfrm>
            <a:prstGeom prst="ellipse">
              <a:avLst/>
            </a:prstGeom>
            <a:solidFill>
              <a:srgbClr val="E04E6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8" name="pg208"/>
            <p:cNvSpPr/>
            <p:nvPr/>
          </p:nvSpPr>
          <p:spPr>
            <a:xfrm>
              <a:off x="9093729" y="3255550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9" name="tx209"/>
            <p:cNvSpPr/>
            <p:nvPr/>
          </p:nvSpPr>
          <p:spPr>
            <a:xfrm>
              <a:off x="9139449" y="3301270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10" name="pg210"/>
            <p:cNvSpPr/>
            <p:nvPr/>
          </p:nvSpPr>
          <p:spPr>
            <a:xfrm>
              <a:off x="10137459" y="1626776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1" name="tx211"/>
            <p:cNvSpPr/>
            <p:nvPr/>
          </p:nvSpPr>
          <p:spPr>
            <a:xfrm>
              <a:off x="10183179" y="1672496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12" name="pg212"/>
            <p:cNvSpPr/>
            <p:nvPr/>
          </p:nvSpPr>
          <p:spPr>
            <a:xfrm>
              <a:off x="8643749" y="2971920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3" name="tx213"/>
            <p:cNvSpPr/>
            <p:nvPr/>
          </p:nvSpPr>
          <p:spPr>
            <a:xfrm>
              <a:off x="8689469" y="3017640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14" name="pg214"/>
            <p:cNvSpPr/>
            <p:nvPr/>
          </p:nvSpPr>
          <p:spPr>
            <a:xfrm>
              <a:off x="9477480" y="2729654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5" name="tx215"/>
            <p:cNvSpPr/>
            <p:nvPr/>
          </p:nvSpPr>
          <p:spPr>
            <a:xfrm>
              <a:off x="9523200" y="2775374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16" name="pg216"/>
            <p:cNvSpPr/>
            <p:nvPr/>
          </p:nvSpPr>
          <p:spPr>
            <a:xfrm>
              <a:off x="9664412" y="3113631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7" name="tx217"/>
            <p:cNvSpPr/>
            <p:nvPr/>
          </p:nvSpPr>
          <p:spPr>
            <a:xfrm>
              <a:off x="9710132" y="3159351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18" name="pg218"/>
            <p:cNvSpPr/>
            <p:nvPr/>
          </p:nvSpPr>
          <p:spPr>
            <a:xfrm>
              <a:off x="8979843" y="3578909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9" name="tx219"/>
            <p:cNvSpPr/>
            <p:nvPr/>
          </p:nvSpPr>
          <p:spPr>
            <a:xfrm>
              <a:off x="9025563" y="3624629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20" name="pg220"/>
            <p:cNvSpPr/>
            <p:nvPr/>
          </p:nvSpPr>
          <p:spPr>
            <a:xfrm>
              <a:off x="8630958" y="1981408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1" name="tx221"/>
            <p:cNvSpPr/>
            <p:nvPr/>
          </p:nvSpPr>
          <p:spPr>
            <a:xfrm>
              <a:off x="8676678" y="2027128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22" name="pg222"/>
            <p:cNvSpPr/>
            <p:nvPr/>
          </p:nvSpPr>
          <p:spPr>
            <a:xfrm>
              <a:off x="8495519" y="2596798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3" name="tx223"/>
            <p:cNvSpPr/>
            <p:nvPr/>
          </p:nvSpPr>
          <p:spPr>
            <a:xfrm>
              <a:off x="8541239" y="2642518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24" name="rc224"/>
            <p:cNvSpPr/>
            <p:nvPr/>
          </p:nvSpPr>
          <p:spPr>
            <a:xfrm>
              <a:off x="8362404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5" name="tx225"/>
            <p:cNvSpPr/>
            <p:nvPr/>
          </p:nvSpPr>
          <p:spPr>
            <a:xfrm>
              <a:off x="8050051" y="39947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8174409" y="397629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8219124" y="399476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8050051" y="362512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8174409" y="360665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8219124" y="362512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8050051" y="325565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8174409" y="323718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8219124" y="325565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8050051" y="28858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8174409" y="28673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8219124" y="28858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8050051" y="251637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8174409" y="249790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8219124" y="251637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8050051" y="21467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8174409" y="21282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8219124" y="214672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8050051" y="177708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8174409" y="175861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8219124" y="177708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8050051" y="14074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8174409" y="13889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8219124" y="14074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9" name="pl249"/>
            <p:cNvSpPr/>
            <p:nvPr/>
          </p:nvSpPr>
          <p:spPr>
            <a:xfrm>
              <a:off x="8327609" y="40354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0" name="pl250"/>
            <p:cNvSpPr/>
            <p:nvPr/>
          </p:nvSpPr>
          <p:spPr>
            <a:xfrm>
              <a:off x="8327609" y="36658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1" name="pl251"/>
            <p:cNvSpPr/>
            <p:nvPr/>
          </p:nvSpPr>
          <p:spPr>
            <a:xfrm>
              <a:off x="8327609" y="3296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2" name="pl252"/>
            <p:cNvSpPr/>
            <p:nvPr/>
          </p:nvSpPr>
          <p:spPr>
            <a:xfrm>
              <a:off x="8327609" y="29265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3" name="pl253"/>
            <p:cNvSpPr/>
            <p:nvPr/>
          </p:nvSpPr>
          <p:spPr>
            <a:xfrm>
              <a:off x="8327609" y="25568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4" name="pl254"/>
            <p:cNvSpPr/>
            <p:nvPr/>
          </p:nvSpPr>
          <p:spPr>
            <a:xfrm>
              <a:off x="8327609" y="21872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5" name="pl255"/>
            <p:cNvSpPr/>
            <p:nvPr/>
          </p:nvSpPr>
          <p:spPr>
            <a:xfrm>
              <a:off x="8327609" y="18175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6" name="pl256"/>
            <p:cNvSpPr/>
            <p:nvPr/>
          </p:nvSpPr>
          <p:spPr>
            <a:xfrm>
              <a:off x="8327609" y="14479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7" name="pl257"/>
            <p:cNvSpPr/>
            <p:nvPr/>
          </p:nvSpPr>
          <p:spPr>
            <a:xfrm>
              <a:off x="8461709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8" name="pl258"/>
            <p:cNvSpPr/>
            <p:nvPr/>
          </p:nvSpPr>
          <p:spPr>
            <a:xfrm>
              <a:off x="8858928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9" name="pl259"/>
            <p:cNvSpPr/>
            <p:nvPr/>
          </p:nvSpPr>
          <p:spPr>
            <a:xfrm>
              <a:off x="9256148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0" name="pl260"/>
            <p:cNvSpPr/>
            <p:nvPr/>
          </p:nvSpPr>
          <p:spPr>
            <a:xfrm>
              <a:off x="9653367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1" name="pl261"/>
            <p:cNvSpPr/>
            <p:nvPr/>
          </p:nvSpPr>
          <p:spPr>
            <a:xfrm>
              <a:off x="10050586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2" name="pl262"/>
            <p:cNvSpPr/>
            <p:nvPr/>
          </p:nvSpPr>
          <p:spPr>
            <a:xfrm>
              <a:off x="10447806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3" name="tx263"/>
            <p:cNvSpPr/>
            <p:nvPr/>
          </p:nvSpPr>
          <p:spPr>
            <a:xfrm>
              <a:off x="8339911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8464269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8508983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8737130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8861488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8906203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9134349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9258708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9303422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9531569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9655927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9700641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9928788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10053147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10097861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10326008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10450366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10495080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9147793" y="43716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282" name="tx282"/>
            <p:cNvSpPr/>
            <p:nvPr/>
          </p:nvSpPr>
          <p:spPr>
            <a:xfrm rot="-5400000">
              <a:off x="7680210" y="26916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283" name="rc283"/>
            <p:cNvSpPr/>
            <p:nvPr/>
          </p:nvSpPr>
          <p:spPr>
            <a:xfrm>
              <a:off x="10686289" y="1947720"/>
              <a:ext cx="1094446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284" name="tx284"/>
            <p:cNvSpPr/>
            <p:nvPr/>
          </p:nvSpPr>
          <p:spPr>
            <a:xfrm>
              <a:off x="10755878" y="2032811"/>
              <a:ext cx="54361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10755878" y="2183687"/>
              <a:ext cx="95582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Length Change</a:t>
              </a:r>
            </a:p>
          </p:txBody>
        </p:sp>
        <p:pic>
          <p:nvPicPr>
            <p:cNvPr id="286" name="pic2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5878" y="2368813"/>
              <a:ext cx="219455" cy="1097280"/>
            </a:xfrm>
            <a:prstGeom prst="rect">
              <a:avLst/>
            </a:prstGeom>
          </p:spPr>
        </p:pic>
        <p:sp>
          <p:nvSpPr>
            <p:cNvPr id="287" name="pl287"/>
            <p:cNvSpPr/>
            <p:nvPr/>
          </p:nvSpPr>
          <p:spPr>
            <a:xfrm>
              <a:off x="10931443" y="34642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8" name="pl288"/>
            <p:cNvSpPr/>
            <p:nvPr/>
          </p:nvSpPr>
          <p:spPr>
            <a:xfrm>
              <a:off x="10931443" y="31908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9" name="pl289"/>
            <p:cNvSpPr/>
            <p:nvPr/>
          </p:nvSpPr>
          <p:spPr>
            <a:xfrm>
              <a:off x="10931443" y="291745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0" name="pl290"/>
            <p:cNvSpPr/>
            <p:nvPr/>
          </p:nvSpPr>
          <p:spPr>
            <a:xfrm>
              <a:off x="10931443" y="26440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1" name="pl291"/>
            <p:cNvSpPr/>
            <p:nvPr/>
          </p:nvSpPr>
          <p:spPr>
            <a:xfrm>
              <a:off x="10931443" y="237064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2" name="pl292"/>
            <p:cNvSpPr/>
            <p:nvPr/>
          </p:nvSpPr>
          <p:spPr>
            <a:xfrm>
              <a:off x="10755878" y="346426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3" name="pl293"/>
            <p:cNvSpPr/>
            <p:nvPr/>
          </p:nvSpPr>
          <p:spPr>
            <a:xfrm>
              <a:off x="10755878" y="319085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4" name="pl294"/>
            <p:cNvSpPr/>
            <p:nvPr/>
          </p:nvSpPr>
          <p:spPr>
            <a:xfrm>
              <a:off x="10755878" y="291745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5" name="pl295"/>
            <p:cNvSpPr/>
            <p:nvPr/>
          </p:nvSpPr>
          <p:spPr>
            <a:xfrm>
              <a:off x="10755878" y="264404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6" name="pl296"/>
            <p:cNvSpPr/>
            <p:nvPr/>
          </p:nvSpPr>
          <p:spPr>
            <a:xfrm>
              <a:off x="10755878" y="237064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7" name="tx297"/>
            <p:cNvSpPr/>
            <p:nvPr/>
          </p:nvSpPr>
          <p:spPr>
            <a:xfrm>
              <a:off x="11044923" y="342425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11044923" y="3150853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11044923" y="287744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11044923" y="260404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11044923" y="233063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8362404" y="739935"/>
              <a:ext cx="4599340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Common Future Relative Length Change 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8362404" y="986823"/>
              <a:ext cx="2109063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  <p:sp>
          <p:nvSpPr>
            <p:cNvPr id="304" name="rc304"/>
            <p:cNvSpPr/>
            <p:nvPr/>
          </p:nvSpPr>
          <p:spPr>
            <a:xfrm>
              <a:off x="19124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5" name="rc305"/>
            <p:cNvSpPr/>
            <p:nvPr/>
          </p:nvSpPr>
          <p:spPr>
            <a:xfrm>
              <a:off x="2465569" y="4976262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306" name="pl306"/>
            <p:cNvSpPr/>
            <p:nvPr/>
          </p:nvSpPr>
          <p:spPr>
            <a:xfrm>
              <a:off x="2564870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7" name="pl307"/>
            <p:cNvSpPr/>
            <p:nvPr/>
          </p:nvSpPr>
          <p:spPr>
            <a:xfrm>
              <a:off x="2962077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8" name="pl308"/>
            <p:cNvSpPr/>
            <p:nvPr/>
          </p:nvSpPr>
          <p:spPr>
            <a:xfrm>
              <a:off x="3359284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9" name="pl309"/>
            <p:cNvSpPr/>
            <p:nvPr/>
          </p:nvSpPr>
          <p:spPr>
            <a:xfrm>
              <a:off x="3756490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0" name="pl310"/>
            <p:cNvSpPr/>
            <p:nvPr/>
          </p:nvSpPr>
          <p:spPr>
            <a:xfrm>
              <a:off x="4153697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1" name="pl311"/>
            <p:cNvSpPr/>
            <p:nvPr/>
          </p:nvSpPr>
          <p:spPr>
            <a:xfrm>
              <a:off x="4550903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2" name="pl312"/>
            <p:cNvSpPr/>
            <p:nvPr/>
          </p:nvSpPr>
          <p:spPr>
            <a:xfrm>
              <a:off x="2465569" y="7693060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3" name="pl313"/>
            <p:cNvSpPr/>
            <p:nvPr/>
          </p:nvSpPr>
          <p:spPr>
            <a:xfrm>
              <a:off x="2465569" y="7323428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4" name="pl314"/>
            <p:cNvSpPr/>
            <p:nvPr/>
          </p:nvSpPr>
          <p:spPr>
            <a:xfrm>
              <a:off x="2465569" y="6953795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5" name="pl315"/>
            <p:cNvSpPr/>
            <p:nvPr/>
          </p:nvSpPr>
          <p:spPr>
            <a:xfrm>
              <a:off x="2465569" y="6584163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6" name="pl316"/>
            <p:cNvSpPr/>
            <p:nvPr/>
          </p:nvSpPr>
          <p:spPr>
            <a:xfrm>
              <a:off x="2465569" y="6214531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7" name="pl317"/>
            <p:cNvSpPr/>
            <p:nvPr/>
          </p:nvSpPr>
          <p:spPr>
            <a:xfrm>
              <a:off x="2465569" y="5844898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8" name="pl318"/>
            <p:cNvSpPr/>
            <p:nvPr/>
          </p:nvSpPr>
          <p:spPr>
            <a:xfrm>
              <a:off x="2465569" y="5475266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9" name="pl319"/>
            <p:cNvSpPr/>
            <p:nvPr/>
          </p:nvSpPr>
          <p:spPr>
            <a:xfrm>
              <a:off x="2465569" y="5105633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0" name="ph320"/>
            <p:cNvSpPr/>
            <p:nvPr/>
          </p:nvSpPr>
          <p:spPr>
            <a:xfrm>
              <a:off x="3436659" y="5369581"/>
              <a:ext cx="930827" cy="1243964"/>
            </a:xfrm>
            <a:custGeom>
              <a:avLst/>
              <a:gdLst/>
              <a:ahLst/>
              <a:cxnLst/>
              <a:rect l="0" t="0" r="0" b="0"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1" name="ph321"/>
            <p:cNvSpPr/>
            <p:nvPr/>
          </p:nvSpPr>
          <p:spPr>
            <a:xfrm>
              <a:off x="2936853" y="5950615"/>
              <a:ext cx="1041610" cy="914400"/>
            </a:xfrm>
            <a:custGeom>
              <a:avLst/>
              <a:gdLst/>
              <a:ahLst/>
              <a:cxnLst/>
              <a:rect l="0" t="0" r="0" b="0"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2" name="ph322"/>
            <p:cNvSpPr/>
            <p:nvPr/>
          </p:nvSpPr>
          <p:spPr>
            <a:xfrm>
              <a:off x="1942557" y="4963942"/>
              <a:ext cx="2407842" cy="2231449"/>
            </a:xfrm>
            <a:custGeom>
              <a:avLst/>
              <a:gdLst/>
              <a:ahLst/>
              <a:cxnLst/>
              <a:rect l="0" t="0" r="0" b="0"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3" name="ph323"/>
            <p:cNvSpPr/>
            <p:nvPr/>
          </p:nvSpPr>
          <p:spPr>
            <a:xfrm>
              <a:off x="3465383" y="5351785"/>
              <a:ext cx="952743" cy="914400"/>
            </a:xfrm>
            <a:custGeom>
              <a:avLst/>
              <a:gdLst/>
              <a:ahLst/>
              <a:cxnLst/>
              <a:rect l="0" t="0" r="0" b="0"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4" name="ph324"/>
            <p:cNvSpPr/>
            <p:nvPr/>
          </p:nvSpPr>
          <p:spPr>
            <a:xfrm>
              <a:off x="3313152" y="4923261"/>
              <a:ext cx="936975" cy="914400"/>
            </a:xfrm>
            <a:custGeom>
              <a:avLst/>
              <a:gdLst/>
              <a:ahLst/>
              <a:cxnLst/>
              <a:rect l="0" t="0" r="0" b="0"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5" name="ph325"/>
            <p:cNvSpPr/>
            <p:nvPr/>
          </p:nvSpPr>
          <p:spPr>
            <a:xfrm>
              <a:off x="3352563" y="4768874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6" name="ph326"/>
            <p:cNvSpPr/>
            <p:nvPr/>
          </p:nvSpPr>
          <p:spPr>
            <a:xfrm>
              <a:off x="3621472" y="6618245"/>
              <a:ext cx="929431" cy="915703"/>
            </a:xfrm>
            <a:custGeom>
              <a:avLst/>
              <a:gdLst/>
              <a:ahLst/>
              <a:cxnLst/>
              <a:rect l="0" t="0" r="0" b="0"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7" name="ph327"/>
            <p:cNvSpPr/>
            <p:nvPr/>
          </p:nvSpPr>
          <p:spPr>
            <a:xfrm>
              <a:off x="2587028" y="6771892"/>
              <a:ext cx="1963875" cy="921168"/>
            </a:xfrm>
            <a:custGeom>
              <a:avLst/>
              <a:gdLst/>
              <a:ahLst/>
              <a:cxnLst/>
              <a:rect l="0" t="0" r="0" b="0"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8" name="ph328"/>
            <p:cNvSpPr/>
            <p:nvPr/>
          </p:nvSpPr>
          <p:spPr>
            <a:xfrm>
              <a:off x="2110167" y="4231103"/>
              <a:ext cx="968821" cy="1653339"/>
            </a:xfrm>
            <a:custGeom>
              <a:avLst/>
              <a:gdLst/>
              <a:ahLst/>
              <a:cxnLst/>
              <a:rect l="0" t="0" r="0" b="0"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9" name="ph329"/>
            <p:cNvSpPr/>
            <p:nvPr/>
          </p:nvSpPr>
          <p:spPr>
            <a:xfrm>
              <a:off x="1654873" y="6529555"/>
              <a:ext cx="915718" cy="956749"/>
            </a:xfrm>
            <a:custGeom>
              <a:avLst/>
              <a:gdLst/>
              <a:ahLst/>
              <a:cxnLst/>
              <a:rect l="0" t="0" r="0" b="0"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0" name="ph330"/>
            <p:cNvSpPr/>
            <p:nvPr/>
          </p:nvSpPr>
          <p:spPr>
            <a:xfrm>
              <a:off x="1678961" y="6598121"/>
              <a:ext cx="1097293" cy="1094938"/>
            </a:xfrm>
            <a:custGeom>
              <a:avLst/>
              <a:gdLst/>
              <a:ahLst/>
              <a:cxnLst/>
              <a:rect l="0" t="0" r="0" b="0"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1" name="ph331"/>
            <p:cNvSpPr/>
            <p:nvPr/>
          </p:nvSpPr>
          <p:spPr>
            <a:xfrm>
              <a:off x="1869787" y="6775267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2" name="ph332"/>
            <p:cNvSpPr/>
            <p:nvPr/>
          </p:nvSpPr>
          <p:spPr>
            <a:xfrm>
              <a:off x="1988212" y="6736697"/>
              <a:ext cx="1336760" cy="956362"/>
            </a:xfrm>
            <a:custGeom>
              <a:avLst/>
              <a:gdLst/>
              <a:ahLst/>
              <a:cxnLst/>
              <a:rect l="0" t="0" r="0" b="0"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3" name="ph333"/>
            <p:cNvSpPr/>
            <p:nvPr/>
          </p:nvSpPr>
          <p:spPr>
            <a:xfrm>
              <a:off x="2392091" y="6662067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4" name="ph334"/>
            <p:cNvSpPr/>
            <p:nvPr/>
          </p:nvSpPr>
          <p:spPr>
            <a:xfrm>
              <a:off x="2419554" y="6765250"/>
              <a:ext cx="961514" cy="927810"/>
            </a:xfrm>
            <a:custGeom>
              <a:avLst/>
              <a:gdLst/>
              <a:ahLst/>
              <a:cxnLst/>
              <a:rect l="0" t="0" r="0" b="0"/>
              <a:pathLst>
                <a:path w="961514" h="927810">
                  <a:moveTo>
                    <a:pt x="914399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5" name="ph335"/>
            <p:cNvSpPr/>
            <p:nvPr/>
          </p:nvSpPr>
          <p:spPr>
            <a:xfrm>
              <a:off x="1874752" y="6624887"/>
              <a:ext cx="944888" cy="914400"/>
            </a:xfrm>
            <a:custGeom>
              <a:avLst/>
              <a:gdLst/>
              <a:ahLst/>
              <a:cxnLst/>
              <a:rect l="0" t="0" r="0" b="0"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6" name="ph336"/>
            <p:cNvSpPr/>
            <p:nvPr/>
          </p:nvSpPr>
          <p:spPr>
            <a:xfrm>
              <a:off x="3636503" y="4431098"/>
              <a:ext cx="914400" cy="1013954"/>
            </a:xfrm>
            <a:custGeom>
              <a:avLst/>
              <a:gdLst/>
              <a:ahLst/>
              <a:cxnLst/>
              <a:rect l="0" t="0" r="0" b="0"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7" name="ph337"/>
            <p:cNvSpPr/>
            <p:nvPr/>
          </p:nvSpPr>
          <p:spPr>
            <a:xfrm>
              <a:off x="3570464" y="4499970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8" name="ph338"/>
            <p:cNvSpPr/>
            <p:nvPr/>
          </p:nvSpPr>
          <p:spPr>
            <a:xfrm>
              <a:off x="2161117" y="6155844"/>
              <a:ext cx="921789" cy="1251635"/>
            </a:xfrm>
            <a:custGeom>
              <a:avLst/>
              <a:gdLst/>
              <a:ahLst/>
              <a:cxnLst/>
              <a:rect l="0" t="0" r="0" b="0"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9" name="ph339"/>
            <p:cNvSpPr/>
            <p:nvPr/>
          </p:nvSpPr>
          <p:spPr>
            <a:xfrm>
              <a:off x="1701925" y="5441685"/>
              <a:ext cx="1046886" cy="1566147"/>
            </a:xfrm>
            <a:custGeom>
              <a:avLst/>
              <a:gdLst/>
              <a:ahLst/>
              <a:cxnLst/>
              <a:rect l="0" t="0" r="0" b="0"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0" name="ph340"/>
            <p:cNvSpPr/>
            <p:nvPr/>
          </p:nvSpPr>
          <p:spPr>
            <a:xfrm>
              <a:off x="1655164" y="6127580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1" name="ph341"/>
            <p:cNvSpPr/>
            <p:nvPr/>
          </p:nvSpPr>
          <p:spPr>
            <a:xfrm>
              <a:off x="1786874" y="6202914"/>
              <a:ext cx="940699" cy="1102482"/>
            </a:xfrm>
            <a:custGeom>
              <a:avLst/>
              <a:gdLst/>
              <a:ahLst/>
              <a:cxnLst/>
              <a:rect l="0" t="0" r="0" b="0"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2" name="ph342"/>
            <p:cNvSpPr/>
            <p:nvPr/>
          </p:nvSpPr>
          <p:spPr>
            <a:xfrm>
              <a:off x="1955997" y="6472017"/>
              <a:ext cx="959590" cy="988597"/>
            </a:xfrm>
            <a:custGeom>
              <a:avLst/>
              <a:gdLst/>
              <a:ahLst/>
              <a:cxnLst/>
              <a:rect l="0" t="0" r="0" b="0"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3" name="ph343"/>
            <p:cNvSpPr/>
            <p:nvPr/>
          </p:nvSpPr>
          <p:spPr>
            <a:xfrm>
              <a:off x="1787456" y="6503259"/>
              <a:ext cx="966300" cy="914400"/>
            </a:xfrm>
            <a:custGeom>
              <a:avLst/>
              <a:gdLst/>
              <a:ahLst/>
              <a:cxnLst/>
              <a:rect l="0" t="0" r="0" b="0"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4" name="ph344"/>
            <p:cNvSpPr/>
            <p:nvPr/>
          </p:nvSpPr>
          <p:spPr>
            <a:xfrm>
              <a:off x="2149170" y="6427184"/>
              <a:ext cx="921983" cy="935985"/>
            </a:xfrm>
            <a:custGeom>
              <a:avLst/>
              <a:gdLst/>
              <a:ahLst/>
              <a:cxnLst/>
              <a:rect l="0" t="0" r="0" b="0"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5" name="ph345"/>
            <p:cNvSpPr/>
            <p:nvPr/>
          </p:nvSpPr>
          <p:spPr>
            <a:xfrm>
              <a:off x="2161195" y="6204250"/>
              <a:ext cx="933096" cy="914400"/>
            </a:xfrm>
            <a:custGeom>
              <a:avLst/>
              <a:gdLst/>
              <a:ahLst/>
              <a:cxnLst/>
              <a:rect l="0" t="0" r="0" b="0"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6" name="ph346"/>
            <p:cNvSpPr/>
            <p:nvPr/>
          </p:nvSpPr>
          <p:spPr>
            <a:xfrm>
              <a:off x="1733344" y="6469219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7" name="ph347"/>
            <p:cNvSpPr/>
            <p:nvPr/>
          </p:nvSpPr>
          <p:spPr>
            <a:xfrm>
              <a:off x="1650470" y="6454052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8" name="ph348"/>
            <p:cNvSpPr/>
            <p:nvPr/>
          </p:nvSpPr>
          <p:spPr>
            <a:xfrm>
              <a:off x="1767712" y="6126226"/>
              <a:ext cx="928577" cy="914400"/>
            </a:xfrm>
            <a:custGeom>
              <a:avLst/>
              <a:gdLst/>
              <a:ahLst/>
              <a:cxnLst/>
              <a:rect l="0" t="0" r="0" b="0"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9" name="ph349"/>
            <p:cNvSpPr/>
            <p:nvPr/>
          </p:nvSpPr>
          <p:spPr>
            <a:xfrm>
              <a:off x="1851343" y="5585080"/>
              <a:ext cx="946789" cy="914400"/>
            </a:xfrm>
            <a:custGeom>
              <a:avLst/>
              <a:gdLst/>
              <a:ahLst/>
              <a:cxnLst/>
              <a:rect l="0" t="0" r="0" b="0"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0" name="ph350"/>
            <p:cNvSpPr/>
            <p:nvPr/>
          </p:nvSpPr>
          <p:spPr>
            <a:xfrm>
              <a:off x="2653572" y="6407205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399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1" name="pt351"/>
            <p:cNvSpPr/>
            <p:nvPr/>
          </p:nvSpPr>
          <p:spPr>
            <a:xfrm>
              <a:off x="3082493" y="6985549"/>
              <a:ext cx="117405" cy="117405"/>
            </a:xfrm>
            <a:prstGeom prst="ellipse">
              <a:avLst/>
            </a:prstGeom>
            <a:solidFill>
              <a:srgbClr val="4C137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2" name="pt352"/>
            <p:cNvSpPr/>
            <p:nvPr/>
          </p:nvSpPr>
          <p:spPr>
            <a:xfrm>
              <a:off x="4309224" y="547761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3" name="pt353"/>
            <p:cNvSpPr/>
            <p:nvPr/>
          </p:nvSpPr>
          <p:spPr>
            <a:xfrm>
              <a:off x="3012886" y="6822312"/>
              <a:ext cx="117405" cy="117405"/>
            </a:xfrm>
            <a:prstGeom prst="ellipse">
              <a:avLst/>
            </a:prstGeom>
            <a:solidFill>
              <a:srgbClr val="FB97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4" name="pt354"/>
            <p:cNvSpPr/>
            <p:nvPr/>
          </p:nvSpPr>
          <p:spPr>
            <a:xfrm>
              <a:off x="3842892" y="626851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5" name="pt355"/>
            <p:cNvSpPr/>
            <p:nvPr/>
          </p:nvSpPr>
          <p:spPr>
            <a:xfrm>
              <a:off x="3767678" y="6653194"/>
              <a:ext cx="117405" cy="117405"/>
            </a:xfrm>
            <a:prstGeom prst="ellipse">
              <a:avLst/>
            </a:prstGeom>
            <a:solidFill>
              <a:srgbClr val="7320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6" name="pt356"/>
            <p:cNvSpPr/>
            <p:nvPr/>
          </p:nvSpPr>
          <p:spPr>
            <a:xfrm>
              <a:off x="3098574" y="71183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7" name="pt357"/>
            <p:cNvSpPr/>
            <p:nvPr/>
          </p:nvSpPr>
          <p:spPr>
            <a:xfrm>
              <a:off x="2727739" y="5831552"/>
              <a:ext cx="117405" cy="117405"/>
            </a:xfrm>
            <a:prstGeom prst="ellipse">
              <a:avLst/>
            </a:prstGeom>
            <a:solidFill>
              <a:srgbClr val="6E1E7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8" name="pt358"/>
            <p:cNvSpPr/>
            <p:nvPr/>
          </p:nvSpPr>
          <p:spPr>
            <a:xfrm>
              <a:off x="2817639" y="6136412"/>
              <a:ext cx="117405" cy="117405"/>
            </a:xfrm>
            <a:prstGeom prst="ellipse">
              <a:avLst/>
            </a:prstGeom>
            <a:solidFill>
              <a:srgbClr val="B236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9" name="pg359"/>
            <p:cNvSpPr/>
            <p:nvPr/>
          </p:nvSpPr>
          <p:spPr>
            <a:xfrm>
              <a:off x="3197555" y="6913009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0" name="tx360"/>
            <p:cNvSpPr/>
            <p:nvPr/>
          </p:nvSpPr>
          <p:spPr>
            <a:xfrm>
              <a:off x="3243275" y="6958729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361" name="pg361"/>
            <p:cNvSpPr/>
            <p:nvPr/>
          </p:nvSpPr>
          <p:spPr>
            <a:xfrm>
              <a:off x="4240554" y="5284450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2" name="tx362"/>
            <p:cNvSpPr/>
            <p:nvPr/>
          </p:nvSpPr>
          <p:spPr>
            <a:xfrm>
              <a:off x="4286274" y="5330170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363" name="pg363"/>
            <p:cNvSpPr/>
            <p:nvPr/>
          </p:nvSpPr>
          <p:spPr>
            <a:xfrm>
              <a:off x="2747048" y="6629878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4" name="tx364"/>
            <p:cNvSpPr/>
            <p:nvPr/>
          </p:nvSpPr>
          <p:spPr>
            <a:xfrm>
              <a:off x="2792768" y="6675598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365" name="pg365"/>
            <p:cNvSpPr/>
            <p:nvPr/>
          </p:nvSpPr>
          <p:spPr>
            <a:xfrm>
              <a:off x="3819419" y="6076218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6" name="tx366"/>
            <p:cNvSpPr/>
            <p:nvPr/>
          </p:nvSpPr>
          <p:spPr>
            <a:xfrm>
              <a:off x="3865139" y="6121938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367" name="pg367"/>
            <p:cNvSpPr/>
            <p:nvPr/>
          </p:nvSpPr>
          <p:spPr>
            <a:xfrm>
              <a:off x="3767769" y="6771681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8" name="tx368"/>
            <p:cNvSpPr/>
            <p:nvPr/>
          </p:nvSpPr>
          <p:spPr>
            <a:xfrm>
              <a:off x="3813489" y="6817401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369" name="pg369"/>
            <p:cNvSpPr/>
            <p:nvPr/>
          </p:nvSpPr>
          <p:spPr>
            <a:xfrm>
              <a:off x="3082835" y="7236522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0" name="tx370"/>
            <p:cNvSpPr/>
            <p:nvPr/>
          </p:nvSpPr>
          <p:spPr>
            <a:xfrm>
              <a:off x="3128555" y="7282242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371" name="pg371"/>
            <p:cNvSpPr/>
            <p:nvPr/>
          </p:nvSpPr>
          <p:spPr>
            <a:xfrm>
              <a:off x="2511289" y="5949896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2" name="tx372"/>
            <p:cNvSpPr/>
            <p:nvPr/>
          </p:nvSpPr>
          <p:spPr>
            <a:xfrm>
              <a:off x="2557009" y="5995616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373" name="pg373"/>
            <p:cNvSpPr/>
            <p:nvPr/>
          </p:nvSpPr>
          <p:spPr>
            <a:xfrm>
              <a:off x="2945224" y="6218121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4" name="tx374"/>
            <p:cNvSpPr/>
            <p:nvPr/>
          </p:nvSpPr>
          <p:spPr>
            <a:xfrm>
              <a:off x="2990944" y="6263841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375" name="rc375"/>
            <p:cNvSpPr/>
            <p:nvPr/>
          </p:nvSpPr>
          <p:spPr>
            <a:xfrm>
              <a:off x="2465569" y="4976262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6" name="tx376"/>
            <p:cNvSpPr/>
            <p:nvPr/>
          </p:nvSpPr>
          <p:spPr>
            <a:xfrm>
              <a:off x="2153216" y="765236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2277574" y="76338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2322288" y="765236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2153216" y="728273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2277574" y="726426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2322288" y="728273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2153216" y="691328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2277574" y="689481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2322288" y="691328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2153216" y="654347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2277574" y="652500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2322288" y="654347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2153216" y="617402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2277574" y="615555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2322288" y="617402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2153216" y="58043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277574" y="57859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322288" y="58043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153216" y="543475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2277574" y="541628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2322288" y="543475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2153216" y="506512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2277574" y="504665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2322288" y="506512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400" name="pl400"/>
            <p:cNvSpPr/>
            <p:nvPr/>
          </p:nvSpPr>
          <p:spPr>
            <a:xfrm>
              <a:off x="2430774" y="769306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1" name="pl401"/>
            <p:cNvSpPr/>
            <p:nvPr/>
          </p:nvSpPr>
          <p:spPr>
            <a:xfrm>
              <a:off x="2430774" y="732342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2" name="pl402"/>
            <p:cNvSpPr/>
            <p:nvPr/>
          </p:nvSpPr>
          <p:spPr>
            <a:xfrm>
              <a:off x="2430774" y="695379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3" name="pl403"/>
            <p:cNvSpPr/>
            <p:nvPr/>
          </p:nvSpPr>
          <p:spPr>
            <a:xfrm>
              <a:off x="2430774" y="65841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4" name="pl404"/>
            <p:cNvSpPr/>
            <p:nvPr/>
          </p:nvSpPr>
          <p:spPr>
            <a:xfrm>
              <a:off x="2430774" y="621453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5" name="pl405"/>
            <p:cNvSpPr/>
            <p:nvPr/>
          </p:nvSpPr>
          <p:spPr>
            <a:xfrm>
              <a:off x="2430774" y="58448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6" name="pl406"/>
            <p:cNvSpPr/>
            <p:nvPr/>
          </p:nvSpPr>
          <p:spPr>
            <a:xfrm>
              <a:off x="2430774" y="547526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7" name="pl407"/>
            <p:cNvSpPr/>
            <p:nvPr/>
          </p:nvSpPr>
          <p:spPr>
            <a:xfrm>
              <a:off x="2430774" y="510563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8" name="pl408"/>
            <p:cNvSpPr/>
            <p:nvPr/>
          </p:nvSpPr>
          <p:spPr>
            <a:xfrm>
              <a:off x="2564870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9" name="pl409"/>
            <p:cNvSpPr/>
            <p:nvPr/>
          </p:nvSpPr>
          <p:spPr>
            <a:xfrm>
              <a:off x="2962077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0" name="pl410"/>
            <p:cNvSpPr/>
            <p:nvPr/>
          </p:nvSpPr>
          <p:spPr>
            <a:xfrm>
              <a:off x="3359284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1" name="pl411"/>
            <p:cNvSpPr/>
            <p:nvPr/>
          </p:nvSpPr>
          <p:spPr>
            <a:xfrm>
              <a:off x="3756490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2" name="pl412"/>
            <p:cNvSpPr/>
            <p:nvPr/>
          </p:nvSpPr>
          <p:spPr>
            <a:xfrm>
              <a:off x="4153697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3" name="pl413"/>
            <p:cNvSpPr/>
            <p:nvPr/>
          </p:nvSpPr>
          <p:spPr>
            <a:xfrm>
              <a:off x="4550903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4" name="tx414"/>
            <p:cNvSpPr/>
            <p:nvPr/>
          </p:nvSpPr>
          <p:spPr>
            <a:xfrm>
              <a:off x="2443072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2567431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2612145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2840279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964637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009351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3237485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361844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406558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634692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3759051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3803765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4031899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4156257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4200971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4429105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4553464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4598178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3250923" y="80292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433" name="tx433"/>
            <p:cNvSpPr/>
            <p:nvPr/>
          </p:nvSpPr>
          <p:spPr>
            <a:xfrm rot="-5400000">
              <a:off x="1783375" y="6349329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434" name="rc434"/>
            <p:cNvSpPr/>
            <p:nvPr/>
          </p:nvSpPr>
          <p:spPr>
            <a:xfrm>
              <a:off x="4789383" y="5680804"/>
              <a:ext cx="1000987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435" name="tx435"/>
            <p:cNvSpPr/>
            <p:nvPr/>
          </p:nvSpPr>
          <p:spPr>
            <a:xfrm>
              <a:off x="4858972" y="5765895"/>
              <a:ext cx="859536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436" name="pic4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8972" y="5951021"/>
              <a:ext cx="219455" cy="1097280"/>
            </a:xfrm>
            <a:prstGeom prst="rect">
              <a:avLst/>
            </a:prstGeom>
          </p:spPr>
        </p:pic>
        <p:sp>
          <p:nvSpPr>
            <p:cNvPr id="437" name="pl437"/>
            <p:cNvSpPr/>
            <p:nvPr/>
          </p:nvSpPr>
          <p:spPr>
            <a:xfrm>
              <a:off x="5034537" y="704647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38" name="pl438"/>
            <p:cNvSpPr/>
            <p:nvPr/>
          </p:nvSpPr>
          <p:spPr>
            <a:xfrm>
              <a:off x="5034537" y="677306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39" name="pl439"/>
            <p:cNvSpPr/>
            <p:nvPr/>
          </p:nvSpPr>
          <p:spPr>
            <a:xfrm>
              <a:off x="5034537" y="649966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0" name="pl440"/>
            <p:cNvSpPr/>
            <p:nvPr/>
          </p:nvSpPr>
          <p:spPr>
            <a:xfrm>
              <a:off x="5034537" y="622625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1" name="pl441"/>
            <p:cNvSpPr/>
            <p:nvPr/>
          </p:nvSpPr>
          <p:spPr>
            <a:xfrm>
              <a:off x="5034537" y="595284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2" name="pl442"/>
            <p:cNvSpPr/>
            <p:nvPr/>
          </p:nvSpPr>
          <p:spPr>
            <a:xfrm>
              <a:off x="4858972" y="704647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3" name="pl443"/>
            <p:cNvSpPr/>
            <p:nvPr/>
          </p:nvSpPr>
          <p:spPr>
            <a:xfrm>
              <a:off x="4858972" y="677306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4" name="pl444"/>
            <p:cNvSpPr/>
            <p:nvPr/>
          </p:nvSpPr>
          <p:spPr>
            <a:xfrm>
              <a:off x="4858972" y="649966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5" name="pl445"/>
            <p:cNvSpPr/>
            <p:nvPr/>
          </p:nvSpPr>
          <p:spPr>
            <a:xfrm>
              <a:off x="4858972" y="622625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6" name="pl446"/>
            <p:cNvSpPr/>
            <p:nvPr/>
          </p:nvSpPr>
          <p:spPr>
            <a:xfrm>
              <a:off x="4858972" y="595284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7" name="tx447"/>
            <p:cNvSpPr/>
            <p:nvPr/>
          </p:nvSpPr>
          <p:spPr>
            <a:xfrm>
              <a:off x="5148017" y="7006467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-2.0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5148017" y="6733061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-1.5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5148017" y="6459656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5148017" y="6186250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5148017" y="5912844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2465569" y="4397627"/>
              <a:ext cx="3527938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Common Future Length Offset 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2465569" y="4644515"/>
              <a:ext cx="2109063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  <p:sp>
          <p:nvSpPr>
            <p:cNvPr id="454" name="rc454"/>
            <p:cNvSpPr/>
            <p:nvPr/>
          </p:nvSpPr>
          <p:spPr>
            <a:xfrm>
              <a:off x="78560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5" name="rc455"/>
            <p:cNvSpPr/>
            <p:nvPr/>
          </p:nvSpPr>
          <p:spPr>
            <a:xfrm>
              <a:off x="8409169" y="4976262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456" name="pl456"/>
            <p:cNvSpPr/>
            <p:nvPr/>
          </p:nvSpPr>
          <p:spPr>
            <a:xfrm>
              <a:off x="8508470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7" name="pl457"/>
            <p:cNvSpPr/>
            <p:nvPr/>
          </p:nvSpPr>
          <p:spPr>
            <a:xfrm>
              <a:off x="8905677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8" name="pl458"/>
            <p:cNvSpPr/>
            <p:nvPr/>
          </p:nvSpPr>
          <p:spPr>
            <a:xfrm>
              <a:off x="9302884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9" name="pl459"/>
            <p:cNvSpPr/>
            <p:nvPr/>
          </p:nvSpPr>
          <p:spPr>
            <a:xfrm>
              <a:off x="9700090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0" name="pl460"/>
            <p:cNvSpPr/>
            <p:nvPr/>
          </p:nvSpPr>
          <p:spPr>
            <a:xfrm>
              <a:off x="10097297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1" name="pl461"/>
            <p:cNvSpPr/>
            <p:nvPr/>
          </p:nvSpPr>
          <p:spPr>
            <a:xfrm>
              <a:off x="10494503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2" name="pl462"/>
            <p:cNvSpPr/>
            <p:nvPr/>
          </p:nvSpPr>
          <p:spPr>
            <a:xfrm>
              <a:off x="8409169" y="7693060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3" name="pl463"/>
            <p:cNvSpPr/>
            <p:nvPr/>
          </p:nvSpPr>
          <p:spPr>
            <a:xfrm>
              <a:off x="8409169" y="7323428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4" name="pl464"/>
            <p:cNvSpPr/>
            <p:nvPr/>
          </p:nvSpPr>
          <p:spPr>
            <a:xfrm>
              <a:off x="8409169" y="6953795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5" name="pl465"/>
            <p:cNvSpPr/>
            <p:nvPr/>
          </p:nvSpPr>
          <p:spPr>
            <a:xfrm>
              <a:off x="8409169" y="6584163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6" name="pl466"/>
            <p:cNvSpPr/>
            <p:nvPr/>
          </p:nvSpPr>
          <p:spPr>
            <a:xfrm>
              <a:off x="8409169" y="6214531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7" name="pl467"/>
            <p:cNvSpPr/>
            <p:nvPr/>
          </p:nvSpPr>
          <p:spPr>
            <a:xfrm>
              <a:off x="8409169" y="5844898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8" name="pl468"/>
            <p:cNvSpPr/>
            <p:nvPr/>
          </p:nvSpPr>
          <p:spPr>
            <a:xfrm>
              <a:off x="8409169" y="5475266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9" name="pl469"/>
            <p:cNvSpPr/>
            <p:nvPr/>
          </p:nvSpPr>
          <p:spPr>
            <a:xfrm>
              <a:off x="8409169" y="5105633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0" name="ph470"/>
            <p:cNvSpPr/>
            <p:nvPr/>
          </p:nvSpPr>
          <p:spPr>
            <a:xfrm>
              <a:off x="9380259" y="5369581"/>
              <a:ext cx="930827" cy="1243964"/>
            </a:xfrm>
            <a:custGeom>
              <a:avLst/>
              <a:gdLst/>
              <a:ahLst/>
              <a:cxnLst/>
              <a:rect l="0" t="0" r="0" b="0"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1" name="ph471"/>
            <p:cNvSpPr/>
            <p:nvPr/>
          </p:nvSpPr>
          <p:spPr>
            <a:xfrm>
              <a:off x="8880453" y="5950615"/>
              <a:ext cx="1041610" cy="914400"/>
            </a:xfrm>
            <a:custGeom>
              <a:avLst/>
              <a:gdLst/>
              <a:ahLst/>
              <a:cxnLst/>
              <a:rect l="0" t="0" r="0" b="0"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2" name="ph472"/>
            <p:cNvSpPr/>
            <p:nvPr/>
          </p:nvSpPr>
          <p:spPr>
            <a:xfrm>
              <a:off x="7886157" y="4963942"/>
              <a:ext cx="2407842" cy="2231449"/>
            </a:xfrm>
            <a:custGeom>
              <a:avLst/>
              <a:gdLst/>
              <a:ahLst/>
              <a:cxnLst/>
              <a:rect l="0" t="0" r="0" b="0"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3" name="ph473"/>
            <p:cNvSpPr/>
            <p:nvPr/>
          </p:nvSpPr>
          <p:spPr>
            <a:xfrm>
              <a:off x="9408983" y="5351785"/>
              <a:ext cx="952743" cy="914400"/>
            </a:xfrm>
            <a:custGeom>
              <a:avLst/>
              <a:gdLst/>
              <a:ahLst/>
              <a:cxnLst/>
              <a:rect l="0" t="0" r="0" b="0"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4" name="ph474"/>
            <p:cNvSpPr/>
            <p:nvPr/>
          </p:nvSpPr>
          <p:spPr>
            <a:xfrm>
              <a:off x="9256752" y="4923261"/>
              <a:ext cx="936975" cy="914400"/>
            </a:xfrm>
            <a:custGeom>
              <a:avLst/>
              <a:gdLst/>
              <a:ahLst/>
              <a:cxnLst/>
              <a:rect l="0" t="0" r="0" b="0"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5" name="ph475"/>
            <p:cNvSpPr/>
            <p:nvPr/>
          </p:nvSpPr>
          <p:spPr>
            <a:xfrm>
              <a:off x="9296163" y="4768874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6" name="ph476"/>
            <p:cNvSpPr/>
            <p:nvPr/>
          </p:nvSpPr>
          <p:spPr>
            <a:xfrm>
              <a:off x="9565072" y="6618245"/>
              <a:ext cx="929431" cy="915703"/>
            </a:xfrm>
            <a:custGeom>
              <a:avLst/>
              <a:gdLst/>
              <a:ahLst/>
              <a:cxnLst/>
              <a:rect l="0" t="0" r="0" b="0"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7" name="ph477"/>
            <p:cNvSpPr/>
            <p:nvPr/>
          </p:nvSpPr>
          <p:spPr>
            <a:xfrm>
              <a:off x="8530628" y="6771892"/>
              <a:ext cx="1963875" cy="921168"/>
            </a:xfrm>
            <a:custGeom>
              <a:avLst/>
              <a:gdLst/>
              <a:ahLst/>
              <a:cxnLst/>
              <a:rect l="0" t="0" r="0" b="0"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8" name="ph478"/>
            <p:cNvSpPr/>
            <p:nvPr/>
          </p:nvSpPr>
          <p:spPr>
            <a:xfrm>
              <a:off x="8053767" y="4231103"/>
              <a:ext cx="968821" cy="1653339"/>
            </a:xfrm>
            <a:custGeom>
              <a:avLst/>
              <a:gdLst/>
              <a:ahLst/>
              <a:cxnLst/>
              <a:rect l="0" t="0" r="0" b="0"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9" name="ph479"/>
            <p:cNvSpPr/>
            <p:nvPr/>
          </p:nvSpPr>
          <p:spPr>
            <a:xfrm>
              <a:off x="7598473" y="6529555"/>
              <a:ext cx="915718" cy="956749"/>
            </a:xfrm>
            <a:custGeom>
              <a:avLst/>
              <a:gdLst/>
              <a:ahLst/>
              <a:cxnLst/>
              <a:rect l="0" t="0" r="0" b="0"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0" name="ph480"/>
            <p:cNvSpPr/>
            <p:nvPr/>
          </p:nvSpPr>
          <p:spPr>
            <a:xfrm>
              <a:off x="7622561" y="6598121"/>
              <a:ext cx="1097293" cy="1094938"/>
            </a:xfrm>
            <a:custGeom>
              <a:avLst/>
              <a:gdLst/>
              <a:ahLst/>
              <a:cxnLst/>
              <a:rect l="0" t="0" r="0" b="0"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1" name="ph481"/>
            <p:cNvSpPr/>
            <p:nvPr/>
          </p:nvSpPr>
          <p:spPr>
            <a:xfrm>
              <a:off x="7813387" y="6775267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2" name="ph482"/>
            <p:cNvSpPr/>
            <p:nvPr/>
          </p:nvSpPr>
          <p:spPr>
            <a:xfrm>
              <a:off x="7931812" y="6736697"/>
              <a:ext cx="1336760" cy="956362"/>
            </a:xfrm>
            <a:custGeom>
              <a:avLst/>
              <a:gdLst/>
              <a:ahLst/>
              <a:cxnLst/>
              <a:rect l="0" t="0" r="0" b="0"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3" name="ph483"/>
            <p:cNvSpPr/>
            <p:nvPr/>
          </p:nvSpPr>
          <p:spPr>
            <a:xfrm>
              <a:off x="8335691" y="6662067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4" name="ph484"/>
            <p:cNvSpPr/>
            <p:nvPr/>
          </p:nvSpPr>
          <p:spPr>
            <a:xfrm>
              <a:off x="8363154" y="6765250"/>
              <a:ext cx="961514" cy="927810"/>
            </a:xfrm>
            <a:custGeom>
              <a:avLst/>
              <a:gdLst/>
              <a:ahLst/>
              <a:cxnLst/>
              <a:rect l="0" t="0" r="0" b="0"/>
              <a:pathLst>
                <a:path w="961514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5" name="ph485"/>
            <p:cNvSpPr/>
            <p:nvPr/>
          </p:nvSpPr>
          <p:spPr>
            <a:xfrm>
              <a:off x="7818352" y="6624887"/>
              <a:ext cx="944888" cy="914400"/>
            </a:xfrm>
            <a:custGeom>
              <a:avLst/>
              <a:gdLst/>
              <a:ahLst/>
              <a:cxnLst/>
              <a:rect l="0" t="0" r="0" b="0"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6" name="ph486"/>
            <p:cNvSpPr/>
            <p:nvPr/>
          </p:nvSpPr>
          <p:spPr>
            <a:xfrm>
              <a:off x="9580103" y="4431098"/>
              <a:ext cx="914400" cy="1013954"/>
            </a:xfrm>
            <a:custGeom>
              <a:avLst/>
              <a:gdLst/>
              <a:ahLst/>
              <a:cxnLst/>
              <a:rect l="0" t="0" r="0" b="0"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7" name="ph487"/>
            <p:cNvSpPr/>
            <p:nvPr/>
          </p:nvSpPr>
          <p:spPr>
            <a:xfrm>
              <a:off x="9514064" y="4499970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8" name="ph488"/>
            <p:cNvSpPr/>
            <p:nvPr/>
          </p:nvSpPr>
          <p:spPr>
            <a:xfrm>
              <a:off x="8104717" y="6155844"/>
              <a:ext cx="921789" cy="1251635"/>
            </a:xfrm>
            <a:custGeom>
              <a:avLst/>
              <a:gdLst/>
              <a:ahLst/>
              <a:cxnLst/>
              <a:rect l="0" t="0" r="0" b="0"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9" name="ph489"/>
            <p:cNvSpPr/>
            <p:nvPr/>
          </p:nvSpPr>
          <p:spPr>
            <a:xfrm>
              <a:off x="7645525" y="5441685"/>
              <a:ext cx="1046886" cy="1566147"/>
            </a:xfrm>
            <a:custGeom>
              <a:avLst/>
              <a:gdLst/>
              <a:ahLst/>
              <a:cxnLst/>
              <a:rect l="0" t="0" r="0" b="0"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0" name="ph490"/>
            <p:cNvSpPr/>
            <p:nvPr/>
          </p:nvSpPr>
          <p:spPr>
            <a:xfrm>
              <a:off x="7598764" y="6127580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1" name="ph491"/>
            <p:cNvSpPr/>
            <p:nvPr/>
          </p:nvSpPr>
          <p:spPr>
            <a:xfrm>
              <a:off x="7730474" y="6202914"/>
              <a:ext cx="940699" cy="1102482"/>
            </a:xfrm>
            <a:custGeom>
              <a:avLst/>
              <a:gdLst/>
              <a:ahLst/>
              <a:cxnLst/>
              <a:rect l="0" t="0" r="0" b="0"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2" name="ph492"/>
            <p:cNvSpPr/>
            <p:nvPr/>
          </p:nvSpPr>
          <p:spPr>
            <a:xfrm>
              <a:off x="7899597" y="6472017"/>
              <a:ext cx="959590" cy="988597"/>
            </a:xfrm>
            <a:custGeom>
              <a:avLst/>
              <a:gdLst/>
              <a:ahLst/>
              <a:cxnLst/>
              <a:rect l="0" t="0" r="0" b="0"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3" name="ph493"/>
            <p:cNvSpPr/>
            <p:nvPr/>
          </p:nvSpPr>
          <p:spPr>
            <a:xfrm>
              <a:off x="7731056" y="6503259"/>
              <a:ext cx="966300" cy="914400"/>
            </a:xfrm>
            <a:custGeom>
              <a:avLst/>
              <a:gdLst/>
              <a:ahLst/>
              <a:cxnLst/>
              <a:rect l="0" t="0" r="0" b="0"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4" name="ph494"/>
            <p:cNvSpPr/>
            <p:nvPr/>
          </p:nvSpPr>
          <p:spPr>
            <a:xfrm>
              <a:off x="8092770" y="6427184"/>
              <a:ext cx="921983" cy="935985"/>
            </a:xfrm>
            <a:custGeom>
              <a:avLst/>
              <a:gdLst/>
              <a:ahLst/>
              <a:cxnLst/>
              <a:rect l="0" t="0" r="0" b="0"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5" name="ph495"/>
            <p:cNvSpPr/>
            <p:nvPr/>
          </p:nvSpPr>
          <p:spPr>
            <a:xfrm>
              <a:off x="8104795" y="6204250"/>
              <a:ext cx="933096" cy="914400"/>
            </a:xfrm>
            <a:custGeom>
              <a:avLst/>
              <a:gdLst/>
              <a:ahLst/>
              <a:cxnLst/>
              <a:rect l="0" t="0" r="0" b="0"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6" name="ph496"/>
            <p:cNvSpPr/>
            <p:nvPr/>
          </p:nvSpPr>
          <p:spPr>
            <a:xfrm>
              <a:off x="7676944" y="6469219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7" name="ph497"/>
            <p:cNvSpPr/>
            <p:nvPr/>
          </p:nvSpPr>
          <p:spPr>
            <a:xfrm>
              <a:off x="7594070" y="6454052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8" name="ph498"/>
            <p:cNvSpPr/>
            <p:nvPr/>
          </p:nvSpPr>
          <p:spPr>
            <a:xfrm>
              <a:off x="7711312" y="6126226"/>
              <a:ext cx="928577" cy="914400"/>
            </a:xfrm>
            <a:custGeom>
              <a:avLst/>
              <a:gdLst/>
              <a:ahLst/>
              <a:cxnLst/>
              <a:rect l="0" t="0" r="0" b="0"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9" name="ph499"/>
            <p:cNvSpPr/>
            <p:nvPr/>
          </p:nvSpPr>
          <p:spPr>
            <a:xfrm>
              <a:off x="7794943" y="5585080"/>
              <a:ext cx="946789" cy="914400"/>
            </a:xfrm>
            <a:custGeom>
              <a:avLst/>
              <a:gdLst/>
              <a:ahLst/>
              <a:cxnLst/>
              <a:rect l="0" t="0" r="0" b="0"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0" name="ph500"/>
            <p:cNvSpPr/>
            <p:nvPr/>
          </p:nvSpPr>
          <p:spPr>
            <a:xfrm>
              <a:off x="8597172" y="6407205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400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1" name="pt501"/>
            <p:cNvSpPr/>
            <p:nvPr/>
          </p:nvSpPr>
          <p:spPr>
            <a:xfrm>
              <a:off x="9026093" y="6985549"/>
              <a:ext cx="117405" cy="117405"/>
            </a:xfrm>
            <a:prstGeom prst="ellipse">
              <a:avLst/>
            </a:prstGeom>
            <a:solidFill>
              <a:srgbClr val="A7327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2" name="pt502"/>
            <p:cNvSpPr/>
            <p:nvPr/>
          </p:nvSpPr>
          <p:spPr>
            <a:xfrm>
              <a:off x="10252824" y="547761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3" name="pt503"/>
            <p:cNvSpPr/>
            <p:nvPr/>
          </p:nvSpPr>
          <p:spPr>
            <a:xfrm>
              <a:off x="8956486" y="6822312"/>
              <a:ext cx="117405" cy="117405"/>
            </a:xfrm>
            <a:prstGeom prst="ellipse">
              <a:avLst/>
            </a:prstGeom>
            <a:solidFill>
              <a:srgbClr val="FC9B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4" name="pt504"/>
            <p:cNvSpPr/>
            <p:nvPr/>
          </p:nvSpPr>
          <p:spPr>
            <a:xfrm>
              <a:off x="9786492" y="626851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5" name="pt505"/>
            <p:cNvSpPr/>
            <p:nvPr/>
          </p:nvSpPr>
          <p:spPr>
            <a:xfrm>
              <a:off x="9711278" y="6653194"/>
              <a:ext cx="117405" cy="117405"/>
            </a:xfrm>
            <a:prstGeom prst="ellipse">
              <a:avLst/>
            </a:prstGeom>
            <a:solidFill>
              <a:srgbClr val="B939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6" name="pt506"/>
            <p:cNvSpPr/>
            <p:nvPr/>
          </p:nvSpPr>
          <p:spPr>
            <a:xfrm>
              <a:off x="9042174" y="71183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7" name="pt507"/>
            <p:cNvSpPr/>
            <p:nvPr/>
          </p:nvSpPr>
          <p:spPr>
            <a:xfrm>
              <a:off x="8671339" y="5831552"/>
              <a:ext cx="117405" cy="117405"/>
            </a:xfrm>
            <a:prstGeom prst="ellipse">
              <a:avLst/>
            </a:prstGeom>
            <a:solidFill>
              <a:srgbClr val="AE35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8" name="pt508"/>
            <p:cNvSpPr/>
            <p:nvPr/>
          </p:nvSpPr>
          <p:spPr>
            <a:xfrm>
              <a:off x="8761239" y="6136412"/>
              <a:ext cx="117405" cy="117405"/>
            </a:xfrm>
            <a:prstGeom prst="ellipse">
              <a:avLst/>
            </a:prstGeom>
            <a:solidFill>
              <a:srgbClr val="E04E6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9" name="pg509"/>
            <p:cNvSpPr/>
            <p:nvPr/>
          </p:nvSpPr>
          <p:spPr>
            <a:xfrm>
              <a:off x="9140730" y="6913085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0" name="tx510"/>
            <p:cNvSpPr/>
            <p:nvPr/>
          </p:nvSpPr>
          <p:spPr>
            <a:xfrm>
              <a:off x="9186450" y="6958805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11" name="pg511"/>
            <p:cNvSpPr/>
            <p:nvPr/>
          </p:nvSpPr>
          <p:spPr>
            <a:xfrm>
              <a:off x="10010526" y="5595671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2" name="tx512"/>
            <p:cNvSpPr/>
            <p:nvPr/>
          </p:nvSpPr>
          <p:spPr>
            <a:xfrm>
              <a:off x="10056246" y="5641391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513" name="pg513"/>
            <p:cNvSpPr/>
            <p:nvPr/>
          </p:nvSpPr>
          <p:spPr>
            <a:xfrm>
              <a:off x="8690618" y="6629903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4" name="tx514"/>
            <p:cNvSpPr/>
            <p:nvPr/>
          </p:nvSpPr>
          <p:spPr>
            <a:xfrm>
              <a:off x="8736338" y="6675623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15" name="pg515"/>
            <p:cNvSpPr/>
            <p:nvPr/>
          </p:nvSpPr>
          <p:spPr>
            <a:xfrm>
              <a:off x="9763095" y="6075923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6" name="tx516"/>
            <p:cNvSpPr/>
            <p:nvPr/>
          </p:nvSpPr>
          <p:spPr>
            <a:xfrm>
              <a:off x="9808815" y="6121643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517" name="pg517"/>
            <p:cNvSpPr/>
            <p:nvPr/>
          </p:nvSpPr>
          <p:spPr>
            <a:xfrm>
              <a:off x="9711099" y="6460661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8" name="tx518"/>
            <p:cNvSpPr/>
            <p:nvPr/>
          </p:nvSpPr>
          <p:spPr>
            <a:xfrm>
              <a:off x="9756819" y="6506381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519" name="pg519"/>
            <p:cNvSpPr/>
            <p:nvPr/>
          </p:nvSpPr>
          <p:spPr>
            <a:xfrm>
              <a:off x="9026419" y="7236478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0" name="tx520"/>
            <p:cNvSpPr/>
            <p:nvPr/>
          </p:nvSpPr>
          <p:spPr>
            <a:xfrm>
              <a:off x="9072139" y="7282198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521" name="pg521"/>
            <p:cNvSpPr/>
            <p:nvPr/>
          </p:nvSpPr>
          <p:spPr>
            <a:xfrm>
              <a:off x="8454889" y="5949922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2" name="tx522"/>
            <p:cNvSpPr/>
            <p:nvPr/>
          </p:nvSpPr>
          <p:spPr>
            <a:xfrm>
              <a:off x="8500609" y="5995642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23" name="pg523"/>
            <p:cNvSpPr/>
            <p:nvPr/>
          </p:nvSpPr>
          <p:spPr>
            <a:xfrm>
              <a:off x="8888919" y="6218656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4" name="tx524"/>
            <p:cNvSpPr/>
            <p:nvPr/>
          </p:nvSpPr>
          <p:spPr>
            <a:xfrm>
              <a:off x="8934639" y="6264376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25" name="rc525"/>
            <p:cNvSpPr/>
            <p:nvPr/>
          </p:nvSpPr>
          <p:spPr>
            <a:xfrm>
              <a:off x="8409169" y="4976262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6" name="tx526"/>
            <p:cNvSpPr/>
            <p:nvPr/>
          </p:nvSpPr>
          <p:spPr>
            <a:xfrm>
              <a:off x="8096816" y="765236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8221174" y="76338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8265888" y="765236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8096816" y="728273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8221174" y="726426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8265888" y="728273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8096816" y="691328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8221174" y="689481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8265888" y="691328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8096816" y="654347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8221174" y="652500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8265888" y="654347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8096816" y="617402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8221174" y="615555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8265888" y="617402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8096816" y="58043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8221174" y="57859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8265888" y="58043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8096816" y="543475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8221174" y="541628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8265888" y="543475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8096816" y="506512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548" name="tx548"/>
            <p:cNvSpPr/>
            <p:nvPr/>
          </p:nvSpPr>
          <p:spPr>
            <a:xfrm>
              <a:off x="8221174" y="504665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8265888" y="506512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50" name="pl550"/>
            <p:cNvSpPr/>
            <p:nvPr/>
          </p:nvSpPr>
          <p:spPr>
            <a:xfrm>
              <a:off x="8374374" y="769306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1" name="pl551"/>
            <p:cNvSpPr/>
            <p:nvPr/>
          </p:nvSpPr>
          <p:spPr>
            <a:xfrm>
              <a:off x="8374374" y="732342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2" name="pl552"/>
            <p:cNvSpPr/>
            <p:nvPr/>
          </p:nvSpPr>
          <p:spPr>
            <a:xfrm>
              <a:off x="8374374" y="695379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3" name="pl553"/>
            <p:cNvSpPr/>
            <p:nvPr/>
          </p:nvSpPr>
          <p:spPr>
            <a:xfrm>
              <a:off x="8374374" y="65841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4" name="pl554"/>
            <p:cNvSpPr/>
            <p:nvPr/>
          </p:nvSpPr>
          <p:spPr>
            <a:xfrm>
              <a:off x="8374374" y="621453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5" name="pl555"/>
            <p:cNvSpPr/>
            <p:nvPr/>
          </p:nvSpPr>
          <p:spPr>
            <a:xfrm>
              <a:off x="8374374" y="58448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6" name="pl556"/>
            <p:cNvSpPr/>
            <p:nvPr/>
          </p:nvSpPr>
          <p:spPr>
            <a:xfrm>
              <a:off x="8374374" y="547526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7" name="pl557"/>
            <p:cNvSpPr/>
            <p:nvPr/>
          </p:nvSpPr>
          <p:spPr>
            <a:xfrm>
              <a:off x="8374374" y="510563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8" name="pl558"/>
            <p:cNvSpPr/>
            <p:nvPr/>
          </p:nvSpPr>
          <p:spPr>
            <a:xfrm>
              <a:off x="8508470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9" name="pl559"/>
            <p:cNvSpPr/>
            <p:nvPr/>
          </p:nvSpPr>
          <p:spPr>
            <a:xfrm>
              <a:off x="8905677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0" name="pl560"/>
            <p:cNvSpPr/>
            <p:nvPr/>
          </p:nvSpPr>
          <p:spPr>
            <a:xfrm>
              <a:off x="9302884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1" name="pl561"/>
            <p:cNvSpPr/>
            <p:nvPr/>
          </p:nvSpPr>
          <p:spPr>
            <a:xfrm>
              <a:off x="9700090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2" name="pl562"/>
            <p:cNvSpPr/>
            <p:nvPr/>
          </p:nvSpPr>
          <p:spPr>
            <a:xfrm>
              <a:off x="10097297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3" name="pl563"/>
            <p:cNvSpPr/>
            <p:nvPr/>
          </p:nvSpPr>
          <p:spPr>
            <a:xfrm>
              <a:off x="10494503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4" name="tx564"/>
            <p:cNvSpPr/>
            <p:nvPr/>
          </p:nvSpPr>
          <p:spPr>
            <a:xfrm>
              <a:off x="8386672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8511031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8555745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8783879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8908237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8952951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9181085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9305444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9350158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9578292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9702651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9747365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9975499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10099857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10144571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9" name="tx579"/>
            <p:cNvSpPr/>
            <p:nvPr/>
          </p:nvSpPr>
          <p:spPr>
            <a:xfrm>
              <a:off x="10372705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80" name="tx580"/>
            <p:cNvSpPr/>
            <p:nvPr/>
          </p:nvSpPr>
          <p:spPr>
            <a:xfrm>
              <a:off x="10497064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10541778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9194523" y="80292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583" name="tx583"/>
            <p:cNvSpPr/>
            <p:nvPr/>
          </p:nvSpPr>
          <p:spPr>
            <a:xfrm rot="-5400000">
              <a:off x="7726975" y="6349329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584" name="rc584"/>
            <p:cNvSpPr/>
            <p:nvPr/>
          </p:nvSpPr>
          <p:spPr>
            <a:xfrm>
              <a:off x="10732983" y="5605366"/>
              <a:ext cx="1000987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585" name="tx585"/>
            <p:cNvSpPr/>
            <p:nvPr/>
          </p:nvSpPr>
          <p:spPr>
            <a:xfrm>
              <a:off x="10802572" y="5690457"/>
              <a:ext cx="54361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10802572" y="5841333"/>
              <a:ext cx="859536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587" name="pic5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2572" y="6026459"/>
              <a:ext cx="219455" cy="1097280"/>
            </a:xfrm>
            <a:prstGeom prst="rect">
              <a:avLst/>
            </a:prstGeom>
          </p:spPr>
        </p:pic>
        <p:sp>
          <p:nvSpPr>
            <p:cNvPr id="588" name="pl588"/>
            <p:cNvSpPr/>
            <p:nvPr/>
          </p:nvSpPr>
          <p:spPr>
            <a:xfrm>
              <a:off x="10978137" y="712191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9" name="pl589"/>
            <p:cNvSpPr/>
            <p:nvPr/>
          </p:nvSpPr>
          <p:spPr>
            <a:xfrm>
              <a:off x="10978137" y="68485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0" name="pl590"/>
            <p:cNvSpPr/>
            <p:nvPr/>
          </p:nvSpPr>
          <p:spPr>
            <a:xfrm>
              <a:off x="10978137" y="657509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1" name="pl591"/>
            <p:cNvSpPr/>
            <p:nvPr/>
          </p:nvSpPr>
          <p:spPr>
            <a:xfrm>
              <a:off x="10978137" y="630169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2" name="pl592"/>
            <p:cNvSpPr/>
            <p:nvPr/>
          </p:nvSpPr>
          <p:spPr>
            <a:xfrm>
              <a:off x="10978137" y="60282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3" name="pl593"/>
            <p:cNvSpPr/>
            <p:nvPr/>
          </p:nvSpPr>
          <p:spPr>
            <a:xfrm>
              <a:off x="10802572" y="712191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4" name="pl594"/>
            <p:cNvSpPr/>
            <p:nvPr/>
          </p:nvSpPr>
          <p:spPr>
            <a:xfrm>
              <a:off x="10802572" y="68485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5" name="pl595"/>
            <p:cNvSpPr/>
            <p:nvPr/>
          </p:nvSpPr>
          <p:spPr>
            <a:xfrm>
              <a:off x="10802572" y="657509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6" name="pl596"/>
            <p:cNvSpPr/>
            <p:nvPr/>
          </p:nvSpPr>
          <p:spPr>
            <a:xfrm>
              <a:off x="10802572" y="630169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7" name="pl597"/>
            <p:cNvSpPr/>
            <p:nvPr/>
          </p:nvSpPr>
          <p:spPr>
            <a:xfrm>
              <a:off x="10802572" y="60282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8" name="tx598"/>
            <p:cNvSpPr/>
            <p:nvPr/>
          </p:nvSpPr>
          <p:spPr>
            <a:xfrm>
              <a:off x="11091617" y="7081905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11091617" y="6808499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11091617" y="6535094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601" name="tx601"/>
            <p:cNvSpPr/>
            <p:nvPr/>
          </p:nvSpPr>
          <p:spPr>
            <a:xfrm>
              <a:off x="11091617" y="6261688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602" name="tx602"/>
            <p:cNvSpPr/>
            <p:nvPr/>
          </p:nvSpPr>
          <p:spPr>
            <a:xfrm>
              <a:off x="11091617" y="598828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03" name="tx603"/>
            <p:cNvSpPr/>
            <p:nvPr/>
          </p:nvSpPr>
          <p:spPr>
            <a:xfrm>
              <a:off x="8409169" y="4397627"/>
              <a:ext cx="3747851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Common Future Relative Length </a:t>
              </a:r>
            </a:p>
          </p:txBody>
        </p:sp>
        <p:sp>
          <p:nvSpPr>
            <p:cNvPr id="604" name="tx604"/>
            <p:cNvSpPr/>
            <p:nvPr/>
          </p:nvSpPr>
          <p:spPr>
            <a:xfrm>
              <a:off x="8409169" y="4644515"/>
              <a:ext cx="2778404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 in Future Treatments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086521" y="743908"/>
            <a:ext cx="12114957" cy="7656183"/>
            <a:chOff x="914400" y="573417"/>
            <a:chExt cx="12114957" cy="7656183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" name="rc4"/>
            <p:cNvSpPr/>
            <p:nvPr/>
          </p:nvSpPr>
          <p:spPr>
            <a:xfrm>
              <a:off x="1863998" y="914400"/>
              <a:ext cx="404440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" name="rc5"/>
            <p:cNvSpPr/>
            <p:nvPr/>
          </p:nvSpPr>
          <p:spPr>
            <a:xfrm>
              <a:off x="2417127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6" name="pl6"/>
            <p:cNvSpPr/>
            <p:nvPr/>
          </p:nvSpPr>
          <p:spPr>
            <a:xfrm>
              <a:off x="2516432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" name="pl7"/>
            <p:cNvSpPr/>
            <p:nvPr/>
          </p:nvSpPr>
          <p:spPr>
            <a:xfrm>
              <a:off x="2913652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8" name="pl8"/>
            <p:cNvSpPr/>
            <p:nvPr/>
          </p:nvSpPr>
          <p:spPr>
            <a:xfrm>
              <a:off x="3310871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9" name="pl9"/>
            <p:cNvSpPr/>
            <p:nvPr/>
          </p:nvSpPr>
          <p:spPr>
            <a:xfrm>
              <a:off x="3708091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" name="pl10"/>
            <p:cNvSpPr/>
            <p:nvPr/>
          </p:nvSpPr>
          <p:spPr>
            <a:xfrm>
              <a:off x="4105310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" name="pl11"/>
            <p:cNvSpPr/>
            <p:nvPr/>
          </p:nvSpPr>
          <p:spPr>
            <a:xfrm>
              <a:off x="4502529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2" name="pl12"/>
            <p:cNvSpPr/>
            <p:nvPr/>
          </p:nvSpPr>
          <p:spPr>
            <a:xfrm>
              <a:off x="2417127" y="403545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" name="pl13"/>
            <p:cNvSpPr/>
            <p:nvPr/>
          </p:nvSpPr>
          <p:spPr>
            <a:xfrm>
              <a:off x="2417127" y="3665812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" name="pl14"/>
            <p:cNvSpPr/>
            <p:nvPr/>
          </p:nvSpPr>
          <p:spPr>
            <a:xfrm>
              <a:off x="2417127" y="3296167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" name="pl15"/>
            <p:cNvSpPr/>
            <p:nvPr/>
          </p:nvSpPr>
          <p:spPr>
            <a:xfrm>
              <a:off x="2417127" y="2926523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" name="pl16"/>
            <p:cNvSpPr/>
            <p:nvPr/>
          </p:nvSpPr>
          <p:spPr>
            <a:xfrm>
              <a:off x="2417127" y="2556879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" name="pl17"/>
            <p:cNvSpPr/>
            <p:nvPr/>
          </p:nvSpPr>
          <p:spPr>
            <a:xfrm>
              <a:off x="2417127" y="2187235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" name="pl18"/>
            <p:cNvSpPr/>
            <p:nvPr/>
          </p:nvSpPr>
          <p:spPr>
            <a:xfrm>
              <a:off x="2417127" y="1817590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" name="pl19"/>
            <p:cNvSpPr/>
            <p:nvPr/>
          </p:nvSpPr>
          <p:spPr>
            <a:xfrm>
              <a:off x="2417127" y="144794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" name="ph20"/>
            <p:cNvSpPr/>
            <p:nvPr/>
          </p:nvSpPr>
          <p:spPr>
            <a:xfrm>
              <a:off x="3388278" y="1711932"/>
              <a:ext cx="930827" cy="1243975"/>
            </a:xfrm>
            <a:custGeom>
              <a:avLst/>
              <a:gdLst/>
              <a:ahLst/>
              <a:cxnLst/>
              <a:rect l="0" t="0" r="0" b="0"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" name="ph21"/>
            <p:cNvSpPr/>
            <p:nvPr/>
          </p:nvSpPr>
          <p:spPr>
            <a:xfrm>
              <a:off x="2888457" y="2292984"/>
              <a:ext cx="1041614" cy="914400"/>
            </a:xfrm>
            <a:custGeom>
              <a:avLst/>
              <a:gdLst/>
              <a:ahLst/>
              <a:cxnLst/>
              <a:rect l="0" t="0" r="0" b="0"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" name="ph22"/>
            <p:cNvSpPr/>
            <p:nvPr/>
          </p:nvSpPr>
          <p:spPr>
            <a:xfrm>
              <a:off x="1894128" y="1306280"/>
              <a:ext cx="2407890" cy="2231492"/>
            </a:xfrm>
            <a:custGeom>
              <a:avLst/>
              <a:gdLst/>
              <a:ahLst/>
              <a:cxnLst/>
              <a:rect l="0" t="0" r="0" b="0"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3" name="ph23"/>
            <p:cNvSpPr/>
            <p:nvPr/>
          </p:nvSpPr>
          <p:spPr>
            <a:xfrm>
              <a:off x="3417003" y="1694135"/>
              <a:ext cx="952744" cy="914400"/>
            </a:xfrm>
            <a:custGeom>
              <a:avLst/>
              <a:gdLst/>
              <a:ahLst/>
              <a:cxnLst/>
              <a:rect l="0" t="0" r="0" b="0"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4" name="ph24"/>
            <p:cNvSpPr/>
            <p:nvPr/>
          </p:nvSpPr>
          <p:spPr>
            <a:xfrm>
              <a:off x="3264768" y="1265597"/>
              <a:ext cx="936976" cy="914400"/>
            </a:xfrm>
            <a:custGeom>
              <a:avLst/>
              <a:gdLst/>
              <a:ahLst/>
              <a:cxnLst/>
              <a:rect l="0" t="0" r="0" b="0"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" name="ph25"/>
            <p:cNvSpPr/>
            <p:nvPr/>
          </p:nvSpPr>
          <p:spPr>
            <a:xfrm>
              <a:off x="3304180" y="1111206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" name="ph26"/>
            <p:cNvSpPr/>
            <p:nvPr/>
          </p:nvSpPr>
          <p:spPr>
            <a:xfrm>
              <a:off x="3573098" y="2960636"/>
              <a:ext cx="929431" cy="915704"/>
            </a:xfrm>
            <a:custGeom>
              <a:avLst/>
              <a:gdLst/>
              <a:ahLst/>
              <a:cxnLst/>
              <a:rect l="0" t="0" r="0" b="0"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7" name="ph27"/>
            <p:cNvSpPr/>
            <p:nvPr/>
          </p:nvSpPr>
          <p:spPr>
            <a:xfrm>
              <a:off x="2538621" y="3114287"/>
              <a:ext cx="1963908" cy="921168"/>
            </a:xfrm>
            <a:custGeom>
              <a:avLst/>
              <a:gdLst/>
              <a:ahLst/>
              <a:cxnLst/>
              <a:rect l="0" t="0" r="0" b="0"/>
              <a:pathLst>
                <a:path w="1963908" h="921168">
                  <a:moveTo>
                    <a:pt x="914399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" name="ph28"/>
            <p:cNvSpPr/>
            <p:nvPr/>
          </p:nvSpPr>
          <p:spPr>
            <a:xfrm>
              <a:off x="2061744" y="573417"/>
              <a:ext cx="968823" cy="1653363"/>
            </a:xfrm>
            <a:custGeom>
              <a:avLst/>
              <a:gdLst/>
              <a:ahLst/>
              <a:cxnLst/>
              <a:rect l="0" t="0" r="0" b="0"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" name="ph29"/>
            <p:cNvSpPr/>
            <p:nvPr/>
          </p:nvSpPr>
          <p:spPr>
            <a:xfrm>
              <a:off x="1606435" y="2871943"/>
              <a:ext cx="915718" cy="956750"/>
            </a:xfrm>
            <a:custGeom>
              <a:avLst/>
              <a:gdLst/>
              <a:ahLst/>
              <a:cxnLst/>
              <a:rect l="0" t="0" r="0" b="0"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" name="ph30"/>
            <p:cNvSpPr/>
            <p:nvPr/>
          </p:nvSpPr>
          <p:spPr>
            <a:xfrm>
              <a:off x="1630524" y="2940511"/>
              <a:ext cx="1097299" cy="1094944"/>
            </a:xfrm>
            <a:custGeom>
              <a:avLst/>
              <a:gdLst/>
              <a:ahLst/>
              <a:cxnLst/>
              <a:rect l="0" t="0" r="0" b="0"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" name="ph31"/>
            <p:cNvSpPr/>
            <p:nvPr/>
          </p:nvSpPr>
          <p:spPr>
            <a:xfrm>
              <a:off x="1821356" y="3117663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" name="ph32"/>
            <p:cNvSpPr/>
            <p:nvPr/>
          </p:nvSpPr>
          <p:spPr>
            <a:xfrm>
              <a:off x="1939785" y="3079092"/>
              <a:ext cx="1336773" cy="956364"/>
            </a:xfrm>
            <a:custGeom>
              <a:avLst/>
              <a:gdLst/>
              <a:ahLst/>
              <a:cxnLst/>
              <a:rect l="0" t="0" r="0" b="0"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" name="ph33"/>
            <p:cNvSpPr/>
            <p:nvPr/>
          </p:nvSpPr>
          <p:spPr>
            <a:xfrm>
              <a:off x="2343677" y="3004459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" name="ph34"/>
            <p:cNvSpPr/>
            <p:nvPr/>
          </p:nvSpPr>
          <p:spPr>
            <a:xfrm>
              <a:off x="2371141" y="3107645"/>
              <a:ext cx="961516" cy="927810"/>
            </a:xfrm>
            <a:custGeom>
              <a:avLst/>
              <a:gdLst/>
              <a:ahLst/>
              <a:cxnLst/>
              <a:rect l="0" t="0" r="0" b="0"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" name="ph35"/>
            <p:cNvSpPr/>
            <p:nvPr/>
          </p:nvSpPr>
          <p:spPr>
            <a:xfrm>
              <a:off x="1826322" y="2967278"/>
              <a:ext cx="944889" cy="914400"/>
            </a:xfrm>
            <a:custGeom>
              <a:avLst/>
              <a:gdLst/>
              <a:ahLst/>
              <a:cxnLst/>
              <a:rect l="0" t="0" r="0" b="0"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" name="ph36"/>
            <p:cNvSpPr/>
            <p:nvPr/>
          </p:nvSpPr>
          <p:spPr>
            <a:xfrm>
              <a:off x="3588129" y="773419"/>
              <a:ext cx="914400" cy="1013957"/>
            </a:xfrm>
            <a:custGeom>
              <a:avLst/>
              <a:gdLst/>
              <a:ahLst/>
              <a:cxnLst/>
              <a:rect l="0" t="0" r="0" b="0"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" name="ph37"/>
            <p:cNvSpPr/>
            <p:nvPr/>
          </p:nvSpPr>
          <p:spPr>
            <a:xfrm>
              <a:off x="3522088" y="842293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8" name="ph38"/>
            <p:cNvSpPr/>
            <p:nvPr/>
          </p:nvSpPr>
          <p:spPr>
            <a:xfrm>
              <a:off x="2112696" y="2498220"/>
              <a:ext cx="921789" cy="1251646"/>
            </a:xfrm>
            <a:custGeom>
              <a:avLst/>
              <a:gdLst/>
              <a:ahLst/>
              <a:cxnLst/>
              <a:rect l="0" t="0" r="0" b="0"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9" name="ph39"/>
            <p:cNvSpPr/>
            <p:nvPr/>
          </p:nvSpPr>
          <p:spPr>
            <a:xfrm>
              <a:off x="1653489" y="1784037"/>
              <a:ext cx="1046890" cy="1566168"/>
            </a:xfrm>
            <a:custGeom>
              <a:avLst/>
              <a:gdLst/>
              <a:ahLst/>
              <a:cxnLst/>
              <a:rect l="0" t="0" r="0" b="0"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" name="ph40"/>
            <p:cNvSpPr/>
            <p:nvPr/>
          </p:nvSpPr>
          <p:spPr>
            <a:xfrm>
              <a:off x="1606726" y="2469955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" name="ph41"/>
            <p:cNvSpPr/>
            <p:nvPr/>
          </p:nvSpPr>
          <p:spPr>
            <a:xfrm>
              <a:off x="1738441" y="2545292"/>
              <a:ext cx="940700" cy="1102488"/>
            </a:xfrm>
            <a:custGeom>
              <a:avLst/>
              <a:gdLst/>
              <a:ahLst/>
              <a:cxnLst/>
              <a:rect l="0" t="0" r="0" b="0"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2" name="ph42"/>
            <p:cNvSpPr/>
            <p:nvPr/>
          </p:nvSpPr>
          <p:spPr>
            <a:xfrm>
              <a:off x="1907569" y="2814403"/>
              <a:ext cx="959591" cy="988599"/>
            </a:xfrm>
            <a:custGeom>
              <a:avLst/>
              <a:gdLst/>
              <a:ahLst/>
              <a:cxnLst/>
              <a:rect l="0" t="0" r="0" b="0"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3" name="ph43"/>
            <p:cNvSpPr/>
            <p:nvPr/>
          </p:nvSpPr>
          <p:spPr>
            <a:xfrm>
              <a:off x="1739023" y="2845646"/>
              <a:ext cx="966302" cy="914400"/>
            </a:xfrm>
            <a:custGeom>
              <a:avLst/>
              <a:gdLst/>
              <a:ahLst/>
              <a:cxnLst/>
              <a:rect l="0" t="0" r="0" b="0"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" name="ph44"/>
            <p:cNvSpPr/>
            <p:nvPr/>
          </p:nvSpPr>
          <p:spPr>
            <a:xfrm>
              <a:off x="2100748" y="2769569"/>
              <a:ext cx="921983" cy="935986"/>
            </a:xfrm>
            <a:custGeom>
              <a:avLst/>
              <a:gdLst/>
              <a:ahLst/>
              <a:cxnLst/>
              <a:rect l="0" t="0" r="0" b="0"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" name="ph45"/>
            <p:cNvSpPr/>
            <p:nvPr/>
          </p:nvSpPr>
          <p:spPr>
            <a:xfrm>
              <a:off x="2112773" y="2546627"/>
              <a:ext cx="933097" cy="914400"/>
            </a:xfrm>
            <a:custGeom>
              <a:avLst/>
              <a:gdLst/>
              <a:ahLst/>
              <a:cxnLst/>
              <a:rect l="0" t="0" r="0" b="0"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" name="ph46"/>
            <p:cNvSpPr/>
            <p:nvPr/>
          </p:nvSpPr>
          <p:spPr>
            <a:xfrm>
              <a:off x="1684909" y="2811605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" name="ph47"/>
            <p:cNvSpPr/>
            <p:nvPr/>
          </p:nvSpPr>
          <p:spPr>
            <a:xfrm>
              <a:off x="1602032" y="2796437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" name="ph48"/>
            <p:cNvSpPr/>
            <p:nvPr/>
          </p:nvSpPr>
          <p:spPr>
            <a:xfrm>
              <a:off x="1719278" y="2468601"/>
              <a:ext cx="928578" cy="914400"/>
            </a:xfrm>
            <a:custGeom>
              <a:avLst/>
              <a:gdLst/>
              <a:ahLst/>
              <a:cxnLst/>
              <a:rect l="0" t="0" r="0" b="0"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" name="ph49"/>
            <p:cNvSpPr/>
            <p:nvPr/>
          </p:nvSpPr>
          <p:spPr>
            <a:xfrm>
              <a:off x="1802911" y="1927437"/>
              <a:ext cx="946790" cy="914400"/>
            </a:xfrm>
            <a:custGeom>
              <a:avLst/>
              <a:gdLst/>
              <a:ahLst/>
              <a:cxnLst/>
              <a:rect l="0" t="0" r="0" b="0"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" name="ph50"/>
            <p:cNvSpPr/>
            <p:nvPr/>
          </p:nvSpPr>
          <p:spPr>
            <a:xfrm>
              <a:off x="2605166" y="2749589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" name="pt51"/>
            <p:cNvSpPr/>
            <p:nvPr/>
          </p:nvSpPr>
          <p:spPr>
            <a:xfrm>
              <a:off x="3034073" y="3327924"/>
              <a:ext cx="117405" cy="117405"/>
            </a:xfrm>
            <a:prstGeom prst="ellipse">
              <a:avLst/>
            </a:prstGeom>
            <a:solidFill>
              <a:srgbClr val="FEA06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" name="pt52"/>
            <p:cNvSpPr/>
            <p:nvPr/>
          </p:nvSpPr>
          <p:spPr>
            <a:xfrm>
              <a:off x="4260844" y="1819937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3" name="pt53"/>
            <p:cNvSpPr/>
            <p:nvPr/>
          </p:nvSpPr>
          <p:spPr>
            <a:xfrm>
              <a:off x="2964465" y="3164682"/>
              <a:ext cx="117405" cy="117405"/>
            </a:xfrm>
            <a:prstGeom prst="ellipse">
              <a:avLst/>
            </a:prstGeom>
            <a:solidFill>
              <a:srgbClr val="EF766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4" name="pt54"/>
            <p:cNvSpPr/>
            <p:nvPr/>
          </p:nvSpPr>
          <p:spPr>
            <a:xfrm>
              <a:off x="3794497" y="261086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" name="pt55"/>
            <p:cNvSpPr/>
            <p:nvPr/>
          </p:nvSpPr>
          <p:spPr>
            <a:xfrm>
              <a:off x="3719280" y="2995558"/>
              <a:ext cx="117405" cy="117405"/>
            </a:xfrm>
            <a:prstGeom prst="ellipse">
              <a:avLst/>
            </a:prstGeom>
            <a:solidFill>
              <a:srgbClr val="FEA16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" name="pt56"/>
            <p:cNvSpPr/>
            <p:nvPr/>
          </p:nvSpPr>
          <p:spPr>
            <a:xfrm>
              <a:off x="3050155" y="346074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7" name="pt57"/>
            <p:cNvSpPr/>
            <p:nvPr/>
          </p:nvSpPr>
          <p:spPr>
            <a:xfrm>
              <a:off x="2679308" y="2173890"/>
              <a:ext cx="117405" cy="117405"/>
            </a:xfrm>
            <a:prstGeom prst="ellipse">
              <a:avLst/>
            </a:prstGeom>
            <a:solidFill>
              <a:srgbClr val="9A2E7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" name="pt58"/>
            <p:cNvSpPr/>
            <p:nvPr/>
          </p:nvSpPr>
          <p:spPr>
            <a:xfrm>
              <a:off x="2769211" y="2478760"/>
              <a:ext cx="117405" cy="117405"/>
            </a:xfrm>
            <a:prstGeom prst="ellipse">
              <a:avLst/>
            </a:prstGeom>
            <a:solidFill>
              <a:srgbClr val="E96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" name="pl59"/>
            <p:cNvSpPr/>
            <p:nvPr/>
          </p:nvSpPr>
          <p:spPr>
            <a:xfrm>
              <a:off x="3798018" y="2566561"/>
              <a:ext cx="48782" cy="91058"/>
            </a:xfrm>
            <a:custGeom>
              <a:avLst/>
              <a:gdLst/>
              <a:ahLst/>
              <a:cxnLst/>
              <a:rect l="0" t="0" r="0" b="0"/>
              <a:pathLst>
                <a:path w="48782" h="91058">
                  <a:moveTo>
                    <a:pt x="0" y="0"/>
                  </a:moveTo>
                  <a:lnTo>
                    <a:pt x="48782" y="910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0" name="pg60"/>
            <p:cNvSpPr/>
            <p:nvPr/>
          </p:nvSpPr>
          <p:spPr>
            <a:xfrm>
              <a:off x="3148789" y="3255528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1" name="tx61"/>
            <p:cNvSpPr/>
            <p:nvPr/>
          </p:nvSpPr>
          <p:spPr>
            <a:xfrm>
              <a:off x="3194509" y="3301248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2" name="pg62"/>
            <p:cNvSpPr/>
            <p:nvPr/>
          </p:nvSpPr>
          <p:spPr>
            <a:xfrm>
              <a:off x="4018003" y="1938636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2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3" name="tx63"/>
            <p:cNvSpPr/>
            <p:nvPr/>
          </p:nvSpPr>
          <p:spPr>
            <a:xfrm>
              <a:off x="4063723" y="1984356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4" name="pg64"/>
            <p:cNvSpPr/>
            <p:nvPr/>
          </p:nvSpPr>
          <p:spPr>
            <a:xfrm>
              <a:off x="2698810" y="2972212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5" name="tx65"/>
            <p:cNvSpPr/>
            <p:nvPr/>
          </p:nvSpPr>
          <p:spPr>
            <a:xfrm>
              <a:off x="2744530" y="3017932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6" name="pg66"/>
            <p:cNvSpPr/>
            <p:nvPr/>
          </p:nvSpPr>
          <p:spPr>
            <a:xfrm>
              <a:off x="3395316" y="2426507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7" name="tx67"/>
            <p:cNvSpPr/>
            <p:nvPr/>
          </p:nvSpPr>
          <p:spPr>
            <a:xfrm>
              <a:off x="3441036" y="2472227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8" name="pg68"/>
            <p:cNvSpPr/>
            <p:nvPr/>
          </p:nvSpPr>
          <p:spPr>
            <a:xfrm>
              <a:off x="3719259" y="2802766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69" name="tx69"/>
            <p:cNvSpPr/>
            <p:nvPr/>
          </p:nvSpPr>
          <p:spPr>
            <a:xfrm>
              <a:off x="3764979" y="2848486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70" name="pg70"/>
            <p:cNvSpPr/>
            <p:nvPr/>
          </p:nvSpPr>
          <p:spPr>
            <a:xfrm>
              <a:off x="3034501" y="3579001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1" name="tx71"/>
            <p:cNvSpPr/>
            <p:nvPr/>
          </p:nvSpPr>
          <p:spPr>
            <a:xfrm>
              <a:off x="3080221" y="3624721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2" name="pg72"/>
            <p:cNvSpPr/>
            <p:nvPr/>
          </p:nvSpPr>
          <p:spPr>
            <a:xfrm>
              <a:off x="2462847" y="2292264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3" name="tx73"/>
            <p:cNvSpPr/>
            <p:nvPr/>
          </p:nvSpPr>
          <p:spPr>
            <a:xfrm>
              <a:off x="2508567" y="2337984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4" name="pg74"/>
            <p:cNvSpPr/>
            <p:nvPr/>
          </p:nvSpPr>
          <p:spPr>
            <a:xfrm>
              <a:off x="2897396" y="2560053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5" name="tx75"/>
            <p:cNvSpPr/>
            <p:nvPr/>
          </p:nvSpPr>
          <p:spPr>
            <a:xfrm>
              <a:off x="2943116" y="2605773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2417127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77" name="tx77"/>
            <p:cNvSpPr/>
            <p:nvPr/>
          </p:nvSpPr>
          <p:spPr>
            <a:xfrm>
              <a:off x="2104775" y="39947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229133" y="397629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273847" y="399476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104775" y="362512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229133" y="360665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273847" y="362512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104775" y="325565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29133" y="323718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273847" y="325565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104775" y="28858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229133" y="28673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273847" y="28858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104775" y="251637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229133" y="249790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273847" y="251637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104775" y="21467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229133" y="21282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273847" y="214672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104775" y="177708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229133" y="175861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273847" y="177708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104775" y="14074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229133" y="13889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273847" y="14074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1" name="pl101"/>
            <p:cNvSpPr/>
            <p:nvPr/>
          </p:nvSpPr>
          <p:spPr>
            <a:xfrm>
              <a:off x="2382333" y="40354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2" name="pl102"/>
            <p:cNvSpPr/>
            <p:nvPr/>
          </p:nvSpPr>
          <p:spPr>
            <a:xfrm>
              <a:off x="2382333" y="36658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3" name="pl103"/>
            <p:cNvSpPr/>
            <p:nvPr/>
          </p:nvSpPr>
          <p:spPr>
            <a:xfrm>
              <a:off x="2382333" y="3296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4" name="pl104"/>
            <p:cNvSpPr/>
            <p:nvPr/>
          </p:nvSpPr>
          <p:spPr>
            <a:xfrm>
              <a:off x="2382333" y="29265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5" name="pl105"/>
            <p:cNvSpPr/>
            <p:nvPr/>
          </p:nvSpPr>
          <p:spPr>
            <a:xfrm>
              <a:off x="2382333" y="25568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6" name="pl106"/>
            <p:cNvSpPr/>
            <p:nvPr/>
          </p:nvSpPr>
          <p:spPr>
            <a:xfrm>
              <a:off x="2382333" y="21872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7" name="pl107"/>
            <p:cNvSpPr/>
            <p:nvPr/>
          </p:nvSpPr>
          <p:spPr>
            <a:xfrm>
              <a:off x="2382333" y="18175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8" name="pl108"/>
            <p:cNvSpPr/>
            <p:nvPr/>
          </p:nvSpPr>
          <p:spPr>
            <a:xfrm>
              <a:off x="2382333" y="14479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09" name="pl109"/>
            <p:cNvSpPr/>
            <p:nvPr/>
          </p:nvSpPr>
          <p:spPr>
            <a:xfrm>
              <a:off x="2516432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0" name="pl110"/>
            <p:cNvSpPr/>
            <p:nvPr/>
          </p:nvSpPr>
          <p:spPr>
            <a:xfrm>
              <a:off x="2913652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1" name="pl111"/>
            <p:cNvSpPr/>
            <p:nvPr/>
          </p:nvSpPr>
          <p:spPr>
            <a:xfrm>
              <a:off x="3310871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2" name="pl112"/>
            <p:cNvSpPr/>
            <p:nvPr/>
          </p:nvSpPr>
          <p:spPr>
            <a:xfrm>
              <a:off x="3708091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3" name="pl113"/>
            <p:cNvSpPr/>
            <p:nvPr/>
          </p:nvSpPr>
          <p:spPr>
            <a:xfrm>
              <a:off x="4105310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4" name="pl114"/>
            <p:cNvSpPr/>
            <p:nvPr/>
          </p:nvSpPr>
          <p:spPr>
            <a:xfrm>
              <a:off x="4502529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15" name="tx115"/>
            <p:cNvSpPr/>
            <p:nvPr/>
          </p:nvSpPr>
          <p:spPr>
            <a:xfrm>
              <a:off x="2394634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518993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563707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791854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916212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2960926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189073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313431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358146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586292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710651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755365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983512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107870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152584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380731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05090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4549804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3202517" y="43716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4" name="tx134"/>
            <p:cNvSpPr/>
            <p:nvPr/>
          </p:nvSpPr>
          <p:spPr>
            <a:xfrm rot="-5400000">
              <a:off x="1734934" y="26916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5" name="rc135"/>
            <p:cNvSpPr/>
            <p:nvPr/>
          </p:nvSpPr>
          <p:spPr>
            <a:xfrm>
              <a:off x="4741012" y="2023158"/>
              <a:ext cx="1097799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136" name="tx136"/>
            <p:cNvSpPr/>
            <p:nvPr/>
          </p:nvSpPr>
          <p:spPr>
            <a:xfrm>
              <a:off x="4810601" y="2108249"/>
              <a:ext cx="96066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 Change</a:t>
              </a:r>
            </a:p>
          </p:txBody>
        </p:sp>
        <p:pic>
          <p:nvPicPr>
            <p:cNvPr id="137" name="pic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0601" y="2293375"/>
              <a:ext cx="219455" cy="1097280"/>
            </a:xfrm>
            <a:prstGeom prst="rect">
              <a:avLst/>
            </a:prstGeom>
          </p:spPr>
        </p:pic>
        <p:sp>
          <p:nvSpPr>
            <p:cNvPr id="138" name="pl138"/>
            <p:cNvSpPr/>
            <p:nvPr/>
          </p:nvSpPr>
          <p:spPr>
            <a:xfrm>
              <a:off x="4986166" y="33888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39" name="pl139"/>
            <p:cNvSpPr/>
            <p:nvPr/>
          </p:nvSpPr>
          <p:spPr>
            <a:xfrm>
              <a:off x="4986166" y="31154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0" name="pl140"/>
            <p:cNvSpPr/>
            <p:nvPr/>
          </p:nvSpPr>
          <p:spPr>
            <a:xfrm>
              <a:off x="4986166" y="28420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1" name="pl141"/>
            <p:cNvSpPr/>
            <p:nvPr/>
          </p:nvSpPr>
          <p:spPr>
            <a:xfrm>
              <a:off x="4986166" y="25686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2" name="pl142"/>
            <p:cNvSpPr/>
            <p:nvPr/>
          </p:nvSpPr>
          <p:spPr>
            <a:xfrm>
              <a:off x="4986166" y="22952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3" name="pl143"/>
            <p:cNvSpPr/>
            <p:nvPr/>
          </p:nvSpPr>
          <p:spPr>
            <a:xfrm>
              <a:off x="4810601" y="33888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4" name="pl144"/>
            <p:cNvSpPr/>
            <p:nvPr/>
          </p:nvSpPr>
          <p:spPr>
            <a:xfrm>
              <a:off x="4810601" y="31154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5" name="pl145"/>
            <p:cNvSpPr/>
            <p:nvPr/>
          </p:nvSpPr>
          <p:spPr>
            <a:xfrm>
              <a:off x="4810601" y="28420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6" name="pl146"/>
            <p:cNvSpPr/>
            <p:nvPr/>
          </p:nvSpPr>
          <p:spPr>
            <a:xfrm>
              <a:off x="4810601" y="25686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7" name="pl147"/>
            <p:cNvSpPr/>
            <p:nvPr/>
          </p:nvSpPr>
          <p:spPr>
            <a:xfrm>
              <a:off x="4810601" y="22952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48" name="tx148"/>
            <p:cNvSpPr/>
            <p:nvPr/>
          </p:nvSpPr>
          <p:spPr>
            <a:xfrm>
              <a:off x="5099646" y="3348821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099646" y="3075415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099646" y="2802010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099646" y="2528604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099646" y="22551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417127" y="986823"/>
              <a:ext cx="4112331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Weight Change in Future Treatments</a:t>
              </a:r>
            </a:p>
          </p:txBody>
        </p:sp>
        <p:sp>
          <p:nvSpPr>
            <p:cNvPr id="154" name="rc154"/>
            <p:cNvSpPr/>
            <p:nvPr/>
          </p:nvSpPr>
          <p:spPr>
            <a:xfrm>
              <a:off x="7807598" y="914400"/>
              <a:ext cx="404440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5" name="rc155"/>
            <p:cNvSpPr/>
            <p:nvPr/>
          </p:nvSpPr>
          <p:spPr>
            <a:xfrm>
              <a:off x="8360727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156" name="pl156"/>
            <p:cNvSpPr/>
            <p:nvPr/>
          </p:nvSpPr>
          <p:spPr>
            <a:xfrm>
              <a:off x="8460032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7" name="pl157"/>
            <p:cNvSpPr/>
            <p:nvPr/>
          </p:nvSpPr>
          <p:spPr>
            <a:xfrm>
              <a:off x="8857252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8" name="pl158"/>
            <p:cNvSpPr/>
            <p:nvPr/>
          </p:nvSpPr>
          <p:spPr>
            <a:xfrm>
              <a:off x="9254471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59" name="pl159"/>
            <p:cNvSpPr/>
            <p:nvPr/>
          </p:nvSpPr>
          <p:spPr>
            <a:xfrm>
              <a:off x="9651691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0" name="pl160"/>
            <p:cNvSpPr/>
            <p:nvPr/>
          </p:nvSpPr>
          <p:spPr>
            <a:xfrm>
              <a:off x="10048910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1" name="pl161"/>
            <p:cNvSpPr/>
            <p:nvPr/>
          </p:nvSpPr>
          <p:spPr>
            <a:xfrm>
              <a:off x="10446129" y="1318571"/>
              <a:ext cx="0" cy="2846260"/>
            </a:xfrm>
            <a:custGeom>
              <a:avLst/>
              <a:gdLst/>
              <a:ahLst/>
              <a:cxnLst/>
              <a:rect l="0" t="0" r="0" b="0"/>
              <a:pathLst>
                <a:path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2" name="pl162"/>
            <p:cNvSpPr/>
            <p:nvPr/>
          </p:nvSpPr>
          <p:spPr>
            <a:xfrm>
              <a:off x="8360727" y="403545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3" name="pl163"/>
            <p:cNvSpPr/>
            <p:nvPr/>
          </p:nvSpPr>
          <p:spPr>
            <a:xfrm>
              <a:off x="8360727" y="3665812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4" name="pl164"/>
            <p:cNvSpPr/>
            <p:nvPr/>
          </p:nvSpPr>
          <p:spPr>
            <a:xfrm>
              <a:off x="8360727" y="3296167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5" name="pl165"/>
            <p:cNvSpPr/>
            <p:nvPr/>
          </p:nvSpPr>
          <p:spPr>
            <a:xfrm>
              <a:off x="8360727" y="2926523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6" name="pl166"/>
            <p:cNvSpPr/>
            <p:nvPr/>
          </p:nvSpPr>
          <p:spPr>
            <a:xfrm>
              <a:off x="8360727" y="2556879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7" name="pl167"/>
            <p:cNvSpPr/>
            <p:nvPr/>
          </p:nvSpPr>
          <p:spPr>
            <a:xfrm>
              <a:off x="8360727" y="2187235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8" name="pl168"/>
            <p:cNvSpPr/>
            <p:nvPr/>
          </p:nvSpPr>
          <p:spPr>
            <a:xfrm>
              <a:off x="8360727" y="1817590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69" name="pl169"/>
            <p:cNvSpPr/>
            <p:nvPr/>
          </p:nvSpPr>
          <p:spPr>
            <a:xfrm>
              <a:off x="8360727" y="1447946"/>
              <a:ext cx="2184706" cy="0"/>
            </a:xfrm>
            <a:custGeom>
              <a:avLst/>
              <a:gdLst/>
              <a:ahLst/>
              <a:cxnLst/>
              <a:rect l="0" t="0" r="0" b="0"/>
              <a:pathLst>
                <a:path w="2184706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0" name="ph170"/>
            <p:cNvSpPr/>
            <p:nvPr/>
          </p:nvSpPr>
          <p:spPr>
            <a:xfrm>
              <a:off x="9331878" y="1711932"/>
              <a:ext cx="930827" cy="1243975"/>
            </a:xfrm>
            <a:custGeom>
              <a:avLst/>
              <a:gdLst/>
              <a:ahLst/>
              <a:cxnLst/>
              <a:rect l="0" t="0" r="0" b="0"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1" name="ph171"/>
            <p:cNvSpPr/>
            <p:nvPr/>
          </p:nvSpPr>
          <p:spPr>
            <a:xfrm>
              <a:off x="8832057" y="2292984"/>
              <a:ext cx="1041614" cy="914400"/>
            </a:xfrm>
            <a:custGeom>
              <a:avLst/>
              <a:gdLst/>
              <a:ahLst/>
              <a:cxnLst/>
              <a:rect l="0" t="0" r="0" b="0"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2" name="ph172"/>
            <p:cNvSpPr/>
            <p:nvPr/>
          </p:nvSpPr>
          <p:spPr>
            <a:xfrm>
              <a:off x="7837728" y="1306280"/>
              <a:ext cx="2407890" cy="2231492"/>
            </a:xfrm>
            <a:custGeom>
              <a:avLst/>
              <a:gdLst/>
              <a:ahLst/>
              <a:cxnLst/>
              <a:rect l="0" t="0" r="0" b="0"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3" name="ph173"/>
            <p:cNvSpPr/>
            <p:nvPr/>
          </p:nvSpPr>
          <p:spPr>
            <a:xfrm>
              <a:off x="9360603" y="1694135"/>
              <a:ext cx="952744" cy="914400"/>
            </a:xfrm>
            <a:custGeom>
              <a:avLst/>
              <a:gdLst/>
              <a:ahLst/>
              <a:cxnLst/>
              <a:rect l="0" t="0" r="0" b="0"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4" name="ph174"/>
            <p:cNvSpPr/>
            <p:nvPr/>
          </p:nvSpPr>
          <p:spPr>
            <a:xfrm>
              <a:off x="9208368" y="1265597"/>
              <a:ext cx="936976" cy="914400"/>
            </a:xfrm>
            <a:custGeom>
              <a:avLst/>
              <a:gdLst/>
              <a:ahLst/>
              <a:cxnLst/>
              <a:rect l="0" t="0" r="0" b="0"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5" name="ph175"/>
            <p:cNvSpPr/>
            <p:nvPr/>
          </p:nvSpPr>
          <p:spPr>
            <a:xfrm>
              <a:off x="9247780" y="1111206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6" name="ph176"/>
            <p:cNvSpPr/>
            <p:nvPr/>
          </p:nvSpPr>
          <p:spPr>
            <a:xfrm>
              <a:off x="9516698" y="2960636"/>
              <a:ext cx="929431" cy="915704"/>
            </a:xfrm>
            <a:custGeom>
              <a:avLst/>
              <a:gdLst/>
              <a:ahLst/>
              <a:cxnLst/>
              <a:rect l="0" t="0" r="0" b="0"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7" name="ph177"/>
            <p:cNvSpPr/>
            <p:nvPr/>
          </p:nvSpPr>
          <p:spPr>
            <a:xfrm>
              <a:off x="8482221" y="3114287"/>
              <a:ext cx="1963908" cy="921168"/>
            </a:xfrm>
            <a:custGeom>
              <a:avLst/>
              <a:gdLst/>
              <a:ahLst/>
              <a:cxnLst/>
              <a:rect l="0" t="0" r="0" b="0"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8" name="ph178"/>
            <p:cNvSpPr/>
            <p:nvPr/>
          </p:nvSpPr>
          <p:spPr>
            <a:xfrm>
              <a:off x="8005344" y="573417"/>
              <a:ext cx="968823" cy="1653363"/>
            </a:xfrm>
            <a:custGeom>
              <a:avLst/>
              <a:gdLst/>
              <a:ahLst/>
              <a:cxnLst/>
              <a:rect l="0" t="0" r="0" b="0"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79" name="ph179"/>
            <p:cNvSpPr/>
            <p:nvPr/>
          </p:nvSpPr>
          <p:spPr>
            <a:xfrm>
              <a:off x="7550035" y="2871943"/>
              <a:ext cx="915718" cy="956750"/>
            </a:xfrm>
            <a:custGeom>
              <a:avLst/>
              <a:gdLst/>
              <a:ahLst/>
              <a:cxnLst/>
              <a:rect l="0" t="0" r="0" b="0"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0" name="ph180"/>
            <p:cNvSpPr/>
            <p:nvPr/>
          </p:nvSpPr>
          <p:spPr>
            <a:xfrm>
              <a:off x="7574124" y="2940511"/>
              <a:ext cx="1097299" cy="1094944"/>
            </a:xfrm>
            <a:custGeom>
              <a:avLst/>
              <a:gdLst/>
              <a:ahLst/>
              <a:cxnLst/>
              <a:rect l="0" t="0" r="0" b="0"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1" name="ph181"/>
            <p:cNvSpPr/>
            <p:nvPr/>
          </p:nvSpPr>
          <p:spPr>
            <a:xfrm>
              <a:off x="7764956" y="3117663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2" name="ph182"/>
            <p:cNvSpPr/>
            <p:nvPr/>
          </p:nvSpPr>
          <p:spPr>
            <a:xfrm>
              <a:off x="7883385" y="3079092"/>
              <a:ext cx="1336773" cy="956364"/>
            </a:xfrm>
            <a:custGeom>
              <a:avLst/>
              <a:gdLst/>
              <a:ahLst/>
              <a:cxnLst/>
              <a:rect l="0" t="0" r="0" b="0"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3" name="ph183"/>
            <p:cNvSpPr/>
            <p:nvPr/>
          </p:nvSpPr>
          <p:spPr>
            <a:xfrm>
              <a:off x="8287277" y="3004459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4" name="ph184"/>
            <p:cNvSpPr/>
            <p:nvPr/>
          </p:nvSpPr>
          <p:spPr>
            <a:xfrm>
              <a:off x="8314741" y="3107645"/>
              <a:ext cx="961516" cy="927810"/>
            </a:xfrm>
            <a:custGeom>
              <a:avLst/>
              <a:gdLst/>
              <a:ahLst/>
              <a:cxnLst/>
              <a:rect l="0" t="0" r="0" b="0"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5" name="ph185"/>
            <p:cNvSpPr/>
            <p:nvPr/>
          </p:nvSpPr>
          <p:spPr>
            <a:xfrm>
              <a:off x="7769922" y="2967278"/>
              <a:ext cx="944889" cy="914400"/>
            </a:xfrm>
            <a:custGeom>
              <a:avLst/>
              <a:gdLst/>
              <a:ahLst/>
              <a:cxnLst/>
              <a:rect l="0" t="0" r="0" b="0"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6" name="ph186"/>
            <p:cNvSpPr/>
            <p:nvPr/>
          </p:nvSpPr>
          <p:spPr>
            <a:xfrm>
              <a:off x="9531729" y="773419"/>
              <a:ext cx="914400" cy="1013957"/>
            </a:xfrm>
            <a:custGeom>
              <a:avLst/>
              <a:gdLst/>
              <a:ahLst/>
              <a:cxnLst/>
              <a:rect l="0" t="0" r="0" b="0"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7" name="ph187"/>
            <p:cNvSpPr/>
            <p:nvPr/>
          </p:nvSpPr>
          <p:spPr>
            <a:xfrm>
              <a:off x="9465688" y="842293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8" name="ph188"/>
            <p:cNvSpPr/>
            <p:nvPr/>
          </p:nvSpPr>
          <p:spPr>
            <a:xfrm>
              <a:off x="8056296" y="2498220"/>
              <a:ext cx="921789" cy="1251646"/>
            </a:xfrm>
            <a:custGeom>
              <a:avLst/>
              <a:gdLst/>
              <a:ahLst/>
              <a:cxnLst/>
              <a:rect l="0" t="0" r="0" b="0"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89" name="ph189"/>
            <p:cNvSpPr/>
            <p:nvPr/>
          </p:nvSpPr>
          <p:spPr>
            <a:xfrm>
              <a:off x="7597089" y="1784037"/>
              <a:ext cx="1046890" cy="1566168"/>
            </a:xfrm>
            <a:custGeom>
              <a:avLst/>
              <a:gdLst/>
              <a:ahLst/>
              <a:cxnLst/>
              <a:rect l="0" t="0" r="0" b="0"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0" name="ph190"/>
            <p:cNvSpPr/>
            <p:nvPr/>
          </p:nvSpPr>
          <p:spPr>
            <a:xfrm>
              <a:off x="7550326" y="2469955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1" name="ph191"/>
            <p:cNvSpPr/>
            <p:nvPr/>
          </p:nvSpPr>
          <p:spPr>
            <a:xfrm>
              <a:off x="7682041" y="2545292"/>
              <a:ext cx="940700" cy="1102488"/>
            </a:xfrm>
            <a:custGeom>
              <a:avLst/>
              <a:gdLst/>
              <a:ahLst/>
              <a:cxnLst/>
              <a:rect l="0" t="0" r="0" b="0"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2" name="ph192"/>
            <p:cNvSpPr/>
            <p:nvPr/>
          </p:nvSpPr>
          <p:spPr>
            <a:xfrm>
              <a:off x="7851169" y="2814403"/>
              <a:ext cx="959591" cy="988599"/>
            </a:xfrm>
            <a:custGeom>
              <a:avLst/>
              <a:gdLst/>
              <a:ahLst/>
              <a:cxnLst/>
              <a:rect l="0" t="0" r="0" b="0"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3" name="ph193"/>
            <p:cNvSpPr/>
            <p:nvPr/>
          </p:nvSpPr>
          <p:spPr>
            <a:xfrm>
              <a:off x="7682623" y="2845646"/>
              <a:ext cx="966302" cy="914400"/>
            </a:xfrm>
            <a:custGeom>
              <a:avLst/>
              <a:gdLst/>
              <a:ahLst/>
              <a:cxnLst/>
              <a:rect l="0" t="0" r="0" b="0"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4" name="ph194"/>
            <p:cNvSpPr/>
            <p:nvPr/>
          </p:nvSpPr>
          <p:spPr>
            <a:xfrm>
              <a:off x="8044348" y="2769569"/>
              <a:ext cx="921983" cy="935986"/>
            </a:xfrm>
            <a:custGeom>
              <a:avLst/>
              <a:gdLst/>
              <a:ahLst/>
              <a:cxnLst/>
              <a:rect l="0" t="0" r="0" b="0"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5" name="ph195"/>
            <p:cNvSpPr/>
            <p:nvPr/>
          </p:nvSpPr>
          <p:spPr>
            <a:xfrm>
              <a:off x="8056373" y="2546627"/>
              <a:ext cx="933097" cy="914400"/>
            </a:xfrm>
            <a:custGeom>
              <a:avLst/>
              <a:gdLst/>
              <a:ahLst/>
              <a:cxnLst/>
              <a:rect l="0" t="0" r="0" b="0"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6" name="ph196"/>
            <p:cNvSpPr/>
            <p:nvPr/>
          </p:nvSpPr>
          <p:spPr>
            <a:xfrm>
              <a:off x="7628509" y="2811605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7" name="ph197"/>
            <p:cNvSpPr/>
            <p:nvPr/>
          </p:nvSpPr>
          <p:spPr>
            <a:xfrm>
              <a:off x="7545632" y="2796437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8" name="ph198"/>
            <p:cNvSpPr/>
            <p:nvPr/>
          </p:nvSpPr>
          <p:spPr>
            <a:xfrm>
              <a:off x="7662878" y="2468601"/>
              <a:ext cx="928578" cy="914400"/>
            </a:xfrm>
            <a:custGeom>
              <a:avLst/>
              <a:gdLst/>
              <a:ahLst/>
              <a:cxnLst/>
              <a:rect l="0" t="0" r="0" b="0"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199" name="ph199"/>
            <p:cNvSpPr/>
            <p:nvPr/>
          </p:nvSpPr>
          <p:spPr>
            <a:xfrm>
              <a:off x="7746511" y="1927437"/>
              <a:ext cx="946790" cy="914400"/>
            </a:xfrm>
            <a:custGeom>
              <a:avLst/>
              <a:gdLst/>
              <a:ahLst/>
              <a:cxnLst/>
              <a:rect l="0" t="0" r="0" b="0"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0" name="ph200"/>
            <p:cNvSpPr/>
            <p:nvPr/>
          </p:nvSpPr>
          <p:spPr>
            <a:xfrm>
              <a:off x="8548766" y="2749589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1" name="pt201"/>
            <p:cNvSpPr/>
            <p:nvPr/>
          </p:nvSpPr>
          <p:spPr>
            <a:xfrm>
              <a:off x="8977673" y="3327924"/>
              <a:ext cx="117405" cy="117405"/>
            </a:xfrm>
            <a:prstGeom prst="ellipse">
              <a:avLst/>
            </a:prstGeom>
            <a:solidFill>
              <a:srgbClr val="A230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2" name="pt202"/>
            <p:cNvSpPr/>
            <p:nvPr/>
          </p:nvSpPr>
          <p:spPr>
            <a:xfrm>
              <a:off x="10204444" y="1819937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3" name="pt203"/>
            <p:cNvSpPr/>
            <p:nvPr/>
          </p:nvSpPr>
          <p:spPr>
            <a:xfrm>
              <a:off x="8908065" y="3164682"/>
              <a:ext cx="117405" cy="117405"/>
            </a:xfrm>
            <a:prstGeom prst="ellipse">
              <a:avLst/>
            </a:prstGeom>
            <a:solidFill>
              <a:srgbClr val="FD9E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4" name="pt204"/>
            <p:cNvSpPr/>
            <p:nvPr/>
          </p:nvSpPr>
          <p:spPr>
            <a:xfrm>
              <a:off x="9738097" y="261086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5" name="pt205"/>
            <p:cNvSpPr/>
            <p:nvPr/>
          </p:nvSpPr>
          <p:spPr>
            <a:xfrm>
              <a:off x="9662880" y="2995558"/>
              <a:ext cx="117405" cy="117405"/>
            </a:xfrm>
            <a:prstGeom prst="ellipse">
              <a:avLst/>
            </a:prstGeom>
            <a:solidFill>
              <a:srgbClr val="D143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6" name="pt206"/>
            <p:cNvSpPr/>
            <p:nvPr/>
          </p:nvSpPr>
          <p:spPr>
            <a:xfrm>
              <a:off x="8993755" y="346074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7" name="pt207"/>
            <p:cNvSpPr/>
            <p:nvPr/>
          </p:nvSpPr>
          <p:spPr>
            <a:xfrm>
              <a:off x="8622908" y="2173890"/>
              <a:ext cx="117405" cy="117405"/>
            </a:xfrm>
            <a:prstGeom prst="ellipse">
              <a:avLst/>
            </a:prstGeom>
            <a:solidFill>
              <a:srgbClr val="1608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8" name="pt208"/>
            <p:cNvSpPr/>
            <p:nvPr/>
          </p:nvSpPr>
          <p:spPr>
            <a:xfrm>
              <a:off x="8712811" y="2478760"/>
              <a:ext cx="117405" cy="117405"/>
            </a:xfrm>
            <a:prstGeom prst="ellipse">
              <a:avLst/>
            </a:prstGeom>
            <a:solidFill>
              <a:srgbClr val="FFE8A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09" name="pg209"/>
            <p:cNvSpPr/>
            <p:nvPr/>
          </p:nvSpPr>
          <p:spPr>
            <a:xfrm>
              <a:off x="9092132" y="3255472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0" name="tx210"/>
            <p:cNvSpPr/>
            <p:nvPr/>
          </p:nvSpPr>
          <p:spPr>
            <a:xfrm>
              <a:off x="9137852" y="3301192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11" name="pg211"/>
            <p:cNvSpPr/>
            <p:nvPr/>
          </p:nvSpPr>
          <p:spPr>
            <a:xfrm>
              <a:off x="9961933" y="1938067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2" name="tx212"/>
            <p:cNvSpPr/>
            <p:nvPr/>
          </p:nvSpPr>
          <p:spPr>
            <a:xfrm>
              <a:off x="10007653" y="1983787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13" name="pg213"/>
            <p:cNvSpPr/>
            <p:nvPr/>
          </p:nvSpPr>
          <p:spPr>
            <a:xfrm>
              <a:off x="8642226" y="2971987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4" name="tx214"/>
            <p:cNvSpPr/>
            <p:nvPr/>
          </p:nvSpPr>
          <p:spPr>
            <a:xfrm>
              <a:off x="8687946" y="3017707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15" name="pg215"/>
            <p:cNvSpPr/>
            <p:nvPr/>
          </p:nvSpPr>
          <p:spPr>
            <a:xfrm>
              <a:off x="9475986" y="2729273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6" name="tx216"/>
            <p:cNvSpPr/>
            <p:nvPr/>
          </p:nvSpPr>
          <p:spPr>
            <a:xfrm>
              <a:off x="9521706" y="2774993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17" name="pg217"/>
            <p:cNvSpPr/>
            <p:nvPr/>
          </p:nvSpPr>
          <p:spPr>
            <a:xfrm>
              <a:off x="9662811" y="3113829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18" name="tx218"/>
            <p:cNvSpPr/>
            <p:nvPr/>
          </p:nvSpPr>
          <p:spPr>
            <a:xfrm>
              <a:off x="9708531" y="3159549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19" name="pg219"/>
            <p:cNvSpPr/>
            <p:nvPr/>
          </p:nvSpPr>
          <p:spPr>
            <a:xfrm>
              <a:off x="8978107" y="3579004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0" name="tx220"/>
            <p:cNvSpPr/>
            <p:nvPr/>
          </p:nvSpPr>
          <p:spPr>
            <a:xfrm>
              <a:off x="9023827" y="3624724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21" name="pg221"/>
            <p:cNvSpPr/>
            <p:nvPr/>
          </p:nvSpPr>
          <p:spPr>
            <a:xfrm>
              <a:off x="8406447" y="2292293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2" name="tx222"/>
            <p:cNvSpPr/>
            <p:nvPr/>
          </p:nvSpPr>
          <p:spPr>
            <a:xfrm>
              <a:off x="8452167" y="2338013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23" name="pg223"/>
            <p:cNvSpPr/>
            <p:nvPr/>
          </p:nvSpPr>
          <p:spPr>
            <a:xfrm>
              <a:off x="8840458" y="2560856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4" name="tx224"/>
            <p:cNvSpPr/>
            <p:nvPr/>
          </p:nvSpPr>
          <p:spPr>
            <a:xfrm>
              <a:off x="8886178" y="2606576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8360727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26" name="tx226"/>
            <p:cNvSpPr/>
            <p:nvPr/>
          </p:nvSpPr>
          <p:spPr>
            <a:xfrm>
              <a:off x="8048375" y="39947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8172733" y="397629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8217447" y="399476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8048375" y="362512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8172733" y="360665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8217447" y="362512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8048375" y="325565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8172733" y="323718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8217447" y="325565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8048375" y="28858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8172733" y="28673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8217447" y="28858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8048375" y="251637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8172733" y="249790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8217447" y="251637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8048375" y="21467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8172733" y="21282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8217447" y="214672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8048375" y="177708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8172733" y="175861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8217447" y="177708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8048375" y="14074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8172733" y="13889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8217447" y="14074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50" name="pl250"/>
            <p:cNvSpPr/>
            <p:nvPr/>
          </p:nvSpPr>
          <p:spPr>
            <a:xfrm>
              <a:off x="8325933" y="40354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1" name="pl251"/>
            <p:cNvSpPr/>
            <p:nvPr/>
          </p:nvSpPr>
          <p:spPr>
            <a:xfrm>
              <a:off x="8325933" y="36658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2" name="pl252"/>
            <p:cNvSpPr/>
            <p:nvPr/>
          </p:nvSpPr>
          <p:spPr>
            <a:xfrm>
              <a:off x="8325933" y="3296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3" name="pl253"/>
            <p:cNvSpPr/>
            <p:nvPr/>
          </p:nvSpPr>
          <p:spPr>
            <a:xfrm>
              <a:off x="8325933" y="29265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4" name="pl254"/>
            <p:cNvSpPr/>
            <p:nvPr/>
          </p:nvSpPr>
          <p:spPr>
            <a:xfrm>
              <a:off x="8325933" y="25568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5" name="pl255"/>
            <p:cNvSpPr/>
            <p:nvPr/>
          </p:nvSpPr>
          <p:spPr>
            <a:xfrm>
              <a:off x="8325933" y="21872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6" name="pl256"/>
            <p:cNvSpPr/>
            <p:nvPr/>
          </p:nvSpPr>
          <p:spPr>
            <a:xfrm>
              <a:off x="8325933" y="18175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7" name="pl257"/>
            <p:cNvSpPr/>
            <p:nvPr/>
          </p:nvSpPr>
          <p:spPr>
            <a:xfrm>
              <a:off x="8325933" y="14479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8" name="pl258"/>
            <p:cNvSpPr/>
            <p:nvPr/>
          </p:nvSpPr>
          <p:spPr>
            <a:xfrm>
              <a:off x="8460032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59" name="pl259"/>
            <p:cNvSpPr/>
            <p:nvPr/>
          </p:nvSpPr>
          <p:spPr>
            <a:xfrm>
              <a:off x="8857252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0" name="pl260"/>
            <p:cNvSpPr/>
            <p:nvPr/>
          </p:nvSpPr>
          <p:spPr>
            <a:xfrm>
              <a:off x="9254471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1" name="pl261"/>
            <p:cNvSpPr/>
            <p:nvPr/>
          </p:nvSpPr>
          <p:spPr>
            <a:xfrm>
              <a:off x="9651691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2" name="pl262"/>
            <p:cNvSpPr/>
            <p:nvPr/>
          </p:nvSpPr>
          <p:spPr>
            <a:xfrm>
              <a:off x="10048910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3" name="pl263"/>
            <p:cNvSpPr/>
            <p:nvPr/>
          </p:nvSpPr>
          <p:spPr>
            <a:xfrm>
              <a:off x="10446129" y="41648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64" name="tx264"/>
            <p:cNvSpPr/>
            <p:nvPr/>
          </p:nvSpPr>
          <p:spPr>
            <a:xfrm>
              <a:off x="8338234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8462593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8507307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8735454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8859812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8904526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9132673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9257031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9301746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9529892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9654251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9698965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9927112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10051470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10096184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10324331" y="42278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10448690" y="42093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10493404" y="42278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9146117" y="43716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283" name="tx283"/>
            <p:cNvSpPr/>
            <p:nvPr/>
          </p:nvSpPr>
          <p:spPr>
            <a:xfrm rot="-5400000">
              <a:off x="7678534" y="26916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284" name="rc284"/>
            <p:cNvSpPr/>
            <p:nvPr/>
          </p:nvSpPr>
          <p:spPr>
            <a:xfrm>
              <a:off x="10684612" y="1947720"/>
              <a:ext cx="1097799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285" name="tx285"/>
            <p:cNvSpPr/>
            <p:nvPr/>
          </p:nvSpPr>
          <p:spPr>
            <a:xfrm>
              <a:off x="10754201" y="2032811"/>
              <a:ext cx="54361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10754201" y="2183687"/>
              <a:ext cx="96066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 Change</a:t>
              </a:r>
            </a:p>
          </p:txBody>
        </p:sp>
        <p:pic>
          <p:nvPicPr>
            <p:cNvPr id="287" name="pic2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4201" y="2368813"/>
              <a:ext cx="219455" cy="1097280"/>
            </a:xfrm>
            <a:prstGeom prst="rect">
              <a:avLst/>
            </a:prstGeom>
          </p:spPr>
        </p:pic>
        <p:sp>
          <p:nvSpPr>
            <p:cNvPr id="288" name="pl288"/>
            <p:cNvSpPr/>
            <p:nvPr/>
          </p:nvSpPr>
          <p:spPr>
            <a:xfrm>
              <a:off x="10929766" y="334275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89" name="pl289"/>
            <p:cNvSpPr/>
            <p:nvPr/>
          </p:nvSpPr>
          <p:spPr>
            <a:xfrm>
              <a:off x="10929766" y="303896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0" name="pl290"/>
            <p:cNvSpPr/>
            <p:nvPr/>
          </p:nvSpPr>
          <p:spPr>
            <a:xfrm>
              <a:off x="10929766" y="273518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1" name="pl291"/>
            <p:cNvSpPr/>
            <p:nvPr/>
          </p:nvSpPr>
          <p:spPr>
            <a:xfrm>
              <a:off x="10929766" y="243139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2" name="pl292"/>
            <p:cNvSpPr/>
            <p:nvPr/>
          </p:nvSpPr>
          <p:spPr>
            <a:xfrm>
              <a:off x="10754201" y="334275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3" name="pl293"/>
            <p:cNvSpPr/>
            <p:nvPr/>
          </p:nvSpPr>
          <p:spPr>
            <a:xfrm>
              <a:off x="10754201" y="303896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4" name="pl294"/>
            <p:cNvSpPr/>
            <p:nvPr/>
          </p:nvSpPr>
          <p:spPr>
            <a:xfrm>
              <a:off x="10754201" y="273518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5" name="pl295"/>
            <p:cNvSpPr/>
            <p:nvPr/>
          </p:nvSpPr>
          <p:spPr>
            <a:xfrm>
              <a:off x="10754201" y="2431398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296" name="tx296"/>
            <p:cNvSpPr/>
            <p:nvPr/>
          </p:nvSpPr>
          <p:spPr>
            <a:xfrm>
              <a:off x="11043246" y="3302745"/>
              <a:ext cx="16157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11043246" y="2998961"/>
              <a:ext cx="9939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11043246" y="269517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11043246" y="2391393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8360727" y="739935"/>
              <a:ext cx="4607570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Common Future Relative Weight Change 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8360727" y="986823"/>
              <a:ext cx="2109063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  <p:sp>
          <p:nvSpPr>
            <p:cNvPr id="302" name="rc302"/>
            <p:cNvSpPr/>
            <p:nvPr/>
          </p:nvSpPr>
          <p:spPr>
            <a:xfrm>
              <a:off x="19124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3" name="rc303"/>
            <p:cNvSpPr/>
            <p:nvPr/>
          </p:nvSpPr>
          <p:spPr>
            <a:xfrm>
              <a:off x="2465569" y="4976262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304" name="pl304"/>
            <p:cNvSpPr/>
            <p:nvPr/>
          </p:nvSpPr>
          <p:spPr>
            <a:xfrm>
              <a:off x="2564870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5" name="pl305"/>
            <p:cNvSpPr/>
            <p:nvPr/>
          </p:nvSpPr>
          <p:spPr>
            <a:xfrm>
              <a:off x="2962077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6" name="pl306"/>
            <p:cNvSpPr/>
            <p:nvPr/>
          </p:nvSpPr>
          <p:spPr>
            <a:xfrm>
              <a:off x="3359284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7" name="pl307"/>
            <p:cNvSpPr/>
            <p:nvPr/>
          </p:nvSpPr>
          <p:spPr>
            <a:xfrm>
              <a:off x="3756490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8" name="pl308"/>
            <p:cNvSpPr/>
            <p:nvPr/>
          </p:nvSpPr>
          <p:spPr>
            <a:xfrm>
              <a:off x="4153697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09" name="pl309"/>
            <p:cNvSpPr/>
            <p:nvPr/>
          </p:nvSpPr>
          <p:spPr>
            <a:xfrm>
              <a:off x="4550903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0" name="pl310"/>
            <p:cNvSpPr/>
            <p:nvPr/>
          </p:nvSpPr>
          <p:spPr>
            <a:xfrm>
              <a:off x="2465569" y="7693060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1" name="pl311"/>
            <p:cNvSpPr/>
            <p:nvPr/>
          </p:nvSpPr>
          <p:spPr>
            <a:xfrm>
              <a:off x="2465569" y="7323428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2" name="pl312"/>
            <p:cNvSpPr/>
            <p:nvPr/>
          </p:nvSpPr>
          <p:spPr>
            <a:xfrm>
              <a:off x="2465569" y="6953795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3" name="pl313"/>
            <p:cNvSpPr/>
            <p:nvPr/>
          </p:nvSpPr>
          <p:spPr>
            <a:xfrm>
              <a:off x="2465569" y="6584163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4" name="pl314"/>
            <p:cNvSpPr/>
            <p:nvPr/>
          </p:nvSpPr>
          <p:spPr>
            <a:xfrm>
              <a:off x="2465569" y="6214531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5" name="pl315"/>
            <p:cNvSpPr/>
            <p:nvPr/>
          </p:nvSpPr>
          <p:spPr>
            <a:xfrm>
              <a:off x="2465569" y="5844898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6" name="pl316"/>
            <p:cNvSpPr/>
            <p:nvPr/>
          </p:nvSpPr>
          <p:spPr>
            <a:xfrm>
              <a:off x="2465569" y="5475266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7" name="pl317"/>
            <p:cNvSpPr/>
            <p:nvPr/>
          </p:nvSpPr>
          <p:spPr>
            <a:xfrm>
              <a:off x="2465569" y="5105633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8" name="ph318"/>
            <p:cNvSpPr/>
            <p:nvPr/>
          </p:nvSpPr>
          <p:spPr>
            <a:xfrm>
              <a:off x="3436659" y="5369581"/>
              <a:ext cx="930827" cy="1243964"/>
            </a:xfrm>
            <a:custGeom>
              <a:avLst/>
              <a:gdLst/>
              <a:ahLst/>
              <a:cxnLst/>
              <a:rect l="0" t="0" r="0" b="0"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19" name="ph319"/>
            <p:cNvSpPr/>
            <p:nvPr/>
          </p:nvSpPr>
          <p:spPr>
            <a:xfrm>
              <a:off x="2936853" y="5950615"/>
              <a:ext cx="1041610" cy="914400"/>
            </a:xfrm>
            <a:custGeom>
              <a:avLst/>
              <a:gdLst/>
              <a:ahLst/>
              <a:cxnLst/>
              <a:rect l="0" t="0" r="0" b="0"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0" name="ph320"/>
            <p:cNvSpPr/>
            <p:nvPr/>
          </p:nvSpPr>
          <p:spPr>
            <a:xfrm>
              <a:off x="1942557" y="4963942"/>
              <a:ext cx="2407842" cy="2231449"/>
            </a:xfrm>
            <a:custGeom>
              <a:avLst/>
              <a:gdLst/>
              <a:ahLst/>
              <a:cxnLst/>
              <a:rect l="0" t="0" r="0" b="0"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1" name="ph321"/>
            <p:cNvSpPr/>
            <p:nvPr/>
          </p:nvSpPr>
          <p:spPr>
            <a:xfrm>
              <a:off x="3465383" y="5351785"/>
              <a:ext cx="952743" cy="914400"/>
            </a:xfrm>
            <a:custGeom>
              <a:avLst/>
              <a:gdLst/>
              <a:ahLst/>
              <a:cxnLst/>
              <a:rect l="0" t="0" r="0" b="0"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2" name="ph322"/>
            <p:cNvSpPr/>
            <p:nvPr/>
          </p:nvSpPr>
          <p:spPr>
            <a:xfrm>
              <a:off x="3313152" y="4923261"/>
              <a:ext cx="936975" cy="914400"/>
            </a:xfrm>
            <a:custGeom>
              <a:avLst/>
              <a:gdLst/>
              <a:ahLst/>
              <a:cxnLst/>
              <a:rect l="0" t="0" r="0" b="0"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3" name="ph323"/>
            <p:cNvSpPr/>
            <p:nvPr/>
          </p:nvSpPr>
          <p:spPr>
            <a:xfrm>
              <a:off x="3352563" y="4768874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4" name="ph324"/>
            <p:cNvSpPr/>
            <p:nvPr/>
          </p:nvSpPr>
          <p:spPr>
            <a:xfrm>
              <a:off x="3621472" y="6618245"/>
              <a:ext cx="929431" cy="915703"/>
            </a:xfrm>
            <a:custGeom>
              <a:avLst/>
              <a:gdLst/>
              <a:ahLst/>
              <a:cxnLst/>
              <a:rect l="0" t="0" r="0" b="0"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5" name="ph325"/>
            <p:cNvSpPr/>
            <p:nvPr/>
          </p:nvSpPr>
          <p:spPr>
            <a:xfrm>
              <a:off x="2587028" y="6771892"/>
              <a:ext cx="1963875" cy="921168"/>
            </a:xfrm>
            <a:custGeom>
              <a:avLst/>
              <a:gdLst/>
              <a:ahLst/>
              <a:cxnLst/>
              <a:rect l="0" t="0" r="0" b="0"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6" name="ph326"/>
            <p:cNvSpPr/>
            <p:nvPr/>
          </p:nvSpPr>
          <p:spPr>
            <a:xfrm>
              <a:off x="2110167" y="4231103"/>
              <a:ext cx="968821" cy="1653339"/>
            </a:xfrm>
            <a:custGeom>
              <a:avLst/>
              <a:gdLst/>
              <a:ahLst/>
              <a:cxnLst/>
              <a:rect l="0" t="0" r="0" b="0"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7" name="ph327"/>
            <p:cNvSpPr/>
            <p:nvPr/>
          </p:nvSpPr>
          <p:spPr>
            <a:xfrm>
              <a:off x="1654873" y="6529555"/>
              <a:ext cx="915718" cy="956749"/>
            </a:xfrm>
            <a:custGeom>
              <a:avLst/>
              <a:gdLst/>
              <a:ahLst/>
              <a:cxnLst/>
              <a:rect l="0" t="0" r="0" b="0"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8" name="ph328"/>
            <p:cNvSpPr/>
            <p:nvPr/>
          </p:nvSpPr>
          <p:spPr>
            <a:xfrm>
              <a:off x="1678961" y="6598121"/>
              <a:ext cx="1097293" cy="1094938"/>
            </a:xfrm>
            <a:custGeom>
              <a:avLst/>
              <a:gdLst/>
              <a:ahLst/>
              <a:cxnLst/>
              <a:rect l="0" t="0" r="0" b="0"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29" name="ph329"/>
            <p:cNvSpPr/>
            <p:nvPr/>
          </p:nvSpPr>
          <p:spPr>
            <a:xfrm>
              <a:off x="1869787" y="6775267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0" name="ph330"/>
            <p:cNvSpPr/>
            <p:nvPr/>
          </p:nvSpPr>
          <p:spPr>
            <a:xfrm>
              <a:off x="1988212" y="6736697"/>
              <a:ext cx="1336760" cy="956362"/>
            </a:xfrm>
            <a:custGeom>
              <a:avLst/>
              <a:gdLst/>
              <a:ahLst/>
              <a:cxnLst/>
              <a:rect l="0" t="0" r="0" b="0"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1" name="ph331"/>
            <p:cNvSpPr/>
            <p:nvPr/>
          </p:nvSpPr>
          <p:spPr>
            <a:xfrm>
              <a:off x="2392091" y="6662067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2" name="ph332"/>
            <p:cNvSpPr/>
            <p:nvPr/>
          </p:nvSpPr>
          <p:spPr>
            <a:xfrm>
              <a:off x="2419554" y="6765250"/>
              <a:ext cx="961514" cy="927810"/>
            </a:xfrm>
            <a:custGeom>
              <a:avLst/>
              <a:gdLst/>
              <a:ahLst/>
              <a:cxnLst/>
              <a:rect l="0" t="0" r="0" b="0"/>
              <a:pathLst>
                <a:path w="961514" h="927810">
                  <a:moveTo>
                    <a:pt x="914399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3" name="ph333"/>
            <p:cNvSpPr/>
            <p:nvPr/>
          </p:nvSpPr>
          <p:spPr>
            <a:xfrm>
              <a:off x="1874752" y="6624887"/>
              <a:ext cx="944888" cy="914400"/>
            </a:xfrm>
            <a:custGeom>
              <a:avLst/>
              <a:gdLst/>
              <a:ahLst/>
              <a:cxnLst/>
              <a:rect l="0" t="0" r="0" b="0"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4" name="ph334"/>
            <p:cNvSpPr/>
            <p:nvPr/>
          </p:nvSpPr>
          <p:spPr>
            <a:xfrm>
              <a:off x="3636503" y="4431098"/>
              <a:ext cx="914400" cy="1013954"/>
            </a:xfrm>
            <a:custGeom>
              <a:avLst/>
              <a:gdLst/>
              <a:ahLst/>
              <a:cxnLst/>
              <a:rect l="0" t="0" r="0" b="0"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5" name="ph335"/>
            <p:cNvSpPr/>
            <p:nvPr/>
          </p:nvSpPr>
          <p:spPr>
            <a:xfrm>
              <a:off x="3570464" y="4499970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6" name="ph336"/>
            <p:cNvSpPr/>
            <p:nvPr/>
          </p:nvSpPr>
          <p:spPr>
            <a:xfrm>
              <a:off x="2161117" y="6155844"/>
              <a:ext cx="921789" cy="1251635"/>
            </a:xfrm>
            <a:custGeom>
              <a:avLst/>
              <a:gdLst/>
              <a:ahLst/>
              <a:cxnLst/>
              <a:rect l="0" t="0" r="0" b="0"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7" name="ph337"/>
            <p:cNvSpPr/>
            <p:nvPr/>
          </p:nvSpPr>
          <p:spPr>
            <a:xfrm>
              <a:off x="1701925" y="5441685"/>
              <a:ext cx="1046886" cy="1566147"/>
            </a:xfrm>
            <a:custGeom>
              <a:avLst/>
              <a:gdLst/>
              <a:ahLst/>
              <a:cxnLst/>
              <a:rect l="0" t="0" r="0" b="0"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8" name="ph338"/>
            <p:cNvSpPr/>
            <p:nvPr/>
          </p:nvSpPr>
          <p:spPr>
            <a:xfrm>
              <a:off x="1655164" y="6127580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39" name="ph339"/>
            <p:cNvSpPr/>
            <p:nvPr/>
          </p:nvSpPr>
          <p:spPr>
            <a:xfrm>
              <a:off x="1786874" y="6202914"/>
              <a:ext cx="940699" cy="1102482"/>
            </a:xfrm>
            <a:custGeom>
              <a:avLst/>
              <a:gdLst/>
              <a:ahLst/>
              <a:cxnLst/>
              <a:rect l="0" t="0" r="0" b="0"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0" name="ph340"/>
            <p:cNvSpPr/>
            <p:nvPr/>
          </p:nvSpPr>
          <p:spPr>
            <a:xfrm>
              <a:off x="1955997" y="6472017"/>
              <a:ext cx="959590" cy="988597"/>
            </a:xfrm>
            <a:custGeom>
              <a:avLst/>
              <a:gdLst/>
              <a:ahLst/>
              <a:cxnLst/>
              <a:rect l="0" t="0" r="0" b="0"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1" name="ph341"/>
            <p:cNvSpPr/>
            <p:nvPr/>
          </p:nvSpPr>
          <p:spPr>
            <a:xfrm>
              <a:off x="1787456" y="6503259"/>
              <a:ext cx="966300" cy="914400"/>
            </a:xfrm>
            <a:custGeom>
              <a:avLst/>
              <a:gdLst/>
              <a:ahLst/>
              <a:cxnLst/>
              <a:rect l="0" t="0" r="0" b="0"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2" name="ph342"/>
            <p:cNvSpPr/>
            <p:nvPr/>
          </p:nvSpPr>
          <p:spPr>
            <a:xfrm>
              <a:off x="2149170" y="6427184"/>
              <a:ext cx="921983" cy="935985"/>
            </a:xfrm>
            <a:custGeom>
              <a:avLst/>
              <a:gdLst/>
              <a:ahLst/>
              <a:cxnLst/>
              <a:rect l="0" t="0" r="0" b="0"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3" name="ph343"/>
            <p:cNvSpPr/>
            <p:nvPr/>
          </p:nvSpPr>
          <p:spPr>
            <a:xfrm>
              <a:off x="2161195" y="6204250"/>
              <a:ext cx="933096" cy="914400"/>
            </a:xfrm>
            <a:custGeom>
              <a:avLst/>
              <a:gdLst/>
              <a:ahLst/>
              <a:cxnLst/>
              <a:rect l="0" t="0" r="0" b="0"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4" name="ph344"/>
            <p:cNvSpPr/>
            <p:nvPr/>
          </p:nvSpPr>
          <p:spPr>
            <a:xfrm>
              <a:off x="1733344" y="6469219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5" name="ph345"/>
            <p:cNvSpPr/>
            <p:nvPr/>
          </p:nvSpPr>
          <p:spPr>
            <a:xfrm>
              <a:off x="1650470" y="6454052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6" name="ph346"/>
            <p:cNvSpPr/>
            <p:nvPr/>
          </p:nvSpPr>
          <p:spPr>
            <a:xfrm>
              <a:off x="1767712" y="6126226"/>
              <a:ext cx="928577" cy="914400"/>
            </a:xfrm>
            <a:custGeom>
              <a:avLst/>
              <a:gdLst/>
              <a:ahLst/>
              <a:cxnLst/>
              <a:rect l="0" t="0" r="0" b="0"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7" name="ph347"/>
            <p:cNvSpPr/>
            <p:nvPr/>
          </p:nvSpPr>
          <p:spPr>
            <a:xfrm>
              <a:off x="1851343" y="5585080"/>
              <a:ext cx="946789" cy="914400"/>
            </a:xfrm>
            <a:custGeom>
              <a:avLst/>
              <a:gdLst/>
              <a:ahLst/>
              <a:cxnLst/>
              <a:rect l="0" t="0" r="0" b="0"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8" name="ph348"/>
            <p:cNvSpPr/>
            <p:nvPr/>
          </p:nvSpPr>
          <p:spPr>
            <a:xfrm>
              <a:off x="2653572" y="6407205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399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49" name="pt349"/>
            <p:cNvSpPr/>
            <p:nvPr/>
          </p:nvSpPr>
          <p:spPr>
            <a:xfrm>
              <a:off x="3082493" y="6985549"/>
              <a:ext cx="117405" cy="117405"/>
            </a:xfrm>
            <a:prstGeom prst="ellipse">
              <a:avLst/>
            </a:prstGeom>
            <a:solidFill>
              <a:srgbClr val="F78C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0" name="pt350"/>
            <p:cNvSpPr/>
            <p:nvPr/>
          </p:nvSpPr>
          <p:spPr>
            <a:xfrm>
              <a:off x="4309224" y="547761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1" name="pt351"/>
            <p:cNvSpPr/>
            <p:nvPr/>
          </p:nvSpPr>
          <p:spPr>
            <a:xfrm>
              <a:off x="3012886" y="6822312"/>
              <a:ext cx="117405" cy="117405"/>
            </a:xfrm>
            <a:prstGeom prst="ellipse">
              <a:avLst/>
            </a:prstGeom>
            <a:solidFill>
              <a:srgbClr val="FFAD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2" name="pt352"/>
            <p:cNvSpPr/>
            <p:nvPr/>
          </p:nvSpPr>
          <p:spPr>
            <a:xfrm>
              <a:off x="3842892" y="626851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3" name="pt353"/>
            <p:cNvSpPr/>
            <p:nvPr/>
          </p:nvSpPr>
          <p:spPr>
            <a:xfrm>
              <a:off x="3767678" y="6653194"/>
              <a:ext cx="117405" cy="117405"/>
            </a:xfrm>
            <a:prstGeom prst="ellipse">
              <a:avLst/>
            </a:prstGeom>
            <a:solidFill>
              <a:srgbClr val="EE756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4" name="pt354"/>
            <p:cNvSpPr/>
            <p:nvPr/>
          </p:nvSpPr>
          <p:spPr>
            <a:xfrm>
              <a:off x="3098574" y="71183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5" name="pt355"/>
            <p:cNvSpPr/>
            <p:nvPr/>
          </p:nvSpPr>
          <p:spPr>
            <a:xfrm>
              <a:off x="2727739" y="5831552"/>
              <a:ext cx="117405" cy="117405"/>
            </a:xfrm>
            <a:prstGeom prst="ellipse">
              <a:avLst/>
            </a:prstGeom>
            <a:solidFill>
              <a:srgbClr val="8526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6" name="pt356"/>
            <p:cNvSpPr/>
            <p:nvPr/>
          </p:nvSpPr>
          <p:spPr>
            <a:xfrm>
              <a:off x="2817639" y="6136412"/>
              <a:ext cx="117405" cy="117405"/>
            </a:xfrm>
            <a:prstGeom prst="ellipse">
              <a:avLst/>
            </a:prstGeom>
            <a:solidFill>
              <a:srgbClr val="F382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7" name="pg357"/>
            <p:cNvSpPr/>
            <p:nvPr/>
          </p:nvSpPr>
          <p:spPr>
            <a:xfrm>
              <a:off x="3197134" y="6913063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58" name="tx358"/>
            <p:cNvSpPr/>
            <p:nvPr/>
          </p:nvSpPr>
          <p:spPr>
            <a:xfrm>
              <a:off x="3242854" y="6958783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359" name="pg359"/>
            <p:cNvSpPr/>
            <p:nvPr/>
          </p:nvSpPr>
          <p:spPr>
            <a:xfrm>
              <a:off x="4066346" y="5596323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0" name="tx360"/>
            <p:cNvSpPr/>
            <p:nvPr/>
          </p:nvSpPr>
          <p:spPr>
            <a:xfrm>
              <a:off x="4112066" y="5642043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361" name="pg361"/>
            <p:cNvSpPr/>
            <p:nvPr/>
          </p:nvSpPr>
          <p:spPr>
            <a:xfrm>
              <a:off x="2746796" y="6629299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2" name="tx362"/>
            <p:cNvSpPr/>
            <p:nvPr/>
          </p:nvSpPr>
          <p:spPr>
            <a:xfrm>
              <a:off x="2792516" y="6675019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363" name="pg363"/>
            <p:cNvSpPr/>
            <p:nvPr/>
          </p:nvSpPr>
          <p:spPr>
            <a:xfrm>
              <a:off x="3819896" y="6075510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4" name="tx364"/>
            <p:cNvSpPr/>
            <p:nvPr/>
          </p:nvSpPr>
          <p:spPr>
            <a:xfrm>
              <a:off x="3865616" y="6121230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365" name="pg365"/>
            <p:cNvSpPr/>
            <p:nvPr/>
          </p:nvSpPr>
          <p:spPr>
            <a:xfrm>
              <a:off x="3767509" y="6771473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6" name="tx366"/>
            <p:cNvSpPr/>
            <p:nvPr/>
          </p:nvSpPr>
          <p:spPr>
            <a:xfrm>
              <a:off x="3813229" y="6817193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367" name="pg367"/>
            <p:cNvSpPr/>
            <p:nvPr/>
          </p:nvSpPr>
          <p:spPr>
            <a:xfrm>
              <a:off x="3082844" y="7236536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68" name="tx368"/>
            <p:cNvSpPr/>
            <p:nvPr/>
          </p:nvSpPr>
          <p:spPr>
            <a:xfrm>
              <a:off x="3128564" y="7282256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369" name="pg369"/>
            <p:cNvSpPr/>
            <p:nvPr/>
          </p:nvSpPr>
          <p:spPr>
            <a:xfrm>
              <a:off x="2734173" y="5638891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0" name="tx370"/>
            <p:cNvSpPr/>
            <p:nvPr/>
          </p:nvSpPr>
          <p:spPr>
            <a:xfrm>
              <a:off x="2779893" y="5684611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371" name="pg371"/>
            <p:cNvSpPr/>
            <p:nvPr/>
          </p:nvSpPr>
          <p:spPr>
            <a:xfrm>
              <a:off x="2840924" y="5943936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2" name="tx372"/>
            <p:cNvSpPr/>
            <p:nvPr/>
          </p:nvSpPr>
          <p:spPr>
            <a:xfrm>
              <a:off x="2886644" y="5989656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373" name="rc373"/>
            <p:cNvSpPr/>
            <p:nvPr/>
          </p:nvSpPr>
          <p:spPr>
            <a:xfrm>
              <a:off x="2465569" y="4976262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74" name="tx374"/>
            <p:cNvSpPr/>
            <p:nvPr/>
          </p:nvSpPr>
          <p:spPr>
            <a:xfrm>
              <a:off x="2153216" y="765236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2277574" y="76338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2322288" y="765236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2153216" y="728273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2277574" y="726426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2322288" y="728273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2153216" y="691328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2277574" y="689481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2322288" y="691328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2153216" y="654347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2277574" y="652500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2322288" y="654347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2153216" y="617402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2277574" y="615555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2322288" y="617402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2153216" y="58043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2277574" y="57859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2322288" y="58043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153216" y="543475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277574" y="541628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322288" y="543475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2153216" y="506512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2277574" y="504665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2322288" y="506512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8" name="pl398"/>
            <p:cNvSpPr/>
            <p:nvPr/>
          </p:nvSpPr>
          <p:spPr>
            <a:xfrm>
              <a:off x="2430774" y="769306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399" name="pl399"/>
            <p:cNvSpPr/>
            <p:nvPr/>
          </p:nvSpPr>
          <p:spPr>
            <a:xfrm>
              <a:off x="2430774" y="732342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0" name="pl400"/>
            <p:cNvSpPr/>
            <p:nvPr/>
          </p:nvSpPr>
          <p:spPr>
            <a:xfrm>
              <a:off x="2430774" y="695379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1" name="pl401"/>
            <p:cNvSpPr/>
            <p:nvPr/>
          </p:nvSpPr>
          <p:spPr>
            <a:xfrm>
              <a:off x="2430774" y="65841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2" name="pl402"/>
            <p:cNvSpPr/>
            <p:nvPr/>
          </p:nvSpPr>
          <p:spPr>
            <a:xfrm>
              <a:off x="2430774" y="621453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3" name="pl403"/>
            <p:cNvSpPr/>
            <p:nvPr/>
          </p:nvSpPr>
          <p:spPr>
            <a:xfrm>
              <a:off x="2430774" y="58448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4" name="pl404"/>
            <p:cNvSpPr/>
            <p:nvPr/>
          </p:nvSpPr>
          <p:spPr>
            <a:xfrm>
              <a:off x="2430774" y="547526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5" name="pl405"/>
            <p:cNvSpPr/>
            <p:nvPr/>
          </p:nvSpPr>
          <p:spPr>
            <a:xfrm>
              <a:off x="2430774" y="510563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6" name="pl406"/>
            <p:cNvSpPr/>
            <p:nvPr/>
          </p:nvSpPr>
          <p:spPr>
            <a:xfrm>
              <a:off x="2564870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7" name="pl407"/>
            <p:cNvSpPr/>
            <p:nvPr/>
          </p:nvSpPr>
          <p:spPr>
            <a:xfrm>
              <a:off x="2962077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8" name="pl408"/>
            <p:cNvSpPr/>
            <p:nvPr/>
          </p:nvSpPr>
          <p:spPr>
            <a:xfrm>
              <a:off x="3359284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09" name="pl409"/>
            <p:cNvSpPr/>
            <p:nvPr/>
          </p:nvSpPr>
          <p:spPr>
            <a:xfrm>
              <a:off x="3756490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0" name="pl410"/>
            <p:cNvSpPr/>
            <p:nvPr/>
          </p:nvSpPr>
          <p:spPr>
            <a:xfrm>
              <a:off x="4153697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1" name="pl411"/>
            <p:cNvSpPr/>
            <p:nvPr/>
          </p:nvSpPr>
          <p:spPr>
            <a:xfrm>
              <a:off x="4550903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12" name="tx412"/>
            <p:cNvSpPr/>
            <p:nvPr/>
          </p:nvSpPr>
          <p:spPr>
            <a:xfrm>
              <a:off x="2443072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2567431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2612145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2840279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2964637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3009351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3237485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361844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3406558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634692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759051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803765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4031899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4156257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4200971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4429105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4553464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4598178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3250923" y="80292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431" name="tx431"/>
            <p:cNvSpPr/>
            <p:nvPr/>
          </p:nvSpPr>
          <p:spPr>
            <a:xfrm rot="-5400000">
              <a:off x="1783375" y="6349329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432" name="rc432"/>
            <p:cNvSpPr/>
            <p:nvPr/>
          </p:nvSpPr>
          <p:spPr>
            <a:xfrm>
              <a:off x="4789383" y="5680804"/>
              <a:ext cx="1000987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433" name="tx433"/>
            <p:cNvSpPr/>
            <p:nvPr/>
          </p:nvSpPr>
          <p:spPr>
            <a:xfrm>
              <a:off x="4858972" y="5765895"/>
              <a:ext cx="859536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434" name="pic4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8972" y="5951021"/>
              <a:ext cx="219455" cy="1097280"/>
            </a:xfrm>
            <a:prstGeom prst="rect">
              <a:avLst/>
            </a:prstGeom>
          </p:spPr>
        </p:pic>
        <p:sp>
          <p:nvSpPr>
            <p:cNvPr id="435" name="pl435"/>
            <p:cNvSpPr/>
            <p:nvPr/>
          </p:nvSpPr>
          <p:spPr>
            <a:xfrm>
              <a:off x="5034537" y="704647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36" name="pl436"/>
            <p:cNvSpPr/>
            <p:nvPr/>
          </p:nvSpPr>
          <p:spPr>
            <a:xfrm>
              <a:off x="5034537" y="677306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37" name="pl437"/>
            <p:cNvSpPr/>
            <p:nvPr/>
          </p:nvSpPr>
          <p:spPr>
            <a:xfrm>
              <a:off x="5034537" y="649966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38" name="pl438"/>
            <p:cNvSpPr/>
            <p:nvPr/>
          </p:nvSpPr>
          <p:spPr>
            <a:xfrm>
              <a:off x="5034537" y="622625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39" name="pl439"/>
            <p:cNvSpPr/>
            <p:nvPr/>
          </p:nvSpPr>
          <p:spPr>
            <a:xfrm>
              <a:off x="5034537" y="595284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0" name="pl440"/>
            <p:cNvSpPr/>
            <p:nvPr/>
          </p:nvSpPr>
          <p:spPr>
            <a:xfrm>
              <a:off x="4858972" y="704647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1" name="pl441"/>
            <p:cNvSpPr/>
            <p:nvPr/>
          </p:nvSpPr>
          <p:spPr>
            <a:xfrm>
              <a:off x="4858972" y="677306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2" name="pl442"/>
            <p:cNvSpPr/>
            <p:nvPr/>
          </p:nvSpPr>
          <p:spPr>
            <a:xfrm>
              <a:off x="4858972" y="649966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3" name="pl443"/>
            <p:cNvSpPr/>
            <p:nvPr/>
          </p:nvSpPr>
          <p:spPr>
            <a:xfrm>
              <a:off x="4858972" y="622625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4" name="pl444"/>
            <p:cNvSpPr/>
            <p:nvPr/>
          </p:nvSpPr>
          <p:spPr>
            <a:xfrm>
              <a:off x="4858972" y="595284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45" name="tx445"/>
            <p:cNvSpPr/>
            <p:nvPr/>
          </p:nvSpPr>
          <p:spPr>
            <a:xfrm>
              <a:off x="5148017" y="7006467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5148017" y="6733061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5148017" y="6459656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5148017" y="6186250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5148017" y="591284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2465569" y="4397627"/>
              <a:ext cx="4400275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Common Future Weight Change Offset 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2465569" y="4644515"/>
              <a:ext cx="2109063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  <p:sp>
          <p:nvSpPr>
            <p:cNvPr id="452" name="rc452"/>
            <p:cNvSpPr/>
            <p:nvPr/>
          </p:nvSpPr>
          <p:spPr>
            <a:xfrm>
              <a:off x="78560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3" name="rc453"/>
            <p:cNvSpPr/>
            <p:nvPr/>
          </p:nvSpPr>
          <p:spPr>
            <a:xfrm>
              <a:off x="8409169" y="4976262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454" name="pl454"/>
            <p:cNvSpPr/>
            <p:nvPr/>
          </p:nvSpPr>
          <p:spPr>
            <a:xfrm>
              <a:off x="8508470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5" name="pl455"/>
            <p:cNvSpPr/>
            <p:nvPr/>
          </p:nvSpPr>
          <p:spPr>
            <a:xfrm>
              <a:off x="8905677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6" name="pl456"/>
            <p:cNvSpPr/>
            <p:nvPr/>
          </p:nvSpPr>
          <p:spPr>
            <a:xfrm>
              <a:off x="9302884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7" name="pl457"/>
            <p:cNvSpPr/>
            <p:nvPr/>
          </p:nvSpPr>
          <p:spPr>
            <a:xfrm>
              <a:off x="9700090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8" name="pl458"/>
            <p:cNvSpPr/>
            <p:nvPr/>
          </p:nvSpPr>
          <p:spPr>
            <a:xfrm>
              <a:off x="10097297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59" name="pl459"/>
            <p:cNvSpPr/>
            <p:nvPr/>
          </p:nvSpPr>
          <p:spPr>
            <a:xfrm>
              <a:off x="10494503" y="4976262"/>
              <a:ext cx="0" cy="2846169"/>
            </a:xfrm>
            <a:custGeom>
              <a:avLst/>
              <a:gdLst/>
              <a:ahLst/>
              <a:cxnLst/>
              <a:rect l="0" t="0" r="0" b="0"/>
              <a:pathLst>
                <a:path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0" name="pl460"/>
            <p:cNvSpPr/>
            <p:nvPr/>
          </p:nvSpPr>
          <p:spPr>
            <a:xfrm>
              <a:off x="8409169" y="7693060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1" name="pl461"/>
            <p:cNvSpPr/>
            <p:nvPr/>
          </p:nvSpPr>
          <p:spPr>
            <a:xfrm>
              <a:off x="8409169" y="7323428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2" name="pl462"/>
            <p:cNvSpPr/>
            <p:nvPr/>
          </p:nvSpPr>
          <p:spPr>
            <a:xfrm>
              <a:off x="8409169" y="6953795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3" name="pl463"/>
            <p:cNvSpPr/>
            <p:nvPr/>
          </p:nvSpPr>
          <p:spPr>
            <a:xfrm>
              <a:off x="8409169" y="6584163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4" name="pl464"/>
            <p:cNvSpPr/>
            <p:nvPr/>
          </p:nvSpPr>
          <p:spPr>
            <a:xfrm>
              <a:off x="8409169" y="6214531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5" name="pl465"/>
            <p:cNvSpPr/>
            <p:nvPr/>
          </p:nvSpPr>
          <p:spPr>
            <a:xfrm>
              <a:off x="8409169" y="5844898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6" name="pl466"/>
            <p:cNvSpPr/>
            <p:nvPr/>
          </p:nvSpPr>
          <p:spPr>
            <a:xfrm>
              <a:off x="8409169" y="5475266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7" name="pl467"/>
            <p:cNvSpPr/>
            <p:nvPr/>
          </p:nvSpPr>
          <p:spPr>
            <a:xfrm>
              <a:off x="8409169" y="5105633"/>
              <a:ext cx="2184636" cy="0"/>
            </a:xfrm>
            <a:custGeom>
              <a:avLst/>
              <a:gdLst/>
              <a:ahLst/>
              <a:cxnLst/>
              <a:rect l="0" t="0" r="0" b="0"/>
              <a:pathLst>
                <a:path w="2184636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8" name="ph468"/>
            <p:cNvSpPr/>
            <p:nvPr/>
          </p:nvSpPr>
          <p:spPr>
            <a:xfrm>
              <a:off x="9380259" y="5369581"/>
              <a:ext cx="930827" cy="1243964"/>
            </a:xfrm>
            <a:custGeom>
              <a:avLst/>
              <a:gdLst/>
              <a:ahLst/>
              <a:cxnLst/>
              <a:rect l="0" t="0" r="0" b="0"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69" name="ph469"/>
            <p:cNvSpPr/>
            <p:nvPr/>
          </p:nvSpPr>
          <p:spPr>
            <a:xfrm>
              <a:off x="8880453" y="5950615"/>
              <a:ext cx="1041610" cy="914400"/>
            </a:xfrm>
            <a:custGeom>
              <a:avLst/>
              <a:gdLst/>
              <a:ahLst/>
              <a:cxnLst/>
              <a:rect l="0" t="0" r="0" b="0"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0" name="ph470"/>
            <p:cNvSpPr/>
            <p:nvPr/>
          </p:nvSpPr>
          <p:spPr>
            <a:xfrm>
              <a:off x="7886157" y="4963942"/>
              <a:ext cx="2407842" cy="2231449"/>
            </a:xfrm>
            <a:custGeom>
              <a:avLst/>
              <a:gdLst/>
              <a:ahLst/>
              <a:cxnLst/>
              <a:rect l="0" t="0" r="0" b="0"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1" name="ph471"/>
            <p:cNvSpPr/>
            <p:nvPr/>
          </p:nvSpPr>
          <p:spPr>
            <a:xfrm>
              <a:off x="9408983" y="5351785"/>
              <a:ext cx="952743" cy="914400"/>
            </a:xfrm>
            <a:custGeom>
              <a:avLst/>
              <a:gdLst/>
              <a:ahLst/>
              <a:cxnLst/>
              <a:rect l="0" t="0" r="0" b="0"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2" name="ph472"/>
            <p:cNvSpPr/>
            <p:nvPr/>
          </p:nvSpPr>
          <p:spPr>
            <a:xfrm>
              <a:off x="9256752" y="4923261"/>
              <a:ext cx="936975" cy="914400"/>
            </a:xfrm>
            <a:custGeom>
              <a:avLst/>
              <a:gdLst/>
              <a:ahLst/>
              <a:cxnLst/>
              <a:rect l="0" t="0" r="0" b="0"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3" name="ph473"/>
            <p:cNvSpPr/>
            <p:nvPr/>
          </p:nvSpPr>
          <p:spPr>
            <a:xfrm>
              <a:off x="9296163" y="4768874"/>
              <a:ext cx="939846" cy="914400"/>
            </a:xfrm>
            <a:custGeom>
              <a:avLst/>
              <a:gdLst/>
              <a:ahLst/>
              <a:cxnLst/>
              <a:rect l="0" t="0" r="0" b="0"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4" name="ph474"/>
            <p:cNvSpPr/>
            <p:nvPr/>
          </p:nvSpPr>
          <p:spPr>
            <a:xfrm>
              <a:off x="9565072" y="6618245"/>
              <a:ext cx="929431" cy="915703"/>
            </a:xfrm>
            <a:custGeom>
              <a:avLst/>
              <a:gdLst/>
              <a:ahLst/>
              <a:cxnLst/>
              <a:rect l="0" t="0" r="0" b="0"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5" name="ph475"/>
            <p:cNvSpPr/>
            <p:nvPr/>
          </p:nvSpPr>
          <p:spPr>
            <a:xfrm>
              <a:off x="8530628" y="6771892"/>
              <a:ext cx="1963875" cy="921168"/>
            </a:xfrm>
            <a:custGeom>
              <a:avLst/>
              <a:gdLst/>
              <a:ahLst/>
              <a:cxnLst/>
              <a:rect l="0" t="0" r="0" b="0"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6" name="ph476"/>
            <p:cNvSpPr/>
            <p:nvPr/>
          </p:nvSpPr>
          <p:spPr>
            <a:xfrm>
              <a:off x="8053767" y="4231103"/>
              <a:ext cx="968821" cy="1653339"/>
            </a:xfrm>
            <a:custGeom>
              <a:avLst/>
              <a:gdLst/>
              <a:ahLst/>
              <a:cxnLst/>
              <a:rect l="0" t="0" r="0" b="0"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7" name="ph477"/>
            <p:cNvSpPr/>
            <p:nvPr/>
          </p:nvSpPr>
          <p:spPr>
            <a:xfrm>
              <a:off x="7598473" y="6529555"/>
              <a:ext cx="915718" cy="956749"/>
            </a:xfrm>
            <a:custGeom>
              <a:avLst/>
              <a:gdLst/>
              <a:ahLst/>
              <a:cxnLst/>
              <a:rect l="0" t="0" r="0" b="0"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8" name="ph478"/>
            <p:cNvSpPr/>
            <p:nvPr/>
          </p:nvSpPr>
          <p:spPr>
            <a:xfrm>
              <a:off x="7622561" y="6598121"/>
              <a:ext cx="1097293" cy="1094938"/>
            </a:xfrm>
            <a:custGeom>
              <a:avLst/>
              <a:gdLst/>
              <a:ahLst/>
              <a:cxnLst/>
              <a:rect l="0" t="0" r="0" b="0"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79" name="ph479"/>
            <p:cNvSpPr/>
            <p:nvPr/>
          </p:nvSpPr>
          <p:spPr>
            <a:xfrm>
              <a:off x="7813387" y="6775267"/>
              <a:ext cx="922740" cy="917793"/>
            </a:xfrm>
            <a:custGeom>
              <a:avLst/>
              <a:gdLst/>
              <a:ahLst/>
              <a:cxnLst/>
              <a:rect l="0" t="0" r="0" b="0"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0" name="ph480"/>
            <p:cNvSpPr/>
            <p:nvPr/>
          </p:nvSpPr>
          <p:spPr>
            <a:xfrm>
              <a:off x="7931812" y="6736697"/>
              <a:ext cx="1336760" cy="956362"/>
            </a:xfrm>
            <a:custGeom>
              <a:avLst/>
              <a:gdLst/>
              <a:ahLst/>
              <a:cxnLst/>
              <a:rect l="0" t="0" r="0" b="0"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1" name="ph481"/>
            <p:cNvSpPr/>
            <p:nvPr/>
          </p:nvSpPr>
          <p:spPr>
            <a:xfrm>
              <a:off x="8335691" y="6662067"/>
              <a:ext cx="914400" cy="940119"/>
            </a:xfrm>
            <a:custGeom>
              <a:avLst/>
              <a:gdLst/>
              <a:ahLst/>
              <a:cxnLst/>
              <a:rect l="0" t="0" r="0" b="0"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2" name="ph482"/>
            <p:cNvSpPr/>
            <p:nvPr/>
          </p:nvSpPr>
          <p:spPr>
            <a:xfrm>
              <a:off x="8363154" y="6765250"/>
              <a:ext cx="961514" cy="927810"/>
            </a:xfrm>
            <a:custGeom>
              <a:avLst/>
              <a:gdLst/>
              <a:ahLst/>
              <a:cxnLst/>
              <a:rect l="0" t="0" r="0" b="0"/>
              <a:pathLst>
                <a:path w="961514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3" name="ph483"/>
            <p:cNvSpPr/>
            <p:nvPr/>
          </p:nvSpPr>
          <p:spPr>
            <a:xfrm>
              <a:off x="7818352" y="6624887"/>
              <a:ext cx="944888" cy="914400"/>
            </a:xfrm>
            <a:custGeom>
              <a:avLst/>
              <a:gdLst/>
              <a:ahLst/>
              <a:cxnLst/>
              <a:rect l="0" t="0" r="0" b="0"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4" name="ph484"/>
            <p:cNvSpPr/>
            <p:nvPr/>
          </p:nvSpPr>
          <p:spPr>
            <a:xfrm>
              <a:off x="9580103" y="4431098"/>
              <a:ext cx="914400" cy="1013954"/>
            </a:xfrm>
            <a:custGeom>
              <a:avLst/>
              <a:gdLst/>
              <a:ahLst/>
              <a:cxnLst/>
              <a:rect l="0" t="0" r="0" b="0"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5" name="ph485"/>
            <p:cNvSpPr/>
            <p:nvPr/>
          </p:nvSpPr>
          <p:spPr>
            <a:xfrm>
              <a:off x="9514064" y="4499970"/>
              <a:ext cx="914400" cy="925373"/>
            </a:xfrm>
            <a:custGeom>
              <a:avLst/>
              <a:gdLst/>
              <a:ahLst/>
              <a:cxnLst/>
              <a:rect l="0" t="0" r="0" b="0"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6" name="ph486"/>
            <p:cNvSpPr/>
            <p:nvPr/>
          </p:nvSpPr>
          <p:spPr>
            <a:xfrm>
              <a:off x="8104717" y="6155844"/>
              <a:ext cx="921789" cy="1251635"/>
            </a:xfrm>
            <a:custGeom>
              <a:avLst/>
              <a:gdLst/>
              <a:ahLst/>
              <a:cxnLst/>
              <a:rect l="0" t="0" r="0" b="0"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7" name="ph487"/>
            <p:cNvSpPr/>
            <p:nvPr/>
          </p:nvSpPr>
          <p:spPr>
            <a:xfrm>
              <a:off x="7645525" y="5441685"/>
              <a:ext cx="1046886" cy="1566147"/>
            </a:xfrm>
            <a:custGeom>
              <a:avLst/>
              <a:gdLst/>
              <a:ahLst/>
              <a:cxnLst/>
              <a:rect l="0" t="0" r="0" b="0"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8" name="ph488"/>
            <p:cNvSpPr/>
            <p:nvPr/>
          </p:nvSpPr>
          <p:spPr>
            <a:xfrm>
              <a:off x="7598764" y="6127580"/>
              <a:ext cx="914400" cy="923586"/>
            </a:xfrm>
            <a:custGeom>
              <a:avLst/>
              <a:gdLst/>
              <a:ahLst/>
              <a:cxnLst/>
              <a:rect l="0" t="0" r="0" b="0"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89" name="ph489"/>
            <p:cNvSpPr/>
            <p:nvPr/>
          </p:nvSpPr>
          <p:spPr>
            <a:xfrm>
              <a:off x="7730474" y="6202914"/>
              <a:ext cx="940699" cy="1102482"/>
            </a:xfrm>
            <a:custGeom>
              <a:avLst/>
              <a:gdLst/>
              <a:ahLst/>
              <a:cxnLst/>
              <a:rect l="0" t="0" r="0" b="0"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0" name="ph490"/>
            <p:cNvSpPr/>
            <p:nvPr/>
          </p:nvSpPr>
          <p:spPr>
            <a:xfrm>
              <a:off x="7899597" y="6472017"/>
              <a:ext cx="959590" cy="988597"/>
            </a:xfrm>
            <a:custGeom>
              <a:avLst/>
              <a:gdLst/>
              <a:ahLst/>
              <a:cxnLst/>
              <a:rect l="0" t="0" r="0" b="0"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1" name="ph491"/>
            <p:cNvSpPr/>
            <p:nvPr/>
          </p:nvSpPr>
          <p:spPr>
            <a:xfrm>
              <a:off x="7731056" y="6503259"/>
              <a:ext cx="966300" cy="914400"/>
            </a:xfrm>
            <a:custGeom>
              <a:avLst/>
              <a:gdLst/>
              <a:ahLst/>
              <a:cxnLst/>
              <a:rect l="0" t="0" r="0" b="0"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2" name="ph492"/>
            <p:cNvSpPr/>
            <p:nvPr/>
          </p:nvSpPr>
          <p:spPr>
            <a:xfrm>
              <a:off x="8092770" y="6427184"/>
              <a:ext cx="921983" cy="935985"/>
            </a:xfrm>
            <a:custGeom>
              <a:avLst/>
              <a:gdLst/>
              <a:ahLst/>
              <a:cxnLst/>
              <a:rect l="0" t="0" r="0" b="0"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3" name="ph493"/>
            <p:cNvSpPr/>
            <p:nvPr/>
          </p:nvSpPr>
          <p:spPr>
            <a:xfrm>
              <a:off x="8104795" y="6204250"/>
              <a:ext cx="933096" cy="914400"/>
            </a:xfrm>
            <a:custGeom>
              <a:avLst/>
              <a:gdLst/>
              <a:ahLst/>
              <a:cxnLst/>
              <a:rect l="0" t="0" r="0" b="0"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4" name="ph494"/>
            <p:cNvSpPr/>
            <p:nvPr/>
          </p:nvSpPr>
          <p:spPr>
            <a:xfrm>
              <a:off x="7676944" y="6469219"/>
              <a:ext cx="931797" cy="914400"/>
            </a:xfrm>
            <a:custGeom>
              <a:avLst/>
              <a:gdLst/>
              <a:ahLst/>
              <a:cxnLst/>
              <a:rect l="0" t="0" r="0" b="0"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5" name="ph495"/>
            <p:cNvSpPr/>
            <p:nvPr/>
          </p:nvSpPr>
          <p:spPr>
            <a:xfrm>
              <a:off x="7594070" y="6454052"/>
              <a:ext cx="926560" cy="914400"/>
            </a:xfrm>
            <a:custGeom>
              <a:avLst/>
              <a:gdLst/>
              <a:ahLst/>
              <a:cxnLst/>
              <a:rect l="0" t="0" r="0" b="0"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6" name="ph496"/>
            <p:cNvSpPr/>
            <p:nvPr/>
          </p:nvSpPr>
          <p:spPr>
            <a:xfrm>
              <a:off x="7711312" y="6126226"/>
              <a:ext cx="928577" cy="914400"/>
            </a:xfrm>
            <a:custGeom>
              <a:avLst/>
              <a:gdLst/>
              <a:ahLst/>
              <a:cxnLst/>
              <a:rect l="0" t="0" r="0" b="0"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7" name="ph497"/>
            <p:cNvSpPr/>
            <p:nvPr/>
          </p:nvSpPr>
          <p:spPr>
            <a:xfrm>
              <a:off x="7794943" y="5585080"/>
              <a:ext cx="946789" cy="914400"/>
            </a:xfrm>
            <a:custGeom>
              <a:avLst/>
              <a:gdLst/>
              <a:ahLst/>
              <a:cxnLst/>
              <a:rect l="0" t="0" r="0" b="0"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8" name="ph498"/>
            <p:cNvSpPr/>
            <p:nvPr/>
          </p:nvSpPr>
          <p:spPr>
            <a:xfrm>
              <a:off x="8597172" y="6407205"/>
              <a:ext cx="931545" cy="914400"/>
            </a:xfrm>
            <a:custGeom>
              <a:avLst/>
              <a:gdLst/>
              <a:ahLst/>
              <a:cxnLst/>
              <a:rect l="0" t="0" r="0" b="0"/>
              <a:pathLst>
                <a:path w="931545" h="914400">
                  <a:moveTo>
                    <a:pt x="914400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499" name="pt499"/>
            <p:cNvSpPr/>
            <p:nvPr/>
          </p:nvSpPr>
          <p:spPr>
            <a:xfrm>
              <a:off x="9026093" y="6985549"/>
              <a:ext cx="117405" cy="117405"/>
            </a:xfrm>
            <a:prstGeom prst="ellipse">
              <a:avLst/>
            </a:prstGeom>
            <a:solidFill>
              <a:srgbClr val="A230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0" name="pt500"/>
            <p:cNvSpPr/>
            <p:nvPr/>
          </p:nvSpPr>
          <p:spPr>
            <a:xfrm>
              <a:off x="10252824" y="547761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1" name="pt501"/>
            <p:cNvSpPr/>
            <p:nvPr/>
          </p:nvSpPr>
          <p:spPr>
            <a:xfrm>
              <a:off x="8956486" y="6822312"/>
              <a:ext cx="117405" cy="117405"/>
            </a:xfrm>
            <a:prstGeom prst="ellipse">
              <a:avLst/>
            </a:prstGeom>
            <a:solidFill>
              <a:srgbClr val="FD9E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2" name="pt502"/>
            <p:cNvSpPr/>
            <p:nvPr/>
          </p:nvSpPr>
          <p:spPr>
            <a:xfrm>
              <a:off x="9786492" y="626851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3" name="pt503"/>
            <p:cNvSpPr/>
            <p:nvPr/>
          </p:nvSpPr>
          <p:spPr>
            <a:xfrm>
              <a:off x="9711278" y="6653194"/>
              <a:ext cx="117405" cy="117405"/>
            </a:xfrm>
            <a:prstGeom prst="ellipse">
              <a:avLst/>
            </a:prstGeom>
            <a:solidFill>
              <a:srgbClr val="D143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4" name="pt504"/>
            <p:cNvSpPr/>
            <p:nvPr/>
          </p:nvSpPr>
          <p:spPr>
            <a:xfrm>
              <a:off x="9042174" y="71183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5" name="pt505"/>
            <p:cNvSpPr/>
            <p:nvPr/>
          </p:nvSpPr>
          <p:spPr>
            <a:xfrm>
              <a:off x="8671339" y="5831552"/>
              <a:ext cx="117405" cy="117405"/>
            </a:xfrm>
            <a:prstGeom prst="ellipse">
              <a:avLst/>
            </a:prstGeom>
            <a:solidFill>
              <a:srgbClr val="1608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6" name="pt506"/>
            <p:cNvSpPr/>
            <p:nvPr/>
          </p:nvSpPr>
          <p:spPr>
            <a:xfrm>
              <a:off x="8761239" y="6136412"/>
              <a:ext cx="117405" cy="117405"/>
            </a:xfrm>
            <a:prstGeom prst="ellipse">
              <a:avLst/>
            </a:prstGeom>
            <a:solidFill>
              <a:srgbClr val="FFE8A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7" name="pg507"/>
            <p:cNvSpPr/>
            <p:nvPr/>
          </p:nvSpPr>
          <p:spPr>
            <a:xfrm>
              <a:off x="9141180" y="6913013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08" name="tx508"/>
            <p:cNvSpPr/>
            <p:nvPr/>
          </p:nvSpPr>
          <p:spPr>
            <a:xfrm>
              <a:off x="9186900" y="6958733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09" name="pg509"/>
            <p:cNvSpPr/>
            <p:nvPr/>
          </p:nvSpPr>
          <p:spPr>
            <a:xfrm>
              <a:off x="10184154" y="5285029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0" name="tx510"/>
            <p:cNvSpPr/>
            <p:nvPr/>
          </p:nvSpPr>
          <p:spPr>
            <a:xfrm>
              <a:off x="10229874" y="5330749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511" name="pg511"/>
            <p:cNvSpPr/>
            <p:nvPr/>
          </p:nvSpPr>
          <p:spPr>
            <a:xfrm>
              <a:off x="8690526" y="6629728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2" name="tx512"/>
            <p:cNvSpPr/>
            <p:nvPr/>
          </p:nvSpPr>
          <p:spPr>
            <a:xfrm>
              <a:off x="8736246" y="6675448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13" name="pg513"/>
            <p:cNvSpPr/>
            <p:nvPr/>
          </p:nvSpPr>
          <p:spPr>
            <a:xfrm>
              <a:off x="9763021" y="6075966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4" name="tx514"/>
            <p:cNvSpPr/>
            <p:nvPr/>
          </p:nvSpPr>
          <p:spPr>
            <a:xfrm>
              <a:off x="9808741" y="6121686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515" name="pg515"/>
            <p:cNvSpPr/>
            <p:nvPr/>
          </p:nvSpPr>
          <p:spPr>
            <a:xfrm>
              <a:off x="9711037" y="6771234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6" name="tx516"/>
            <p:cNvSpPr/>
            <p:nvPr/>
          </p:nvSpPr>
          <p:spPr>
            <a:xfrm>
              <a:off x="9756757" y="6816954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517" name="pg517"/>
            <p:cNvSpPr/>
            <p:nvPr/>
          </p:nvSpPr>
          <p:spPr>
            <a:xfrm>
              <a:off x="9026444" y="7236524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18" name="tx518"/>
            <p:cNvSpPr/>
            <p:nvPr/>
          </p:nvSpPr>
          <p:spPr>
            <a:xfrm>
              <a:off x="9072164" y="7282244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519" name="pg519"/>
            <p:cNvSpPr/>
            <p:nvPr/>
          </p:nvSpPr>
          <p:spPr>
            <a:xfrm>
              <a:off x="8677703" y="5639081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0" name="tx520"/>
            <p:cNvSpPr/>
            <p:nvPr/>
          </p:nvSpPr>
          <p:spPr>
            <a:xfrm>
              <a:off x="8723423" y="5684801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21" name="pg521"/>
            <p:cNvSpPr/>
            <p:nvPr/>
          </p:nvSpPr>
          <p:spPr>
            <a:xfrm>
              <a:off x="8541796" y="6254862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2" name="tx522"/>
            <p:cNvSpPr/>
            <p:nvPr/>
          </p:nvSpPr>
          <p:spPr>
            <a:xfrm>
              <a:off x="8587516" y="6300582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23" name="rc523"/>
            <p:cNvSpPr/>
            <p:nvPr/>
          </p:nvSpPr>
          <p:spPr>
            <a:xfrm>
              <a:off x="8409169" y="4976262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24" name="tx524"/>
            <p:cNvSpPr/>
            <p:nvPr/>
          </p:nvSpPr>
          <p:spPr>
            <a:xfrm>
              <a:off x="8096816" y="765236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8221174" y="763389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8265888" y="765236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8096816" y="728273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8221174" y="726426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8265888" y="728273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8096816" y="691328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8221174" y="689481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8265888" y="691328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8096816" y="654347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8221174" y="652500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8265888" y="654347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8096816" y="617402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8221174" y="615555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8265888" y="617402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8096816" y="58043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8221174" y="57859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8265888" y="58043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8096816" y="543475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8221174" y="541628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8265888" y="543475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8096816" y="506512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8221174" y="504665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8265888" y="506512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8" name="pl548"/>
            <p:cNvSpPr/>
            <p:nvPr/>
          </p:nvSpPr>
          <p:spPr>
            <a:xfrm>
              <a:off x="8374374" y="769306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49" name="pl549"/>
            <p:cNvSpPr/>
            <p:nvPr/>
          </p:nvSpPr>
          <p:spPr>
            <a:xfrm>
              <a:off x="8374374" y="732342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0" name="pl550"/>
            <p:cNvSpPr/>
            <p:nvPr/>
          </p:nvSpPr>
          <p:spPr>
            <a:xfrm>
              <a:off x="8374374" y="695379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1" name="pl551"/>
            <p:cNvSpPr/>
            <p:nvPr/>
          </p:nvSpPr>
          <p:spPr>
            <a:xfrm>
              <a:off x="8374374" y="65841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2" name="pl552"/>
            <p:cNvSpPr/>
            <p:nvPr/>
          </p:nvSpPr>
          <p:spPr>
            <a:xfrm>
              <a:off x="8374374" y="621453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3" name="pl553"/>
            <p:cNvSpPr/>
            <p:nvPr/>
          </p:nvSpPr>
          <p:spPr>
            <a:xfrm>
              <a:off x="8374374" y="58448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4" name="pl554"/>
            <p:cNvSpPr/>
            <p:nvPr/>
          </p:nvSpPr>
          <p:spPr>
            <a:xfrm>
              <a:off x="8374374" y="547526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5" name="pl555"/>
            <p:cNvSpPr/>
            <p:nvPr/>
          </p:nvSpPr>
          <p:spPr>
            <a:xfrm>
              <a:off x="8374374" y="510563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6" name="pl556"/>
            <p:cNvSpPr/>
            <p:nvPr/>
          </p:nvSpPr>
          <p:spPr>
            <a:xfrm>
              <a:off x="8508470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7" name="pl557"/>
            <p:cNvSpPr/>
            <p:nvPr/>
          </p:nvSpPr>
          <p:spPr>
            <a:xfrm>
              <a:off x="8905677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8" name="pl558"/>
            <p:cNvSpPr/>
            <p:nvPr/>
          </p:nvSpPr>
          <p:spPr>
            <a:xfrm>
              <a:off x="9302884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59" name="pl559"/>
            <p:cNvSpPr/>
            <p:nvPr/>
          </p:nvSpPr>
          <p:spPr>
            <a:xfrm>
              <a:off x="9700090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0" name="pl560"/>
            <p:cNvSpPr/>
            <p:nvPr/>
          </p:nvSpPr>
          <p:spPr>
            <a:xfrm>
              <a:off x="10097297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1" name="pl561"/>
            <p:cNvSpPr/>
            <p:nvPr/>
          </p:nvSpPr>
          <p:spPr>
            <a:xfrm>
              <a:off x="10494503" y="7822431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62" name="tx562"/>
            <p:cNvSpPr/>
            <p:nvPr/>
          </p:nvSpPr>
          <p:spPr>
            <a:xfrm>
              <a:off x="8386672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63" name="tx563"/>
            <p:cNvSpPr/>
            <p:nvPr/>
          </p:nvSpPr>
          <p:spPr>
            <a:xfrm>
              <a:off x="8511031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4" name="tx564"/>
            <p:cNvSpPr/>
            <p:nvPr/>
          </p:nvSpPr>
          <p:spPr>
            <a:xfrm>
              <a:off x="8555745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8783879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8908237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8952951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9181085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9305444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9350158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9578292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9702651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9747365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9975499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10099857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10144571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10372705" y="7885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10497064" y="786695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9" name="tx579"/>
            <p:cNvSpPr/>
            <p:nvPr/>
          </p:nvSpPr>
          <p:spPr>
            <a:xfrm>
              <a:off x="10541778" y="7885427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80" name="tx580"/>
            <p:cNvSpPr/>
            <p:nvPr/>
          </p:nvSpPr>
          <p:spPr>
            <a:xfrm>
              <a:off x="9194523" y="802924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581" name="tx581"/>
            <p:cNvSpPr/>
            <p:nvPr/>
          </p:nvSpPr>
          <p:spPr>
            <a:xfrm rot="-5400000">
              <a:off x="7726975" y="6349329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582" name="rc582"/>
            <p:cNvSpPr/>
            <p:nvPr/>
          </p:nvSpPr>
          <p:spPr>
            <a:xfrm>
              <a:off x="10732983" y="5605366"/>
              <a:ext cx="1000987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3600"/>
            </a:p>
          </p:txBody>
        </p:sp>
        <p:sp>
          <p:nvSpPr>
            <p:cNvPr id="583" name="tx583"/>
            <p:cNvSpPr/>
            <p:nvPr/>
          </p:nvSpPr>
          <p:spPr>
            <a:xfrm>
              <a:off x="10802572" y="5690457"/>
              <a:ext cx="543610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584" name="tx584"/>
            <p:cNvSpPr/>
            <p:nvPr/>
          </p:nvSpPr>
          <p:spPr>
            <a:xfrm>
              <a:off x="10802572" y="5841333"/>
              <a:ext cx="859536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585" name="pic58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2572" y="6026459"/>
              <a:ext cx="219455" cy="1097280"/>
            </a:xfrm>
            <a:prstGeom prst="rect">
              <a:avLst/>
            </a:prstGeom>
          </p:spPr>
        </p:pic>
        <p:sp>
          <p:nvSpPr>
            <p:cNvPr id="586" name="pl586"/>
            <p:cNvSpPr/>
            <p:nvPr/>
          </p:nvSpPr>
          <p:spPr>
            <a:xfrm>
              <a:off x="10978137" y="693963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7" name="pl587"/>
            <p:cNvSpPr/>
            <p:nvPr/>
          </p:nvSpPr>
          <p:spPr>
            <a:xfrm>
              <a:off x="10978137" y="663585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8" name="pl588"/>
            <p:cNvSpPr/>
            <p:nvPr/>
          </p:nvSpPr>
          <p:spPr>
            <a:xfrm>
              <a:off x="10978137" y="633207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89" name="pl589"/>
            <p:cNvSpPr/>
            <p:nvPr/>
          </p:nvSpPr>
          <p:spPr>
            <a:xfrm>
              <a:off x="10978137" y="60282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0" name="pl590"/>
            <p:cNvSpPr/>
            <p:nvPr/>
          </p:nvSpPr>
          <p:spPr>
            <a:xfrm>
              <a:off x="10802572" y="693963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1" name="pl591"/>
            <p:cNvSpPr/>
            <p:nvPr/>
          </p:nvSpPr>
          <p:spPr>
            <a:xfrm>
              <a:off x="10802572" y="663585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2" name="pl592"/>
            <p:cNvSpPr/>
            <p:nvPr/>
          </p:nvSpPr>
          <p:spPr>
            <a:xfrm>
              <a:off x="10802572" y="633207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3" name="pl593"/>
            <p:cNvSpPr/>
            <p:nvPr/>
          </p:nvSpPr>
          <p:spPr>
            <a:xfrm>
              <a:off x="10802572" y="60282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3600"/>
            </a:p>
          </p:txBody>
        </p:sp>
        <p:sp>
          <p:nvSpPr>
            <p:cNvPr id="594" name="tx594"/>
            <p:cNvSpPr/>
            <p:nvPr/>
          </p:nvSpPr>
          <p:spPr>
            <a:xfrm>
              <a:off x="11091617" y="6899634"/>
              <a:ext cx="16157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595" name="tx595"/>
            <p:cNvSpPr/>
            <p:nvPr/>
          </p:nvSpPr>
          <p:spPr>
            <a:xfrm>
              <a:off x="11091617" y="6595850"/>
              <a:ext cx="9939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596" name="tx596"/>
            <p:cNvSpPr/>
            <p:nvPr/>
          </p:nvSpPr>
          <p:spPr>
            <a:xfrm>
              <a:off x="11091617" y="6292066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7" name="tx597"/>
            <p:cNvSpPr/>
            <p:nvPr/>
          </p:nvSpPr>
          <p:spPr>
            <a:xfrm>
              <a:off x="11091617" y="5988282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98" name="tx598"/>
            <p:cNvSpPr/>
            <p:nvPr/>
          </p:nvSpPr>
          <p:spPr>
            <a:xfrm>
              <a:off x="8409169" y="4397627"/>
              <a:ext cx="4620188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Common Future Relative Weight Change 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8409169" y="4644515"/>
              <a:ext cx="2778404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 in Future Treatments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1146</Words>
  <Application>Microsoft Macintosh PowerPoint</Application>
  <PresentationFormat>Custom</PresentationFormat>
  <Paragraphs>962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4</cp:revision>
  <dcterms:created xsi:type="dcterms:W3CDTF">2017-02-13T16:18:36Z</dcterms:created>
  <dcterms:modified xsi:type="dcterms:W3CDTF">2026-05-29T12:59:06Z</dcterms:modified>
  <cp:category/>
</cp:coreProperties>
</file>