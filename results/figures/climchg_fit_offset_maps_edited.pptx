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</p:sldIdLst>
  <p:sldSz cx="9144000" cy="9144000"/>
  <p:notesSz cx="6858000" cy="9144000"/>
  <p:custDataLst>
    <p:tags r:id="rId5"/>
  </p:custDataLst>
  <p:defaultTextStyle>
    <a:defPPr>
      <a:defRPr lang="en-US"/>
    </a:defPPr>
    <a:lvl1pPr marL="0" algn="l" defTabSz="1316736" rtl="0" eaLnBrk="1" latinLnBrk="0" hangingPunct="1">
      <a:defRPr sz="2592" kern="1200">
        <a:solidFill>
          <a:schemeClr val="tx1"/>
        </a:solidFill>
        <a:latin typeface="+mn-lt"/>
        <a:ea typeface="+mn-ea"/>
        <a:cs typeface="+mn-cs"/>
      </a:defRPr>
    </a:lvl1pPr>
    <a:lvl2pPr marL="658368" algn="l" defTabSz="1316736" rtl="0" eaLnBrk="1" latinLnBrk="0" hangingPunct="1">
      <a:defRPr sz="2592" kern="1200">
        <a:solidFill>
          <a:schemeClr val="tx1"/>
        </a:solidFill>
        <a:latin typeface="+mn-lt"/>
        <a:ea typeface="+mn-ea"/>
        <a:cs typeface="+mn-cs"/>
      </a:defRPr>
    </a:lvl2pPr>
    <a:lvl3pPr marL="1316736" algn="l" defTabSz="1316736" rtl="0" eaLnBrk="1" latinLnBrk="0" hangingPunct="1">
      <a:defRPr sz="2592" kern="1200">
        <a:solidFill>
          <a:schemeClr val="tx1"/>
        </a:solidFill>
        <a:latin typeface="+mn-lt"/>
        <a:ea typeface="+mn-ea"/>
        <a:cs typeface="+mn-cs"/>
      </a:defRPr>
    </a:lvl3pPr>
    <a:lvl4pPr marL="1975104" algn="l" defTabSz="1316736" rtl="0" eaLnBrk="1" latinLnBrk="0" hangingPunct="1">
      <a:defRPr sz="2592" kern="1200">
        <a:solidFill>
          <a:schemeClr val="tx1"/>
        </a:solidFill>
        <a:latin typeface="+mn-lt"/>
        <a:ea typeface="+mn-ea"/>
        <a:cs typeface="+mn-cs"/>
      </a:defRPr>
    </a:lvl4pPr>
    <a:lvl5pPr marL="2633472" algn="l" defTabSz="1316736" rtl="0" eaLnBrk="1" latinLnBrk="0" hangingPunct="1">
      <a:defRPr sz="2592" kern="1200">
        <a:solidFill>
          <a:schemeClr val="tx1"/>
        </a:solidFill>
        <a:latin typeface="+mn-lt"/>
        <a:ea typeface="+mn-ea"/>
        <a:cs typeface="+mn-cs"/>
      </a:defRPr>
    </a:lvl5pPr>
    <a:lvl6pPr marL="3291840" algn="l" defTabSz="1316736" rtl="0" eaLnBrk="1" latinLnBrk="0" hangingPunct="1">
      <a:defRPr sz="2592" kern="1200">
        <a:solidFill>
          <a:schemeClr val="tx1"/>
        </a:solidFill>
        <a:latin typeface="+mn-lt"/>
        <a:ea typeface="+mn-ea"/>
        <a:cs typeface="+mn-cs"/>
      </a:defRPr>
    </a:lvl6pPr>
    <a:lvl7pPr marL="3950208" algn="l" defTabSz="1316736" rtl="0" eaLnBrk="1" latinLnBrk="0" hangingPunct="1">
      <a:defRPr sz="2592" kern="1200">
        <a:solidFill>
          <a:schemeClr val="tx1"/>
        </a:solidFill>
        <a:latin typeface="+mn-lt"/>
        <a:ea typeface="+mn-ea"/>
        <a:cs typeface="+mn-cs"/>
      </a:defRPr>
    </a:lvl7pPr>
    <a:lvl8pPr marL="4608576" algn="l" defTabSz="1316736" rtl="0" eaLnBrk="1" latinLnBrk="0" hangingPunct="1">
      <a:defRPr sz="2592" kern="1200">
        <a:solidFill>
          <a:schemeClr val="tx1"/>
        </a:solidFill>
        <a:latin typeface="+mn-lt"/>
        <a:ea typeface="+mn-ea"/>
        <a:cs typeface="+mn-cs"/>
      </a:defRPr>
    </a:lvl8pPr>
    <a:lvl9pPr marL="5266944" algn="l" defTabSz="1316736" rtl="0" eaLnBrk="1" latinLnBrk="0" hangingPunct="1">
      <a:defRPr sz="259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3"/>
  </p:normalViewPr>
  <p:slideViewPr>
    <p:cSldViewPr>
      <p:cViewPr>
        <p:scale>
          <a:sx n="79" d="100"/>
          <a:sy n="79" d="100"/>
        </p:scale>
        <p:origin x="2696" y="280"/>
      </p:cViewPr>
      <p:guideLst>
        <p:guide orient="horz" pos="288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840571"/>
            <a:ext cx="7772400" cy="19600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5181600"/>
            <a:ext cx="64008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875870"/>
            <a:ext cx="77724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75619"/>
            <a:ext cx="77724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133605"/>
            <a:ext cx="403860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2133605"/>
            <a:ext cx="403860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2046817"/>
            <a:ext cx="4040188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1" y="2899833"/>
            <a:ext cx="4040188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7" y="2046817"/>
            <a:ext cx="4041775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7" y="2899833"/>
            <a:ext cx="4041775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66184"/>
            <a:ext cx="82296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33605"/>
            <a:ext cx="82296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8475138"/>
            <a:ext cx="2133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8475138"/>
            <a:ext cx="2895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8475138"/>
            <a:ext cx="2133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0" name="Group 619">
            <a:extLst>
              <a:ext uri="{FF2B5EF4-FFF2-40B4-BE49-F238E27FC236}">
                <a16:creationId xmlns:a16="http://schemas.microsoft.com/office/drawing/2014/main" id="{0FA20A45-88EE-B07E-3E5D-896B792EFDD8}"/>
              </a:ext>
            </a:extLst>
          </p:cNvPr>
          <p:cNvGrpSpPr/>
          <p:nvPr/>
        </p:nvGrpSpPr>
        <p:grpSpPr>
          <a:xfrm>
            <a:off x="217014" y="457630"/>
            <a:ext cx="8709972" cy="8228739"/>
            <a:chOff x="-504546" y="231694"/>
            <a:chExt cx="8709972" cy="8228739"/>
          </a:xfrm>
        </p:grpSpPr>
        <p:grpSp>
          <p:nvGrpSpPr>
            <p:cNvPr id="613" name="Group 612">
              <a:extLst>
                <a:ext uri="{FF2B5EF4-FFF2-40B4-BE49-F238E27FC236}">
                  <a16:creationId xmlns:a16="http://schemas.microsoft.com/office/drawing/2014/main" id="{279DCD9B-71B6-F2BF-B80A-B012D6514328}"/>
                </a:ext>
              </a:extLst>
            </p:cNvPr>
            <p:cNvGrpSpPr/>
            <p:nvPr/>
          </p:nvGrpSpPr>
          <p:grpSpPr>
            <a:xfrm>
              <a:off x="-446157" y="264025"/>
              <a:ext cx="3859219" cy="3998583"/>
              <a:chOff x="4111607" y="573417"/>
              <a:chExt cx="3859219" cy="3998583"/>
            </a:xfrm>
          </p:grpSpPr>
          <p:sp>
            <p:nvSpPr>
              <p:cNvPr id="4" name="rc4"/>
              <p:cNvSpPr/>
              <p:nvPr/>
            </p:nvSpPr>
            <p:spPr>
              <a:xfrm>
                <a:off x="4373572" y="914400"/>
                <a:ext cx="3597254" cy="3657600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" name="rc5"/>
              <p:cNvSpPr/>
              <p:nvPr/>
            </p:nvSpPr>
            <p:spPr>
              <a:xfrm>
                <a:off x="4926702" y="1318571"/>
                <a:ext cx="2184706" cy="284626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6" name="pl6"/>
              <p:cNvSpPr/>
              <p:nvPr/>
            </p:nvSpPr>
            <p:spPr>
              <a:xfrm>
                <a:off x="5026007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7" name="pl7"/>
              <p:cNvSpPr/>
              <p:nvPr/>
            </p:nvSpPr>
            <p:spPr>
              <a:xfrm>
                <a:off x="5423226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8" name="pl8"/>
              <p:cNvSpPr/>
              <p:nvPr/>
            </p:nvSpPr>
            <p:spPr>
              <a:xfrm>
                <a:off x="5820445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9" name="pl9"/>
              <p:cNvSpPr/>
              <p:nvPr/>
            </p:nvSpPr>
            <p:spPr>
              <a:xfrm>
                <a:off x="6217665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" name="pl10"/>
              <p:cNvSpPr/>
              <p:nvPr/>
            </p:nvSpPr>
            <p:spPr>
              <a:xfrm>
                <a:off x="6614884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" name="pl11"/>
              <p:cNvSpPr/>
              <p:nvPr/>
            </p:nvSpPr>
            <p:spPr>
              <a:xfrm>
                <a:off x="7012104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2" name="pl12"/>
              <p:cNvSpPr/>
              <p:nvPr/>
            </p:nvSpPr>
            <p:spPr>
              <a:xfrm>
                <a:off x="4926702" y="403545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" name="pl13"/>
              <p:cNvSpPr/>
              <p:nvPr/>
            </p:nvSpPr>
            <p:spPr>
              <a:xfrm>
                <a:off x="4926702" y="3665812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" name="pl14"/>
              <p:cNvSpPr/>
              <p:nvPr/>
            </p:nvSpPr>
            <p:spPr>
              <a:xfrm>
                <a:off x="4926702" y="3296167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5" name="pl15"/>
              <p:cNvSpPr/>
              <p:nvPr/>
            </p:nvSpPr>
            <p:spPr>
              <a:xfrm>
                <a:off x="4926702" y="2926523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" name="pl16"/>
              <p:cNvSpPr/>
              <p:nvPr/>
            </p:nvSpPr>
            <p:spPr>
              <a:xfrm>
                <a:off x="4926702" y="2556879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" name="pl17"/>
              <p:cNvSpPr/>
              <p:nvPr/>
            </p:nvSpPr>
            <p:spPr>
              <a:xfrm>
                <a:off x="4926702" y="2187235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" name="pl18"/>
              <p:cNvSpPr/>
              <p:nvPr/>
            </p:nvSpPr>
            <p:spPr>
              <a:xfrm>
                <a:off x="4926702" y="1817590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" name="pl19"/>
              <p:cNvSpPr/>
              <p:nvPr/>
            </p:nvSpPr>
            <p:spPr>
              <a:xfrm>
                <a:off x="4926702" y="144794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" name="ph20"/>
              <p:cNvSpPr/>
              <p:nvPr/>
            </p:nvSpPr>
            <p:spPr>
              <a:xfrm>
                <a:off x="5897853" y="1711932"/>
                <a:ext cx="930827" cy="1243975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75">
                    <a:moveTo>
                      <a:pt x="914400" y="914400"/>
                    </a:moveTo>
                    <a:lnTo>
                      <a:pt x="904741" y="940462"/>
                    </a:lnTo>
                    <a:lnTo>
                      <a:pt x="891435" y="944866"/>
                    </a:lnTo>
                    <a:lnTo>
                      <a:pt x="878673" y="953548"/>
                    </a:lnTo>
                    <a:lnTo>
                      <a:pt x="874115" y="1036014"/>
                    </a:lnTo>
                    <a:lnTo>
                      <a:pt x="897351" y="1067347"/>
                    </a:lnTo>
                    <a:lnTo>
                      <a:pt x="884589" y="1071733"/>
                    </a:lnTo>
                    <a:lnTo>
                      <a:pt x="872913" y="1081118"/>
                    </a:lnTo>
                    <a:lnTo>
                      <a:pt x="864573" y="1094998"/>
                    </a:lnTo>
                    <a:lnTo>
                      <a:pt x="856039" y="1124869"/>
                    </a:lnTo>
                    <a:lnTo>
                      <a:pt x="823978" y="1141799"/>
                    </a:lnTo>
                    <a:lnTo>
                      <a:pt x="811836" y="1154325"/>
                    </a:lnTo>
                    <a:lnTo>
                      <a:pt x="793934" y="1182193"/>
                    </a:lnTo>
                    <a:lnTo>
                      <a:pt x="784605" y="1222641"/>
                    </a:lnTo>
                    <a:lnTo>
                      <a:pt x="766470" y="1239896"/>
                    </a:lnTo>
                    <a:lnTo>
                      <a:pt x="746105" y="1243975"/>
                    </a:lnTo>
                    <a:lnTo>
                      <a:pt x="758053" y="1210837"/>
                    </a:lnTo>
                    <a:lnTo>
                      <a:pt x="773705" y="1183835"/>
                    </a:lnTo>
                    <a:lnTo>
                      <a:pt x="758654" y="1165317"/>
                    </a:lnTo>
                    <a:lnTo>
                      <a:pt x="749596" y="1136330"/>
                    </a:lnTo>
                    <a:lnTo>
                      <a:pt x="737901" y="1114094"/>
                    </a:lnTo>
                    <a:lnTo>
                      <a:pt x="747210" y="1089259"/>
                    </a:lnTo>
                    <a:lnTo>
                      <a:pt x="742633" y="1048558"/>
                    </a:lnTo>
                    <a:lnTo>
                      <a:pt x="744146" y="1008832"/>
                    </a:lnTo>
                    <a:lnTo>
                      <a:pt x="757723" y="988780"/>
                    </a:lnTo>
                    <a:lnTo>
                      <a:pt x="773278" y="972427"/>
                    </a:lnTo>
                    <a:lnTo>
                      <a:pt x="797503" y="934831"/>
                    </a:lnTo>
                    <a:lnTo>
                      <a:pt x="823764" y="907577"/>
                    </a:lnTo>
                    <a:lnTo>
                      <a:pt x="860402" y="895322"/>
                    </a:lnTo>
                    <a:lnTo>
                      <a:pt x="876947" y="906620"/>
                    </a:lnTo>
                    <a:lnTo>
                      <a:pt x="884084" y="881839"/>
                    </a:lnTo>
                    <a:lnTo>
                      <a:pt x="895896" y="876190"/>
                    </a:lnTo>
                    <a:lnTo>
                      <a:pt x="906990" y="881911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" name="ph21"/>
              <p:cNvSpPr/>
              <p:nvPr/>
            </p:nvSpPr>
            <p:spPr>
              <a:xfrm>
                <a:off x="5398031" y="2292984"/>
                <a:ext cx="104161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4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29" y="888264"/>
                    </a:lnTo>
                    <a:lnTo>
                      <a:pt x="897913" y="824407"/>
                    </a:lnTo>
                    <a:lnTo>
                      <a:pt x="901521" y="792857"/>
                    </a:lnTo>
                    <a:lnTo>
                      <a:pt x="944831" y="679058"/>
                    </a:lnTo>
                    <a:lnTo>
                      <a:pt x="964168" y="669763"/>
                    </a:lnTo>
                    <a:lnTo>
                      <a:pt x="991361" y="600021"/>
                    </a:lnTo>
                    <a:lnTo>
                      <a:pt x="998692" y="568995"/>
                    </a:lnTo>
                    <a:lnTo>
                      <a:pt x="1010485" y="541055"/>
                    </a:lnTo>
                    <a:lnTo>
                      <a:pt x="1017448" y="516075"/>
                    </a:lnTo>
                    <a:lnTo>
                      <a:pt x="1023286" y="505986"/>
                    </a:lnTo>
                    <a:lnTo>
                      <a:pt x="1035970" y="510715"/>
                    </a:lnTo>
                    <a:lnTo>
                      <a:pt x="1041614" y="515317"/>
                    </a:lnTo>
                    <a:lnTo>
                      <a:pt x="1028251" y="529865"/>
                    </a:lnTo>
                    <a:lnTo>
                      <a:pt x="1029803" y="548798"/>
                    </a:lnTo>
                    <a:lnTo>
                      <a:pt x="1028872" y="556650"/>
                    </a:lnTo>
                    <a:lnTo>
                      <a:pt x="995143" y="639007"/>
                    </a:lnTo>
                    <a:lnTo>
                      <a:pt x="986124" y="692487"/>
                    </a:lnTo>
                    <a:lnTo>
                      <a:pt x="974157" y="705536"/>
                    </a:lnTo>
                    <a:lnTo>
                      <a:pt x="924602" y="89579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" name="ph22"/>
              <p:cNvSpPr/>
              <p:nvPr/>
            </p:nvSpPr>
            <p:spPr>
              <a:xfrm>
                <a:off x="4403702" y="1306280"/>
                <a:ext cx="2407890" cy="2231492"/>
              </a:xfrm>
              <a:custGeom>
                <a:avLst/>
                <a:gdLst/>
                <a:ahLst/>
                <a:cxnLst/>
                <a:rect l="0" t="0" r="0" b="0"/>
                <a:pathLst>
                  <a:path w="2407890" h="2231492">
                    <a:moveTo>
                      <a:pt x="914400" y="914400"/>
                    </a:moveTo>
                    <a:lnTo>
                      <a:pt x="928869" y="920500"/>
                    </a:lnTo>
                    <a:lnTo>
                      <a:pt x="948574" y="908281"/>
                    </a:lnTo>
                    <a:lnTo>
                      <a:pt x="962365" y="874060"/>
                    </a:lnTo>
                    <a:lnTo>
                      <a:pt x="970239" y="822710"/>
                    </a:lnTo>
                    <a:lnTo>
                      <a:pt x="979433" y="773798"/>
                    </a:lnTo>
                    <a:lnTo>
                      <a:pt x="968552" y="721473"/>
                    </a:lnTo>
                    <a:lnTo>
                      <a:pt x="956934" y="675521"/>
                    </a:lnTo>
                    <a:lnTo>
                      <a:pt x="956119" y="662020"/>
                    </a:lnTo>
                    <a:lnTo>
                      <a:pt x="986609" y="623251"/>
                    </a:lnTo>
                    <a:lnTo>
                      <a:pt x="995938" y="591719"/>
                    </a:lnTo>
                    <a:lnTo>
                      <a:pt x="1006043" y="561703"/>
                    </a:lnTo>
                    <a:lnTo>
                      <a:pt x="1017196" y="551488"/>
                    </a:lnTo>
                    <a:lnTo>
                      <a:pt x="1033798" y="549159"/>
                    </a:lnTo>
                    <a:lnTo>
                      <a:pt x="1053135" y="543510"/>
                    </a:lnTo>
                    <a:lnTo>
                      <a:pt x="1077515" y="523421"/>
                    </a:lnTo>
                    <a:lnTo>
                      <a:pt x="1099374" y="496510"/>
                    </a:lnTo>
                    <a:lnTo>
                      <a:pt x="1116074" y="471837"/>
                    </a:lnTo>
                    <a:lnTo>
                      <a:pt x="1121737" y="423015"/>
                    </a:lnTo>
                    <a:lnTo>
                      <a:pt x="1121970" y="398486"/>
                    </a:lnTo>
                    <a:lnTo>
                      <a:pt x="1129321" y="380274"/>
                    </a:lnTo>
                    <a:lnTo>
                      <a:pt x="1136439" y="344700"/>
                    </a:lnTo>
                    <a:lnTo>
                      <a:pt x="1129515" y="309612"/>
                    </a:lnTo>
                    <a:lnTo>
                      <a:pt x="1107966" y="256386"/>
                    </a:lnTo>
                    <a:lnTo>
                      <a:pt x="1082015" y="181536"/>
                    </a:lnTo>
                    <a:lnTo>
                      <a:pt x="1078041" y="141666"/>
                    </a:lnTo>
                    <a:lnTo>
                      <a:pt x="2054379" y="141666"/>
                    </a:lnTo>
                    <a:lnTo>
                      <a:pt x="2054854" y="146900"/>
                    </a:lnTo>
                    <a:lnTo>
                      <a:pt x="2052875" y="159463"/>
                    </a:lnTo>
                    <a:lnTo>
                      <a:pt x="2067965" y="211101"/>
                    </a:lnTo>
                    <a:lnTo>
                      <a:pt x="2064454" y="229204"/>
                    </a:lnTo>
                    <a:lnTo>
                      <a:pt x="2062418" y="252271"/>
                    </a:lnTo>
                    <a:lnTo>
                      <a:pt x="2084044" y="274435"/>
                    </a:lnTo>
                    <a:lnTo>
                      <a:pt x="2103342" y="274074"/>
                    </a:lnTo>
                    <a:lnTo>
                      <a:pt x="2122893" y="273731"/>
                    </a:lnTo>
                    <a:lnTo>
                      <a:pt x="2130360" y="279290"/>
                    </a:lnTo>
                    <a:lnTo>
                      <a:pt x="2137847" y="294975"/>
                    </a:lnTo>
                    <a:lnTo>
                      <a:pt x="2143879" y="313493"/>
                    </a:lnTo>
                    <a:lnTo>
                      <a:pt x="2159977" y="311959"/>
                    </a:lnTo>
                    <a:lnTo>
                      <a:pt x="2185676" y="296888"/>
                    </a:lnTo>
                    <a:lnTo>
                      <a:pt x="2202395" y="293296"/>
                    </a:lnTo>
                    <a:lnTo>
                      <a:pt x="2213431" y="322265"/>
                    </a:lnTo>
                    <a:lnTo>
                      <a:pt x="2243455" y="360529"/>
                    </a:lnTo>
                    <a:lnTo>
                      <a:pt x="2260931" y="377675"/>
                    </a:lnTo>
                    <a:lnTo>
                      <a:pt x="2290625" y="386700"/>
                    </a:lnTo>
                    <a:lnTo>
                      <a:pt x="2321910" y="417582"/>
                    </a:lnTo>
                    <a:lnTo>
                      <a:pt x="2317527" y="454799"/>
                    </a:lnTo>
                    <a:lnTo>
                      <a:pt x="2330580" y="467235"/>
                    </a:lnTo>
                    <a:lnTo>
                      <a:pt x="2367489" y="481927"/>
                    </a:lnTo>
                    <a:lnTo>
                      <a:pt x="2380543" y="501744"/>
                    </a:lnTo>
                    <a:lnTo>
                      <a:pt x="2386807" y="518638"/>
                    </a:lnTo>
                    <a:lnTo>
                      <a:pt x="2396524" y="532644"/>
                    </a:lnTo>
                    <a:lnTo>
                      <a:pt x="2407890" y="574969"/>
                    </a:lnTo>
                    <a:lnTo>
                      <a:pt x="2403933" y="601050"/>
                    </a:lnTo>
                    <a:lnTo>
                      <a:pt x="2389057" y="610021"/>
                    </a:lnTo>
                    <a:lnTo>
                      <a:pt x="2353932" y="637960"/>
                    </a:lnTo>
                    <a:lnTo>
                      <a:pt x="2338280" y="658825"/>
                    </a:lnTo>
                    <a:lnTo>
                      <a:pt x="2326002" y="671820"/>
                    </a:lnTo>
                    <a:lnTo>
                      <a:pt x="2291110" y="699688"/>
                    </a:lnTo>
                    <a:lnTo>
                      <a:pt x="2278328" y="704688"/>
                    </a:lnTo>
                    <a:lnTo>
                      <a:pt x="2266090" y="719181"/>
                    </a:lnTo>
                    <a:lnTo>
                      <a:pt x="2254259" y="725516"/>
                    </a:lnTo>
                    <a:lnTo>
                      <a:pt x="2243669" y="721870"/>
                    </a:lnTo>
                    <a:lnTo>
                      <a:pt x="2204082" y="748114"/>
                    </a:lnTo>
                    <a:lnTo>
                      <a:pt x="2207166" y="759322"/>
                    </a:lnTo>
                    <a:lnTo>
                      <a:pt x="2237520" y="764069"/>
                    </a:lnTo>
                    <a:lnTo>
                      <a:pt x="2252998" y="758438"/>
                    </a:lnTo>
                    <a:lnTo>
                      <a:pt x="2264907" y="745244"/>
                    </a:lnTo>
                    <a:lnTo>
                      <a:pt x="2277921" y="742212"/>
                    </a:lnTo>
                    <a:lnTo>
                      <a:pt x="2289791" y="744702"/>
                    </a:lnTo>
                    <a:lnTo>
                      <a:pt x="2302379" y="734306"/>
                    </a:lnTo>
                    <a:lnTo>
                      <a:pt x="2312251" y="730155"/>
                    </a:lnTo>
                    <a:lnTo>
                      <a:pt x="2322453" y="735136"/>
                    </a:lnTo>
                    <a:lnTo>
                      <a:pt x="2333838" y="760062"/>
                    </a:lnTo>
                    <a:lnTo>
                      <a:pt x="2310215" y="773039"/>
                    </a:lnTo>
                    <a:lnTo>
                      <a:pt x="2293457" y="773635"/>
                    </a:lnTo>
                    <a:lnTo>
                      <a:pt x="2285272" y="814516"/>
                    </a:lnTo>
                    <a:lnTo>
                      <a:pt x="2275128" y="832078"/>
                    </a:lnTo>
                    <a:lnTo>
                      <a:pt x="2267855" y="840525"/>
                    </a:lnTo>
                    <a:lnTo>
                      <a:pt x="2230674" y="857924"/>
                    </a:lnTo>
                    <a:lnTo>
                      <a:pt x="2206138" y="879980"/>
                    </a:lnTo>
                    <a:lnTo>
                      <a:pt x="2177220" y="897740"/>
                    </a:lnTo>
                    <a:lnTo>
                      <a:pt x="2164593" y="893878"/>
                    </a:lnTo>
                    <a:lnTo>
                      <a:pt x="2145566" y="911927"/>
                    </a:lnTo>
                    <a:lnTo>
                      <a:pt x="2103284" y="933297"/>
                    </a:lnTo>
                    <a:lnTo>
                      <a:pt x="2081619" y="962085"/>
                    </a:lnTo>
                    <a:lnTo>
                      <a:pt x="2032995" y="987841"/>
                    </a:lnTo>
                    <a:lnTo>
                      <a:pt x="2008227" y="1008796"/>
                    </a:lnTo>
                    <a:lnTo>
                      <a:pt x="1940944" y="1009897"/>
                    </a:lnTo>
                    <a:lnTo>
                      <a:pt x="1876687" y="1005294"/>
                    </a:lnTo>
                    <a:lnTo>
                      <a:pt x="1856515" y="1015258"/>
                    </a:lnTo>
                    <a:lnTo>
                      <a:pt x="1877133" y="1018344"/>
                    </a:lnTo>
                    <a:lnTo>
                      <a:pt x="1891583" y="1028126"/>
                    </a:lnTo>
                    <a:lnTo>
                      <a:pt x="1908903" y="1024047"/>
                    </a:lnTo>
                    <a:lnTo>
                      <a:pt x="1949614" y="1028939"/>
                    </a:lnTo>
                    <a:lnTo>
                      <a:pt x="1970561" y="1034263"/>
                    </a:lnTo>
                    <a:lnTo>
                      <a:pt x="1997443" y="1068520"/>
                    </a:lnTo>
                    <a:lnTo>
                      <a:pt x="1977679" y="1080703"/>
                    </a:lnTo>
                    <a:lnTo>
                      <a:pt x="1943446" y="1090053"/>
                    </a:lnTo>
                    <a:lnTo>
                      <a:pt x="1956286" y="1138641"/>
                    </a:lnTo>
                    <a:lnTo>
                      <a:pt x="1966876" y="1171400"/>
                    </a:lnTo>
                    <a:lnTo>
                      <a:pt x="1953008" y="1191163"/>
                    </a:lnTo>
                    <a:lnTo>
                      <a:pt x="1951980" y="1281084"/>
                    </a:lnTo>
                    <a:lnTo>
                      <a:pt x="1932526" y="1282798"/>
                    </a:lnTo>
                    <a:lnTo>
                      <a:pt x="1924264" y="1319997"/>
                    </a:lnTo>
                    <a:lnTo>
                      <a:pt x="1930393" y="1338967"/>
                    </a:lnTo>
                    <a:lnTo>
                      <a:pt x="1929908" y="1383025"/>
                    </a:lnTo>
                    <a:lnTo>
                      <a:pt x="1933962" y="1410170"/>
                    </a:lnTo>
                    <a:lnTo>
                      <a:pt x="1943504" y="1435168"/>
                    </a:lnTo>
                    <a:lnTo>
                      <a:pt x="1939257" y="1461231"/>
                    </a:lnTo>
                    <a:lnTo>
                      <a:pt x="1908495" y="1522237"/>
                    </a:lnTo>
                    <a:lnTo>
                      <a:pt x="1909194" y="1550863"/>
                    </a:lnTo>
                    <a:lnTo>
                      <a:pt x="1914721" y="1567865"/>
                    </a:lnTo>
                    <a:lnTo>
                      <a:pt x="1918814" y="1595047"/>
                    </a:lnTo>
                    <a:lnTo>
                      <a:pt x="1904830" y="1647299"/>
                    </a:lnTo>
                    <a:lnTo>
                      <a:pt x="1894957" y="1690959"/>
                    </a:lnTo>
                    <a:lnTo>
                      <a:pt x="1883223" y="1727707"/>
                    </a:lnTo>
                    <a:lnTo>
                      <a:pt x="1856962" y="1771801"/>
                    </a:lnTo>
                    <a:lnTo>
                      <a:pt x="1843889" y="1804758"/>
                    </a:lnTo>
                    <a:lnTo>
                      <a:pt x="1813302" y="1907602"/>
                    </a:lnTo>
                    <a:lnTo>
                      <a:pt x="1798135" y="1928015"/>
                    </a:lnTo>
                    <a:lnTo>
                      <a:pt x="1779535" y="1943700"/>
                    </a:lnTo>
                    <a:lnTo>
                      <a:pt x="1758801" y="1929188"/>
                    </a:lnTo>
                    <a:lnTo>
                      <a:pt x="1739794" y="1921283"/>
                    </a:lnTo>
                    <a:lnTo>
                      <a:pt x="1716577" y="1922240"/>
                    </a:lnTo>
                    <a:lnTo>
                      <a:pt x="1680211" y="1934134"/>
                    </a:lnTo>
                    <a:lnTo>
                      <a:pt x="1625515" y="1926228"/>
                    </a:lnTo>
                    <a:lnTo>
                      <a:pt x="1572061" y="1930037"/>
                    </a:lnTo>
                    <a:lnTo>
                      <a:pt x="1558543" y="1940307"/>
                    </a:lnTo>
                    <a:lnTo>
                      <a:pt x="1566650" y="1977632"/>
                    </a:lnTo>
                    <a:lnTo>
                      <a:pt x="1546944" y="1982523"/>
                    </a:lnTo>
                    <a:lnTo>
                      <a:pt x="1527685" y="1971911"/>
                    </a:lnTo>
                    <a:lnTo>
                      <a:pt x="1510733" y="1984581"/>
                    </a:lnTo>
                    <a:lnTo>
                      <a:pt x="1496574" y="1998479"/>
                    </a:lnTo>
                    <a:lnTo>
                      <a:pt x="1468761" y="2031454"/>
                    </a:lnTo>
                    <a:lnTo>
                      <a:pt x="1459451" y="2051759"/>
                    </a:lnTo>
                    <a:lnTo>
                      <a:pt x="1457046" y="2090005"/>
                    </a:lnTo>
                    <a:lnTo>
                      <a:pt x="1471651" y="2124299"/>
                    </a:lnTo>
                    <a:lnTo>
                      <a:pt x="1484607" y="2164458"/>
                    </a:lnTo>
                    <a:lnTo>
                      <a:pt x="1451247" y="2212919"/>
                    </a:lnTo>
                    <a:lnTo>
                      <a:pt x="1432627" y="2214562"/>
                    </a:lnTo>
                    <a:lnTo>
                      <a:pt x="1378281" y="2201115"/>
                    </a:lnTo>
                    <a:lnTo>
                      <a:pt x="1281963" y="2231492"/>
                    </a:lnTo>
                    <a:lnTo>
                      <a:pt x="1195459" y="2207468"/>
                    </a:lnTo>
                    <a:lnTo>
                      <a:pt x="1206340" y="2181514"/>
                    </a:lnTo>
                    <a:lnTo>
                      <a:pt x="1205972" y="2162436"/>
                    </a:lnTo>
                    <a:lnTo>
                      <a:pt x="1210859" y="2133088"/>
                    </a:lnTo>
                    <a:lnTo>
                      <a:pt x="1213769" y="2103073"/>
                    </a:lnTo>
                    <a:lnTo>
                      <a:pt x="1212954" y="2082984"/>
                    </a:lnTo>
                    <a:lnTo>
                      <a:pt x="1206612" y="2061578"/>
                    </a:lnTo>
                    <a:lnTo>
                      <a:pt x="1185277" y="2033566"/>
                    </a:lnTo>
                    <a:lnTo>
                      <a:pt x="1137215" y="1939025"/>
                    </a:lnTo>
                    <a:lnTo>
                      <a:pt x="1122998" y="1899119"/>
                    </a:lnTo>
                    <a:lnTo>
                      <a:pt x="1113106" y="1882496"/>
                    </a:lnTo>
                    <a:lnTo>
                      <a:pt x="1120224" y="1881593"/>
                    </a:lnTo>
                    <a:lnTo>
                      <a:pt x="1159810" y="1903017"/>
                    </a:lnTo>
                    <a:lnTo>
                      <a:pt x="1169043" y="1900382"/>
                    </a:lnTo>
                    <a:lnTo>
                      <a:pt x="1178740" y="1892332"/>
                    </a:lnTo>
                    <a:lnTo>
                      <a:pt x="1166929" y="1861667"/>
                    </a:lnTo>
                    <a:lnTo>
                      <a:pt x="1156785" y="1847787"/>
                    </a:lnTo>
                    <a:lnTo>
                      <a:pt x="1149899" y="1827031"/>
                    </a:lnTo>
                    <a:lnTo>
                      <a:pt x="1173077" y="1821418"/>
                    </a:lnTo>
                    <a:lnTo>
                      <a:pt x="1189815" y="1822663"/>
                    </a:lnTo>
                    <a:lnTo>
                      <a:pt x="1202151" y="1799308"/>
                    </a:lnTo>
                    <a:lnTo>
                      <a:pt x="1195033" y="1761549"/>
                    </a:lnTo>
                    <a:lnTo>
                      <a:pt x="1177053" y="1749925"/>
                    </a:lnTo>
                    <a:lnTo>
                      <a:pt x="1162041" y="1744872"/>
                    </a:lnTo>
                    <a:lnTo>
                      <a:pt x="1133258" y="1685563"/>
                    </a:lnTo>
                    <a:lnTo>
                      <a:pt x="1103234" y="1654843"/>
                    </a:lnTo>
                    <a:lnTo>
                      <a:pt x="1049683" y="1536351"/>
                    </a:lnTo>
                    <a:lnTo>
                      <a:pt x="1030094" y="1455022"/>
                    </a:lnTo>
                    <a:lnTo>
                      <a:pt x="1011881" y="1462747"/>
                    </a:lnTo>
                    <a:lnTo>
                      <a:pt x="1003037" y="1427317"/>
                    </a:lnTo>
                    <a:lnTo>
                      <a:pt x="996695" y="1393764"/>
                    </a:lnTo>
                    <a:lnTo>
                      <a:pt x="995434" y="1369091"/>
                    </a:lnTo>
                    <a:lnTo>
                      <a:pt x="966884" y="1354958"/>
                    </a:lnTo>
                    <a:lnTo>
                      <a:pt x="965720" y="1337667"/>
                    </a:lnTo>
                    <a:lnTo>
                      <a:pt x="960580" y="1260508"/>
                    </a:lnTo>
                    <a:lnTo>
                      <a:pt x="929955" y="1250148"/>
                    </a:lnTo>
                    <a:lnTo>
                      <a:pt x="910152" y="1206848"/>
                    </a:lnTo>
                    <a:lnTo>
                      <a:pt x="906622" y="1124923"/>
                    </a:lnTo>
                    <a:lnTo>
                      <a:pt x="886451" y="1110015"/>
                    </a:lnTo>
                    <a:lnTo>
                      <a:pt x="870217" y="1114148"/>
                    </a:lnTo>
                    <a:lnTo>
                      <a:pt x="870973" y="1093843"/>
                    </a:lnTo>
                    <a:lnTo>
                      <a:pt x="874852" y="1074783"/>
                    </a:lnTo>
                    <a:lnTo>
                      <a:pt x="865368" y="999266"/>
                    </a:lnTo>
                    <a:lnTo>
                      <a:pt x="862206" y="930337"/>
                    </a:lnTo>
                    <a:lnTo>
                      <a:pt x="854506" y="909526"/>
                    </a:lnTo>
                    <a:lnTo>
                      <a:pt x="850142" y="885160"/>
                    </a:lnTo>
                    <a:lnTo>
                      <a:pt x="854060" y="864115"/>
                    </a:lnTo>
                    <a:lnTo>
                      <a:pt x="859801" y="852022"/>
                    </a:lnTo>
                    <a:lnTo>
                      <a:pt x="879565" y="848845"/>
                    </a:lnTo>
                    <a:lnTo>
                      <a:pt x="898030" y="8674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3" name="ph23"/>
              <p:cNvSpPr/>
              <p:nvPr/>
            </p:nvSpPr>
            <p:spPr>
              <a:xfrm>
                <a:off x="5926577" y="1694135"/>
                <a:ext cx="95274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4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3" y="895629"/>
                    </a:lnTo>
                    <a:lnTo>
                      <a:pt x="913701" y="869638"/>
                    </a:lnTo>
                    <a:lnTo>
                      <a:pt x="942756" y="871046"/>
                    </a:lnTo>
                    <a:lnTo>
                      <a:pt x="952744" y="876460"/>
                    </a:lnTo>
                    <a:lnTo>
                      <a:pt x="917968" y="8913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" name="ph24"/>
              <p:cNvSpPr/>
              <p:nvPr/>
            </p:nvSpPr>
            <p:spPr>
              <a:xfrm>
                <a:off x="5774342" y="1265597"/>
                <a:ext cx="93697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6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1" y="888698"/>
                    </a:lnTo>
                    <a:lnTo>
                      <a:pt x="932883" y="881767"/>
                    </a:lnTo>
                    <a:lnTo>
                      <a:pt x="936976" y="882976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" name="ph25"/>
              <p:cNvSpPr/>
              <p:nvPr/>
            </p:nvSpPr>
            <p:spPr>
              <a:xfrm>
                <a:off x="5813754" y="1111206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5" y="899401"/>
                    </a:lnTo>
                    <a:lnTo>
                      <a:pt x="911393" y="896459"/>
                    </a:lnTo>
                    <a:lnTo>
                      <a:pt x="914807" y="881659"/>
                    </a:lnTo>
                    <a:lnTo>
                      <a:pt x="924446" y="873536"/>
                    </a:lnTo>
                    <a:lnTo>
                      <a:pt x="939846" y="878410"/>
                    </a:lnTo>
                    <a:lnTo>
                      <a:pt x="939749" y="882110"/>
                    </a:lnTo>
                    <a:lnTo>
                      <a:pt x="925028" y="894094"/>
                    </a:lnTo>
                    <a:lnTo>
                      <a:pt x="919384" y="9021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6" name="ph26"/>
              <p:cNvSpPr/>
              <p:nvPr/>
            </p:nvSpPr>
            <p:spPr>
              <a:xfrm>
                <a:off x="6082672" y="2960636"/>
                <a:ext cx="929431" cy="915704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4">
                    <a:moveTo>
                      <a:pt x="914400" y="914400"/>
                    </a:moveTo>
                    <a:lnTo>
                      <a:pt x="858773" y="909562"/>
                    </a:lnTo>
                    <a:lnTo>
                      <a:pt x="850860" y="905086"/>
                    </a:lnTo>
                    <a:lnTo>
                      <a:pt x="881466" y="873428"/>
                    </a:lnTo>
                    <a:lnTo>
                      <a:pt x="901405" y="840525"/>
                    </a:lnTo>
                    <a:lnTo>
                      <a:pt x="918337" y="797586"/>
                    </a:lnTo>
                    <a:lnTo>
                      <a:pt x="920141" y="767841"/>
                    </a:lnTo>
                    <a:lnTo>
                      <a:pt x="924369" y="734306"/>
                    </a:lnTo>
                    <a:lnTo>
                      <a:pt x="929431" y="731807"/>
                    </a:lnTo>
                    <a:lnTo>
                      <a:pt x="929431" y="915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" name="ph27"/>
              <p:cNvSpPr/>
              <p:nvPr/>
            </p:nvSpPr>
            <p:spPr>
              <a:xfrm>
                <a:off x="5048195" y="3114287"/>
                <a:ext cx="1963908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908" h="921168">
                    <a:moveTo>
                      <a:pt x="914400" y="914400"/>
                    </a:moveTo>
                    <a:lnTo>
                      <a:pt x="1028135" y="869457"/>
                    </a:lnTo>
                    <a:lnTo>
                      <a:pt x="1149608" y="827295"/>
                    </a:lnTo>
                    <a:lnTo>
                      <a:pt x="1177965" y="822710"/>
                    </a:lnTo>
                    <a:lnTo>
                      <a:pt x="1206476" y="813830"/>
                    </a:lnTo>
                    <a:lnTo>
                      <a:pt x="1217008" y="798055"/>
                    </a:lnTo>
                    <a:lnTo>
                      <a:pt x="1227520" y="787497"/>
                    </a:lnTo>
                    <a:lnTo>
                      <a:pt x="1244064" y="759683"/>
                    </a:lnTo>
                    <a:lnTo>
                      <a:pt x="1280644" y="716456"/>
                    </a:lnTo>
                    <a:lnTo>
                      <a:pt x="1345328" y="700717"/>
                    </a:lnTo>
                    <a:lnTo>
                      <a:pt x="1369476" y="680213"/>
                    </a:lnTo>
                    <a:lnTo>
                      <a:pt x="1420098" y="651497"/>
                    </a:lnTo>
                    <a:lnTo>
                      <a:pt x="1535501" y="619280"/>
                    </a:lnTo>
                    <a:lnTo>
                      <a:pt x="1583699" y="612205"/>
                    </a:lnTo>
                    <a:lnTo>
                      <a:pt x="1630927" y="611338"/>
                    </a:lnTo>
                    <a:lnTo>
                      <a:pt x="1672976" y="636751"/>
                    </a:lnTo>
                    <a:lnTo>
                      <a:pt x="1717489" y="668120"/>
                    </a:lnTo>
                    <a:lnTo>
                      <a:pt x="1725499" y="687054"/>
                    </a:lnTo>
                    <a:lnTo>
                      <a:pt x="1701410" y="675250"/>
                    </a:lnTo>
                    <a:lnTo>
                      <a:pt x="1666304" y="647075"/>
                    </a:lnTo>
                    <a:lnTo>
                      <a:pt x="1653328" y="645884"/>
                    </a:lnTo>
                    <a:lnTo>
                      <a:pt x="1683294" y="731581"/>
                    </a:lnTo>
                    <a:lnTo>
                      <a:pt x="1699684" y="761885"/>
                    </a:lnTo>
                    <a:lnTo>
                      <a:pt x="1732811" y="784555"/>
                    </a:lnTo>
                    <a:lnTo>
                      <a:pt x="1760585" y="792189"/>
                    </a:lnTo>
                    <a:lnTo>
                      <a:pt x="1846158" y="778454"/>
                    </a:lnTo>
                    <a:lnTo>
                      <a:pt x="1876551" y="760513"/>
                    </a:lnTo>
                    <a:lnTo>
                      <a:pt x="1885337" y="751435"/>
                    </a:lnTo>
                    <a:lnTo>
                      <a:pt x="1893251" y="755911"/>
                    </a:lnTo>
                    <a:lnTo>
                      <a:pt x="1948877" y="760748"/>
                    </a:lnTo>
                    <a:lnTo>
                      <a:pt x="1963908" y="762052"/>
                    </a:lnTo>
                    <a:lnTo>
                      <a:pt x="1963908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" name="ph28"/>
              <p:cNvSpPr/>
              <p:nvPr/>
            </p:nvSpPr>
            <p:spPr>
              <a:xfrm>
                <a:off x="4571318" y="573417"/>
                <a:ext cx="968823" cy="1653363"/>
              </a:xfrm>
              <a:custGeom>
                <a:avLst/>
                <a:gdLst/>
                <a:ahLst/>
                <a:cxnLst/>
                <a:rect l="0" t="0" r="0" b="0"/>
                <a:pathLst>
                  <a:path w="968823" h="1653363">
                    <a:moveTo>
                      <a:pt x="914400" y="914400"/>
                    </a:moveTo>
                    <a:lnTo>
                      <a:pt x="940351" y="989249"/>
                    </a:lnTo>
                    <a:lnTo>
                      <a:pt x="961899" y="1042475"/>
                    </a:lnTo>
                    <a:lnTo>
                      <a:pt x="968823" y="1077563"/>
                    </a:lnTo>
                    <a:lnTo>
                      <a:pt x="961705" y="1113137"/>
                    </a:lnTo>
                    <a:lnTo>
                      <a:pt x="954354" y="1131349"/>
                    </a:lnTo>
                    <a:lnTo>
                      <a:pt x="954121" y="1155878"/>
                    </a:lnTo>
                    <a:lnTo>
                      <a:pt x="948458" y="1204700"/>
                    </a:lnTo>
                    <a:lnTo>
                      <a:pt x="931758" y="1229373"/>
                    </a:lnTo>
                    <a:lnTo>
                      <a:pt x="909900" y="1256284"/>
                    </a:lnTo>
                    <a:lnTo>
                      <a:pt x="885520" y="1276373"/>
                    </a:lnTo>
                    <a:lnTo>
                      <a:pt x="866182" y="1282022"/>
                    </a:lnTo>
                    <a:lnTo>
                      <a:pt x="849580" y="1284351"/>
                    </a:lnTo>
                    <a:lnTo>
                      <a:pt x="838427" y="1294566"/>
                    </a:lnTo>
                    <a:lnTo>
                      <a:pt x="828322" y="1324582"/>
                    </a:lnTo>
                    <a:lnTo>
                      <a:pt x="818993" y="1356114"/>
                    </a:lnTo>
                    <a:lnTo>
                      <a:pt x="788503" y="1394883"/>
                    </a:lnTo>
                    <a:lnTo>
                      <a:pt x="789318" y="1408384"/>
                    </a:lnTo>
                    <a:lnTo>
                      <a:pt x="800936" y="1454336"/>
                    </a:lnTo>
                    <a:lnTo>
                      <a:pt x="811817" y="1506661"/>
                    </a:lnTo>
                    <a:lnTo>
                      <a:pt x="802623" y="1555573"/>
                    </a:lnTo>
                    <a:lnTo>
                      <a:pt x="794749" y="1606923"/>
                    </a:lnTo>
                    <a:lnTo>
                      <a:pt x="780959" y="1641144"/>
                    </a:lnTo>
                    <a:lnTo>
                      <a:pt x="761253" y="1653363"/>
                    </a:lnTo>
                    <a:lnTo>
                      <a:pt x="746784" y="1647263"/>
                    </a:lnTo>
                    <a:lnTo>
                      <a:pt x="730414" y="1600317"/>
                    </a:lnTo>
                    <a:lnTo>
                      <a:pt x="730045" y="1589524"/>
                    </a:lnTo>
                    <a:lnTo>
                      <a:pt x="725972" y="1575175"/>
                    </a:lnTo>
                    <a:lnTo>
                      <a:pt x="679540" y="1560880"/>
                    </a:lnTo>
                    <a:lnTo>
                      <a:pt x="671335" y="1561403"/>
                    </a:lnTo>
                    <a:lnTo>
                      <a:pt x="653084" y="1553029"/>
                    </a:lnTo>
                    <a:lnTo>
                      <a:pt x="642378" y="1550664"/>
                    </a:lnTo>
                    <a:lnTo>
                      <a:pt x="620422" y="1545827"/>
                    </a:lnTo>
                    <a:lnTo>
                      <a:pt x="602171" y="1504404"/>
                    </a:lnTo>
                    <a:lnTo>
                      <a:pt x="582776" y="1469949"/>
                    </a:lnTo>
                    <a:lnTo>
                      <a:pt x="580021" y="1455546"/>
                    </a:lnTo>
                    <a:lnTo>
                      <a:pt x="580681" y="1391111"/>
                    </a:lnTo>
                    <a:lnTo>
                      <a:pt x="574746" y="1362449"/>
                    </a:lnTo>
                    <a:lnTo>
                      <a:pt x="572923" y="1331206"/>
                    </a:lnTo>
                    <a:lnTo>
                      <a:pt x="560723" y="1356619"/>
                    </a:lnTo>
                    <a:lnTo>
                      <a:pt x="567802" y="1396796"/>
                    </a:lnTo>
                    <a:lnTo>
                      <a:pt x="552751" y="1413654"/>
                    </a:lnTo>
                    <a:lnTo>
                      <a:pt x="533763" y="1421848"/>
                    </a:lnTo>
                    <a:lnTo>
                      <a:pt x="535548" y="1445384"/>
                    </a:lnTo>
                    <a:lnTo>
                      <a:pt x="543345" y="1449842"/>
                    </a:lnTo>
                    <a:lnTo>
                      <a:pt x="544974" y="1474281"/>
                    </a:lnTo>
                    <a:lnTo>
                      <a:pt x="540358" y="1510451"/>
                    </a:lnTo>
                    <a:lnTo>
                      <a:pt x="502983" y="1590877"/>
                    </a:lnTo>
                    <a:lnTo>
                      <a:pt x="495438" y="1599523"/>
                    </a:lnTo>
                    <a:lnTo>
                      <a:pt x="490317" y="1610388"/>
                    </a:lnTo>
                    <a:lnTo>
                      <a:pt x="471193" y="1603169"/>
                    </a:lnTo>
                    <a:lnTo>
                      <a:pt x="454688" y="1618237"/>
                    </a:lnTo>
                    <a:lnTo>
                      <a:pt x="454688" y="874529"/>
                    </a:lnTo>
                    <a:lnTo>
                      <a:pt x="910425" y="874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9" name="ph29"/>
              <p:cNvSpPr/>
              <p:nvPr/>
            </p:nvSpPr>
            <p:spPr>
              <a:xfrm>
                <a:off x="4116009" y="2871943"/>
                <a:ext cx="915718" cy="956750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50">
                    <a:moveTo>
                      <a:pt x="914400" y="914399"/>
                    </a:moveTo>
                    <a:lnTo>
                      <a:pt x="915718" y="948639"/>
                    </a:lnTo>
                    <a:lnTo>
                      <a:pt x="909997" y="956750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0" name="ph30"/>
              <p:cNvSpPr/>
              <p:nvPr/>
            </p:nvSpPr>
            <p:spPr>
              <a:xfrm>
                <a:off x="4140099" y="2940511"/>
                <a:ext cx="1097299" cy="1094944"/>
              </a:xfrm>
              <a:custGeom>
                <a:avLst/>
                <a:gdLst/>
                <a:ahLst/>
                <a:cxnLst/>
                <a:rect l="0" t="0" r="0" b="0"/>
                <a:pathLst>
                  <a:path w="1097299" h="1094944">
                    <a:moveTo>
                      <a:pt x="914400" y="914399"/>
                    </a:moveTo>
                    <a:lnTo>
                      <a:pt x="919830" y="928532"/>
                    </a:lnTo>
                    <a:lnTo>
                      <a:pt x="928093" y="943783"/>
                    </a:lnTo>
                    <a:lnTo>
                      <a:pt x="957496" y="932918"/>
                    </a:lnTo>
                    <a:lnTo>
                      <a:pt x="1031199" y="978040"/>
                    </a:lnTo>
                    <a:lnTo>
                      <a:pt x="1075770" y="956075"/>
                    </a:lnTo>
                    <a:lnTo>
                      <a:pt x="1087174" y="954793"/>
                    </a:lnTo>
                    <a:lnTo>
                      <a:pt x="1097299" y="991252"/>
                    </a:lnTo>
                    <a:lnTo>
                      <a:pt x="1086224" y="1027982"/>
                    </a:lnTo>
                    <a:lnTo>
                      <a:pt x="1046929" y="1067167"/>
                    </a:lnTo>
                    <a:lnTo>
                      <a:pt x="1055637" y="1091316"/>
                    </a:lnTo>
                    <a:lnTo>
                      <a:pt x="1064130" y="1094944"/>
                    </a:lnTo>
                    <a:lnTo>
                      <a:pt x="885908" y="1094944"/>
                    </a:lnTo>
                    <a:lnTo>
                      <a:pt x="885908" y="9174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1" name="ph31"/>
              <p:cNvSpPr/>
              <p:nvPr/>
            </p:nvSpPr>
            <p:spPr>
              <a:xfrm>
                <a:off x="4330931" y="3117663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2" name="ph32"/>
              <p:cNvSpPr/>
              <p:nvPr/>
            </p:nvSpPr>
            <p:spPr>
              <a:xfrm>
                <a:off x="4449359" y="3079092"/>
                <a:ext cx="1336773" cy="956364"/>
              </a:xfrm>
              <a:custGeom>
                <a:avLst/>
                <a:gdLst/>
                <a:ahLst/>
                <a:cxnLst/>
                <a:rect l="0" t="0" r="0" b="0"/>
                <a:pathLst>
                  <a:path w="1336773" h="956364">
                    <a:moveTo>
                      <a:pt x="914400" y="914400"/>
                    </a:moveTo>
                    <a:lnTo>
                      <a:pt x="933407" y="902595"/>
                    </a:lnTo>
                    <a:lnTo>
                      <a:pt x="995977" y="894148"/>
                    </a:lnTo>
                    <a:lnTo>
                      <a:pt x="1007362" y="872869"/>
                    </a:lnTo>
                    <a:lnTo>
                      <a:pt x="1032712" y="851463"/>
                    </a:lnTo>
                    <a:lnTo>
                      <a:pt x="1049043" y="828089"/>
                    </a:lnTo>
                    <a:lnTo>
                      <a:pt x="1088144" y="783598"/>
                    </a:lnTo>
                    <a:lnTo>
                      <a:pt x="1128603" y="791612"/>
                    </a:lnTo>
                    <a:lnTo>
                      <a:pt x="1152227" y="800131"/>
                    </a:lnTo>
                    <a:lnTo>
                      <a:pt x="1178159" y="804427"/>
                    </a:lnTo>
                    <a:lnTo>
                      <a:pt x="1201763" y="851860"/>
                    </a:lnTo>
                    <a:lnTo>
                      <a:pt x="1261462" y="904292"/>
                    </a:lnTo>
                    <a:lnTo>
                      <a:pt x="1316313" y="899726"/>
                    </a:lnTo>
                    <a:lnTo>
                      <a:pt x="1335786" y="949324"/>
                    </a:lnTo>
                    <a:lnTo>
                      <a:pt x="1336773" y="956364"/>
                    </a:lnTo>
                    <a:lnTo>
                      <a:pt x="878111" y="9563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3" name="ph33"/>
              <p:cNvSpPr/>
              <p:nvPr/>
            </p:nvSpPr>
            <p:spPr>
              <a:xfrm>
                <a:off x="4853251" y="3004459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0" y="906277"/>
                    </a:lnTo>
                    <a:lnTo>
                      <a:pt x="850918" y="938748"/>
                    </a:lnTo>
                    <a:lnTo>
                      <a:pt x="840949" y="940119"/>
                    </a:lnTo>
                    <a:lnTo>
                      <a:pt x="806328" y="910627"/>
                    </a:lnTo>
                    <a:lnTo>
                      <a:pt x="800781" y="896242"/>
                    </a:lnTo>
                    <a:lnTo>
                      <a:pt x="799636" y="884276"/>
                    </a:lnTo>
                    <a:lnTo>
                      <a:pt x="804582" y="842853"/>
                    </a:lnTo>
                    <a:lnTo>
                      <a:pt x="803671" y="829822"/>
                    </a:lnTo>
                    <a:lnTo>
                      <a:pt x="814552" y="815581"/>
                    </a:lnTo>
                    <a:lnTo>
                      <a:pt x="816239" y="795005"/>
                    </a:lnTo>
                    <a:lnTo>
                      <a:pt x="835479" y="773310"/>
                    </a:lnTo>
                    <a:lnTo>
                      <a:pt x="852547" y="772498"/>
                    </a:lnTo>
                    <a:lnTo>
                      <a:pt x="857978" y="790872"/>
                    </a:lnTo>
                    <a:lnTo>
                      <a:pt x="866144" y="803524"/>
                    </a:lnTo>
                    <a:lnTo>
                      <a:pt x="894907" y="817711"/>
                    </a:lnTo>
                    <a:lnTo>
                      <a:pt x="899193" y="824154"/>
                    </a:lnTo>
                    <a:lnTo>
                      <a:pt x="901792" y="833071"/>
                    </a:lnTo>
                    <a:lnTo>
                      <a:pt x="888410" y="850542"/>
                    </a:lnTo>
                    <a:lnTo>
                      <a:pt x="883871" y="859494"/>
                    </a:lnTo>
                    <a:lnTo>
                      <a:pt x="888119" y="873843"/>
                    </a:lnTo>
                    <a:lnTo>
                      <a:pt x="909434" y="88952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4" name="ph34"/>
              <p:cNvSpPr/>
              <p:nvPr/>
            </p:nvSpPr>
            <p:spPr>
              <a:xfrm>
                <a:off x="4880715" y="3107645"/>
                <a:ext cx="961516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6" h="927810">
                    <a:moveTo>
                      <a:pt x="914400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6" y="880774"/>
                    </a:lnTo>
                    <a:lnTo>
                      <a:pt x="947449" y="915031"/>
                    </a:lnTo>
                    <a:lnTo>
                      <a:pt x="961516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5" name="ph35"/>
              <p:cNvSpPr/>
              <p:nvPr/>
            </p:nvSpPr>
            <p:spPr>
              <a:xfrm>
                <a:off x="4335896" y="2967278"/>
                <a:ext cx="9448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9" h="914400">
                    <a:moveTo>
                      <a:pt x="914400" y="914400"/>
                    </a:moveTo>
                    <a:lnTo>
                      <a:pt x="902762" y="899617"/>
                    </a:lnTo>
                    <a:lnTo>
                      <a:pt x="891047" y="895863"/>
                    </a:lnTo>
                    <a:lnTo>
                      <a:pt x="897351" y="877634"/>
                    </a:lnTo>
                    <a:lnTo>
                      <a:pt x="905594" y="871010"/>
                    </a:lnTo>
                    <a:lnTo>
                      <a:pt x="935114" y="882886"/>
                    </a:lnTo>
                    <a:lnTo>
                      <a:pt x="944385" y="906133"/>
                    </a:lnTo>
                    <a:lnTo>
                      <a:pt x="944889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6" name="ph36"/>
              <p:cNvSpPr/>
              <p:nvPr/>
            </p:nvSpPr>
            <p:spPr>
              <a:xfrm>
                <a:off x="6097704" y="773419"/>
                <a:ext cx="914400" cy="1013957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7">
                    <a:moveTo>
                      <a:pt x="914400" y="914400"/>
                    </a:moveTo>
                    <a:lnTo>
                      <a:pt x="914400" y="1010223"/>
                    </a:lnTo>
                    <a:lnTo>
                      <a:pt x="874639" y="1013957"/>
                    </a:lnTo>
                    <a:lnTo>
                      <a:pt x="863952" y="1007586"/>
                    </a:lnTo>
                    <a:lnTo>
                      <a:pt x="849308" y="958041"/>
                    </a:lnTo>
                    <a:lnTo>
                      <a:pt x="852218" y="945244"/>
                    </a:lnTo>
                    <a:lnTo>
                      <a:pt x="862070" y="939794"/>
                    </a:lnTo>
                    <a:lnTo>
                      <a:pt x="870508" y="938621"/>
                    </a:lnTo>
                    <a:lnTo>
                      <a:pt x="871749" y="965297"/>
                    </a:lnTo>
                    <a:lnTo>
                      <a:pt x="884143" y="962644"/>
                    </a:lnTo>
                    <a:lnTo>
                      <a:pt x="888022" y="945064"/>
                    </a:lnTo>
                    <a:lnTo>
                      <a:pt x="888894" y="932682"/>
                    </a:lnTo>
                    <a:lnTo>
                      <a:pt x="885539" y="926437"/>
                    </a:lnTo>
                    <a:lnTo>
                      <a:pt x="877121" y="921600"/>
                    </a:lnTo>
                    <a:lnTo>
                      <a:pt x="872253" y="913298"/>
                    </a:lnTo>
                    <a:lnTo>
                      <a:pt x="879255" y="899941"/>
                    </a:lnTo>
                    <a:lnTo>
                      <a:pt x="892211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7" name="ph37"/>
              <p:cNvSpPr/>
              <p:nvPr/>
            </p:nvSpPr>
            <p:spPr>
              <a:xfrm>
                <a:off x="6031662" y="842293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6" y="912324"/>
                    </a:lnTo>
                    <a:lnTo>
                      <a:pt x="900958" y="915158"/>
                    </a:lnTo>
                    <a:lnTo>
                      <a:pt x="897002" y="925373"/>
                    </a:lnTo>
                    <a:lnTo>
                      <a:pt x="888390" y="921709"/>
                    </a:lnTo>
                    <a:lnTo>
                      <a:pt x="884918" y="907072"/>
                    </a:lnTo>
                    <a:lnTo>
                      <a:pt x="891338" y="885160"/>
                    </a:lnTo>
                    <a:lnTo>
                      <a:pt x="906719" y="884330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8" name="ph38"/>
              <p:cNvSpPr/>
              <p:nvPr/>
            </p:nvSpPr>
            <p:spPr>
              <a:xfrm>
                <a:off x="4622270" y="2498220"/>
                <a:ext cx="921789" cy="1251646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46">
                    <a:moveTo>
                      <a:pt x="914400" y="914399"/>
                    </a:moveTo>
                    <a:lnTo>
                      <a:pt x="909240" y="925175"/>
                    </a:lnTo>
                    <a:lnTo>
                      <a:pt x="901657" y="932268"/>
                    </a:lnTo>
                    <a:lnTo>
                      <a:pt x="881815" y="939794"/>
                    </a:lnTo>
                    <a:lnTo>
                      <a:pt x="864631" y="950299"/>
                    </a:lnTo>
                    <a:lnTo>
                      <a:pt x="849308" y="968763"/>
                    </a:lnTo>
                    <a:lnTo>
                      <a:pt x="843664" y="995151"/>
                    </a:lnTo>
                    <a:lnTo>
                      <a:pt x="855651" y="1014463"/>
                    </a:lnTo>
                    <a:lnTo>
                      <a:pt x="877451" y="1025040"/>
                    </a:lnTo>
                    <a:lnTo>
                      <a:pt x="882998" y="1061806"/>
                    </a:lnTo>
                    <a:lnTo>
                      <a:pt x="864999" y="1079945"/>
                    </a:lnTo>
                    <a:lnTo>
                      <a:pt x="818819" y="1098048"/>
                    </a:lnTo>
                    <a:lnTo>
                      <a:pt x="813970" y="1141745"/>
                    </a:lnTo>
                    <a:lnTo>
                      <a:pt x="815463" y="1176183"/>
                    </a:lnTo>
                    <a:lnTo>
                      <a:pt x="814629" y="1201217"/>
                    </a:lnTo>
                    <a:lnTo>
                      <a:pt x="810963" y="1235853"/>
                    </a:lnTo>
                    <a:lnTo>
                      <a:pt x="773608" y="1251646"/>
                    </a:lnTo>
                    <a:lnTo>
                      <a:pt x="749499" y="1198888"/>
                    </a:lnTo>
                    <a:lnTo>
                      <a:pt x="749286" y="1177771"/>
                    </a:lnTo>
                    <a:lnTo>
                      <a:pt x="742090" y="1153116"/>
                    </a:lnTo>
                    <a:lnTo>
                      <a:pt x="740732" y="1132107"/>
                    </a:lnTo>
                    <a:lnTo>
                      <a:pt x="732198" y="1098500"/>
                    </a:lnTo>
                    <a:lnTo>
                      <a:pt x="696860" y="1089403"/>
                    </a:lnTo>
                    <a:lnTo>
                      <a:pt x="683147" y="1088212"/>
                    </a:lnTo>
                    <a:lnTo>
                      <a:pt x="663965" y="1094457"/>
                    </a:lnTo>
                    <a:lnTo>
                      <a:pt x="659213" y="1092020"/>
                    </a:lnTo>
                    <a:lnTo>
                      <a:pt x="636249" y="1046121"/>
                    </a:lnTo>
                    <a:lnTo>
                      <a:pt x="640031" y="995476"/>
                    </a:lnTo>
                    <a:lnTo>
                      <a:pt x="627773" y="969918"/>
                    </a:lnTo>
                    <a:lnTo>
                      <a:pt x="626086" y="958349"/>
                    </a:lnTo>
                    <a:lnTo>
                      <a:pt x="626377" y="945534"/>
                    </a:lnTo>
                    <a:lnTo>
                      <a:pt x="616310" y="934975"/>
                    </a:lnTo>
                    <a:lnTo>
                      <a:pt x="604091" y="929380"/>
                    </a:lnTo>
                    <a:lnTo>
                      <a:pt x="598156" y="900881"/>
                    </a:lnTo>
                    <a:lnTo>
                      <a:pt x="612199" y="893968"/>
                    </a:lnTo>
                    <a:lnTo>
                      <a:pt x="646916" y="897307"/>
                    </a:lnTo>
                    <a:lnTo>
                      <a:pt x="657060" y="895358"/>
                    </a:lnTo>
                    <a:lnTo>
                      <a:pt x="666351" y="889420"/>
                    </a:lnTo>
                    <a:lnTo>
                      <a:pt x="694435" y="842564"/>
                    </a:lnTo>
                    <a:lnTo>
                      <a:pt x="693621" y="832240"/>
                    </a:lnTo>
                    <a:lnTo>
                      <a:pt x="696627" y="818848"/>
                    </a:lnTo>
                    <a:lnTo>
                      <a:pt x="727020" y="813884"/>
                    </a:lnTo>
                    <a:lnTo>
                      <a:pt x="740558" y="831988"/>
                    </a:lnTo>
                    <a:lnTo>
                      <a:pt x="737842" y="860974"/>
                    </a:lnTo>
                    <a:lnTo>
                      <a:pt x="739569" y="898119"/>
                    </a:lnTo>
                    <a:lnTo>
                      <a:pt x="757975" y="908227"/>
                    </a:lnTo>
                    <a:lnTo>
                      <a:pt x="765151" y="909707"/>
                    </a:lnTo>
                    <a:lnTo>
                      <a:pt x="772813" y="882272"/>
                    </a:lnTo>
                    <a:lnTo>
                      <a:pt x="778185" y="868934"/>
                    </a:lnTo>
                    <a:lnTo>
                      <a:pt x="785478" y="861498"/>
                    </a:lnTo>
                    <a:lnTo>
                      <a:pt x="787960" y="836428"/>
                    </a:lnTo>
                    <a:lnTo>
                      <a:pt x="783635" y="821122"/>
                    </a:lnTo>
                    <a:lnTo>
                      <a:pt x="774422" y="809715"/>
                    </a:lnTo>
                    <a:lnTo>
                      <a:pt x="808830" y="778671"/>
                    </a:lnTo>
                    <a:lnTo>
                      <a:pt x="844440" y="754088"/>
                    </a:lnTo>
                    <a:lnTo>
                      <a:pt x="865154" y="752806"/>
                    </a:lnTo>
                    <a:lnTo>
                      <a:pt x="886005" y="758817"/>
                    </a:lnTo>
                    <a:lnTo>
                      <a:pt x="905381" y="767119"/>
                    </a:lnTo>
                    <a:lnTo>
                      <a:pt x="915893" y="774267"/>
                    </a:lnTo>
                    <a:lnTo>
                      <a:pt x="921789" y="785746"/>
                    </a:lnTo>
                    <a:lnTo>
                      <a:pt x="908794" y="813108"/>
                    </a:lnTo>
                    <a:lnTo>
                      <a:pt x="905187" y="828089"/>
                    </a:lnTo>
                    <a:lnTo>
                      <a:pt x="913915" y="8773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9" name="ph39"/>
              <p:cNvSpPr/>
              <p:nvPr/>
            </p:nvSpPr>
            <p:spPr>
              <a:xfrm>
                <a:off x="4163063" y="1784037"/>
                <a:ext cx="1046890" cy="1566168"/>
              </a:xfrm>
              <a:custGeom>
                <a:avLst/>
                <a:gdLst/>
                <a:ahLst/>
                <a:cxnLst/>
                <a:rect l="0" t="0" r="0" b="0"/>
                <a:pathLst>
                  <a:path w="1046890" h="1566168">
                    <a:moveTo>
                      <a:pt x="914400" y="914400"/>
                    </a:moveTo>
                    <a:lnTo>
                      <a:pt x="968862" y="870649"/>
                    </a:lnTo>
                    <a:lnTo>
                      <a:pt x="984087" y="870089"/>
                    </a:lnTo>
                    <a:lnTo>
                      <a:pt x="958466" y="902704"/>
                    </a:lnTo>
                    <a:lnTo>
                      <a:pt x="954354" y="915320"/>
                    </a:lnTo>
                    <a:lnTo>
                      <a:pt x="951251" y="934669"/>
                    </a:lnTo>
                    <a:lnTo>
                      <a:pt x="969618" y="976687"/>
                    </a:lnTo>
                    <a:lnTo>
                      <a:pt x="965739" y="1002262"/>
                    </a:lnTo>
                    <a:lnTo>
                      <a:pt x="967039" y="1052583"/>
                    </a:lnTo>
                    <a:lnTo>
                      <a:pt x="949719" y="1078808"/>
                    </a:lnTo>
                    <a:lnTo>
                      <a:pt x="930168" y="1134598"/>
                    </a:lnTo>
                    <a:lnTo>
                      <a:pt x="921750" y="1142810"/>
                    </a:lnTo>
                    <a:lnTo>
                      <a:pt x="919947" y="1207931"/>
                    </a:lnTo>
                    <a:lnTo>
                      <a:pt x="921867" y="1223471"/>
                    </a:lnTo>
                    <a:lnTo>
                      <a:pt x="919093" y="1282762"/>
                    </a:lnTo>
                    <a:lnTo>
                      <a:pt x="939129" y="1307038"/>
                    </a:lnTo>
                    <a:lnTo>
                      <a:pt x="960309" y="1319727"/>
                    </a:lnTo>
                    <a:lnTo>
                      <a:pt x="1030947" y="1319275"/>
                    </a:lnTo>
                    <a:lnTo>
                      <a:pt x="1038278" y="1329942"/>
                    </a:lnTo>
                    <a:lnTo>
                      <a:pt x="1046890" y="1348280"/>
                    </a:lnTo>
                    <a:lnTo>
                      <a:pt x="1040586" y="1379415"/>
                    </a:lnTo>
                    <a:lnTo>
                      <a:pt x="1033042" y="1402897"/>
                    </a:lnTo>
                    <a:lnTo>
                      <a:pt x="1012579" y="1422678"/>
                    </a:lnTo>
                    <a:lnTo>
                      <a:pt x="986318" y="1437424"/>
                    </a:lnTo>
                    <a:lnTo>
                      <a:pt x="969987" y="1438074"/>
                    </a:lnTo>
                    <a:lnTo>
                      <a:pt x="947740" y="1410044"/>
                    </a:lnTo>
                    <a:lnTo>
                      <a:pt x="937170" y="1419141"/>
                    </a:lnTo>
                    <a:lnTo>
                      <a:pt x="926250" y="1433436"/>
                    </a:lnTo>
                    <a:lnTo>
                      <a:pt x="907960" y="1510144"/>
                    </a:lnTo>
                    <a:lnTo>
                      <a:pt x="899290" y="1561963"/>
                    </a:lnTo>
                    <a:lnTo>
                      <a:pt x="894597" y="1566168"/>
                    </a:lnTo>
                    <a:lnTo>
                      <a:pt x="884259" y="1558533"/>
                    </a:lnTo>
                    <a:lnTo>
                      <a:pt x="866396" y="1557938"/>
                    </a:lnTo>
                    <a:lnTo>
                      <a:pt x="862943" y="1559817"/>
                    </a:lnTo>
                    <a:lnTo>
                      <a:pt x="862943" y="92604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0" name="ph40"/>
              <p:cNvSpPr/>
              <p:nvPr/>
            </p:nvSpPr>
            <p:spPr>
              <a:xfrm>
                <a:off x="4116300" y="2469955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1" name="ph41"/>
              <p:cNvSpPr/>
              <p:nvPr/>
            </p:nvSpPr>
            <p:spPr>
              <a:xfrm>
                <a:off x="4248015" y="2545292"/>
                <a:ext cx="940700" cy="1102488"/>
              </a:xfrm>
              <a:custGeom>
                <a:avLst/>
                <a:gdLst/>
                <a:ahLst/>
                <a:cxnLst/>
                <a:rect l="0" t="0" r="0" b="0"/>
                <a:pathLst>
                  <a:path w="940700" h="1102488">
                    <a:moveTo>
                      <a:pt x="914400" y="914399"/>
                    </a:moveTo>
                    <a:lnTo>
                      <a:pt x="924582" y="955533"/>
                    </a:lnTo>
                    <a:lnTo>
                      <a:pt x="940700" y="1001540"/>
                    </a:lnTo>
                    <a:lnTo>
                      <a:pt x="933970" y="1020799"/>
                    </a:lnTo>
                    <a:lnTo>
                      <a:pt x="938547" y="1045472"/>
                    </a:lnTo>
                    <a:lnTo>
                      <a:pt x="933950" y="1071210"/>
                    </a:lnTo>
                    <a:lnTo>
                      <a:pt x="901889" y="1101135"/>
                    </a:lnTo>
                    <a:lnTo>
                      <a:pt x="865930" y="1102488"/>
                    </a:lnTo>
                    <a:lnTo>
                      <a:pt x="828555" y="1088031"/>
                    </a:lnTo>
                    <a:lnTo>
                      <a:pt x="777991" y="1061375"/>
                    </a:lnTo>
                    <a:lnTo>
                      <a:pt x="777991" y="922097"/>
                    </a:lnTo>
                    <a:lnTo>
                      <a:pt x="834820" y="894726"/>
                    </a:lnTo>
                    <a:lnTo>
                      <a:pt x="848222" y="899112"/>
                    </a:lnTo>
                    <a:lnTo>
                      <a:pt x="862206" y="913389"/>
                    </a:lnTo>
                    <a:lnTo>
                      <a:pt x="878305" y="914237"/>
                    </a:lnTo>
                    <a:lnTo>
                      <a:pt x="901676" y="893986"/>
                    </a:lnTo>
                    <a:lnTo>
                      <a:pt x="906118" y="8951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2" name="ph42"/>
              <p:cNvSpPr/>
              <p:nvPr/>
            </p:nvSpPr>
            <p:spPr>
              <a:xfrm>
                <a:off x="4417144" y="2814403"/>
                <a:ext cx="959591" cy="988599"/>
              </a:xfrm>
              <a:custGeom>
                <a:avLst/>
                <a:gdLst/>
                <a:ahLst/>
                <a:cxnLst/>
                <a:rect l="0" t="0" r="0" b="0"/>
                <a:pathLst>
                  <a:path w="959591" h="988599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4" y="922594"/>
                    </a:lnTo>
                    <a:lnTo>
                      <a:pt x="958214" y="937286"/>
                    </a:lnTo>
                    <a:lnTo>
                      <a:pt x="959591" y="969900"/>
                    </a:lnTo>
                    <a:lnTo>
                      <a:pt x="942601" y="979412"/>
                    </a:lnTo>
                    <a:lnTo>
                      <a:pt x="923845" y="976181"/>
                    </a:lnTo>
                    <a:lnTo>
                      <a:pt x="898321" y="988599"/>
                    </a:lnTo>
                    <a:lnTo>
                      <a:pt x="814532" y="935282"/>
                    </a:lnTo>
                    <a:lnTo>
                      <a:pt x="815754" y="890827"/>
                    </a:lnTo>
                    <a:lnTo>
                      <a:pt x="819110" y="873374"/>
                    </a:lnTo>
                    <a:lnTo>
                      <a:pt x="858812" y="869223"/>
                    </a:lnTo>
                    <a:lnTo>
                      <a:pt x="879255" y="8914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3" name="ph43"/>
              <p:cNvSpPr/>
              <p:nvPr/>
            </p:nvSpPr>
            <p:spPr>
              <a:xfrm>
                <a:off x="4248597" y="2845646"/>
                <a:ext cx="96630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2" h="914400">
                    <a:moveTo>
                      <a:pt x="914400" y="914400"/>
                    </a:moveTo>
                    <a:lnTo>
                      <a:pt x="902432" y="884456"/>
                    </a:lnTo>
                    <a:lnTo>
                      <a:pt x="900881" y="875089"/>
                    </a:lnTo>
                    <a:lnTo>
                      <a:pt x="914943" y="855921"/>
                    </a:lnTo>
                    <a:lnTo>
                      <a:pt x="924039" y="834208"/>
                    </a:lnTo>
                    <a:lnTo>
                      <a:pt x="947566" y="800871"/>
                    </a:lnTo>
                    <a:lnTo>
                      <a:pt x="961123" y="761813"/>
                    </a:lnTo>
                    <a:lnTo>
                      <a:pt x="966302" y="762427"/>
                    </a:lnTo>
                    <a:lnTo>
                      <a:pt x="960289" y="797207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4" name="ph44"/>
              <p:cNvSpPr/>
              <p:nvPr/>
            </p:nvSpPr>
            <p:spPr>
              <a:xfrm>
                <a:off x="4610323" y="2769569"/>
                <a:ext cx="921983" cy="935986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6">
                    <a:moveTo>
                      <a:pt x="914400" y="914400"/>
                    </a:moveTo>
                    <a:lnTo>
                      <a:pt x="883910" y="910357"/>
                    </a:lnTo>
                    <a:lnTo>
                      <a:pt x="849541" y="935986"/>
                    </a:lnTo>
                    <a:lnTo>
                      <a:pt x="836507" y="927882"/>
                    </a:lnTo>
                    <a:lnTo>
                      <a:pt x="841434" y="911512"/>
                    </a:lnTo>
                    <a:lnTo>
                      <a:pt x="845022" y="905555"/>
                    </a:lnTo>
                    <a:lnTo>
                      <a:pt x="856582" y="898607"/>
                    </a:lnTo>
                    <a:lnTo>
                      <a:pt x="864301" y="888445"/>
                    </a:lnTo>
                    <a:lnTo>
                      <a:pt x="867327" y="872544"/>
                    </a:lnTo>
                    <a:lnTo>
                      <a:pt x="874484" y="881117"/>
                    </a:lnTo>
                    <a:lnTo>
                      <a:pt x="895760" y="884709"/>
                    </a:lnTo>
                    <a:lnTo>
                      <a:pt x="906156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5" name="ph45"/>
              <p:cNvSpPr/>
              <p:nvPr/>
            </p:nvSpPr>
            <p:spPr>
              <a:xfrm>
                <a:off x="4622348" y="2546627"/>
                <a:ext cx="9330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7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79"/>
                    </a:lnTo>
                    <a:lnTo>
                      <a:pt x="919888" y="867743"/>
                    </a:lnTo>
                    <a:lnTo>
                      <a:pt x="924020" y="868068"/>
                    </a:lnTo>
                    <a:lnTo>
                      <a:pt x="929664" y="880106"/>
                    </a:lnTo>
                    <a:lnTo>
                      <a:pt x="933097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" name="ph46"/>
              <p:cNvSpPr/>
              <p:nvPr/>
            </p:nvSpPr>
            <p:spPr>
              <a:xfrm>
                <a:off x="4194483" y="2811605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8" y="876027"/>
                    </a:lnTo>
                    <a:lnTo>
                      <a:pt x="871225" y="867977"/>
                    </a:lnTo>
                    <a:lnTo>
                      <a:pt x="884259" y="873121"/>
                    </a:lnTo>
                    <a:lnTo>
                      <a:pt x="900435" y="888968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" name="ph47"/>
              <p:cNvSpPr/>
              <p:nvPr/>
            </p:nvSpPr>
            <p:spPr>
              <a:xfrm>
                <a:off x="4111607" y="2796437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1"/>
                    </a:lnTo>
                    <a:lnTo>
                      <a:pt x="925862" y="903414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" name="ph48"/>
              <p:cNvSpPr/>
              <p:nvPr/>
            </p:nvSpPr>
            <p:spPr>
              <a:xfrm>
                <a:off x="4228852" y="2468601"/>
                <a:ext cx="92857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8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2"/>
                    </a:lnTo>
                    <a:lnTo>
                      <a:pt x="905264" y="862093"/>
                    </a:lnTo>
                    <a:lnTo>
                      <a:pt x="899659" y="842889"/>
                    </a:lnTo>
                    <a:lnTo>
                      <a:pt x="905827" y="830544"/>
                    </a:lnTo>
                    <a:lnTo>
                      <a:pt x="923535" y="859296"/>
                    </a:lnTo>
                    <a:lnTo>
                      <a:pt x="928578" y="872815"/>
                    </a:lnTo>
                    <a:lnTo>
                      <a:pt x="921750" y="888968"/>
                    </a:lnTo>
                    <a:lnTo>
                      <a:pt x="917774" y="90775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" name="ph49"/>
              <p:cNvSpPr/>
              <p:nvPr/>
            </p:nvSpPr>
            <p:spPr>
              <a:xfrm>
                <a:off x="4312486" y="1927437"/>
                <a:ext cx="94679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90" h="914400">
                    <a:moveTo>
                      <a:pt x="914400" y="914400"/>
                    </a:moveTo>
                    <a:lnTo>
                      <a:pt x="887071" y="902144"/>
                    </a:lnTo>
                    <a:lnTo>
                      <a:pt x="899135" y="885016"/>
                    </a:lnTo>
                    <a:lnTo>
                      <a:pt x="929159" y="877128"/>
                    </a:lnTo>
                    <a:lnTo>
                      <a:pt x="946790" y="879727"/>
                    </a:lnTo>
                    <a:lnTo>
                      <a:pt x="927394" y="896729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" name="ph50"/>
              <p:cNvSpPr/>
              <p:nvPr/>
            </p:nvSpPr>
            <p:spPr>
              <a:xfrm>
                <a:off x="5114741" y="2749589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399" y="914400"/>
                    </a:moveTo>
                    <a:lnTo>
                      <a:pt x="881582" y="904039"/>
                    </a:lnTo>
                    <a:lnTo>
                      <a:pt x="841589" y="878428"/>
                    </a:lnTo>
                    <a:lnTo>
                      <a:pt x="847446" y="828233"/>
                    </a:lnTo>
                    <a:lnTo>
                      <a:pt x="857707" y="806538"/>
                    </a:lnTo>
                    <a:lnTo>
                      <a:pt x="930653" y="862797"/>
                    </a:lnTo>
                    <a:lnTo>
                      <a:pt x="931545" y="884005"/>
                    </a:lnTo>
                    <a:lnTo>
                      <a:pt x="921731" y="9081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1" name="pt51"/>
              <p:cNvSpPr/>
              <p:nvPr/>
            </p:nvSpPr>
            <p:spPr>
              <a:xfrm>
                <a:off x="5543648" y="3327924"/>
                <a:ext cx="117405" cy="117405"/>
              </a:xfrm>
              <a:prstGeom prst="ellipse">
                <a:avLst/>
              </a:prstGeom>
              <a:solidFill>
                <a:srgbClr val="D7466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2" name="pt52"/>
              <p:cNvSpPr/>
              <p:nvPr/>
            </p:nvSpPr>
            <p:spPr>
              <a:xfrm>
                <a:off x="6770418" y="1819937"/>
                <a:ext cx="117405" cy="117405"/>
              </a:xfrm>
              <a:prstGeom prst="ellipse">
                <a:avLst/>
              </a:prstGeom>
              <a:solidFill>
                <a:srgbClr val="00000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3" name="pt53"/>
              <p:cNvSpPr/>
              <p:nvPr/>
            </p:nvSpPr>
            <p:spPr>
              <a:xfrm>
                <a:off x="5474039" y="3164682"/>
                <a:ext cx="117405" cy="117405"/>
              </a:xfrm>
              <a:prstGeom prst="ellipse">
                <a:avLst/>
              </a:prstGeom>
              <a:solidFill>
                <a:srgbClr val="E9686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4" name="pt54"/>
              <p:cNvSpPr/>
              <p:nvPr/>
            </p:nvSpPr>
            <p:spPr>
              <a:xfrm>
                <a:off x="6304072" y="2610862"/>
                <a:ext cx="117405" cy="117405"/>
              </a:xfrm>
              <a:prstGeom prst="ellipse">
                <a:avLst/>
              </a:prstGeom>
              <a:solidFill>
                <a:srgbClr val="00000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" name="pt55"/>
              <p:cNvSpPr/>
              <p:nvPr/>
            </p:nvSpPr>
            <p:spPr>
              <a:xfrm>
                <a:off x="6228855" y="2995558"/>
                <a:ext cx="117405" cy="117405"/>
              </a:xfrm>
              <a:prstGeom prst="ellipse">
                <a:avLst/>
              </a:prstGeom>
              <a:solidFill>
                <a:srgbClr val="33105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6" name="pt56"/>
              <p:cNvSpPr/>
              <p:nvPr/>
            </p:nvSpPr>
            <p:spPr>
              <a:xfrm>
                <a:off x="5559729" y="3460740"/>
                <a:ext cx="117405" cy="117405"/>
              </a:xfrm>
              <a:prstGeom prst="ellipse">
                <a:avLst/>
              </a:prstGeom>
              <a:solidFill>
                <a:srgbClr val="00000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7" name="pt57"/>
              <p:cNvSpPr/>
              <p:nvPr/>
            </p:nvSpPr>
            <p:spPr>
              <a:xfrm>
                <a:off x="5188882" y="2173890"/>
                <a:ext cx="117405" cy="117405"/>
              </a:xfrm>
              <a:prstGeom prst="ellipse">
                <a:avLst/>
              </a:prstGeom>
              <a:solidFill>
                <a:srgbClr val="5B177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8" name="pt58"/>
              <p:cNvSpPr/>
              <p:nvPr/>
            </p:nvSpPr>
            <p:spPr>
              <a:xfrm>
                <a:off x="5278785" y="2478760"/>
                <a:ext cx="117405" cy="117405"/>
              </a:xfrm>
              <a:prstGeom prst="ellipse">
                <a:avLst/>
              </a:prstGeom>
              <a:solidFill>
                <a:srgbClr val="FCFDB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" name="pg59"/>
              <p:cNvSpPr/>
              <p:nvPr/>
            </p:nvSpPr>
            <p:spPr>
              <a:xfrm>
                <a:off x="5658815" y="3255419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3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1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60" name="tx60"/>
              <p:cNvSpPr/>
              <p:nvPr/>
            </p:nvSpPr>
            <p:spPr>
              <a:xfrm>
                <a:off x="5704535" y="3301139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61" name="pg61"/>
              <p:cNvSpPr/>
              <p:nvPr/>
            </p:nvSpPr>
            <p:spPr>
              <a:xfrm>
                <a:off x="6701757" y="1627078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1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1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62" name="tx62"/>
              <p:cNvSpPr/>
              <p:nvPr/>
            </p:nvSpPr>
            <p:spPr>
              <a:xfrm>
                <a:off x="6747477" y="1672798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63" name="pg63"/>
              <p:cNvSpPr/>
              <p:nvPr/>
            </p:nvSpPr>
            <p:spPr>
              <a:xfrm>
                <a:off x="5208048" y="2972037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2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64" name="tx64"/>
              <p:cNvSpPr/>
              <p:nvPr/>
            </p:nvSpPr>
            <p:spPr>
              <a:xfrm>
                <a:off x="5253768" y="3017757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65" name="pg65"/>
              <p:cNvSpPr/>
              <p:nvPr/>
            </p:nvSpPr>
            <p:spPr>
              <a:xfrm>
                <a:off x="6041860" y="2729573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1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2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66" name="tx66"/>
              <p:cNvSpPr/>
              <p:nvPr/>
            </p:nvSpPr>
            <p:spPr>
              <a:xfrm>
                <a:off x="6087580" y="2775293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67" name="pg67"/>
              <p:cNvSpPr/>
              <p:nvPr/>
            </p:nvSpPr>
            <p:spPr>
              <a:xfrm>
                <a:off x="6228732" y="3113956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1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68" name="tx68"/>
              <p:cNvSpPr/>
              <p:nvPr/>
            </p:nvSpPr>
            <p:spPr>
              <a:xfrm>
                <a:off x="6274452" y="3159676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69" name="pg69"/>
              <p:cNvSpPr/>
              <p:nvPr/>
            </p:nvSpPr>
            <p:spPr>
              <a:xfrm>
                <a:off x="5544042" y="3578809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2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70" name="tx70"/>
              <p:cNvSpPr/>
              <p:nvPr/>
            </p:nvSpPr>
            <p:spPr>
              <a:xfrm>
                <a:off x="5589762" y="3624529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71" name="pg71"/>
              <p:cNvSpPr/>
              <p:nvPr/>
            </p:nvSpPr>
            <p:spPr>
              <a:xfrm>
                <a:off x="4972422" y="2292322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2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72" name="tx72"/>
              <p:cNvSpPr/>
              <p:nvPr/>
            </p:nvSpPr>
            <p:spPr>
              <a:xfrm>
                <a:off x="5018142" y="2338042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  <p:sp>
            <p:nvSpPr>
              <p:cNvPr id="73" name="pg73"/>
              <p:cNvSpPr/>
              <p:nvPr/>
            </p:nvSpPr>
            <p:spPr>
              <a:xfrm>
                <a:off x="5059573" y="2597047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2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74" name="tx74"/>
              <p:cNvSpPr/>
              <p:nvPr/>
            </p:nvSpPr>
            <p:spPr>
              <a:xfrm>
                <a:off x="5105293" y="2642767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75" name="rc75"/>
              <p:cNvSpPr/>
              <p:nvPr/>
            </p:nvSpPr>
            <p:spPr>
              <a:xfrm>
                <a:off x="4926702" y="1318571"/>
                <a:ext cx="2184706" cy="2846260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76" name="tx76"/>
              <p:cNvSpPr/>
              <p:nvPr/>
            </p:nvSpPr>
            <p:spPr>
              <a:xfrm>
                <a:off x="4614349" y="3994765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77" name="tx77"/>
              <p:cNvSpPr/>
              <p:nvPr/>
            </p:nvSpPr>
            <p:spPr>
              <a:xfrm>
                <a:off x="4738707" y="3976294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78" name="tx78"/>
              <p:cNvSpPr/>
              <p:nvPr/>
            </p:nvSpPr>
            <p:spPr>
              <a:xfrm>
                <a:off x="4783422" y="3994765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79" name="tx79"/>
              <p:cNvSpPr/>
              <p:nvPr/>
            </p:nvSpPr>
            <p:spPr>
              <a:xfrm>
                <a:off x="4614349" y="362512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80" name="tx80"/>
              <p:cNvSpPr/>
              <p:nvPr/>
            </p:nvSpPr>
            <p:spPr>
              <a:xfrm>
                <a:off x="4738707" y="360665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81" name="tx81"/>
              <p:cNvSpPr/>
              <p:nvPr/>
            </p:nvSpPr>
            <p:spPr>
              <a:xfrm>
                <a:off x="4783422" y="362512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82" name="tx82"/>
              <p:cNvSpPr/>
              <p:nvPr/>
            </p:nvSpPr>
            <p:spPr>
              <a:xfrm>
                <a:off x="4614349" y="325565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83" name="tx83"/>
              <p:cNvSpPr/>
              <p:nvPr/>
            </p:nvSpPr>
            <p:spPr>
              <a:xfrm>
                <a:off x="4738707" y="32371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84" name="tx84"/>
              <p:cNvSpPr/>
              <p:nvPr/>
            </p:nvSpPr>
            <p:spPr>
              <a:xfrm>
                <a:off x="4783422" y="325565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85" name="tx85"/>
              <p:cNvSpPr/>
              <p:nvPr/>
            </p:nvSpPr>
            <p:spPr>
              <a:xfrm>
                <a:off x="4614349" y="288583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86" name="tx86"/>
              <p:cNvSpPr/>
              <p:nvPr/>
            </p:nvSpPr>
            <p:spPr>
              <a:xfrm>
                <a:off x="4738707" y="286736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87" name="tx87"/>
              <p:cNvSpPr/>
              <p:nvPr/>
            </p:nvSpPr>
            <p:spPr>
              <a:xfrm>
                <a:off x="4783422" y="288583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88" name="tx88"/>
              <p:cNvSpPr/>
              <p:nvPr/>
            </p:nvSpPr>
            <p:spPr>
              <a:xfrm>
                <a:off x="4614349" y="251637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89" name="tx89"/>
              <p:cNvSpPr/>
              <p:nvPr/>
            </p:nvSpPr>
            <p:spPr>
              <a:xfrm>
                <a:off x="4738707" y="249790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0" name="tx90"/>
              <p:cNvSpPr/>
              <p:nvPr/>
            </p:nvSpPr>
            <p:spPr>
              <a:xfrm>
                <a:off x="4783422" y="251637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91" name="tx91"/>
              <p:cNvSpPr/>
              <p:nvPr/>
            </p:nvSpPr>
            <p:spPr>
              <a:xfrm>
                <a:off x="4614349" y="21467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92" name="tx92"/>
              <p:cNvSpPr/>
              <p:nvPr/>
            </p:nvSpPr>
            <p:spPr>
              <a:xfrm>
                <a:off x="4738707" y="21282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3" name="tx93"/>
              <p:cNvSpPr/>
              <p:nvPr/>
            </p:nvSpPr>
            <p:spPr>
              <a:xfrm>
                <a:off x="4783422" y="214672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94" name="tx94"/>
              <p:cNvSpPr/>
              <p:nvPr/>
            </p:nvSpPr>
            <p:spPr>
              <a:xfrm>
                <a:off x="4614349" y="177708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95" name="tx95"/>
              <p:cNvSpPr/>
              <p:nvPr/>
            </p:nvSpPr>
            <p:spPr>
              <a:xfrm>
                <a:off x="4738707" y="175861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6" name="tx96"/>
              <p:cNvSpPr/>
              <p:nvPr/>
            </p:nvSpPr>
            <p:spPr>
              <a:xfrm>
                <a:off x="4783422" y="177708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97" name="tx97"/>
              <p:cNvSpPr/>
              <p:nvPr/>
            </p:nvSpPr>
            <p:spPr>
              <a:xfrm>
                <a:off x="4614349" y="140743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98" name="tx98"/>
              <p:cNvSpPr/>
              <p:nvPr/>
            </p:nvSpPr>
            <p:spPr>
              <a:xfrm>
                <a:off x="4738707" y="138896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99" name="tx99"/>
              <p:cNvSpPr/>
              <p:nvPr/>
            </p:nvSpPr>
            <p:spPr>
              <a:xfrm>
                <a:off x="4783422" y="140743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00" name="pl100"/>
              <p:cNvSpPr/>
              <p:nvPr/>
            </p:nvSpPr>
            <p:spPr>
              <a:xfrm>
                <a:off x="4891907" y="403545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1" name="pl101"/>
              <p:cNvSpPr/>
              <p:nvPr/>
            </p:nvSpPr>
            <p:spPr>
              <a:xfrm>
                <a:off x="4891907" y="3665812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2" name="pl102"/>
              <p:cNvSpPr/>
              <p:nvPr/>
            </p:nvSpPr>
            <p:spPr>
              <a:xfrm>
                <a:off x="4891907" y="329616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3" name="pl103"/>
              <p:cNvSpPr/>
              <p:nvPr/>
            </p:nvSpPr>
            <p:spPr>
              <a:xfrm>
                <a:off x="4891907" y="292652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4" name="pl104"/>
              <p:cNvSpPr/>
              <p:nvPr/>
            </p:nvSpPr>
            <p:spPr>
              <a:xfrm>
                <a:off x="4891907" y="255687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5" name="pl105"/>
              <p:cNvSpPr/>
              <p:nvPr/>
            </p:nvSpPr>
            <p:spPr>
              <a:xfrm>
                <a:off x="4891907" y="2187235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" name="pl106"/>
              <p:cNvSpPr/>
              <p:nvPr/>
            </p:nvSpPr>
            <p:spPr>
              <a:xfrm>
                <a:off x="4891907" y="181759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" name="pl107"/>
              <p:cNvSpPr/>
              <p:nvPr/>
            </p:nvSpPr>
            <p:spPr>
              <a:xfrm>
                <a:off x="4891907" y="144794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" name="pl108"/>
              <p:cNvSpPr/>
              <p:nvPr/>
            </p:nvSpPr>
            <p:spPr>
              <a:xfrm>
                <a:off x="5026007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" name="pl109"/>
              <p:cNvSpPr/>
              <p:nvPr/>
            </p:nvSpPr>
            <p:spPr>
              <a:xfrm>
                <a:off x="5423226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" name="pl110"/>
              <p:cNvSpPr/>
              <p:nvPr/>
            </p:nvSpPr>
            <p:spPr>
              <a:xfrm>
                <a:off x="5820445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1" name="pl111"/>
              <p:cNvSpPr/>
              <p:nvPr/>
            </p:nvSpPr>
            <p:spPr>
              <a:xfrm>
                <a:off x="6217665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2" name="pl112"/>
              <p:cNvSpPr/>
              <p:nvPr/>
            </p:nvSpPr>
            <p:spPr>
              <a:xfrm>
                <a:off x="6614884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3" name="pl113"/>
              <p:cNvSpPr/>
              <p:nvPr/>
            </p:nvSpPr>
            <p:spPr>
              <a:xfrm>
                <a:off x="7012104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4" name="tx114"/>
              <p:cNvSpPr/>
              <p:nvPr/>
            </p:nvSpPr>
            <p:spPr>
              <a:xfrm>
                <a:off x="4904209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115" name="tx115"/>
              <p:cNvSpPr/>
              <p:nvPr/>
            </p:nvSpPr>
            <p:spPr>
              <a:xfrm>
                <a:off x="5028567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6" name="tx116"/>
              <p:cNvSpPr/>
              <p:nvPr/>
            </p:nvSpPr>
            <p:spPr>
              <a:xfrm>
                <a:off x="5073281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17" name="tx117"/>
              <p:cNvSpPr/>
              <p:nvPr/>
            </p:nvSpPr>
            <p:spPr>
              <a:xfrm>
                <a:off x="5301428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118" name="tx118"/>
              <p:cNvSpPr/>
              <p:nvPr/>
            </p:nvSpPr>
            <p:spPr>
              <a:xfrm>
                <a:off x="5425786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9" name="tx119"/>
              <p:cNvSpPr/>
              <p:nvPr/>
            </p:nvSpPr>
            <p:spPr>
              <a:xfrm>
                <a:off x="5470500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20" name="tx120"/>
              <p:cNvSpPr/>
              <p:nvPr/>
            </p:nvSpPr>
            <p:spPr>
              <a:xfrm>
                <a:off x="5698647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121" name="tx121"/>
              <p:cNvSpPr/>
              <p:nvPr/>
            </p:nvSpPr>
            <p:spPr>
              <a:xfrm>
                <a:off x="5823006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22" name="tx122"/>
              <p:cNvSpPr/>
              <p:nvPr/>
            </p:nvSpPr>
            <p:spPr>
              <a:xfrm>
                <a:off x="5867720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23" name="tx123"/>
              <p:cNvSpPr/>
              <p:nvPr/>
            </p:nvSpPr>
            <p:spPr>
              <a:xfrm>
                <a:off x="6095867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124" name="tx124"/>
              <p:cNvSpPr/>
              <p:nvPr/>
            </p:nvSpPr>
            <p:spPr>
              <a:xfrm>
                <a:off x="6220225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25" name="tx125"/>
              <p:cNvSpPr/>
              <p:nvPr/>
            </p:nvSpPr>
            <p:spPr>
              <a:xfrm>
                <a:off x="6264939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26" name="tx126"/>
              <p:cNvSpPr/>
              <p:nvPr/>
            </p:nvSpPr>
            <p:spPr>
              <a:xfrm>
                <a:off x="6493086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127" name="tx127"/>
              <p:cNvSpPr/>
              <p:nvPr/>
            </p:nvSpPr>
            <p:spPr>
              <a:xfrm>
                <a:off x="6617445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28" name="tx128"/>
              <p:cNvSpPr/>
              <p:nvPr/>
            </p:nvSpPr>
            <p:spPr>
              <a:xfrm>
                <a:off x="6662159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29" name="tx129"/>
              <p:cNvSpPr/>
              <p:nvPr/>
            </p:nvSpPr>
            <p:spPr>
              <a:xfrm>
                <a:off x="6890306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130" name="tx130"/>
              <p:cNvSpPr/>
              <p:nvPr/>
            </p:nvSpPr>
            <p:spPr>
              <a:xfrm>
                <a:off x="7014664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1" name="tx131"/>
              <p:cNvSpPr/>
              <p:nvPr/>
            </p:nvSpPr>
            <p:spPr>
              <a:xfrm>
                <a:off x="7059378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32" name="tx132"/>
              <p:cNvSpPr/>
              <p:nvPr/>
            </p:nvSpPr>
            <p:spPr>
              <a:xfrm>
                <a:off x="5712091" y="4371641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133" name="tx133"/>
              <p:cNvSpPr/>
              <p:nvPr/>
            </p:nvSpPr>
            <p:spPr>
              <a:xfrm rot="16200000">
                <a:off x="4244508" y="2691683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134" name="rc134"/>
              <p:cNvSpPr/>
              <p:nvPr/>
            </p:nvSpPr>
            <p:spPr>
              <a:xfrm>
                <a:off x="7250587" y="2023158"/>
                <a:ext cx="650650" cy="1437085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" name="tx135"/>
              <p:cNvSpPr/>
              <p:nvPr/>
            </p:nvSpPr>
            <p:spPr>
              <a:xfrm>
                <a:off x="7320176" y="2108249"/>
                <a:ext cx="496884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Survival</a:t>
                </a:r>
              </a:p>
            </p:txBody>
          </p:sp>
          <p:pic>
            <p:nvPicPr>
              <p:cNvPr id="136" name="pic1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320176" y="2293375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137" name="pl137"/>
              <p:cNvSpPr/>
              <p:nvPr/>
            </p:nvSpPr>
            <p:spPr>
              <a:xfrm>
                <a:off x="7495740" y="338882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" name="pl138"/>
              <p:cNvSpPr/>
              <p:nvPr/>
            </p:nvSpPr>
            <p:spPr>
              <a:xfrm>
                <a:off x="7495740" y="311542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" name="pl139"/>
              <p:cNvSpPr/>
              <p:nvPr/>
            </p:nvSpPr>
            <p:spPr>
              <a:xfrm>
                <a:off x="7495740" y="284201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0" name="pl140"/>
              <p:cNvSpPr/>
              <p:nvPr/>
            </p:nvSpPr>
            <p:spPr>
              <a:xfrm>
                <a:off x="7495740" y="256860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1" name="pl141"/>
              <p:cNvSpPr/>
              <p:nvPr/>
            </p:nvSpPr>
            <p:spPr>
              <a:xfrm>
                <a:off x="7495740" y="229520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2" name="pl142"/>
              <p:cNvSpPr/>
              <p:nvPr/>
            </p:nvSpPr>
            <p:spPr>
              <a:xfrm>
                <a:off x="7320176" y="338882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3" name="pl143"/>
              <p:cNvSpPr/>
              <p:nvPr/>
            </p:nvSpPr>
            <p:spPr>
              <a:xfrm>
                <a:off x="7320176" y="311542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4" name="pl144"/>
              <p:cNvSpPr/>
              <p:nvPr/>
            </p:nvSpPr>
            <p:spPr>
              <a:xfrm>
                <a:off x="7320176" y="284201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" name="pl145"/>
              <p:cNvSpPr/>
              <p:nvPr/>
            </p:nvSpPr>
            <p:spPr>
              <a:xfrm>
                <a:off x="7320176" y="256860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6" name="pl146"/>
              <p:cNvSpPr/>
              <p:nvPr/>
            </p:nvSpPr>
            <p:spPr>
              <a:xfrm>
                <a:off x="7320176" y="229520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7" name="tx147"/>
              <p:cNvSpPr/>
              <p:nvPr/>
            </p:nvSpPr>
            <p:spPr>
              <a:xfrm>
                <a:off x="7609221" y="3348821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0.00</a:t>
                </a:r>
              </a:p>
            </p:txBody>
          </p:sp>
          <p:sp>
            <p:nvSpPr>
              <p:cNvPr id="148" name="tx148"/>
              <p:cNvSpPr/>
              <p:nvPr/>
            </p:nvSpPr>
            <p:spPr>
              <a:xfrm>
                <a:off x="7609221" y="3075415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0.25</a:t>
                </a:r>
              </a:p>
            </p:txBody>
          </p:sp>
          <p:sp>
            <p:nvSpPr>
              <p:cNvPr id="149" name="tx149"/>
              <p:cNvSpPr/>
              <p:nvPr/>
            </p:nvSpPr>
            <p:spPr>
              <a:xfrm>
                <a:off x="7609221" y="2802010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0.50</a:t>
                </a:r>
              </a:p>
            </p:txBody>
          </p:sp>
          <p:sp>
            <p:nvSpPr>
              <p:cNvPr id="150" name="tx150"/>
              <p:cNvSpPr/>
              <p:nvPr/>
            </p:nvSpPr>
            <p:spPr>
              <a:xfrm>
                <a:off x="7609221" y="2528604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0.75</a:t>
                </a:r>
              </a:p>
            </p:txBody>
          </p:sp>
          <p:sp>
            <p:nvSpPr>
              <p:cNvPr id="151" name="tx151"/>
              <p:cNvSpPr/>
              <p:nvPr/>
            </p:nvSpPr>
            <p:spPr>
              <a:xfrm>
                <a:off x="7609221" y="2255199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1.00</a:t>
                </a:r>
              </a:p>
            </p:txBody>
          </p:sp>
        </p:grpSp>
        <p:grpSp>
          <p:nvGrpSpPr>
            <p:cNvPr id="605" name="Group 604">
              <a:extLst>
                <a:ext uri="{FF2B5EF4-FFF2-40B4-BE49-F238E27FC236}">
                  <a16:creationId xmlns:a16="http://schemas.microsoft.com/office/drawing/2014/main" id="{5E7A1205-BE95-D868-631E-FD15462FDA3A}"/>
                </a:ext>
              </a:extLst>
            </p:cNvPr>
            <p:cNvGrpSpPr/>
            <p:nvPr/>
          </p:nvGrpSpPr>
          <p:grpSpPr>
            <a:xfrm>
              <a:off x="4026125" y="231694"/>
              <a:ext cx="3818098" cy="3898259"/>
              <a:chOff x="10040973" y="573417"/>
              <a:chExt cx="3818098" cy="3898259"/>
            </a:xfrm>
          </p:grpSpPr>
          <p:sp>
            <p:nvSpPr>
              <p:cNvPr id="154" name="rc154"/>
              <p:cNvSpPr/>
              <p:nvPr/>
            </p:nvSpPr>
            <p:spPr>
              <a:xfrm>
                <a:off x="10856068" y="1318571"/>
                <a:ext cx="2184706" cy="284626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55" name="pl155"/>
              <p:cNvSpPr/>
              <p:nvPr/>
            </p:nvSpPr>
            <p:spPr>
              <a:xfrm>
                <a:off x="10955373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56" name="pl156"/>
              <p:cNvSpPr/>
              <p:nvPr/>
            </p:nvSpPr>
            <p:spPr>
              <a:xfrm>
                <a:off x="11352592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57" name="pl157"/>
              <p:cNvSpPr/>
              <p:nvPr/>
            </p:nvSpPr>
            <p:spPr>
              <a:xfrm>
                <a:off x="11749812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58" name="pl158"/>
              <p:cNvSpPr/>
              <p:nvPr/>
            </p:nvSpPr>
            <p:spPr>
              <a:xfrm>
                <a:off x="12147031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59" name="pl159"/>
              <p:cNvSpPr/>
              <p:nvPr/>
            </p:nvSpPr>
            <p:spPr>
              <a:xfrm>
                <a:off x="12544250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0" name="pl160"/>
              <p:cNvSpPr/>
              <p:nvPr/>
            </p:nvSpPr>
            <p:spPr>
              <a:xfrm>
                <a:off x="12941470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1" name="pl161"/>
              <p:cNvSpPr/>
              <p:nvPr/>
            </p:nvSpPr>
            <p:spPr>
              <a:xfrm>
                <a:off x="10856068" y="403545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2" name="pl162"/>
              <p:cNvSpPr/>
              <p:nvPr/>
            </p:nvSpPr>
            <p:spPr>
              <a:xfrm>
                <a:off x="10856068" y="3665812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3" name="pl163"/>
              <p:cNvSpPr/>
              <p:nvPr/>
            </p:nvSpPr>
            <p:spPr>
              <a:xfrm>
                <a:off x="10856068" y="3296167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4" name="pl164"/>
              <p:cNvSpPr/>
              <p:nvPr/>
            </p:nvSpPr>
            <p:spPr>
              <a:xfrm>
                <a:off x="10856068" y="2926523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" name="pl165"/>
              <p:cNvSpPr/>
              <p:nvPr/>
            </p:nvSpPr>
            <p:spPr>
              <a:xfrm>
                <a:off x="10856068" y="2556879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" name="pl166"/>
              <p:cNvSpPr/>
              <p:nvPr/>
            </p:nvSpPr>
            <p:spPr>
              <a:xfrm>
                <a:off x="10856068" y="2187235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" name="pl167"/>
              <p:cNvSpPr/>
              <p:nvPr/>
            </p:nvSpPr>
            <p:spPr>
              <a:xfrm>
                <a:off x="10856068" y="1817590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" name="pl168"/>
              <p:cNvSpPr/>
              <p:nvPr/>
            </p:nvSpPr>
            <p:spPr>
              <a:xfrm>
                <a:off x="10856068" y="144794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" name="ph169"/>
              <p:cNvSpPr/>
              <p:nvPr/>
            </p:nvSpPr>
            <p:spPr>
              <a:xfrm>
                <a:off x="11827219" y="1711932"/>
                <a:ext cx="930827" cy="1243975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75">
                    <a:moveTo>
                      <a:pt x="914400" y="914400"/>
                    </a:moveTo>
                    <a:lnTo>
                      <a:pt x="904741" y="940462"/>
                    </a:lnTo>
                    <a:lnTo>
                      <a:pt x="891435" y="944866"/>
                    </a:lnTo>
                    <a:lnTo>
                      <a:pt x="878673" y="953548"/>
                    </a:lnTo>
                    <a:lnTo>
                      <a:pt x="874115" y="1036014"/>
                    </a:lnTo>
                    <a:lnTo>
                      <a:pt x="897351" y="1067347"/>
                    </a:lnTo>
                    <a:lnTo>
                      <a:pt x="884589" y="1071733"/>
                    </a:lnTo>
                    <a:lnTo>
                      <a:pt x="872913" y="1081118"/>
                    </a:lnTo>
                    <a:lnTo>
                      <a:pt x="864573" y="1094998"/>
                    </a:lnTo>
                    <a:lnTo>
                      <a:pt x="856039" y="1124869"/>
                    </a:lnTo>
                    <a:lnTo>
                      <a:pt x="823978" y="1141799"/>
                    </a:lnTo>
                    <a:lnTo>
                      <a:pt x="811836" y="1154325"/>
                    </a:lnTo>
                    <a:lnTo>
                      <a:pt x="793934" y="1182193"/>
                    </a:lnTo>
                    <a:lnTo>
                      <a:pt x="784605" y="1222641"/>
                    </a:lnTo>
                    <a:lnTo>
                      <a:pt x="766470" y="1239896"/>
                    </a:lnTo>
                    <a:lnTo>
                      <a:pt x="746105" y="1243975"/>
                    </a:lnTo>
                    <a:lnTo>
                      <a:pt x="758053" y="1210837"/>
                    </a:lnTo>
                    <a:lnTo>
                      <a:pt x="773705" y="1183835"/>
                    </a:lnTo>
                    <a:lnTo>
                      <a:pt x="758654" y="1165317"/>
                    </a:lnTo>
                    <a:lnTo>
                      <a:pt x="749596" y="1136330"/>
                    </a:lnTo>
                    <a:lnTo>
                      <a:pt x="737901" y="1114094"/>
                    </a:lnTo>
                    <a:lnTo>
                      <a:pt x="747210" y="1089259"/>
                    </a:lnTo>
                    <a:lnTo>
                      <a:pt x="742633" y="1048558"/>
                    </a:lnTo>
                    <a:lnTo>
                      <a:pt x="744146" y="1008832"/>
                    </a:lnTo>
                    <a:lnTo>
                      <a:pt x="757723" y="988780"/>
                    </a:lnTo>
                    <a:lnTo>
                      <a:pt x="773278" y="972427"/>
                    </a:lnTo>
                    <a:lnTo>
                      <a:pt x="797503" y="934831"/>
                    </a:lnTo>
                    <a:lnTo>
                      <a:pt x="823764" y="907577"/>
                    </a:lnTo>
                    <a:lnTo>
                      <a:pt x="860402" y="895322"/>
                    </a:lnTo>
                    <a:lnTo>
                      <a:pt x="876947" y="906620"/>
                    </a:lnTo>
                    <a:lnTo>
                      <a:pt x="884084" y="881839"/>
                    </a:lnTo>
                    <a:lnTo>
                      <a:pt x="895896" y="876190"/>
                    </a:lnTo>
                    <a:lnTo>
                      <a:pt x="906990" y="881911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0" name="ph170"/>
              <p:cNvSpPr/>
              <p:nvPr/>
            </p:nvSpPr>
            <p:spPr>
              <a:xfrm>
                <a:off x="11327397" y="2292984"/>
                <a:ext cx="104161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4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29" y="888264"/>
                    </a:lnTo>
                    <a:lnTo>
                      <a:pt x="897913" y="824407"/>
                    </a:lnTo>
                    <a:lnTo>
                      <a:pt x="901521" y="792857"/>
                    </a:lnTo>
                    <a:lnTo>
                      <a:pt x="944831" y="679058"/>
                    </a:lnTo>
                    <a:lnTo>
                      <a:pt x="964168" y="669763"/>
                    </a:lnTo>
                    <a:lnTo>
                      <a:pt x="991361" y="600021"/>
                    </a:lnTo>
                    <a:lnTo>
                      <a:pt x="998692" y="568995"/>
                    </a:lnTo>
                    <a:lnTo>
                      <a:pt x="1010485" y="541055"/>
                    </a:lnTo>
                    <a:lnTo>
                      <a:pt x="1017448" y="516075"/>
                    </a:lnTo>
                    <a:lnTo>
                      <a:pt x="1023286" y="505986"/>
                    </a:lnTo>
                    <a:lnTo>
                      <a:pt x="1035970" y="510715"/>
                    </a:lnTo>
                    <a:lnTo>
                      <a:pt x="1041614" y="515317"/>
                    </a:lnTo>
                    <a:lnTo>
                      <a:pt x="1028251" y="529865"/>
                    </a:lnTo>
                    <a:lnTo>
                      <a:pt x="1029803" y="548798"/>
                    </a:lnTo>
                    <a:lnTo>
                      <a:pt x="1028872" y="556650"/>
                    </a:lnTo>
                    <a:lnTo>
                      <a:pt x="995143" y="639007"/>
                    </a:lnTo>
                    <a:lnTo>
                      <a:pt x="986124" y="692487"/>
                    </a:lnTo>
                    <a:lnTo>
                      <a:pt x="974157" y="705536"/>
                    </a:lnTo>
                    <a:lnTo>
                      <a:pt x="924602" y="89579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1" name="ph171"/>
              <p:cNvSpPr/>
              <p:nvPr/>
            </p:nvSpPr>
            <p:spPr>
              <a:xfrm>
                <a:off x="10333069" y="1306280"/>
                <a:ext cx="2407890" cy="2231492"/>
              </a:xfrm>
              <a:custGeom>
                <a:avLst/>
                <a:gdLst/>
                <a:ahLst/>
                <a:cxnLst/>
                <a:rect l="0" t="0" r="0" b="0"/>
                <a:pathLst>
                  <a:path w="2407890" h="2231492">
                    <a:moveTo>
                      <a:pt x="914400" y="914400"/>
                    </a:moveTo>
                    <a:lnTo>
                      <a:pt x="928869" y="920500"/>
                    </a:lnTo>
                    <a:lnTo>
                      <a:pt x="948574" y="908281"/>
                    </a:lnTo>
                    <a:lnTo>
                      <a:pt x="962365" y="874060"/>
                    </a:lnTo>
                    <a:lnTo>
                      <a:pt x="970239" y="822710"/>
                    </a:lnTo>
                    <a:lnTo>
                      <a:pt x="979433" y="773798"/>
                    </a:lnTo>
                    <a:lnTo>
                      <a:pt x="968552" y="721473"/>
                    </a:lnTo>
                    <a:lnTo>
                      <a:pt x="956934" y="675521"/>
                    </a:lnTo>
                    <a:lnTo>
                      <a:pt x="956119" y="662020"/>
                    </a:lnTo>
                    <a:lnTo>
                      <a:pt x="986609" y="623251"/>
                    </a:lnTo>
                    <a:lnTo>
                      <a:pt x="995938" y="591719"/>
                    </a:lnTo>
                    <a:lnTo>
                      <a:pt x="1006043" y="561703"/>
                    </a:lnTo>
                    <a:lnTo>
                      <a:pt x="1017196" y="551488"/>
                    </a:lnTo>
                    <a:lnTo>
                      <a:pt x="1033798" y="549159"/>
                    </a:lnTo>
                    <a:lnTo>
                      <a:pt x="1053135" y="543510"/>
                    </a:lnTo>
                    <a:lnTo>
                      <a:pt x="1077515" y="523421"/>
                    </a:lnTo>
                    <a:lnTo>
                      <a:pt x="1099374" y="496510"/>
                    </a:lnTo>
                    <a:lnTo>
                      <a:pt x="1116074" y="471837"/>
                    </a:lnTo>
                    <a:lnTo>
                      <a:pt x="1121737" y="423015"/>
                    </a:lnTo>
                    <a:lnTo>
                      <a:pt x="1121970" y="398486"/>
                    </a:lnTo>
                    <a:lnTo>
                      <a:pt x="1129321" y="380274"/>
                    </a:lnTo>
                    <a:lnTo>
                      <a:pt x="1136439" y="344700"/>
                    </a:lnTo>
                    <a:lnTo>
                      <a:pt x="1129515" y="309612"/>
                    </a:lnTo>
                    <a:lnTo>
                      <a:pt x="1107966" y="256386"/>
                    </a:lnTo>
                    <a:lnTo>
                      <a:pt x="1082015" y="181536"/>
                    </a:lnTo>
                    <a:lnTo>
                      <a:pt x="1078041" y="141666"/>
                    </a:lnTo>
                    <a:lnTo>
                      <a:pt x="2054379" y="141666"/>
                    </a:lnTo>
                    <a:lnTo>
                      <a:pt x="2054854" y="146900"/>
                    </a:lnTo>
                    <a:lnTo>
                      <a:pt x="2052875" y="159463"/>
                    </a:lnTo>
                    <a:lnTo>
                      <a:pt x="2067965" y="211101"/>
                    </a:lnTo>
                    <a:lnTo>
                      <a:pt x="2064454" y="229204"/>
                    </a:lnTo>
                    <a:lnTo>
                      <a:pt x="2062418" y="252271"/>
                    </a:lnTo>
                    <a:lnTo>
                      <a:pt x="2084044" y="274435"/>
                    </a:lnTo>
                    <a:lnTo>
                      <a:pt x="2103342" y="274074"/>
                    </a:lnTo>
                    <a:lnTo>
                      <a:pt x="2122893" y="273731"/>
                    </a:lnTo>
                    <a:lnTo>
                      <a:pt x="2130360" y="279290"/>
                    </a:lnTo>
                    <a:lnTo>
                      <a:pt x="2137847" y="294975"/>
                    </a:lnTo>
                    <a:lnTo>
                      <a:pt x="2143879" y="313493"/>
                    </a:lnTo>
                    <a:lnTo>
                      <a:pt x="2159977" y="311959"/>
                    </a:lnTo>
                    <a:lnTo>
                      <a:pt x="2185676" y="296888"/>
                    </a:lnTo>
                    <a:lnTo>
                      <a:pt x="2202395" y="293296"/>
                    </a:lnTo>
                    <a:lnTo>
                      <a:pt x="2213431" y="322265"/>
                    </a:lnTo>
                    <a:lnTo>
                      <a:pt x="2243455" y="360529"/>
                    </a:lnTo>
                    <a:lnTo>
                      <a:pt x="2260931" y="377675"/>
                    </a:lnTo>
                    <a:lnTo>
                      <a:pt x="2290625" y="386700"/>
                    </a:lnTo>
                    <a:lnTo>
                      <a:pt x="2321910" y="417582"/>
                    </a:lnTo>
                    <a:lnTo>
                      <a:pt x="2317527" y="454799"/>
                    </a:lnTo>
                    <a:lnTo>
                      <a:pt x="2330580" y="467235"/>
                    </a:lnTo>
                    <a:lnTo>
                      <a:pt x="2367489" y="481927"/>
                    </a:lnTo>
                    <a:lnTo>
                      <a:pt x="2380543" y="501744"/>
                    </a:lnTo>
                    <a:lnTo>
                      <a:pt x="2386807" y="518638"/>
                    </a:lnTo>
                    <a:lnTo>
                      <a:pt x="2396524" y="532644"/>
                    </a:lnTo>
                    <a:lnTo>
                      <a:pt x="2407890" y="574969"/>
                    </a:lnTo>
                    <a:lnTo>
                      <a:pt x="2403933" y="601050"/>
                    </a:lnTo>
                    <a:lnTo>
                      <a:pt x="2389057" y="610021"/>
                    </a:lnTo>
                    <a:lnTo>
                      <a:pt x="2353932" y="637960"/>
                    </a:lnTo>
                    <a:lnTo>
                      <a:pt x="2338280" y="658825"/>
                    </a:lnTo>
                    <a:lnTo>
                      <a:pt x="2326002" y="671820"/>
                    </a:lnTo>
                    <a:lnTo>
                      <a:pt x="2291110" y="699688"/>
                    </a:lnTo>
                    <a:lnTo>
                      <a:pt x="2278328" y="704688"/>
                    </a:lnTo>
                    <a:lnTo>
                      <a:pt x="2266090" y="719181"/>
                    </a:lnTo>
                    <a:lnTo>
                      <a:pt x="2254259" y="725516"/>
                    </a:lnTo>
                    <a:lnTo>
                      <a:pt x="2243669" y="721870"/>
                    </a:lnTo>
                    <a:lnTo>
                      <a:pt x="2204082" y="748114"/>
                    </a:lnTo>
                    <a:lnTo>
                      <a:pt x="2207166" y="759322"/>
                    </a:lnTo>
                    <a:lnTo>
                      <a:pt x="2237520" y="764069"/>
                    </a:lnTo>
                    <a:lnTo>
                      <a:pt x="2252998" y="758438"/>
                    </a:lnTo>
                    <a:lnTo>
                      <a:pt x="2264907" y="745244"/>
                    </a:lnTo>
                    <a:lnTo>
                      <a:pt x="2277921" y="742212"/>
                    </a:lnTo>
                    <a:lnTo>
                      <a:pt x="2289791" y="744702"/>
                    </a:lnTo>
                    <a:lnTo>
                      <a:pt x="2302379" y="734306"/>
                    </a:lnTo>
                    <a:lnTo>
                      <a:pt x="2312251" y="730155"/>
                    </a:lnTo>
                    <a:lnTo>
                      <a:pt x="2322453" y="735136"/>
                    </a:lnTo>
                    <a:lnTo>
                      <a:pt x="2333838" y="760062"/>
                    </a:lnTo>
                    <a:lnTo>
                      <a:pt x="2310215" y="773039"/>
                    </a:lnTo>
                    <a:lnTo>
                      <a:pt x="2293457" y="773635"/>
                    </a:lnTo>
                    <a:lnTo>
                      <a:pt x="2285272" y="814516"/>
                    </a:lnTo>
                    <a:lnTo>
                      <a:pt x="2275128" y="832078"/>
                    </a:lnTo>
                    <a:lnTo>
                      <a:pt x="2267855" y="840525"/>
                    </a:lnTo>
                    <a:lnTo>
                      <a:pt x="2230674" y="857924"/>
                    </a:lnTo>
                    <a:lnTo>
                      <a:pt x="2206138" y="879980"/>
                    </a:lnTo>
                    <a:lnTo>
                      <a:pt x="2177220" y="897740"/>
                    </a:lnTo>
                    <a:lnTo>
                      <a:pt x="2164593" y="893878"/>
                    </a:lnTo>
                    <a:lnTo>
                      <a:pt x="2145566" y="911927"/>
                    </a:lnTo>
                    <a:lnTo>
                      <a:pt x="2103284" y="933297"/>
                    </a:lnTo>
                    <a:lnTo>
                      <a:pt x="2081619" y="962085"/>
                    </a:lnTo>
                    <a:lnTo>
                      <a:pt x="2032995" y="987841"/>
                    </a:lnTo>
                    <a:lnTo>
                      <a:pt x="2008227" y="1008796"/>
                    </a:lnTo>
                    <a:lnTo>
                      <a:pt x="1940944" y="1009897"/>
                    </a:lnTo>
                    <a:lnTo>
                      <a:pt x="1876687" y="1005294"/>
                    </a:lnTo>
                    <a:lnTo>
                      <a:pt x="1856515" y="1015258"/>
                    </a:lnTo>
                    <a:lnTo>
                      <a:pt x="1877133" y="1018344"/>
                    </a:lnTo>
                    <a:lnTo>
                      <a:pt x="1891583" y="1028126"/>
                    </a:lnTo>
                    <a:lnTo>
                      <a:pt x="1908903" y="1024047"/>
                    </a:lnTo>
                    <a:lnTo>
                      <a:pt x="1949614" y="1028939"/>
                    </a:lnTo>
                    <a:lnTo>
                      <a:pt x="1970561" y="1034263"/>
                    </a:lnTo>
                    <a:lnTo>
                      <a:pt x="1997443" y="1068520"/>
                    </a:lnTo>
                    <a:lnTo>
                      <a:pt x="1977679" y="1080703"/>
                    </a:lnTo>
                    <a:lnTo>
                      <a:pt x="1943446" y="1090053"/>
                    </a:lnTo>
                    <a:lnTo>
                      <a:pt x="1956286" y="1138641"/>
                    </a:lnTo>
                    <a:lnTo>
                      <a:pt x="1966876" y="1171400"/>
                    </a:lnTo>
                    <a:lnTo>
                      <a:pt x="1953008" y="1191163"/>
                    </a:lnTo>
                    <a:lnTo>
                      <a:pt x="1951980" y="1281084"/>
                    </a:lnTo>
                    <a:lnTo>
                      <a:pt x="1932526" y="1282798"/>
                    </a:lnTo>
                    <a:lnTo>
                      <a:pt x="1924264" y="1319997"/>
                    </a:lnTo>
                    <a:lnTo>
                      <a:pt x="1930393" y="1338967"/>
                    </a:lnTo>
                    <a:lnTo>
                      <a:pt x="1929908" y="1383025"/>
                    </a:lnTo>
                    <a:lnTo>
                      <a:pt x="1933962" y="1410170"/>
                    </a:lnTo>
                    <a:lnTo>
                      <a:pt x="1943504" y="1435168"/>
                    </a:lnTo>
                    <a:lnTo>
                      <a:pt x="1939257" y="1461231"/>
                    </a:lnTo>
                    <a:lnTo>
                      <a:pt x="1908495" y="1522237"/>
                    </a:lnTo>
                    <a:lnTo>
                      <a:pt x="1909194" y="1550863"/>
                    </a:lnTo>
                    <a:lnTo>
                      <a:pt x="1914721" y="1567865"/>
                    </a:lnTo>
                    <a:lnTo>
                      <a:pt x="1918814" y="1595047"/>
                    </a:lnTo>
                    <a:lnTo>
                      <a:pt x="1904830" y="1647299"/>
                    </a:lnTo>
                    <a:lnTo>
                      <a:pt x="1894957" y="1690959"/>
                    </a:lnTo>
                    <a:lnTo>
                      <a:pt x="1883223" y="1727707"/>
                    </a:lnTo>
                    <a:lnTo>
                      <a:pt x="1856962" y="1771801"/>
                    </a:lnTo>
                    <a:lnTo>
                      <a:pt x="1843889" y="1804758"/>
                    </a:lnTo>
                    <a:lnTo>
                      <a:pt x="1813302" y="1907602"/>
                    </a:lnTo>
                    <a:lnTo>
                      <a:pt x="1798135" y="1928015"/>
                    </a:lnTo>
                    <a:lnTo>
                      <a:pt x="1779535" y="1943700"/>
                    </a:lnTo>
                    <a:lnTo>
                      <a:pt x="1758801" y="1929188"/>
                    </a:lnTo>
                    <a:lnTo>
                      <a:pt x="1739794" y="1921283"/>
                    </a:lnTo>
                    <a:lnTo>
                      <a:pt x="1716577" y="1922240"/>
                    </a:lnTo>
                    <a:lnTo>
                      <a:pt x="1680211" y="1934134"/>
                    </a:lnTo>
                    <a:lnTo>
                      <a:pt x="1625515" y="1926228"/>
                    </a:lnTo>
                    <a:lnTo>
                      <a:pt x="1572061" y="1930037"/>
                    </a:lnTo>
                    <a:lnTo>
                      <a:pt x="1558543" y="1940307"/>
                    </a:lnTo>
                    <a:lnTo>
                      <a:pt x="1566650" y="1977632"/>
                    </a:lnTo>
                    <a:lnTo>
                      <a:pt x="1546944" y="1982523"/>
                    </a:lnTo>
                    <a:lnTo>
                      <a:pt x="1527685" y="1971911"/>
                    </a:lnTo>
                    <a:lnTo>
                      <a:pt x="1510733" y="1984581"/>
                    </a:lnTo>
                    <a:lnTo>
                      <a:pt x="1496574" y="1998479"/>
                    </a:lnTo>
                    <a:lnTo>
                      <a:pt x="1468761" y="2031454"/>
                    </a:lnTo>
                    <a:lnTo>
                      <a:pt x="1459451" y="2051759"/>
                    </a:lnTo>
                    <a:lnTo>
                      <a:pt x="1457046" y="2090005"/>
                    </a:lnTo>
                    <a:lnTo>
                      <a:pt x="1471651" y="2124299"/>
                    </a:lnTo>
                    <a:lnTo>
                      <a:pt x="1484607" y="2164458"/>
                    </a:lnTo>
                    <a:lnTo>
                      <a:pt x="1451247" y="2212919"/>
                    </a:lnTo>
                    <a:lnTo>
                      <a:pt x="1432627" y="2214562"/>
                    </a:lnTo>
                    <a:lnTo>
                      <a:pt x="1378281" y="2201115"/>
                    </a:lnTo>
                    <a:lnTo>
                      <a:pt x="1281963" y="2231492"/>
                    </a:lnTo>
                    <a:lnTo>
                      <a:pt x="1195459" y="2207468"/>
                    </a:lnTo>
                    <a:lnTo>
                      <a:pt x="1206340" y="2181514"/>
                    </a:lnTo>
                    <a:lnTo>
                      <a:pt x="1205972" y="2162436"/>
                    </a:lnTo>
                    <a:lnTo>
                      <a:pt x="1210859" y="2133088"/>
                    </a:lnTo>
                    <a:lnTo>
                      <a:pt x="1213769" y="2103073"/>
                    </a:lnTo>
                    <a:lnTo>
                      <a:pt x="1212954" y="2082984"/>
                    </a:lnTo>
                    <a:lnTo>
                      <a:pt x="1206612" y="2061578"/>
                    </a:lnTo>
                    <a:lnTo>
                      <a:pt x="1185277" y="2033566"/>
                    </a:lnTo>
                    <a:lnTo>
                      <a:pt x="1137215" y="1939025"/>
                    </a:lnTo>
                    <a:lnTo>
                      <a:pt x="1122998" y="1899119"/>
                    </a:lnTo>
                    <a:lnTo>
                      <a:pt x="1113106" y="1882496"/>
                    </a:lnTo>
                    <a:lnTo>
                      <a:pt x="1120224" y="1881593"/>
                    </a:lnTo>
                    <a:lnTo>
                      <a:pt x="1159810" y="1903017"/>
                    </a:lnTo>
                    <a:lnTo>
                      <a:pt x="1169043" y="1900382"/>
                    </a:lnTo>
                    <a:lnTo>
                      <a:pt x="1178740" y="1892332"/>
                    </a:lnTo>
                    <a:lnTo>
                      <a:pt x="1166929" y="1861667"/>
                    </a:lnTo>
                    <a:lnTo>
                      <a:pt x="1156785" y="1847787"/>
                    </a:lnTo>
                    <a:lnTo>
                      <a:pt x="1149899" y="1827031"/>
                    </a:lnTo>
                    <a:lnTo>
                      <a:pt x="1173077" y="1821418"/>
                    </a:lnTo>
                    <a:lnTo>
                      <a:pt x="1189815" y="1822663"/>
                    </a:lnTo>
                    <a:lnTo>
                      <a:pt x="1202151" y="1799308"/>
                    </a:lnTo>
                    <a:lnTo>
                      <a:pt x="1195033" y="1761549"/>
                    </a:lnTo>
                    <a:lnTo>
                      <a:pt x="1177053" y="1749925"/>
                    </a:lnTo>
                    <a:lnTo>
                      <a:pt x="1162041" y="1744872"/>
                    </a:lnTo>
                    <a:lnTo>
                      <a:pt x="1133258" y="1685563"/>
                    </a:lnTo>
                    <a:lnTo>
                      <a:pt x="1103234" y="1654843"/>
                    </a:lnTo>
                    <a:lnTo>
                      <a:pt x="1049683" y="1536351"/>
                    </a:lnTo>
                    <a:lnTo>
                      <a:pt x="1030094" y="1455022"/>
                    </a:lnTo>
                    <a:lnTo>
                      <a:pt x="1011881" y="1462747"/>
                    </a:lnTo>
                    <a:lnTo>
                      <a:pt x="1003037" y="1427317"/>
                    </a:lnTo>
                    <a:lnTo>
                      <a:pt x="996695" y="1393764"/>
                    </a:lnTo>
                    <a:lnTo>
                      <a:pt x="995434" y="1369091"/>
                    </a:lnTo>
                    <a:lnTo>
                      <a:pt x="966884" y="1354958"/>
                    </a:lnTo>
                    <a:lnTo>
                      <a:pt x="965720" y="1337667"/>
                    </a:lnTo>
                    <a:lnTo>
                      <a:pt x="960580" y="1260508"/>
                    </a:lnTo>
                    <a:lnTo>
                      <a:pt x="929955" y="1250148"/>
                    </a:lnTo>
                    <a:lnTo>
                      <a:pt x="910152" y="1206848"/>
                    </a:lnTo>
                    <a:lnTo>
                      <a:pt x="906622" y="1124923"/>
                    </a:lnTo>
                    <a:lnTo>
                      <a:pt x="886451" y="1110015"/>
                    </a:lnTo>
                    <a:lnTo>
                      <a:pt x="870217" y="1114148"/>
                    </a:lnTo>
                    <a:lnTo>
                      <a:pt x="870973" y="1093843"/>
                    </a:lnTo>
                    <a:lnTo>
                      <a:pt x="874852" y="1074783"/>
                    </a:lnTo>
                    <a:lnTo>
                      <a:pt x="865368" y="999266"/>
                    </a:lnTo>
                    <a:lnTo>
                      <a:pt x="862206" y="930337"/>
                    </a:lnTo>
                    <a:lnTo>
                      <a:pt x="854506" y="909526"/>
                    </a:lnTo>
                    <a:lnTo>
                      <a:pt x="850142" y="885160"/>
                    </a:lnTo>
                    <a:lnTo>
                      <a:pt x="854060" y="864115"/>
                    </a:lnTo>
                    <a:lnTo>
                      <a:pt x="859801" y="852022"/>
                    </a:lnTo>
                    <a:lnTo>
                      <a:pt x="879565" y="848845"/>
                    </a:lnTo>
                    <a:lnTo>
                      <a:pt x="898030" y="8674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2" name="ph172"/>
              <p:cNvSpPr/>
              <p:nvPr/>
            </p:nvSpPr>
            <p:spPr>
              <a:xfrm>
                <a:off x="11855943" y="1694135"/>
                <a:ext cx="95274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4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3" y="895629"/>
                    </a:lnTo>
                    <a:lnTo>
                      <a:pt x="913701" y="869638"/>
                    </a:lnTo>
                    <a:lnTo>
                      <a:pt x="942756" y="871046"/>
                    </a:lnTo>
                    <a:lnTo>
                      <a:pt x="952744" y="876460"/>
                    </a:lnTo>
                    <a:lnTo>
                      <a:pt x="917968" y="8913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3" name="ph173"/>
              <p:cNvSpPr/>
              <p:nvPr/>
            </p:nvSpPr>
            <p:spPr>
              <a:xfrm>
                <a:off x="11703708" y="1265597"/>
                <a:ext cx="93697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6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1" y="888698"/>
                    </a:lnTo>
                    <a:lnTo>
                      <a:pt x="932883" y="881767"/>
                    </a:lnTo>
                    <a:lnTo>
                      <a:pt x="936976" y="882976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4" name="ph174"/>
              <p:cNvSpPr/>
              <p:nvPr/>
            </p:nvSpPr>
            <p:spPr>
              <a:xfrm>
                <a:off x="11743120" y="1111206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5" y="899401"/>
                    </a:lnTo>
                    <a:lnTo>
                      <a:pt x="911393" y="896459"/>
                    </a:lnTo>
                    <a:lnTo>
                      <a:pt x="914807" y="881659"/>
                    </a:lnTo>
                    <a:lnTo>
                      <a:pt x="924446" y="873536"/>
                    </a:lnTo>
                    <a:lnTo>
                      <a:pt x="939846" y="878410"/>
                    </a:lnTo>
                    <a:lnTo>
                      <a:pt x="939749" y="882110"/>
                    </a:lnTo>
                    <a:lnTo>
                      <a:pt x="925028" y="894094"/>
                    </a:lnTo>
                    <a:lnTo>
                      <a:pt x="919384" y="9021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5" name="ph175"/>
              <p:cNvSpPr/>
              <p:nvPr/>
            </p:nvSpPr>
            <p:spPr>
              <a:xfrm>
                <a:off x="12012038" y="2960636"/>
                <a:ext cx="929431" cy="915704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4">
                    <a:moveTo>
                      <a:pt x="914400" y="914400"/>
                    </a:moveTo>
                    <a:lnTo>
                      <a:pt x="858773" y="909562"/>
                    </a:lnTo>
                    <a:lnTo>
                      <a:pt x="850860" y="905086"/>
                    </a:lnTo>
                    <a:lnTo>
                      <a:pt x="881466" y="873428"/>
                    </a:lnTo>
                    <a:lnTo>
                      <a:pt x="901405" y="840525"/>
                    </a:lnTo>
                    <a:lnTo>
                      <a:pt x="918337" y="797586"/>
                    </a:lnTo>
                    <a:lnTo>
                      <a:pt x="920141" y="767841"/>
                    </a:lnTo>
                    <a:lnTo>
                      <a:pt x="924369" y="734306"/>
                    </a:lnTo>
                    <a:lnTo>
                      <a:pt x="929431" y="731807"/>
                    </a:lnTo>
                    <a:lnTo>
                      <a:pt x="929431" y="915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6" name="ph176"/>
              <p:cNvSpPr/>
              <p:nvPr/>
            </p:nvSpPr>
            <p:spPr>
              <a:xfrm>
                <a:off x="10977561" y="3114287"/>
                <a:ext cx="1963908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908" h="921168">
                    <a:moveTo>
                      <a:pt x="914400" y="914400"/>
                    </a:moveTo>
                    <a:lnTo>
                      <a:pt x="1028135" y="869457"/>
                    </a:lnTo>
                    <a:lnTo>
                      <a:pt x="1149608" y="827295"/>
                    </a:lnTo>
                    <a:lnTo>
                      <a:pt x="1177965" y="822710"/>
                    </a:lnTo>
                    <a:lnTo>
                      <a:pt x="1206476" y="813830"/>
                    </a:lnTo>
                    <a:lnTo>
                      <a:pt x="1217008" y="798055"/>
                    </a:lnTo>
                    <a:lnTo>
                      <a:pt x="1227520" y="787497"/>
                    </a:lnTo>
                    <a:lnTo>
                      <a:pt x="1244064" y="759683"/>
                    </a:lnTo>
                    <a:lnTo>
                      <a:pt x="1280644" y="716456"/>
                    </a:lnTo>
                    <a:lnTo>
                      <a:pt x="1345328" y="700717"/>
                    </a:lnTo>
                    <a:lnTo>
                      <a:pt x="1369476" y="680213"/>
                    </a:lnTo>
                    <a:lnTo>
                      <a:pt x="1420098" y="651497"/>
                    </a:lnTo>
                    <a:lnTo>
                      <a:pt x="1535501" y="619280"/>
                    </a:lnTo>
                    <a:lnTo>
                      <a:pt x="1583699" y="612205"/>
                    </a:lnTo>
                    <a:lnTo>
                      <a:pt x="1630927" y="611338"/>
                    </a:lnTo>
                    <a:lnTo>
                      <a:pt x="1672976" y="636751"/>
                    </a:lnTo>
                    <a:lnTo>
                      <a:pt x="1717489" y="668120"/>
                    </a:lnTo>
                    <a:lnTo>
                      <a:pt x="1725499" y="687054"/>
                    </a:lnTo>
                    <a:lnTo>
                      <a:pt x="1701410" y="675250"/>
                    </a:lnTo>
                    <a:lnTo>
                      <a:pt x="1666304" y="647075"/>
                    </a:lnTo>
                    <a:lnTo>
                      <a:pt x="1653328" y="645884"/>
                    </a:lnTo>
                    <a:lnTo>
                      <a:pt x="1683294" y="731581"/>
                    </a:lnTo>
                    <a:lnTo>
                      <a:pt x="1699684" y="761885"/>
                    </a:lnTo>
                    <a:lnTo>
                      <a:pt x="1732811" y="784555"/>
                    </a:lnTo>
                    <a:lnTo>
                      <a:pt x="1760585" y="792189"/>
                    </a:lnTo>
                    <a:lnTo>
                      <a:pt x="1846158" y="778454"/>
                    </a:lnTo>
                    <a:lnTo>
                      <a:pt x="1876551" y="760513"/>
                    </a:lnTo>
                    <a:lnTo>
                      <a:pt x="1885337" y="751435"/>
                    </a:lnTo>
                    <a:lnTo>
                      <a:pt x="1893251" y="755911"/>
                    </a:lnTo>
                    <a:lnTo>
                      <a:pt x="1948877" y="760748"/>
                    </a:lnTo>
                    <a:lnTo>
                      <a:pt x="1963908" y="762052"/>
                    </a:lnTo>
                    <a:lnTo>
                      <a:pt x="1963908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7" name="ph177"/>
              <p:cNvSpPr/>
              <p:nvPr/>
            </p:nvSpPr>
            <p:spPr>
              <a:xfrm>
                <a:off x="10500684" y="573417"/>
                <a:ext cx="968823" cy="1653363"/>
              </a:xfrm>
              <a:custGeom>
                <a:avLst/>
                <a:gdLst/>
                <a:ahLst/>
                <a:cxnLst/>
                <a:rect l="0" t="0" r="0" b="0"/>
                <a:pathLst>
                  <a:path w="968823" h="1653363">
                    <a:moveTo>
                      <a:pt x="914400" y="914400"/>
                    </a:moveTo>
                    <a:lnTo>
                      <a:pt x="940351" y="989249"/>
                    </a:lnTo>
                    <a:lnTo>
                      <a:pt x="961899" y="1042475"/>
                    </a:lnTo>
                    <a:lnTo>
                      <a:pt x="968823" y="1077563"/>
                    </a:lnTo>
                    <a:lnTo>
                      <a:pt x="961705" y="1113137"/>
                    </a:lnTo>
                    <a:lnTo>
                      <a:pt x="954354" y="1131349"/>
                    </a:lnTo>
                    <a:lnTo>
                      <a:pt x="954121" y="1155878"/>
                    </a:lnTo>
                    <a:lnTo>
                      <a:pt x="948458" y="1204700"/>
                    </a:lnTo>
                    <a:lnTo>
                      <a:pt x="931758" y="1229373"/>
                    </a:lnTo>
                    <a:lnTo>
                      <a:pt x="909900" y="1256284"/>
                    </a:lnTo>
                    <a:lnTo>
                      <a:pt x="885520" y="1276373"/>
                    </a:lnTo>
                    <a:lnTo>
                      <a:pt x="866182" y="1282022"/>
                    </a:lnTo>
                    <a:lnTo>
                      <a:pt x="849580" y="1284351"/>
                    </a:lnTo>
                    <a:lnTo>
                      <a:pt x="838427" y="1294566"/>
                    </a:lnTo>
                    <a:lnTo>
                      <a:pt x="828322" y="1324582"/>
                    </a:lnTo>
                    <a:lnTo>
                      <a:pt x="818993" y="1356114"/>
                    </a:lnTo>
                    <a:lnTo>
                      <a:pt x="788503" y="1394883"/>
                    </a:lnTo>
                    <a:lnTo>
                      <a:pt x="789318" y="1408384"/>
                    </a:lnTo>
                    <a:lnTo>
                      <a:pt x="800936" y="1454336"/>
                    </a:lnTo>
                    <a:lnTo>
                      <a:pt x="811817" y="1506661"/>
                    </a:lnTo>
                    <a:lnTo>
                      <a:pt x="802623" y="1555573"/>
                    </a:lnTo>
                    <a:lnTo>
                      <a:pt x="794749" y="1606923"/>
                    </a:lnTo>
                    <a:lnTo>
                      <a:pt x="780959" y="1641144"/>
                    </a:lnTo>
                    <a:lnTo>
                      <a:pt x="761253" y="1653363"/>
                    </a:lnTo>
                    <a:lnTo>
                      <a:pt x="746784" y="1647263"/>
                    </a:lnTo>
                    <a:lnTo>
                      <a:pt x="730414" y="1600317"/>
                    </a:lnTo>
                    <a:lnTo>
                      <a:pt x="730045" y="1589524"/>
                    </a:lnTo>
                    <a:lnTo>
                      <a:pt x="725972" y="1575175"/>
                    </a:lnTo>
                    <a:lnTo>
                      <a:pt x="679540" y="1560880"/>
                    </a:lnTo>
                    <a:lnTo>
                      <a:pt x="671335" y="1561403"/>
                    </a:lnTo>
                    <a:lnTo>
                      <a:pt x="653084" y="1553029"/>
                    </a:lnTo>
                    <a:lnTo>
                      <a:pt x="642378" y="1550664"/>
                    </a:lnTo>
                    <a:lnTo>
                      <a:pt x="620422" y="1545827"/>
                    </a:lnTo>
                    <a:lnTo>
                      <a:pt x="602171" y="1504404"/>
                    </a:lnTo>
                    <a:lnTo>
                      <a:pt x="582776" y="1469949"/>
                    </a:lnTo>
                    <a:lnTo>
                      <a:pt x="580021" y="1455546"/>
                    </a:lnTo>
                    <a:lnTo>
                      <a:pt x="580681" y="1391111"/>
                    </a:lnTo>
                    <a:lnTo>
                      <a:pt x="574746" y="1362449"/>
                    </a:lnTo>
                    <a:lnTo>
                      <a:pt x="572923" y="1331206"/>
                    </a:lnTo>
                    <a:lnTo>
                      <a:pt x="560723" y="1356619"/>
                    </a:lnTo>
                    <a:lnTo>
                      <a:pt x="567802" y="1396796"/>
                    </a:lnTo>
                    <a:lnTo>
                      <a:pt x="552751" y="1413654"/>
                    </a:lnTo>
                    <a:lnTo>
                      <a:pt x="533763" y="1421848"/>
                    </a:lnTo>
                    <a:lnTo>
                      <a:pt x="535548" y="1445384"/>
                    </a:lnTo>
                    <a:lnTo>
                      <a:pt x="543345" y="1449842"/>
                    </a:lnTo>
                    <a:lnTo>
                      <a:pt x="544974" y="1474281"/>
                    </a:lnTo>
                    <a:lnTo>
                      <a:pt x="540358" y="1510451"/>
                    </a:lnTo>
                    <a:lnTo>
                      <a:pt x="502983" y="1590877"/>
                    </a:lnTo>
                    <a:lnTo>
                      <a:pt x="495438" y="1599523"/>
                    </a:lnTo>
                    <a:lnTo>
                      <a:pt x="490317" y="1610388"/>
                    </a:lnTo>
                    <a:lnTo>
                      <a:pt x="471193" y="1603169"/>
                    </a:lnTo>
                    <a:lnTo>
                      <a:pt x="454688" y="1618237"/>
                    </a:lnTo>
                    <a:lnTo>
                      <a:pt x="454688" y="874529"/>
                    </a:lnTo>
                    <a:lnTo>
                      <a:pt x="910425" y="874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" name="ph178"/>
              <p:cNvSpPr/>
              <p:nvPr/>
            </p:nvSpPr>
            <p:spPr>
              <a:xfrm>
                <a:off x="10045376" y="2871943"/>
                <a:ext cx="915718" cy="956750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50">
                    <a:moveTo>
                      <a:pt x="914400" y="914399"/>
                    </a:moveTo>
                    <a:lnTo>
                      <a:pt x="915718" y="948639"/>
                    </a:lnTo>
                    <a:lnTo>
                      <a:pt x="909997" y="956750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9" name="ph179"/>
              <p:cNvSpPr/>
              <p:nvPr/>
            </p:nvSpPr>
            <p:spPr>
              <a:xfrm>
                <a:off x="10069465" y="2940511"/>
                <a:ext cx="1097299" cy="1094944"/>
              </a:xfrm>
              <a:custGeom>
                <a:avLst/>
                <a:gdLst/>
                <a:ahLst/>
                <a:cxnLst/>
                <a:rect l="0" t="0" r="0" b="0"/>
                <a:pathLst>
                  <a:path w="1097299" h="1094944">
                    <a:moveTo>
                      <a:pt x="914400" y="914399"/>
                    </a:moveTo>
                    <a:lnTo>
                      <a:pt x="919830" y="928532"/>
                    </a:lnTo>
                    <a:lnTo>
                      <a:pt x="928093" y="943783"/>
                    </a:lnTo>
                    <a:lnTo>
                      <a:pt x="957496" y="932918"/>
                    </a:lnTo>
                    <a:lnTo>
                      <a:pt x="1031199" y="978040"/>
                    </a:lnTo>
                    <a:lnTo>
                      <a:pt x="1075770" y="956075"/>
                    </a:lnTo>
                    <a:lnTo>
                      <a:pt x="1087174" y="954793"/>
                    </a:lnTo>
                    <a:lnTo>
                      <a:pt x="1097299" y="991252"/>
                    </a:lnTo>
                    <a:lnTo>
                      <a:pt x="1086224" y="1027982"/>
                    </a:lnTo>
                    <a:lnTo>
                      <a:pt x="1046929" y="1067167"/>
                    </a:lnTo>
                    <a:lnTo>
                      <a:pt x="1055637" y="1091316"/>
                    </a:lnTo>
                    <a:lnTo>
                      <a:pt x="1064130" y="1094944"/>
                    </a:lnTo>
                    <a:lnTo>
                      <a:pt x="885908" y="1094944"/>
                    </a:lnTo>
                    <a:lnTo>
                      <a:pt x="885908" y="9174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" name="ph180"/>
              <p:cNvSpPr/>
              <p:nvPr/>
            </p:nvSpPr>
            <p:spPr>
              <a:xfrm>
                <a:off x="10260297" y="3117663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" name="ph181"/>
              <p:cNvSpPr/>
              <p:nvPr/>
            </p:nvSpPr>
            <p:spPr>
              <a:xfrm>
                <a:off x="10378726" y="3079092"/>
                <a:ext cx="1336773" cy="956364"/>
              </a:xfrm>
              <a:custGeom>
                <a:avLst/>
                <a:gdLst/>
                <a:ahLst/>
                <a:cxnLst/>
                <a:rect l="0" t="0" r="0" b="0"/>
                <a:pathLst>
                  <a:path w="1336773" h="956364">
                    <a:moveTo>
                      <a:pt x="914400" y="914400"/>
                    </a:moveTo>
                    <a:lnTo>
                      <a:pt x="933407" y="902595"/>
                    </a:lnTo>
                    <a:lnTo>
                      <a:pt x="995977" y="894148"/>
                    </a:lnTo>
                    <a:lnTo>
                      <a:pt x="1007362" y="872869"/>
                    </a:lnTo>
                    <a:lnTo>
                      <a:pt x="1032712" y="851463"/>
                    </a:lnTo>
                    <a:lnTo>
                      <a:pt x="1049043" y="828089"/>
                    </a:lnTo>
                    <a:lnTo>
                      <a:pt x="1088144" y="783598"/>
                    </a:lnTo>
                    <a:lnTo>
                      <a:pt x="1128603" y="791612"/>
                    </a:lnTo>
                    <a:lnTo>
                      <a:pt x="1152227" y="800131"/>
                    </a:lnTo>
                    <a:lnTo>
                      <a:pt x="1178159" y="804427"/>
                    </a:lnTo>
                    <a:lnTo>
                      <a:pt x="1201763" y="851860"/>
                    </a:lnTo>
                    <a:lnTo>
                      <a:pt x="1261462" y="904292"/>
                    </a:lnTo>
                    <a:lnTo>
                      <a:pt x="1316313" y="899726"/>
                    </a:lnTo>
                    <a:lnTo>
                      <a:pt x="1335786" y="949324"/>
                    </a:lnTo>
                    <a:lnTo>
                      <a:pt x="1336773" y="956364"/>
                    </a:lnTo>
                    <a:lnTo>
                      <a:pt x="878111" y="9563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" name="ph182"/>
              <p:cNvSpPr/>
              <p:nvPr/>
            </p:nvSpPr>
            <p:spPr>
              <a:xfrm>
                <a:off x="10782617" y="3004459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0" y="906277"/>
                    </a:lnTo>
                    <a:lnTo>
                      <a:pt x="850918" y="938748"/>
                    </a:lnTo>
                    <a:lnTo>
                      <a:pt x="840949" y="940119"/>
                    </a:lnTo>
                    <a:lnTo>
                      <a:pt x="806328" y="910627"/>
                    </a:lnTo>
                    <a:lnTo>
                      <a:pt x="800781" y="896242"/>
                    </a:lnTo>
                    <a:lnTo>
                      <a:pt x="799636" y="884276"/>
                    </a:lnTo>
                    <a:lnTo>
                      <a:pt x="804582" y="842853"/>
                    </a:lnTo>
                    <a:lnTo>
                      <a:pt x="803671" y="829822"/>
                    </a:lnTo>
                    <a:lnTo>
                      <a:pt x="814552" y="815581"/>
                    </a:lnTo>
                    <a:lnTo>
                      <a:pt x="816239" y="795005"/>
                    </a:lnTo>
                    <a:lnTo>
                      <a:pt x="835479" y="773310"/>
                    </a:lnTo>
                    <a:lnTo>
                      <a:pt x="852547" y="772498"/>
                    </a:lnTo>
                    <a:lnTo>
                      <a:pt x="857978" y="790872"/>
                    </a:lnTo>
                    <a:lnTo>
                      <a:pt x="866144" y="803524"/>
                    </a:lnTo>
                    <a:lnTo>
                      <a:pt x="894907" y="817711"/>
                    </a:lnTo>
                    <a:lnTo>
                      <a:pt x="899193" y="824154"/>
                    </a:lnTo>
                    <a:lnTo>
                      <a:pt x="901792" y="833071"/>
                    </a:lnTo>
                    <a:lnTo>
                      <a:pt x="888410" y="850542"/>
                    </a:lnTo>
                    <a:lnTo>
                      <a:pt x="883871" y="859494"/>
                    </a:lnTo>
                    <a:lnTo>
                      <a:pt x="888119" y="873843"/>
                    </a:lnTo>
                    <a:lnTo>
                      <a:pt x="909434" y="88952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" name="ph183"/>
              <p:cNvSpPr/>
              <p:nvPr/>
            </p:nvSpPr>
            <p:spPr>
              <a:xfrm>
                <a:off x="10810081" y="3107645"/>
                <a:ext cx="961516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6" h="927810">
                    <a:moveTo>
                      <a:pt x="914400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6" y="880774"/>
                    </a:lnTo>
                    <a:lnTo>
                      <a:pt x="947449" y="915031"/>
                    </a:lnTo>
                    <a:lnTo>
                      <a:pt x="961516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" name="ph184"/>
              <p:cNvSpPr/>
              <p:nvPr/>
            </p:nvSpPr>
            <p:spPr>
              <a:xfrm>
                <a:off x="10265262" y="2967278"/>
                <a:ext cx="9448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9" h="914400">
                    <a:moveTo>
                      <a:pt x="914400" y="914400"/>
                    </a:moveTo>
                    <a:lnTo>
                      <a:pt x="902762" y="899617"/>
                    </a:lnTo>
                    <a:lnTo>
                      <a:pt x="891047" y="895863"/>
                    </a:lnTo>
                    <a:lnTo>
                      <a:pt x="897351" y="877634"/>
                    </a:lnTo>
                    <a:lnTo>
                      <a:pt x="905594" y="871010"/>
                    </a:lnTo>
                    <a:lnTo>
                      <a:pt x="935114" y="882886"/>
                    </a:lnTo>
                    <a:lnTo>
                      <a:pt x="944385" y="906133"/>
                    </a:lnTo>
                    <a:lnTo>
                      <a:pt x="944889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5" name="ph185"/>
              <p:cNvSpPr/>
              <p:nvPr/>
            </p:nvSpPr>
            <p:spPr>
              <a:xfrm>
                <a:off x="12027070" y="773419"/>
                <a:ext cx="914400" cy="1013957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7">
                    <a:moveTo>
                      <a:pt x="914400" y="914400"/>
                    </a:moveTo>
                    <a:lnTo>
                      <a:pt x="914400" y="1010223"/>
                    </a:lnTo>
                    <a:lnTo>
                      <a:pt x="874639" y="1013957"/>
                    </a:lnTo>
                    <a:lnTo>
                      <a:pt x="863952" y="1007586"/>
                    </a:lnTo>
                    <a:lnTo>
                      <a:pt x="849308" y="958041"/>
                    </a:lnTo>
                    <a:lnTo>
                      <a:pt x="852218" y="945244"/>
                    </a:lnTo>
                    <a:lnTo>
                      <a:pt x="862070" y="939794"/>
                    </a:lnTo>
                    <a:lnTo>
                      <a:pt x="870508" y="938621"/>
                    </a:lnTo>
                    <a:lnTo>
                      <a:pt x="871749" y="965297"/>
                    </a:lnTo>
                    <a:lnTo>
                      <a:pt x="884143" y="962644"/>
                    </a:lnTo>
                    <a:lnTo>
                      <a:pt x="888022" y="945064"/>
                    </a:lnTo>
                    <a:lnTo>
                      <a:pt x="888894" y="932682"/>
                    </a:lnTo>
                    <a:lnTo>
                      <a:pt x="885539" y="926437"/>
                    </a:lnTo>
                    <a:lnTo>
                      <a:pt x="877121" y="921600"/>
                    </a:lnTo>
                    <a:lnTo>
                      <a:pt x="872253" y="913298"/>
                    </a:lnTo>
                    <a:lnTo>
                      <a:pt x="879255" y="899941"/>
                    </a:lnTo>
                    <a:lnTo>
                      <a:pt x="892211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6" name="ph186"/>
              <p:cNvSpPr/>
              <p:nvPr/>
            </p:nvSpPr>
            <p:spPr>
              <a:xfrm>
                <a:off x="11961028" y="842293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6" y="912324"/>
                    </a:lnTo>
                    <a:lnTo>
                      <a:pt x="900958" y="915158"/>
                    </a:lnTo>
                    <a:lnTo>
                      <a:pt x="897002" y="925373"/>
                    </a:lnTo>
                    <a:lnTo>
                      <a:pt x="888390" y="921709"/>
                    </a:lnTo>
                    <a:lnTo>
                      <a:pt x="884918" y="907072"/>
                    </a:lnTo>
                    <a:lnTo>
                      <a:pt x="891338" y="885160"/>
                    </a:lnTo>
                    <a:lnTo>
                      <a:pt x="906719" y="884330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7" name="ph187"/>
              <p:cNvSpPr/>
              <p:nvPr/>
            </p:nvSpPr>
            <p:spPr>
              <a:xfrm>
                <a:off x="10551636" y="2498220"/>
                <a:ext cx="921789" cy="1251646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46">
                    <a:moveTo>
                      <a:pt x="914400" y="914399"/>
                    </a:moveTo>
                    <a:lnTo>
                      <a:pt x="909240" y="925175"/>
                    </a:lnTo>
                    <a:lnTo>
                      <a:pt x="901657" y="932268"/>
                    </a:lnTo>
                    <a:lnTo>
                      <a:pt x="881815" y="939794"/>
                    </a:lnTo>
                    <a:lnTo>
                      <a:pt x="864631" y="950299"/>
                    </a:lnTo>
                    <a:lnTo>
                      <a:pt x="849308" y="968763"/>
                    </a:lnTo>
                    <a:lnTo>
                      <a:pt x="843664" y="995151"/>
                    </a:lnTo>
                    <a:lnTo>
                      <a:pt x="855651" y="1014463"/>
                    </a:lnTo>
                    <a:lnTo>
                      <a:pt x="877451" y="1025040"/>
                    </a:lnTo>
                    <a:lnTo>
                      <a:pt x="882998" y="1061806"/>
                    </a:lnTo>
                    <a:lnTo>
                      <a:pt x="864999" y="1079945"/>
                    </a:lnTo>
                    <a:lnTo>
                      <a:pt x="818819" y="1098048"/>
                    </a:lnTo>
                    <a:lnTo>
                      <a:pt x="813970" y="1141745"/>
                    </a:lnTo>
                    <a:lnTo>
                      <a:pt x="815463" y="1176183"/>
                    </a:lnTo>
                    <a:lnTo>
                      <a:pt x="814629" y="1201217"/>
                    </a:lnTo>
                    <a:lnTo>
                      <a:pt x="810963" y="1235853"/>
                    </a:lnTo>
                    <a:lnTo>
                      <a:pt x="773608" y="1251646"/>
                    </a:lnTo>
                    <a:lnTo>
                      <a:pt x="749499" y="1198888"/>
                    </a:lnTo>
                    <a:lnTo>
                      <a:pt x="749286" y="1177771"/>
                    </a:lnTo>
                    <a:lnTo>
                      <a:pt x="742090" y="1153116"/>
                    </a:lnTo>
                    <a:lnTo>
                      <a:pt x="740732" y="1132107"/>
                    </a:lnTo>
                    <a:lnTo>
                      <a:pt x="732198" y="1098500"/>
                    </a:lnTo>
                    <a:lnTo>
                      <a:pt x="696860" y="1089403"/>
                    </a:lnTo>
                    <a:lnTo>
                      <a:pt x="683147" y="1088212"/>
                    </a:lnTo>
                    <a:lnTo>
                      <a:pt x="663965" y="1094457"/>
                    </a:lnTo>
                    <a:lnTo>
                      <a:pt x="659213" y="1092020"/>
                    </a:lnTo>
                    <a:lnTo>
                      <a:pt x="636249" y="1046121"/>
                    </a:lnTo>
                    <a:lnTo>
                      <a:pt x="640031" y="995476"/>
                    </a:lnTo>
                    <a:lnTo>
                      <a:pt x="627773" y="969918"/>
                    </a:lnTo>
                    <a:lnTo>
                      <a:pt x="626086" y="958349"/>
                    </a:lnTo>
                    <a:lnTo>
                      <a:pt x="626377" y="945534"/>
                    </a:lnTo>
                    <a:lnTo>
                      <a:pt x="616310" y="934975"/>
                    </a:lnTo>
                    <a:lnTo>
                      <a:pt x="604091" y="929380"/>
                    </a:lnTo>
                    <a:lnTo>
                      <a:pt x="598156" y="900881"/>
                    </a:lnTo>
                    <a:lnTo>
                      <a:pt x="612199" y="893968"/>
                    </a:lnTo>
                    <a:lnTo>
                      <a:pt x="646916" y="897307"/>
                    </a:lnTo>
                    <a:lnTo>
                      <a:pt x="657060" y="895358"/>
                    </a:lnTo>
                    <a:lnTo>
                      <a:pt x="666351" y="889420"/>
                    </a:lnTo>
                    <a:lnTo>
                      <a:pt x="694435" y="842564"/>
                    </a:lnTo>
                    <a:lnTo>
                      <a:pt x="693621" y="832240"/>
                    </a:lnTo>
                    <a:lnTo>
                      <a:pt x="696627" y="818848"/>
                    </a:lnTo>
                    <a:lnTo>
                      <a:pt x="727020" y="813884"/>
                    </a:lnTo>
                    <a:lnTo>
                      <a:pt x="740558" y="831988"/>
                    </a:lnTo>
                    <a:lnTo>
                      <a:pt x="737842" y="860974"/>
                    </a:lnTo>
                    <a:lnTo>
                      <a:pt x="739569" y="898119"/>
                    </a:lnTo>
                    <a:lnTo>
                      <a:pt x="757975" y="908227"/>
                    </a:lnTo>
                    <a:lnTo>
                      <a:pt x="765151" y="909707"/>
                    </a:lnTo>
                    <a:lnTo>
                      <a:pt x="772813" y="882272"/>
                    </a:lnTo>
                    <a:lnTo>
                      <a:pt x="778185" y="868934"/>
                    </a:lnTo>
                    <a:lnTo>
                      <a:pt x="785478" y="861498"/>
                    </a:lnTo>
                    <a:lnTo>
                      <a:pt x="787960" y="836428"/>
                    </a:lnTo>
                    <a:lnTo>
                      <a:pt x="783635" y="821122"/>
                    </a:lnTo>
                    <a:lnTo>
                      <a:pt x="774422" y="809715"/>
                    </a:lnTo>
                    <a:lnTo>
                      <a:pt x="808830" y="778671"/>
                    </a:lnTo>
                    <a:lnTo>
                      <a:pt x="844440" y="754088"/>
                    </a:lnTo>
                    <a:lnTo>
                      <a:pt x="865154" y="752806"/>
                    </a:lnTo>
                    <a:lnTo>
                      <a:pt x="886005" y="758817"/>
                    </a:lnTo>
                    <a:lnTo>
                      <a:pt x="905381" y="767119"/>
                    </a:lnTo>
                    <a:lnTo>
                      <a:pt x="915893" y="774267"/>
                    </a:lnTo>
                    <a:lnTo>
                      <a:pt x="921789" y="785746"/>
                    </a:lnTo>
                    <a:lnTo>
                      <a:pt x="908794" y="813108"/>
                    </a:lnTo>
                    <a:lnTo>
                      <a:pt x="905187" y="828089"/>
                    </a:lnTo>
                    <a:lnTo>
                      <a:pt x="913915" y="8773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8" name="ph188"/>
              <p:cNvSpPr/>
              <p:nvPr/>
            </p:nvSpPr>
            <p:spPr>
              <a:xfrm>
                <a:off x="10092429" y="1784037"/>
                <a:ext cx="1046890" cy="1566168"/>
              </a:xfrm>
              <a:custGeom>
                <a:avLst/>
                <a:gdLst/>
                <a:ahLst/>
                <a:cxnLst/>
                <a:rect l="0" t="0" r="0" b="0"/>
                <a:pathLst>
                  <a:path w="1046890" h="1566168">
                    <a:moveTo>
                      <a:pt x="914400" y="914400"/>
                    </a:moveTo>
                    <a:lnTo>
                      <a:pt x="968862" y="870649"/>
                    </a:lnTo>
                    <a:lnTo>
                      <a:pt x="984087" y="870089"/>
                    </a:lnTo>
                    <a:lnTo>
                      <a:pt x="958466" y="902704"/>
                    </a:lnTo>
                    <a:lnTo>
                      <a:pt x="954354" y="915320"/>
                    </a:lnTo>
                    <a:lnTo>
                      <a:pt x="951251" y="934669"/>
                    </a:lnTo>
                    <a:lnTo>
                      <a:pt x="969618" y="976687"/>
                    </a:lnTo>
                    <a:lnTo>
                      <a:pt x="965739" y="1002262"/>
                    </a:lnTo>
                    <a:lnTo>
                      <a:pt x="967039" y="1052583"/>
                    </a:lnTo>
                    <a:lnTo>
                      <a:pt x="949719" y="1078808"/>
                    </a:lnTo>
                    <a:lnTo>
                      <a:pt x="930168" y="1134598"/>
                    </a:lnTo>
                    <a:lnTo>
                      <a:pt x="921750" y="1142810"/>
                    </a:lnTo>
                    <a:lnTo>
                      <a:pt x="919947" y="1207931"/>
                    </a:lnTo>
                    <a:lnTo>
                      <a:pt x="921867" y="1223471"/>
                    </a:lnTo>
                    <a:lnTo>
                      <a:pt x="919093" y="1282762"/>
                    </a:lnTo>
                    <a:lnTo>
                      <a:pt x="939129" y="1307038"/>
                    </a:lnTo>
                    <a:lnTo>
                      <a:pt x="960309" y="1319727"/>
                    </a:lnTo>
                    <a:lnTo>
                      <a:pt x="1030947" y="1319275"/>
                    </a:lnTo>
                    <a:lnTo>
                      <a:pt x="1038278" y="1329942"/>
                    </a:lnTo>
                    <a:lnTo>
                      <a:pt x="1046890" y="1348280"/>
                    </a:lnTo>
                    <a:lnTo>
                      <a:pt x="1040586" y="1379415"/>
                    </a:lnTo>
                    <a:lnTo>
                      <a:pt x="1033042" y="1402897"/>
                    </a:lnTo>
                    <a:lnTo>
                      <a:pt x="1012579" y="1422678"/>
                    </a:lnTo>
                    <a:lnTo>
                      <a:pt x="986318" y="1437424"/>
                    </a:lnTo>
                    <a:lnTo>
                      <a:pt x="969987" y="1438074"/>
                    </a:lnTo>
                    <a:lnTo>
                      <a:pt x="947740" y="1410044"/>
                    </a:lnTo>
                    <a:lnTo>
                      <a:pt x="937170" y="1419141"/>
                    </a:lnTo>
                    <a:lnTo>
                      <a:pt x="926250" y="1433436"/>
                    </a:lnTo>
                    <a:lnTo>
                      <a:pt x="907960" y="1510144"/>
                    </a:lnTo>
                    <a:lnTo>
                      <a:pt x="899290" y="1561963"/>
                    </a:lnTo>
                    <a:lnTo>
                      <a:pt x="894597" y="1566168"/>
                    </a:lnTo>
                    <a:lnTo>
                      <a:pt x="884259" y="1558533"/>
                    </a:lnTo>
                    <a:lnTo>
                      <a:pt x="866396" y="1557938"/>
                    </a:lnTo>
                    <a:lnTo>
                      <a:pt x="862943" y="1559817"/>
                    </a:lnTo>
                    <a:lnTo>
                      <a:pt x="862943" y="92604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" name="ph189"/>
              <p:cNvSpPr/>
              <p:nvPr/>
            </p:nvSpPr>
            <p:spPr>
              <a:xfrm>
                <a:off x="10045666" y="2469955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0" name="ph190"/>
              <p:cNvSpPr/>
              <p:nvPr/>
            </p:nvSpPr>
            <p:spPr>
              <a:xfrm>
                <a:off x="10177381" y="2545292"/>
                <a:ext cx="940700" cy="1102488"/>
              </a:xfrm>
              <a:custGeom>
                <a:avLst/>
                <a:gdLst/>
                <a:ahLst/>
                <a:cxnLst/>
                <a:rect l="0" t="0" r="0" b="0"/>
                <a:pathLst>
                  <a:path w="940700" h="1102488">
                    <a:moveTo>
                      <a:pt x="914400" y="914399"/>
                    </a:moveTo>
                    <a:lnTo>
                      <a:pt x="924582" y="955533"/>
                    </a:lnTo>
                    <a:lnTo>
                      <a:pt x="940700" y="1001540"/>
                    </a:lnTo>
                    <a:lnTo>
                      <a:pt x="933970" y="1020799"/>
                    </a:lnTo>
                    <a:lnTo>
                      <a:pt x="938547" y="1045472"/>
                    </a:lnTo>
                    <a:lnTo>
                      <a:pt x="933950" y="1071210"/>
                    </a:lnTo>
                    <a:lnTo>
                      <a:pt x="901889" y="1101135"/>
                    </a:lnTo>
                    <a:lnTo>
                      <a:pt x="865930" y="1102488"/>
                    </a:lnTo>
                    <a:lnTo>
                      <a:pt x="828555" y="1088031"/>
                    </a:lnTo>
                    <a:lnTo>
                      <a:pt x="777991" y="1061375"/>
                    </a:lnTo>
                    <a:lnTo>
                      <a:pt x="777991" y="922097"/>
                    </a:lnTo>
                    <a:lnTo>
                      <a:pt x="834820" y="894726"/>
                    </a:lnTo>
                    <a:lnTo>
                      <a:pt x="848222" y="899112"/>
                    </a:lnTo>
                    <a:lnTo>
                      <a:pt x="862206" y="913389"/>
                    </a:lnTo>
                    <a:lnTo>
                      <a:pt x="878305" y="914237"/>
                    </a:lnTo>
                    <a:lnTo>
                      <a:pt x="901676" y="893986"/>
                    </a:lnTo>
                    <a:lnTo>
                      <a:pt x="906118" y="8951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1" name="ph191"/>
              <p:cNvSpPr/>
              <p:nvPr/>
            </p:nvSpPr>
            <p:spPr>
              <a:xfrm>
                <a:off x="10346510" y="2814403"/>
                <a:ext cx="959591" cy="988599"/>
              </a:xfrm>
              <a:custGeom>
                <a:avLst/>
                <a:gdLst/>
                <a:ahLst/>
                <a:cxnLst/>
                <a:rect l="0" t="0" r="0" b="0"/>
                <a:pathLst>
                  <a:path w="959591" h="988599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4" y="922594"/>
                    </a:lnTo>
                    <a:lnTo>
                      <a:pt x="958214" y="937286"/>
                    </a:lnTo>
                    <a:lnTo>
                      <a:pt x="959591" y="969900"/>
                    </a:lnTo>
                    <a:lnTo>
                      <a:pt x="942601" y="979412"/>
                    </a:lnTo>
                    <a:lnTo>
                      <a:pt x="923845" y="976181"/>
                    </a:lnTo>
                    <a:lnTo>
                      <a:pt x="898321" y="988599"/>
                    </a:lnTo>
                    <a:lnTo>
                      <a:pt x="814532" y="935282"/>
                    </a:lnTo>
                    <a:lnTo>
                      <a:pt x="815754" y="890827"/>
                    </a:lnTo>
                    <a:lnTo>
                      <a:pt x="819110" y="873374"/>
                    </a:lnTo>
                    <a:lnTo>
                      <a:pt x="858812" y="869223"/>
                    </a:lnTo>
                    <a:lnTo>
                      <a:pt x="879255" y="8914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2" name="ph192"/>
              <p:cNvSpPr/>
              <p:nvPr/>
            </p:nvSpPr>
            <p:spPr>
              <a:xfrm>
                <a:off x="10177963" y="2845646"/>
                <a:ext cx="96630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2" h="914400">
                    <a:moveTo>
                      <a:pt x="914400" y="914400"/>
                    </a:moveTo>
                    <a:lnTo>
                      <a:pt x="902432" y="884456"/>
                    </a:lnTo>
                    <a:lnTo>
                      <a:pt x="900881" y="875089"/>
                    </a:lnTo>
                    <a:lnTo>
                      <a:pt x="914943" y="855921"/>
                    </a:lnTo>
                    <a:lnTo>
                      <a:pt x="924039" y="834208"/>
                    </a:lnTo>
                    <a:lnTo>
                      <a:pt x="947566" y="800871"/>
                    </a:lnTo>
                    <a:lnTo>
                      <a:pt x="961123" y="761813"/>
                    </a:lnTo>
                    <a:lnTo>
                      <a:pt x="966302" y="762427"/>
                    </a:lnTo>
                    <a:lnTo>
                      <a:pt x="960289" y="797207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3" name="ph193"/>
              <p:cNvSpPr/>
              <p:nvPr/>
            </p:nvSpPr>
            <p:spPr>
              <a:xfrm>
                <a:off x="10539689" y="2769569"/>
                <a:ext cx="921983" cy="935986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6">
                    <a:moveTo>
                      <a:pt x="914400" y="914400"/>
                    </a:moveTo>
                    <a:lnTo>
                      <a:pt x="883910" y="910357"/>
                    </a:lnTo>
                    <a:lnTo>
                      <a:pt x="849541" y="935986"/>
                    </a:lnTo>
                    <a:lnTo>
                      <a:pt x="836507" y="927882"/>
                    </a:lnTo>
                    <a:lnTo>
                      <a:pt x="841434" y="911512"/>
                    </a:lnTo>
                    <a:lnTo>
                      <a:pt x="845022" y="905555"/>
                    </a:lnTo>
                    <a:lnTo>
                      <a:pt x="856582" y="898607"/>
                    </a:lnTo>
                    <a:lnTo>
                      <a:pt x="864301" y="888445"/>
                    </a:lnTo>
                    <a:lnTo>
                      <a:pt x="867327" y="872544"/>
                    </a:lnTo>
                    <a:lnTo>
                      <a:pt x="874484" y="881117"/>
                    </a:lnTo>
                    <a:lnTo>
                      <a:pt x="895760" y="884709"/>
                    </a:lnTo>
                    <a:lnTo>
                      <a:pt x="906156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4" name="ph194"/>
              <p:cNvSpPr/>
              <p:nvPr/>
            </p:nvSpPr>
            <p:spPr>
              <a:xfrm>
                <a:off x="10551714" y="2546627"/>
                <a:ext cx="9330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7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79"/>
                    </a:lnTo>
                    <a:lnTo>
                      <a:pt x="919888" y="867743"/>
                    </a:lnTo>
                    <a:lnTo>
                      <a:pt x="924020" y="868068"/>
                    </a:lnTo>
                    <a:lnTo>
                      <a:pt x="929664" y="880106"/>
                    </a:lnTo>
                    <a:lnTo>
                      <a:pt x="933097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5" name="ph195"/>
              <p:cNvSpPr/>
              <p:nvPr/>
            </p:nvSpPr>
            <p:spPr>
              <a:xfrm>
                <a:off x="10123850" y="2811605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8" y="876027"/>
                    </a:lnTo>
                    <a:lnTo>
                      <a:pt x="871225" y="867977"/>
                    </a:lnTo>
                    <a:lnTo>
                      <a:pt x="884259" y="873121"/>
                    </a:lnTo>
                    <a:lnTo>
                      <a:pt x="900435" y="888968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6" name="ph196"/>
              <p:cNvSpPr/>
              <p:nvPr/>
            </p:nvSpPr>
            <p:spPr>
              <a:xfrm>
                <a:off x="10040973" y="2796437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1"/>
                    </a:lnTo>
                    <a:lnTo>
                      <a:pt x="925862" y="903414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7" name="ph197"/>
              <p:cNvSpPr/>
              <p:nvPr/>
            </p:nvSpPr>
            <p:spPr>
              <a:xfrm>
                <a:off x="10158218" y="2468601"/>
                <a:ext cx="92857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8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2"/>
                    </a:lnTo>
                    <a:lnTo>
                      <a:pt x="905264" y="862093"/>
                    </a:lnTo>
                    <a:lnTo>
                      <a:pt x="899659" y="842889"/>
                    </a:lnTo>
                    <a:lnTo>
                      <a:pt x="905827" y="830544"/>
                    </a:lnTo>
                    <a:lnTo>
                      <a:pt x="923535" y="859296"/>
                    </a:lnTo>
                    <a:lnTo>
                      <a:pt x="928578" y="872815"/>
                    </a:lnTo>
                    <a:lnTo>
                      <a:pt x="921750" y="888968"/>
                    </a:lnTo>
                    <a:lnTo>
                      <a:pt x="917774" y="90775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8" name="ph198"/>
              <p:cNvSpPr/>
              <p:nvPr/>
            </p:nvSpPr>
            <p:spPr>
              <a:xfrm>
                <a:off x="10241852" y="1927437"/>
                <a:ext cx="94679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90" h="914400">
                    <a:moveTo>
                      <a:pt x="914400" y="914400"/>
                    </a:moveTo>
                    <a:lnTo>
                      <a:pt x="887071" y="902144"/>
                    </a:lnTo>
                    <a:lnTo>
                      <a:pt x="899135" y="885016"/>
                    </a:lnTo>
                    <a:lnTo>
                      <a:pt x="929159" y="877128"/>
                    </a:lnTo>
                    <a:lnTo>
                      <a:pt x="946790" y="879727"/>
                    </a:lnTo>
                    <a:lnTo>
                      <a:pt x="927394" y="896729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9" name="ph199"/>
              <p:cNvSpPr/>
              <p:nvPr/>
            </p:nvSpPr>
            <p:spPr>
              <a:xfrm>
                <a:off x="11044107" y="2749589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400" y="914400"/>
                    </a:moveTo>
                    <a:lnTo>
                      <a:pt x="881582" y="904039"/>
                    </a:lnTo>
                    <a:lnTo>
                      <a:pt x="841589" y="878428"/>
                    </a:lnTo>
                    <a:lnTo>
                      <a:pt x="847446" y="828233"/>
                    </a:lnTo>
                    <a:lnTo>
                      <a:pt x="857707" y="806538"/>
                    </a:lnTo>
                    <a:lnTo>
                      <a:pt x="930653" y="862797"/>
                    </a:lnTo>
                    <a:lnTo>
                      <a:pt x="931545" y="884005"/>
                    </a:lnTo>
                    <a:lnTo>
                      <a:pt x="921731" y="9081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0" name="pt200"/>
              <p:cNvSpPr/>
              <p:nvPr/>
            </p:nvSpPr>
            <p:spPr>
              <a:xfrm>
                <a:off x="11473014" y="3327924"/>
                <a:ext cx="117405" cy="117405"/>
              </a:xfrm>
              <a:prstGeom prst="ellipse">
                <a:avLst/>
              </a:prstGeom>
              <a:solidFill>
                <a:srgbClr val="D7466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" name="pt201"/>
              <p:cNvSpPr/>
              <p:nvPr/>
            </p:nvSpPr>
            <p:spPr>
              <a:xfrm>
                <a:off x="12699784" y="1819937"/>
                <a:ext cx="117405" cy="117405"/>
              </a:xfrm>
              <a:prstGeom prst="ellipse">
                <a:avLst/>
              </a:prstGeom>
              <a:solidFill>
                <a:srgbClr val="00000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" name="pt202"/>
              <p:cNvSpPr/>
              <p:nvPr/>
            </p:nvSpPr>
            <p:spPr>
              <a:xfrm>
                <a:off x="11403405" y="3164682"/>
                <a:ext cx="117405" cy="117405"/>
              </a:xfrm>
              <a:prstGeom prst="ellipse">
                <a:avLst/>
              </a:prstGeom>
              <a:solidFill>
                <a:srgbClr val="F4846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" name="pt203"/>
              <p:cNvSpPr/>
              <p:nvPr/>
            </p:nvSpPr>
            <p:spPr>
              <a:xfrm>
                <a:off x="12233438" y="2610862"/>
                <a:ext cx="117405" cy="117405"/>
              </a:xfrm>
              <a:prstGeom prst="ellipse">
                <a:avLst/>
              </a:prstGeom>
              <a:solidFill>
                <a:srgbClr val="00000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" name="pt204"/>
              <p:cNvSpPr/>
              <p:nvPr/>
            </p:nvSpPr>
            <p:spPr>
              <a:xfrm>
                <a:off x="12158221" y="2995558"/>
                <a:ext cx="117405" cy="117405"/>
              </a:xfrm>
              <a:prstGeom prst="ellipse">
                <a:avLst/>
              </a:prstGeom>
              <a:solidFill>
                <a:srgbClr val="51157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" name="pt205"/>
              <p:cNvSpPr/>
              <p:nvPr/>
            </p:nvSpPr>
            <p:spPr>
              <a:xfrm>
                <a:off x="11489095" y="3460740"/>
                <a:ext cx="117405" cy="117405"/>
              </a:xfrm>
              <a:prstGeom prst="ellipse">
                <a:avLst/>
              </a:prstGeom>
              <a:solidFill>
                <a:srgbClr val="00000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6" name="pt206"/>
              <p:cNvSpPr/>
              <p:nvPr/>
            </p:nvSpPr>
            <p:spPr>
              <a:xfrm>
                <a:off x="11118249" y="2173890"/>
                <a:ext cx="117405" cy="117405"/>
              </a:xfrm>
              <a:prstGeom prst="ellipse">
                <a:avLst/>
              </a:prstGeom>
              <a:solidFill>
                <a:srgbClr val="641B7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7" name="pt207"/>
              <p:cNvSpPr/>
              <p:nvPr/>
            </p:nvSpPr>
            <p:spPr>
              <a:xfrm>
                <a:off x="11208151" y="2478760"/>
                <a:ext cx="117405" cy="117405"/>
              </a:xfrm>
              <a:prstGeom prst="ellipse">
                <a:avLst/>
              </a:prstGeom>
              <a:solidFill>
                <a:srgbClr val="FCFDB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8" name="pg208"/>
              <p:cNvSpPr/>
              <p:nvPr/>
            </p:nvSpPr>
            <p:spPr>
              <a:xfrm>
                <a:off x="11587970" y="3255407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3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1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9" name="tx209"/>
              <p:cNvSpPr/>
              <p:nvPr/>
            </p:nvSpPr>
            <p:spPr>
              <a:xfrm>
                <a:off x="11633690" y="3301127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210" name="pg210"/>
              <p:cNvSpPr/>
              <p:nvPr/>
            </p:nvSpPr>
            <p:spPr>
              <a:xfrm>
                <a:off x="12456879" y="1938596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1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1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1" name="tx211"/>
              <p:cNvSpPr/>
              <p:nvPr/>
            </p:nvSpPr>
            <p:spPr>
              <a:xfrm>
                <a:off x="12502599" y="1984316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212" name="pg212"/>
              <p:cNvSpPr/>
              <p:nvPr/>
            </p:nvSpPr>
            <p:spPr>
              <a:xfrm>
                <a:off x="11137510" y="2972236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2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3" name="tx213"/>
              <p:cNvSpPr/>
              <p:nvPr/>
            </p:nvSpPr>
            <p:spPr>
              <a:xfrm>
                <a:off x="11183230" y="3017956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214" name="pg214"/>
              <p:cNvSpPr/>
              <p:nvPr/>
            </p:nvSpPr>
            <p:spPr>
              <a:xfrm>
                <a:off x="11833808" y="2439682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1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2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5" name="tx215"/>
              <p:cNvSpPr/>
              <p:nvPr/>
            </p:nvSpPr>
            <p:spPr>
              <a:xfrm>
                <a:off x="11879528" y="2485402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216" name="pg216"/>
              <p:cNvSpPr/>
              <p:nvPr/>
            </p:nvSpPr>
            <p:spPr>
              <a:xfrm>
                <a:off x="12158203" y="2802816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2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" name="tx217"/>
              <p:cNvSpPr/>
              <p:nvPr/>
            </p:nvSpPr>
            <p:spPr>
              <a:xfrm>
                <a:off x="12203923" y="2848536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218" name="pg218"/>
              <p:cNvSpPr/>
              <p:nvPr/>
            </p:nvSpPr>
            <p:spPr>
              <a:xfrm>
                <a:off x="11473507" y="3578907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2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" name="tx219"/>
              <p:cNvSpPr/>
              <p:nvPr/>
            </p:nvSpPr>
            <p:spPr>
              <a:xfrm>
                <a:off x="11519227" y="3624627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220" name="pg220"/>
              <p:cNvSpPr/>
              <p:nvPr/>
            </p:nvSpPr>
            <p:spPr>
              <a:xfrm>
                <a:off x="10901788" y="2292219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2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1" name="tx221"/>
              <p:cNvSpPr/>
              <p:nvPr/>
            </p:nvSpPr>
            <p:spPr>
              <a:xfrm>
                <a:off x="10947508" y="2337939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  <p:sp>
            <p:nvSpPr>
              <p:cNvPr id="222" name="pg222"/>
              <p:cNvSpPr/>
              <p:nvPr/>
            </p:nvSpPr>
            <p:spPr>
              <a:xfrm>
                <a:off x="11335677" y="2560650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1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3" name="tx223"/>
              <p:cNvSpPr/>
              <p:nvPr/>
            </p:nvSpPr>
            <p:spPr>
              <a:xfrm>
                <a:off x="11381397" y="2606370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224" name="rc224"/>
              <p:cNvSpPr/>
              <p:nvPr/>
            </p:nvSpPr>
            <p:spPr>
              <a:xfrm>
                <a:off x="10856068" y="1318571"/>
                <a:ext cx="2184706" cy="2846260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" name="tx225"/>
              <p:cNvSpPr/>
              <p:nvPr/>
            </p:nvSpPr>
            <p:spPr>
              <a:xfrm>
                <a:off x="10543715" y="3994765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226" name="tx226"/>
              <p:cNvSpPr/>
              <p:nvPr/>
            </p:nvSpPr>
            <p:spPr>
              <a:xfrm>
                <a:off x="10668074" y="3976294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7" name="tx227"/>
              <p:cNvSpPr/>
              <p:nvPr/>
            </p:nvSpPr>
            <p:spPr>
              <a:xfrm>
                <a:off x="10712788" y="3994765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28" name="tx228"/>
              <p:cNvSpPr/>
              <p:nvPr/>
            </p:nvSpPr>
            <p:spPr>
              <a:xfrm>
                <a:off x="10543715" y="362512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229" name="tx229"/>
              <p:cNvSpPr/>
              <p:nvPr/>
            </p:nvSpPr>
            <p:spPr>
              <a:xfrm>
                <a:off x="10668074" y="360665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30" name="tx230"/>
              <p:cNvSpPr/>
              <p:nvPr/>
            </p:nvSpPr>
            <p:spPr>
              <a:xfrm>
                <a:off x="10712788" y="362512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31" name="tx231"/>
              <p:cNvSpPr/>
              <p:nvPr/>
            </p:nvSpPr>
            <p:spPr>
              <a:xfrm>
                <a:off x="10543715" y="325565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232" name="tx232"/>
              <p:cNvSpPr/>
              <p:nvPr/>
            </p:nvSpPr>
            <p:spPr>
              <a:xfrm>
                <a:off x="10668074" y="32371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33" name="tx233"/>
              <p:cNvSpPr/>
              <p:nvPr/>
            </p:nvSpPr>
            <p:spPr>
              <a:xfrm>
                <a:off x="10712788" y="325565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34" name="tx234"/>
              <p:cNvSpPr/>
              <p:nvPr/>
            </p:nvSpPr>
            <p:spPr>
              <a:xfrm>
                <a:off x="10543715" y="288583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235" name="tx235"/>
              <p:cNvSpPr/>
              <p:nvPr/>
            </p:nvSpPr>
            <p:spPr>
              <a:xfrm>
                <a:off x="10668074" y="286736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36" name="tx236"/>
              <p:cNvSpPr/>
              <p:nvPr/>
            </p:nvSpPr>
            <p:spPr>
              <a:xfrm>
                <a:off x="10712788" y="288583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37" name="tx237"/>
              <p:cNvSpPr/>
              <p:nvPr/>
            </p:nvSpPr>
            <p:spPr>
              <a:xfrm>
                <a:off x="10543715" y="251637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238" name="tx238"/>
              <p:cNvSpPr/>
              <p:nvPr/>
            </p:nvSpPr>
            <p:spPr>
              <a:xfrm>
                <a:off x="10668074" y="249790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39" name="tx239"/>
              <p:cNvSpPr/>
              <p:nvPr/>
            </p:nvSpPr>
            <p:spPr>
              <a:xfrm>
                <a:off x="10712788" y="251637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40" name="tx240"/>
              <p:cNvSpPr/>
              <p:nvPr/>
            </p:nvSpPr>
            <p:spPr>
              <a:xfrm>
                <a:off x="10543715" y="21467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241" name="tx241"/>
              <p:cNvSpPr/>
              <p:nvPr/>
            </p:nvSpPr>
            <p:spPr>
              <a:xfrm>
                <a:off x="10668074" y="21282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2" name="tx242"/>
              <p:cNvSpPr/>
              <p:nvPr/>
            </p:nvSpPr>
            <p:spPr>
              <a:xfrm>
                <a:off x="10712788" y="214672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43" name="tx243"/>
              <p:cNvSpPr/>
              <p:nvPr/>
            </p:nvSpPr>
            <p:spPr>
              <a:xfrm>
                <a:off x="10543715" y="177708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244" name="tx244"/>
              <p:cNvSpPr/>
              <p:nvPr/>
            </p:nvSpPr>
            <p:spPr>
              <a:xfrm>
                <a:off x="10668074" y="175861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5" name="tx245"/>
              <p:cNvSpPr/>
              <p:nvPr/>
            </p:nvSpPr>
            <p:spPr>
              <a:xfrm>
                <a:off x="10712788" y="177708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46" name="tx246"/>
              <p:cNvSpPr/>
              <p:nvPr/>
            </p:nvSpPr>
            <p:spPr>
              <a:xfrm>
                <a:off x="10543715" y="140743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247" name="tx247"/>
              <p:cNvSpPr/>
              <p:nvPr/>
            </p:nvSpPr>
            <p:spPr>
              <a:xfrm>
                <a:off x="10668074" y="138896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48" name="tx248"/>
              <p:cNvSpPr/>
              <p:nvPr/>
            </p:nvSpPr>
            <p:spPr>
              <a:xfrm>
                <a:off x="10712788" y="140743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49" name="pl249"/>
              <p:cNvSpPr/>
              <p:nvPr/>
            </p:nvSpPr>
            <p:spPr>
              <a:xfrm>
                <a:off x="10821273" y="403545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0" name="pl250"/>
              <p:cNvSpPr/>
              <p:nvPr/>
            </p:nvSpPr>
            <p:spPr>
              <a:xfrm>
                <a:off x="10821273" y="3665812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1" name="pl251"/>
              <p:cNvSpPr/>
              <p:nvPr/>
            </p:nvSpPr>
            <p:spPr>
              <a:xfrm>
                <a:off x="10821273" y="329616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2" name="pl252"/>
              <p:cNvSpPr/>
              <p:nvPr/>
            </p:nvSpPr>
            <p:spPr>
              <a:xfrm>
                <a:off x="10821273" y="292652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3" name="pl253"/>
              <p:cNvSpPr/>
              <p:nvPr/>
            </p:nvSpPr>
            <p:spPr>
              <a:xfrm>
                <a:off x="10821273" y="255687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4" name="pl254"/>
              <p:cNvSpPr/>
              <p:nvPr/>
            </p:nvSpPr>
            <p:spPr>
              <a:xfrm>
                <a:off x="10821273" y="2187235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" name="pl255"/>
              <p:cNvSpPr/>
              <p:nvPr/>
            </p:nvSpPr>
            <p:spPr>
              <a:xfrm>
                <a:off x="10821273" y="181759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6" name="pl256"/>
              <p:cNvSpPr/>
              <p:nvPr/>
            </p:nvSpPr>
            <p:spPr>
              <a:xfrm>
                <a:off x="10821273" y="144794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7" name="pl257"/>
              <p:cNvSpPr/>
              <p:nvPr/>
            </p:nvSpPr>
            <p:spPr>
              <a:xfrm>
                <a:off x="10955373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8" name="pl258"/>
              <p:cNvSpPr/>
              <p:nvPr/>
            </p:nvSpPr>
            <p:spPr>
              <a:xfrm>
                <a:off x="11352592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9" name="pl259"/>
              <p:cNvSpPr/>
              <p:nvPr/>
            </p:nvSpPr>
            <p:spPr>
              <a:xfrm>
                <a:off x="11749812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60" name="pl260"/>
              <p:cNvSpPr/>
              <p:nvPr/>
            </p:nvSpPr>
            <p:spPr>
              <a:xfrm>
                <a:off x="12147031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61" name="pl261"/>
              <p:cNvSpPr/>
              <p:nvPr/>
            </p:nvSpPr>
            <p:spPr>
              <a:xfrm>
                <a:off x="12544250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62" name="pl262"/>
              <p:cNvSpPr/>
              <p:nvPr/>
            </p:nvSpPr>
            <p:spPr>
              <a:xfrm>
                <a:off x="12941470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63" name="tx263"/>
              <p:cNvSpPr/>
              <p:nvPr/>
            </p:nvSpPr>
            <p:spPr>
              <a:xfrm>
                <a:off x="10833575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264" name="tx264"/>
              <p:cNvSpPr/>
              <p:nvPr/>
            </p:nvSpPr>
            <p:spPr>
              <a:xfrm>
                <a:off x="10957933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65" name="tx265"/>
              <p:cNvSpPr/>
              <p:nvPr/>
            </p:nvSpPr>
            <p:spPr>
              <a:xfrm>
                <a:off x="11002647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66" name="tx266"/>
              <p:cNvSpPr/>
              <p:nvPr/>
            </p:nvSpPr>
            <p:spPr>
              <a:xfrm>
                <a:off x="11230794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267" name="tx267"/>
              <p:cNvSpPr/>
              <p:nvPr/>
            </p:nvSpPr>
            <p:spPr>
              <a:xfrm>
                <a:off x="11355152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68" name="tx268"/>
              <p:cNvSpPr/>
              <p:nvPr/>
            </p:nvSpPr>
            <p:spPr>
              <a:xfrm>
                <a:off x="11399867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69" name="tx269"/>
              <p:cNvSpPr/>
              <p:nvPr/>
            </p:nvSpPr>
            <p:spPr>
              <a:xfrm>
                <a:off x="11628013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270" name="tx270"/>
              <p:cNvSpPr/>
              <p:nvPr/>
            </p:nvSpPr>
            <p:spPr>
              <a:xfrm>
                <a:off x="11752372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71" name="tx271"/>
              <p:cNvSpPr/>
              <p:nvPr/>
            </p:nvSpPr>
            <p:spPr>
              <a:xfrm>
                <a:off x="11797086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72" name="tx272"/>
              <p:cNvSpPr/>
              <p:nvPr/>
            </p:nvSpPr>
            <p:spPr>
              <a:xfrm>
                <a:off x="12025233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273" name="tx273"/>
              <p:cNvSpPr/>
              <p:nvPr/>
            </p:nvSpPr>
            <p:spPr>
              <a:xfrm>
                <a:off x="12149591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74" name="tx274"/>
              <p:cNvSpPr/>
              <p:nvPr/>
            </p:nvSpPr>
            <p:spPr>
              <a:xfrm>
                <a:off x="12194305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75" name="tx275"/>
              <p:cNvSpPr/>
              <p:nvPr/>
            </p:nvSpPr>
            <p:spPr>
              <a:xfrm>
                <a:off x="12422452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276" name="tx276"/>
              <p:cNvSpPr/>
              <p:nvPr/>
            </p:nvSpPr>
            <p:spPr>
              <a:xfrm>
                <a:off x="12546811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77" name="tx277"/>
              <p:cNvSpPr/>
              <p:nvPr/>
            </p:nvSpPr>
            <p:spPr>
              <a:xfrm>
                <a:off x="12591525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78" name="tx278"/>
              <p:cNvSpPr/>
              <p:nvPr/>
            </p:nvSpPr>
            <p:spPr>
              <a:xfrm>
                <a:off x="12819672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279" name="tx279"/>
              <p:cNvSpPr/>
              <p:nvPr/>
            </p:nvSpPr>
            <p:spPr>
              <a:xfrm>
                <a:off x="12944030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0" name="tx280"/>
              <p:cNvSpPr/>
              <p:nvPr/>
            </p:nvSpPr>
            <p:spPr>
              <a:xfrm>
                <a:off x="12988744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81" name="tx281"/>
              <p:cNvSpPr/>
              <p:nvPr/>
            </p:nvSpPr>
            <p:spPr>
              <a:xfrm>
                <a:off x="11641457" y="4371641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282" name="tx282"/>
              <p:cNvSpPr/>
              <p:nvPr/>
            </p:nvSpPr>
            <p:spPr>
              <a:xfrm rot="16200000">
                <a:off x="10173874" y="2691683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283" name="rc283"/>
              <p:cNvSpPr/>
              <p:nvPr/>
            </p:nvSpPr>
            <p:spPr>
              <a:xfrm>
                <a:off x="13179953" y="1947720"/>
                <a:ext cx="679118" cy="158796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" name="tx284"/>
              <p:cNvSpPr/>
              <p:nvPr/>
            </p:nvSpPr>
            <p:spPr>
              <a:xfrm>
                <a:off x="13249542" y="2032811"/>
                <a:ext cx="543610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Relative </a:t>
                </a:r>
              </a:p>
            </p:txBody>
          </p:sp>
          <p:sp>
            <p:nvSpPr>
              <p:cNvPr id="285" name="tx285"/>
              <p:cNvSpPr/>
              <p:nvPr/>
            </p:nvSpPr>
            <p:spPr>
              <a:xfrm>
                <a:off x="13249542" y="2183687"/>
                <a:ext cx="496884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Survival</a:t>
                </a:r>
              </a:p>
            </p:txBody>
          </p:sp>
          <p:pic>
            <p:nvPicPr>
              <p:cNvPr id="286" name="pic28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3249542" y="2368813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287" name="pl287"/>
              <p:cNvSpPr/>
              <p:nvPr/>
            </p:nvSpPr>
            <p:spPr>
              <a:xfrm>
                <a:off x="13425107" y="346426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8" name="pl288"/>
              <p:cNvSpPr/>
              <p:nvPr/>
            </p:nvSpPr>
            <p:spPr>
              <a:xfrm>
                <a:off x="13425107" y="319085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9" name="pl289"/>
              <p:cNvSpPr/>
              <p:nvPr/>
            </p:nvSpPr>
            <p:spPr>
              <a:xfrm>
                <a:off x="13425107" y="291745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90" name="pl290"/>
              <p:cNvSpPr/>
              <p:nvPr/>
            </p:nvSpPr>
            <p:spPr>
              <a:xfrm>
                <a:off x="13425107" y="264404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91" name="pl291"/>
              <p:cNvSpPr/>
              <p:nvPr/>
            </p:nvSpPr>
            <p:spPr>
              <a:xfrm>
                <a:off x="13425107" y="237064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92" name="pl292"/>
              <p:cNvSpPr/>
              <p:nvPr/>
            </p:nvSpPr>
            <p:spPr>
              <a:xfrm>
                <a:off x="13249542" y="346426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93" name="pl293"/>
              <p:cNvSpPr/>
              <p:nvPr/>
            </p:nvSpPr>
            <p:spPr>
              <a:xfrm>
                <a:off x="13249542" y="319085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94" name="pl294"/>
              <p:cNvSpPr/>
              <p:nvPr/>
            </p:nvSpPr>
            <p:spPr>
              <a:xfrm>
                <a:off x="13249542" y="291745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95" name="pl295"/>
              <p:cNvSpPr/>
              <p:nvPr/>
            </p:nvSpPr>
            <p:spPr>
              <a:xfrm>
                <a:off x="13249542" y="264404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96" name="pl296"/>
              <p:cNvSpPr/>
              <p:nvPr/>
            </p:nvSpPr>
            <p:spPr>
              <a:xfrm>
                <a:off x="13249542" y="237064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97" name="tx297"/>
              <p:cNvSpPr/>
              <p:nvPr/>
            </p:nvSpPr>
            <p:spPr>
              <a:xfrm>
                <a:off x="13538587" y="3424259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0.00</a:t>
                </a:r>
              </a:p>
            </p:txBody>
          </p:sp>
          <p:sp>
            <p:nvSpPr>
              <p:cNvPr id="298" name="tx298"/>
              <p:cNvSpPr/>
              <p:nvPr/>
            </p:nvSpPr>
            <p:spPr>
              <a:xfrm>
                <a:off x="13538587" y="3150853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0.25</a:t>
                </a:r>
              </a:p>
            </p:txBody>
          </p:sp>
          <p:sp>
            <p:nvSpPr>
              <p:cNvPr id="299" name="tx299"/>
              <p:cNvSpPr/>
              <p:nvPr/>
            </p:nvSpPr>
            <p:spPr>
              <a:xfrm>
                <a:off x="13538587" y="2877448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0.50</a:t>
                </a:r>
              </a:p>
            </p:txBody>
          </p:sp>
          <p:sp>
            <p:nvSpPr>
              <p:cNvPr id="300" name="tx300"/>
              <p:cNvSpPr/>
              <p:nvPr/>
            </p:nvSpPr>
            <p:spPr>
              <a:xfrm>
                <a:off x="13538587" y="2604042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0.75</a:t>
                </a:r>
              </a:p>
            </p:txBody>
          </p:sp>
          <p:sp>
            <p:nvSpPr>
              <p:cNvPr id="301" name="tx301"/>
              <p:cNvSpPr/>
              <p:nvPr/>
            </p:nvSpPr>
            <p:spPr>
              <a:xfrm>
                <a:off x="13538587" y="2330637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1.00</a:t>
                </a:r>
              </a:p>
            </p:txBody>
          </p:sp>
          <p:sp>
            <p:nvSpPr>
              <p:cNvPr id="302" name="tx302"/>
              <p:cNvSpPr/>
              <p:nvPr/>
            </p:nvSpPr>
            <p:spPr>
              <a:xfrm>
                <a:off x="10492774" y="758504"/>
                <a:ext cx="3128995" cy="46275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(B) </a:t>
                </a:r>
                <a:r>
                  <a:rPr lang="en-US"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Current</a:t>
                </a:r>
                <a:r>
                  <a:rPr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 Future Relative Survival </a:t>
                </a:r>
                <a:endPara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  <a:p>
                <a:r>
                  <a:rPr lang="en-US"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      in Future Treatments</a:t>
                </a:r>
                <a:endPara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</p:grp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8EE3A328-1256-F17E-4F23-6B87B490145C}"/>
                </a:ext>
              </a:extLst>
            </p:cNvPr>
            <p:cNvGrpSpPr/>
            <p:nvPr/>
          </p:nvGrpSpPr>
          <p:grpSpPr>
            <a:xfrm>
              <a:off x="-504546" y="4231104"/>
              <a:ext cx="4209489" cy="4229329"/>
              <a:chOff x="4067454" y="4231103"/>
              <a:chExt cx="4209489" cy="4229329"/>
            </a:xfrm>
          </p:grpSpPr>
          <p:sp>
            <p:nvSpPr>
              <p:cNvPr id="328" name="ph328"/>
              <p:cNvSpPr/>
              <p:nvPr/>
            </p:nvSpPr>
            <p:spPr>
              <a:xfrm>
                <a:off x="4396167" y="4231103"/>
                <a:ext cx="968821" cy="1653339"/>
              </a:xfrm>
              <a:custGeom>
                <a:avLst/>
                <a:gdLst/>
                <a:ahLst/>
                <a:cxnLst/>
                <a:rect l="0" t="0" r="0" b="0"/>
                <a:pathLst>
                  <a:path w="968821" h="1653339">
                    <a:moveTo>
                      <a:pt x="914400" y="914400"/>
                    </a:moveTo>
                    <a:lnTo>
                      <a:pt x="940350" y="989246"/>
                    </a:lnTo>
                    <a:lnTo>
                      <a:pt x="961898" y="1042471"/>
                    </a:lnTo>
                    <a:lnTo>
                      <a:pt x="968821" y="1077558"/>
                    </a:lnTo>
                    <a:lnTo>
                      <a:pt x="961704" y="1113131"/>
                    </a:lnTo>
                    <a:lnTo>
                      <a:pt x="954353" y="1131342"/>
                    </a:lnTo>
                    <a:lnTo>
                      <a:pt x="954120" y="1155870"/>
                    </a:lnTo>
                    <a:lnTo>
                      <a:pt x="948457" y="1204691"/>
                    </a:lnTo>
                    <a:lnTo>
                      <a:pt x="931758" y="1229363"/>
                    </a:lnTo>
                    <a:lnTo>
                      <a:pt x="909900" y="1256273"/>
                    </a:lnTo>
                    <a:lnTo>
                      <a:pt x="885521" y="1276361"/>
                    </a:lnTo>
                    <a:lnTo>
                      <a:pt x="866184" y="1282010"/>
                    </a:lnTo>
                    <a:lnTo>
                      <a:pt x="849582" y="1284339"/>
                    </a:lnTo>
                    <a:lnTo>
                      <a:pt x="838430" y="1294554"/>
                    </a:lnTo>
                    <a:lnTo>
                      <a:pt x="828325" y="1324569"/>
                    </a:lnTo>
                    <a:lnTo>
                      <a:pt x="818996" y="1356099"/>
                    </a:lnTo>
                    <a:lnTo>
                      <a:pt x="788507" y="1394867"/>
                    </a:lnTo>
                    <a:lnTo>
                      <a:pt x="789322" y="1408368"/>
                    </a:lnTo>
                    <a:lnTo>
                      <a:pt x="800940" y="1454319"/>
                    </a:lnTo>
                    <a:lnTo>
                      <a:pt x="811820" y="1506642"/>
                    </a:lnTo>
                    <a:lnTo>
                      <a:pt x="802627" y="1555553"/>
                    </a:lnTo>
                    <a:lnTo>
                      <a:pt x="794753" y="1606901"/>
                    </a:lnTo>
                    <a:lnTo>
                      <a:pt x="780963" y="1641121"/>
                    </a:lnTo>
                    <a:lnTo>
                      <a:pt x="761258" y="1653339"/>
                    </a:lnTo>
                    <a:lnTo>
                      <a:pt x="746789" y="1647239"/>
                    </a:lnTo>
                    <a:lnTo>
                      <a:pt x="730420" y="1600295"/>
                    </a:lnTo>
                    <a:lnTo>
                      <a:pt x="730051" y="1589502"/>
                    </a:lnTo>
                    <a:lnTo>
                      <a:pt x="725978" y="1575153"/>
                    </a:lnTo>
                    <a:lnTo>
                      <a:pt x="679547" y="1560859"/>
                    </a:lnTo>
                    <a:lnTo>
                      <a:pt x="671343" y="1561382"/>
                    </a:lnTo>
                    <a:lnTo>
                      <a:pt x="653093" y="1553008"/>
                    </a:lnTo>
                    <a:lnTo>
                      <a:pt x="642387" y="1550644"/>
                    </a:lnTo>
                    <a:lnTo>
                      <a:pt x="620432" y="1545807"/>
                    </a:lnTo>
                    <a:lnTo>
                      <a:pt x="602181" y="1504385"/>
                    </a:lnTo>
                    <a:lnTo>
                      <a:pt x="582786" y="1469931"/>
                    </a:lnTo>
                    <a:lnTo>
                      <a:pt x="580032" y="1455528"/>
                    </a:lnTo>
                    <a:lnTo>
                      <a:pt x="580692" y="1391095"/>
                    </a:lnTo>
                    <a:lnTo>
                      <a:pt x="574757" y="1362434"/>
                    </a:lnTo>
                    <a:lnTo>
                      <a:pt x="572934" y="1331192"/>
                    </a:lnTo>
                    <a:lnTo>
                      <a:pt x="560734" y="1356605"/>
                    </a:lnTo>
                    <a:lnTo>
                      <a:pt x="567813" y="1396781"/>
                    </a:lnTo>
                    <a:lnTo>
                      <a:pt x="552763" y="1413638"/>
                    </a:lnTo>
                    <a:lnTo>
                      <a:pt x="533775" y="1421832"/>
                    </a:lnTo>
                    <a:lnTo>
                      <a:pt x="535560" y="1445367"/>
                    </a:lnTo>
                    <a:lnTo>
                      <a:pt x="543357" y="1449825"/>
                    </a:lnTo>
                    <a:lnTo>
                      <a:pt x="544986" y="1474263"/>
                    </a:lnTo>
                    <a:lnTo>
                      <a:pt x="540370" y="1510432"/>
                    </a:lnTo>
                    <a:lnTo>
                      <a:pt x="502996" y="1590856"/>
                    </a:lnTo>
                    <a:lnTo>
                      <a:pt x="495451" y="1599501"/>
                    </a:lnTo>
                    <a:lnTo>
                      <a:pt x="490331" y="1610366"/>
                    </a:lnTo>
                    <a:lnTo>
                      <a:pt x="471208" y="1603147"/>
                    </a:lnTo>
                    <a:lnTo>
                      <a:pt x="454703" y="1618214"/>
                    </a:lnTo>
                    <a:lnTo>
                      <a:pt x="454703" y="874530"/>
                    </a:lnTo>
                    <a:lnTo>
                      <a:pt x="910426" y="87453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336" name="ph336"/>
              <p:cNvSpPr/>
              <p:nvPr/>
            </p:nvSpPr>
            <p:spPr>
              <a:xfrm>
                <a:off x="5922503" y="4431098"/>
                <a:ext cx="914400" cy="1013954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4">
                    <a:moveTo>
                      <a:pt x="914400" y="914400"/>
                    </a:moveTo>
                    <a:lnTo>
                      <a:pt x="914400" y="1010220"/>
                    </a:lnTo>
                    <a:lnTo>
                      <a:pt x="874640" y="1013954"/>
                    </a:lnTo>
                    <a:lnTo>
                      <a:pt x="863953" y="1007583"/>
                    </a:lnTo>
                    <a:lnTo>
                      <a:pt x="849310" y="958040"/>
                    </a:lnTo>
                    <a:lnTo>
                      <a:pt x="852220" y="945244"/>
                    </a:lnTo>
                    <a:lnTo>
                      <a:pt x="862072" y="939793"/>
                    </a:lnTo>
                    <a:lnTo>
                      <a:pt x="870509" y="938620"/>
                    </a:lnTo>
                    <a:lnTo>
                      <a:pt x="871750" y="965295"/>
                    </a:lnTo>
                    <a:lnTo>
                      <a:pt x="884144" y="962642"/>
                    </a:lnTo>
                    <a:lnTo>
                      <a:pt x="888022" y="945063"/>
                    </a:lnTo>
                    <a:lnTo>
                      <a:pt x="888895" y="932682"/>
                    </a:lnTo>
                    <a:lnTo>
                      <a:pt x="885540" y="926437"/>
                    </a:lnTo>
                    <a:lnTo>
                      <a:pt x="877123" y="921600"/>
                    </a:lnTo>
                    <a:lnTo>
                      <a:pt x="872254" y="913298"/>
                    </a:lnTo>
                    <a:lnTo>
                      <a:pt x="879256" y="899942"/>
                    </a:lnTo>
                    <a:lnTo>
                      <a:pt x="892212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grpSp>
            <p:nvGrpSpPr>
              <p:cNvPr id="607" name="Group 606">
                <a:extLst>
                  <a:ext uri="{FF2B5EF4-FFF2-40B4-BE49-F238E27FC236}">
                    <a16:creationId xmlns:a16="http://schemas.microsoft.com/office/drawing/2014/main" id="{19E9793E-C94A-0C04-5802-50581BF3DDEE}"/>
                  </a:ext>
                </a:extLst>
              </p:cNvPr>
              <p:cNvGrpSpPr/>
              <p:nvPr/>
            </p:nvGrpSpPr>
            <p:grpSpPr>
              <a:xfrm>
                <a:off x="4067454" y="4644368"/>
                <a:ext cx="4209489" cy="3816064"/>
                <a:chOff x="3936470" y="4413536"/>
                <a:chExt cx="4209489" cy="3816064"/>
              </a:xfrm>
            </p:grpSpPr>
            <p:sp>
              <p:nvSpPr>
                <p:cNvPr id="304" name="rc304"/>
                <p:cNvSpPr/>
                <p:nvPr/>
              </p:nvSpPr>
              <p:spPr>
                <a:xfrm>
                  <a:off x="4198439" y="4572000"/>
                  <a:ext cx="3947520" cy="3657600"/>
                </a:xfrm>
                <a:prstGeom prst="rect">
                  <a:avLst/>
                </a:prstGeom>
                <a:solidFill>
                  <a:srgbClr val="FFFFFF">
                    <a:alpha val="100000"/>
                  </a:srgbClr>
                </a:solidFill>
                <a:ln w="13550" cap="rnd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05" name="rc305"/>
                <p:cNvSpPr/>
                <p:nvPr/>
              </p:nvSpPr>
              <p:spPr>
                <a:xfrm>
                  <a:off x="4751569" y="4976262"/>
                  <a:ext cx="2184636" cy="2846169"/>
                </a:xfrm>
                <a:prstGeom prst="rect">
                  <a:avLst/>
                </a:prstGeom>
                <a:solidFill>
                  <a:srgbClr val="F0F8FF">
                    <a:alpha val="100000"/>
                  </a:srgbClr>
                </a:solidFill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06" name="pl306"/>
                <p:cNvSpPr/>
                <p:nvPr/>
              </p:nvSpPr>
              <p:spPr>
                <a:xfrm>
                  <a:off x="4850870" y="4976262"/>
                  <a:ext cx="0" cy="28461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2846169">
                      <a:moveTo>
                        <a:pt x="0" y="2846169"/>
                      </a:moveTo>
                      <a:lnTo>
                        <a:pt x="0" y="2817606"/>
                      </a:lnTo>
                      <a:lnTo>
                        <a:pt x="0" y="2784003"/>
                      </a:lnTo>
                      <a:lnTo>
                        <a:pt x="0" y="2750400"/>
                      </a:lnTo>
                      <a:lnTo>
                        <a:pt x="0" y="2716797"/>
                      </a:lnTo>
                      <a:lnTo>
                        <a:pt x="0" y="2683194"/>
                      </a:lnTo>
                      <a:lnTo>
                        <a:pt x="0" y="2649591"/>
                      </a:lnTo>
                      <a:lnTo>
                        <a:pt x="0" y="2615989"/>
                      </a:lnTo>
                      <a:lnTo>
                        <a:pt x="0" y="2582386"/>
                      </a:lnTo>
                      <a:lnTo>
                        <a:pt x="0" y="2548783"/>
                      </a:lnTo>
                      <a:lnTo>
                        <a:pt x="0" y="2515180"/>
                      </a:lnTo>
                      <a:lnTo>
                        <a:pt x="0" y="2481577"/>
                      </a:lnTo>
                      <a:lnTo>
                        <a:pt x="0" y="2447974"/>
                      </a:lnTo>
                      <a:lnTo>
                        <a:pt x="0" y="2414371"/>
                      </a:lnTo>
                      <a:lnTo>
                        <a:pt x="0" y="2380768"/>
                      </a:lnTo>
                      <a:lnTo>
                        <a:pt x="0" y="2347165"/>
                      </a:lnTo>
                      <a:lnTo>
                        <a:pt x="0" y="2313562"/>
                      </a:lnTo>
                      <a:lnTo>
                        <a:pt x="0" y="2279959"/>
                      </a:lnTo>
                      <a:lnTo>
                        <a:pt x="0" y="2246356"/>
                      </a:lnTo>
                      <a:lnTo>
                        <a:pt x="0" y="2212753"/>
                      </a:lnTo>
                      <a:lnTo>
                        <a:pt x="0" y="2179150"/>
                      </a:lnTo>
                      <a:lnTo>
                        <a:pt x="0" y="2145547"/>
                      </a:lnTo>
                      <a:lnTo>
                        <a:pt x="0" y="2111944"/>
                      </a:lnTo>
                      <a:lnTo>
                        <a:pt x="0" y="2078341"/>
                      </a:lnTo>
                      <a:lnTo>
                        <a:pt x="0" y="2044739"/>
                      </a:lnTo>
                      <a:lnTo>
                        <a:pt x="0" y="2011136"/>
                      </a:lnTo>
                      <a:lnTo>
                        <a:pt x="0" y="1977533"/>
                      </a:lnTo>
                      <a:lnTo>
                        <a:pt x="0" y="1943930"/>
                      </a:lnTo>
                      <a:lnTo>
                        <a:pt x="0" y="1910327"/>
                      </a:lnTo>
                      <a:lnTo>
                        <a:pt x="0" y="1876724"/>
                      </a:lnTo>
                      <a:lnTo>
                        <a:pt x="0" y="1843121"/>
                      </a:lnTo>
                      <a:lnTo>
                        <a:pt x="0" y="1809518"/>
                      </a:lnTo>
                      <a:lnTo>
                        <a:pt x="0" y="1775915"/>
                      </a:lnTo>
                      <a:lnTo>
                        <a:pt x="0" y="1742312"/>
                      </a:lnTo>
                      <a:lnTo>
                        <a:pt x="0" y="1708709"/>
                      </a:lnTo>
                      <a:lnTo>
                        <a:pt x="0" y="1675106"/>
                      </a:lnTo>
                      <a:lnTo>
                        <a:pt x="0" y="1641503"/>
                      </a:lnTo>
                      <a:lnTo>
                        <a:pt x="0" y="1607900"/>
                      </a:lnTo>
                      <a:lnTo>
                        <a:pt x="0" y="1574297"/>
                      </a:lnTo>
                      <a:lnTo>
                        <a:pt x="0" y="1540694"/>
                      </a:lnTo>
                      <a:lnTo>
                        <a:pt x="0" y="1507091"/>
                      </a:lnTo>
                      <a:lnTo>
                        <a:pt x="0" y="1473489"/>
                      </a:lnTo>
                      <a:lnTo>
                        <a:pt x="0" y="1439886"/>
                      </a:lnTo>
                      <a:lnTo>
                        <a:pt x="0" y="1406283"/>
                      </a:lnTo>
                      <a:lnTo>
                        <a:pt x="0" y="1372680"/>
                      </a:lnTo>
                      <a:lnTo>
                        <a:pt x="0" y="1339077"/>
                      </a:lnTo>
                      <a:lnTo>
                        <a:pt x="0" y="1305474"/>
                      </a:lnTo>
                      <a:lnTo>
                        <a:pt x="0" y="1271871"/>
                      </a:lnTo>
                      <a:lnTo>
                        <a:pt x="0" y="1238268"/>
                      </a:lnTo>
                      <a:lnTo>
                        <a:pt x="0" y="1204665"/>
                      </a:lnTo>
                      <a:lnTo>
                        <a:pt x="0" y="1171062"/>
                      </a:lnTo>
                      <a:lnTo>
                        <a:pt x="0" y="1137459"/>
                      </a:lnTo>
                      <a:lnTo>
                        <a:pt x="0" y="1103856"/>
                      </a:lnTo>
                      <a:lnTo>
                        <a:pt x="0" y="1070253"/>
                      </a:lnTo>
                      <a:lnTo>
                        <a:pt x="0" y="1036650"/>
                      </a:lnTo>
                      <a:lnTo>
                        <a:pt x="0" y="1003047"/>
                      </a:lnTo>
                      <a:lnTo>
                        <a:pt x="0" y="969444"/>
                      </a:lnTo>
                      <a:lnTo>
                        <a:pt x="0" y="935841"/>
                      </a:lnTo>
                      <a:lnTo>
                        <a:pt x="0" y="902238"/>
                      </a:lnTo>
                      <a:lnTo>
                        <a:pt x="0" y="868636"/>
                      </a:lnTo>
                      <a:lnTo>
                        <a:pt x="0" y="835033"/>
                      </a:lnTo>
                      <a:lnTo>
                        <a:pt x="0" y="801430"/>
                      </a:lnTo>
                      <a:lnTo>
                        <a:pt x="0" y="767827"/>
                      </a:lnTo>
                      <a:lnTo>
                        <a:pt x="0" y="734224"/>
                      </a:lnTo>
                      <a:lnTo>
                        <a:pt x="0" y="700621"/>
                      </a:lnTo>
                      <a:lnTo>
                        <a:pt x="0" y="667018"/>
                      </a:lnTo>
                      <a:lnTo>
                        <a:pt x="0" y="633415"/>
                      </a:lnTo>
                      <a:lnTo>
                        <a:pt x="0" y="599812"/>
                      </a:lnTo>
                      <a:lnTo>
                        <a:pt x="0" y="566209"/>
                      </a:lnTo>
                      <a:lnTo>
                        <a:pt x="0" y="532606"/>
                      </a:lnTo>
                      <a:lnTo>
                        <a:pt x="0" y="499003"/>
                      </a:lnTo>
                      <a:lnTo>
                        <a:pt x="0" y="465400"/>
                      </a:lnTo>
                      <a:lnTo>
                        <a:pt x="0" y="431797"/>
                      </a:lnTo>
                      <a:lnTo>
                        <a:pt x="0" y="398194"/>
                      </a:lnTo>
                      <a:lnTo>
                        <a:pt x="0" y="364591"/>
                      </a:lnTo>
                      <a:lnTo>
                        <a:pt x="0" y="330988"/>
                      </a:lnTo>
                      <a:lnTo>
                        <a:pt x="0" y="297386"/>
                      </a:lnTo>
                      <a:lnTo>
                        <a:pt x="0" y="263783"/>
                      </a:lnTo>
                      <a:lnTo>
                        <a:pt x="0" y="230180"/>
                      </a:lnTo>
                      <a:lnTo>
                        <a:pt x="0" y="196577"/>
                      </a:lnTo>
                      <a:lnTo>
                        <a:pt x="0" y="162974"/>
                      </a:lnTo>
                      <a:lnTo>
                        <a:pt x="0" y="129371"/>
                      </a:lnTo>
                      <a:lnTo>
                        <a:pt x="0" y="95768"/>
                      </a:lnTo>
                      <a:lnTo>
                        <a:pt x="0" y="62165"/>
                      </a:lnTo>
                      <a:lnTo>
                        <a:pt x="0" y="28562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07" name="pl307"/>
                <p:cNvSpPr/>
                <p:nvPr/>
              </p:nvSpPr>
              <p:spPr>
                <a:xfrm>
                  <a:off x="5248077" y="4976262"/>
                  <a:ext cx="0" cy="28461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2846169">
                      <a:moveTo>
                        <a:pt x="0" y="2846169"/>
                      </a:moveTo>
                      <a:lnTo>
                        <a:pt x="0" y="2817606"/>
                      </a:lnTo>
                      <a:lnTo>
                        <a:pt x="0" y="2784003"/>
                      </a:lnTo>
                      <a:lnTo>
                        <a:pt x="0" y="2750400"/>
                      </a:lnTo>
                      <a:lnTo>
                        <a:pt x="0" y="2716797"/>
                      </a:lnTo>
                      <a:lnTo>
                        <a:pt x="0" y="2683194"/>
                      </a:lnTo>
                      <a:lnTo>
                        <a:pt x="0" y="2649591"/>
                      </a:lnTo>
                      <a:lnTo>
                        <a:pt x="0" y="2615989"/>
                      </a:lnTo>
                      <a:lnTo>
                        <a:pt x="0" y="2582386"/>
                      </a:lnTo>
                      <a:lnTo>
                        <a:pt x="0" y="2548783"/>
                      </a:lnTo>
                      <a:lnTo>
                        <a:pt x="0" y="2515180"/>
                      </a:lnTo>
                      <a:lnTo>
                        <a:pt x="0" y="2481577"/>
                      </a:lnTo>
                      <a:lnTo>
                        <a:pt x="0" y="2447974"/>
                      </a:lnTo>
                      <a:lnTo>
                        <a:pt x="0" y="2414371"/>
                      </a:lnTo>
                      <a:lnTo>
                        <a:pt x="0" y="2380768"/>
                      </a:lnTo>
                      <a:lnTo>
                        <a:pt x="0" y="2347165"/>
                      </a:lnTo>
                      <a:lnTo>
                        <a:pt x="0" y="2313562"/>
                      </a:lnTo>
                      <a:lnTo>
                        <a:pt x="0" y="2279959"/>
                      </a:lnTo>
                      <a:lnTo>
                        <a:pt x="0" y="2246356"/>
                      </a:lnTo>
                      <a:lnTo>
                        <a:pt x="0" y="2212753"/>
                      </a:lnTo>
                      <a:lnTo>
                        <a:pt x="0" y="2179150"/>
                      </a:lnTo>
                      <a:lnTo>
                        <a:pt x="0" y="2145547"/>
                      </a:lnTo>
                      <a:lnTo>
                        <a:pt x="0" y="2111944"/>
                      </a:lnTo>
                      <a:lnTo>
                        <a:pt x="0" y="2078341"/>
                      </a:lnTo>
                      <a:lnTo>
                        <a:pt x="0" y="2044739"/>
                      </a:lnTo>
                      <a:lnTo>
                        <a:pt x="0" y="2011136"/>
                      </a:lnTo>
                      <a:lnTo>
                        <a:pt x="0" y="1977533"/>
                      </a:lnTo>
                      <a:lnTo>
                        <a:pt x="0" y="1943930"/>
                      </a:lnTo>
                      <a:lnTo>
                        <a:pt x="0" y="1910327"/>
                      </a:lnTo>
                      <a:lnTo>
                        <a:pt x="0" y="1876724"/>
                      </a:lnTo>
                      <a:lnTo>
                        <a:pt x="0" y="1843121"/>
                      </a:lnTo>
                      <a:lnTo>
                        <a:pt x="0" y="1809518"/>
                      </a:lnTo>
                      <a:lnTo>
                        <a:pt x="0" y="1775915"/>
                      </a:lnTo>
                      <a:lnTo>
                        <a:pt x="0" y="1742312"/>
                      </a:lnTo>
                      <a:lnTo>
                        <a:pt x="0" y="1708709"/>
                      </a:lnTo>
                      <a:lnTo>
                        <a:pt x="0" y="1675106"/>
                      </a:lnTo>
                      <a:lnTo>
                        <a:pt x="0" y="1641503"/>
                      </a:lnTo>
                      <a:lnTo>
                        <a:pt x="0" y="1607900"/>
                      </a:lnTo>
                      <a:lnTo>
                        <a:pt x="0" y="1574297"/>
                      </a:lnTo>
                      <a:lnTo>
                        <a:pt x="0" y="1540694"/>
                      </a:lnTo>
                      <a:lnTo>
                        <a:pt x="0" y="1507091"/>
                      </a:lnTo>
                      <a:lnTo>
                        <a:pt x="0" y="1473489"/>
                      </a:lnTo>
                      <a:lnTo>
                        <a:pt x="0" y="1439886"/>
                      </a:lnTo>
                      <a:lnTo>
                        <a:pt x="0" y="1406283"/>
                      </a:lnTo>
                      <a:lnTo>
                        <a:pt x="0" y="1372680"/>
                      </a:lnTo>
                      <a:lnTo>
                        <a:pt x="0" y="1339077"/>
                      </a:lnTo>
                      <a:lnTo>
                        <a:pt x="0" y="1305474"/>
                      </a:lnTo>
                      <a:lnTo>
                        <a:pt x="0" y="1271871"/>
                      </a:lnTo>
                      <a:lnTo>
                        <a:pt x="0" y="1238268"/>
                      </a:lnTo>
                      <a:lnTo>
                        <a:pt x="0" y="1204665"/>
                      </a:lnTo>
                      <a:lnTo>
                        <a:pt x="0" y="1171062"/>
                      </a:lnTo>
                      <a:lnTo>
                        <a:pt x="0" y="1137459"/>
                      </a:lnTo>
                      <a:lnTo>
                        <a:pt x="0" y="1103856"/>
                      </a:lnTo>
                      <a:lnTo>
                        <a:pt x="0" y="1070253"/>
                      </a:lnTo>
                      <a:lnTo>
                        <a:pt x="0" y="1036650"/>
                      </a:lnTo>
                      <a:lnTo>
                        <a:pt x="0" y="1003047"/>
                      </a:lnTo>
                      <a:lnTo>
                        <a:pt x="0" y="969444"/>
                      </a:lnTo>
                      <a:lnTo>
                        <a:pt x="0" y="935841"/>
                      </a:lnTo>
                      <a:lnTo>
                        <a:pt x="0" y="902238"/>
                      </a:lnTo>
                      <a:lnTo>
                        <a:pt x="0" y="868636"/>
                      </a:lnTo>
                      <a:lnTo>
                        <a:pt x="0" y="835033"/>
                      </a:lnTo>
                      <a:lnTo>
                        <a:pt x="0" y="801430"/>
                      </a:lnTo>
                      <a:lnTo>
                        <a:pt x="0" y="767827"/>
                      </a:lnTo>
                      <a:lnTo>
                        <a:pt x="0" y="734224"/>
                      </a:lnTo>
                      <a:lnTo>
                        <a:pt x="0" y="700621"/>
                      </a:lnTo>
                      <a:lnTo>
                        <a:pt x="0" y="667018"/>
                      </a:lnTo>
                      <a:lnTo>
                        <a:pt x="0" y="633415"/>
                      </a:lnTo>
                      <a:lnTo>
                        <a:pt x="0" y="599812"/>
                      </a:lnTo>
                      <a:lnTo>
                        <a:pt x="0" y="566209"/>
                      </a:lnTo>
                      <a:lnTo>
                        <a:pt x="0" y="532606"/>
                      </a:lnTo>
                      <a:lnTo>
                        <a:pt x="0" y="499003"/>
                      </a:lnTo>
                      <a:lnTo>
                        <a:pt x="0" y="465400"/>
                      </a:lnTo>
                      <a:lnTo>
                        <a:pt x="0" y="431797"/>
                      </a:lnTo>
                      <a:lnTo>
                        <a:pt x="0" y="398194"/>
                      </a:lnTo>
                      <a:lnTo>
                        <a:pt x="0" y="364591"/>
                      </a:lnTo>
                      <a:lnTo>
                        <a:pt x="0" y="330988"/>
                      </a:lnTo>
                      <a:lnTo>
                        <a:pt x="0" y="297386"/>
                      </a:lnTo>
                      <a:lnTo>
                        <a:pt x="0" y="263783"/>
                      </a:lnTo>
                      <a:lnTo>
                        <a:pt x="0" y="230180"/>
                      </a:lnTo>
                      <a:lnTo>
                        <a:pt x="0" y="196577"/>
                      </a:lnTo>
                      <a:lnTo>
                        <a:pt x="0" y="162974"/>
                      </a:lnTo>
                      <a:lnTo>
                        <a:pt x="0" y="129371"/>
                      </a:lnTo>
                      <a:lnTo>
                        <a:pt x="0" y="95768"/>
                      </a:lnTo>
                      <a:lnTo>
                        <a:pt x="0" y="62165"/>
                      </a:lnTo>
                      <a:lnTo>
                        <a:pt x="0" y="28562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08" name="pl308"/>
                <p:cNvSpPr/>
                <p:nvPr/>
              </p:nvSpPr>
              <p:spPr>
                <a:xfrm>
                  <a:off x="5645284" y="4976262"/>
                  <a:ext cx="0" cy="28461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2846169">
                      <a:moveTo>
                        <a:pt x="0" y="2846169"/>
                      </a:moveTo>
                      <a:lnTo>
                        <a:pt x="0" y="2817606"/>
                      </a:lnTo>
                      <a:lnTo>
                        <a:pt x="0" y="2784003"/>
                      </a:lnTo>
                      <a:lnTo>
                        <a:pt x="0" y="2750400"/>
                      </a:lnTo>
                      <a:lnTo>
                        <a:pt x="0" y="2716797"/>
                      </a:lnTo>
                      <a:lnTo>
                        <a:pt x="0" y="2683194"/>
                      </a:lnTo>
                      <a:lnTo>
                        <a:pt x="0" y="2649591"/>
                      </a:lnTo>
                      <a:lnTo>
                        <a:pt x="0" y="2615989"/>
                      </a:lnTo>
                      <a:lnTo>
                        <a:pt x="0" y="2582386"/>
                      </a:lnTo>
                      <a:lnTo>
                        <a:pt x="0" y="2548783"/>
                      </a:lnTo>
                      <a:lnTo>
                        <a:pt x="0" y="2515180"/>
                      </a:lnTo>
                      <a:lnTo>
                        <a:pt x="0" y="2481577"/>
                      </a:lnTo>
                      <a:lnTo>
                        <a:pt x="0" y="2447974"/>
                      </a:lnTo>
                      <a:lnTo>
                        <a:pt x="0" y="2414371"/>
                      </a:lnTo>
                      <a:lnTo>
                        <a:pt x="0" y="2380768"/>
                      </a:lnTo>
                      <a:lnTo>
                        <a:pt x="0" y="2347165"/>
                      </a:lnTo>
                      <a:lnTo>
                        <a:pt x="0" y="2313562"/>
                      </a:lnTo>
                      <a:lnTo>
                        <a:pt x="0" y="2279959"/>
                      </a:lnTo>
                      <a:lnTo>
                        <a:pt x="0" y="2246356"/>
                      </a:lnTo>
                      <a:lnTo>
                        <a:pt x="0" y="2212753"/>
                      </a:lnTo>
                      <a:lnTo>
                        <a:pt x="0" y="2179150"/>
                      </a:lnTo>
                      <a:lnTo>
                        <a:pt x="0" y="2145547"/>
                      </a:lnTo>
                      <a:lnTo>
                        <a:pt x="0" y="2111944"/>
                      </a:lnTo>
                      <a:lnTo>
                        <a:pt x="0" y="2078341"/>
                      </a:lnTo>
                      <a:lnTo>
                        <a:pt x="0" y="2044739"/>
                      </a:lnTo>
                      <a:lnTo>
                        <a:pt x="0" y="2011136"/>
                      </a:lnTo>
                      <a:lnTo>
                        <a:pt x="0" y="1977533"/>
                      </a:lnTo>
                      <a:lnTo>
                        <a:pt x="0" y="1943930"/>
                      </a:lnTo>
                      <a:lnTo>
                        <a:pt x="0" y="1910327"/>
                      </a:lnTo>
                      <a:lnTo>
                        <a:pt x="0" y="1876724"/>
                      </a:lnTo>
                      <a:lnTo>
                        <a:pt x="0" y="1843121"/>
                      </a:lnTo>
                      <a:lnTo>
                        <a:pt x="0" y="1809518"/>
                      </a:lnTo>
                      <a:lnTo>
                        <a:pt x="0" y="1775915"/>
                      </a:lnTo>
                      <a:lnTo>
                        <a:pt x="0" y="1742312"/>
                      </a:lnTo>
                      <a:lnTo>
                        <a:pt x="0" y="1708709"/>
                      </a:lnTo>
                      <a:lnTo>
                        <a:pt x="0" y="1675106"/>
                      </a:lnTo>
                      <a:lnTo>
                        <a:pt x="0" y="1641503"/>
                      </a:lnTo>
                      <a:lnTo>
                        <a:pt x="0" y="1607900"/>
                      </a:lnTo>
                      <a:lnTo>
                        <a:pt x="0" y="1574297"/>
                      </a:lnTo>
                      <a:lnTo>
                        <a:pt x="0" y="1540694"/>
                      </a:lnTo>
                      <a:lnTo>
                        <a:pt x="0" y="1507091"/>
                      </a:lnTo>
                      <a:lnTo>
                        <a:pt x="0" y="1473489"/>
                      </a:lnTo>
                      <a:lnTo>
                        <a:pt x="0" y="1439886"/>
                      </a:lnTo>
                      <a:lnTo>
                        <a:pt x="0" y="1406283"/>
                      </a:lnTo>
                      <a:lnTo>
                        <a:pt x="0" y="1372680"/>
                      </a:lnTo>
                      <a:lnTo>
                        <a:pt x="0" y="1339077"/>
                      </a:lnTo>
                      <a:lnTo>
                        <a:pt x="0" y="1305474"/>
                      </a:lnTo>
                      <a:lnTo>
                        <a:pt x="0" y="1271871"/>
                      </a:lnTo>
                      <a:lnTo>
                        <a:pt x="0" y="1238268"/>
                      </a:lnTo>
                      <a:lnTo>
                        <a:pt x="0" y="1204665"/>
                      </a:lnTo>
                      <a:lnTo>
                        <a:pt x="0" y="1171062"/>
                      </a:lnTo>
                      <a:lnTo>
                        <a:pt x="0" y="1137459"/>
                      </a:lnTo>
                      <a:lnTo>
                        <a:pt x="0" y="1103856"/>
                      </a:lnTo>
                      <a:lnTo>
                        <a:pt x="0" y="1070253"/>
                      </a:lnTo>
                      <a:lnTo>
                        <a:pt x="0" y="1036650"/>
                      </a:lnTo>
                      <a:lnTo>
                        <a:pt x="0" y="1003047"/>
                      </a:lnTo>
                      <a:lnTo>
                        <a:pt x="0" y="969444"/>
                      </a:lnTo>
                      <a:lnTo>
                        <a:pt x="0" y="935841"/>
                      </a:lnTo>
                      <a:lnTo>
                        <a:pt x="0" y="902238"/>
                      </a:lnTo>
                      <a:lnTo>
                        <a:pt x="0" y="868636"/>
                      </a:lnTo>
                      <a:lnTo>
                        <a:pt x="0" y="835033"/>
                      </a:lnTo>
                      <a:lnTo>
                        <a:pt x="0" y="801430"/>
                      </a:lnTo>
                      <a:lnTo>
                        <a:pt x="0" y="767827"/>
                      </a:lnTo>
                      <a:lnTo>
                        <a:pt x="0" y="734224"/>
                      </a:lnTo>
                      <a:lnTo>
                        <a:pt x="0" y="700621"/>
                      </a:lnTo>
                      <a:lnTo>
                        <a:pt x="0" y="667018"/>
                      </a:lnTo>
                      <a:lnTo>
                        <a:pt x="0" y="633415"/>
                      </a:lnTo>
                      <a:lnTo>
                        <a:pt x="0" y="599812"/>
                      </a:lnTo>
                      <a:lnTo>
                        <a:pt x="0" y="566209"/>
                      </a:lnTo>
                      <a:lnTo>
                        <a:pt x="0" y="532606"/>
                      </a:lnTo>
                      <a:lnTo>
                        <a:pt x="0" y="499003"/>
                      </a:lnTo>
                      <a:lnTo>
                        <a:pt x="0" y="465400"/>
                      </a:lnTo>
                      <a:lnTo>
                        <a:pt x="0" y="431797"/>
                      </a:lnTo>
                      <a:lnTo>
                        <a:pt x="0" y="398194"/>
                      </a:lnTo>
                      <a:lnTo>
                        <a:pt x="0" y="364591"/>
                      </a:lnTo>
                      <a:lnTo>
                        <a:pt x="0" y="330988"/>
                      </a:lnTo>
                      <a:lnTo>
                        <a:pt x="0" y="297386"/>
                      </a:lnTo>
                      <a:lnTo>
                        <a:pt x="0" y="263783"/>
                      </a:lnTo>
                      <a:lnTo>
                        <a:pt x="0" y="230180"/>
                      </a:lnTo>
                      <a:lnTo>
                        <a:pt x="0" y="196577"/>
                      </a:lnTo>
                      <a:lnTo>
                        <a:pt x="0" y="162974"/>
                      </a:lnTo>
                      <a:lnTo>
                        <a:pt x="0" y="129371"/>
                      </a:lnTo>
                      <a:lnTo>
                        <a:pt x="0" y="95768"/>
                      </a:lnTo>
                      <a:lnTo>
                        <a:pt x="0" y="62165"/>
                      </a:lnTo>
                      <a:lnTo>
                        <a:pt x="0" y="28562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09" name="pl309"/>
                <p:cNvSpPr/>
                <p:nvPr/>
              </p:nvSpPr>
              <p:spPr>
                <a:xfrm>
                  <a:off x="6042490" y="4976262"/>
                  <a:ext cx="0" cy="28461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2846169">
                      <a:moveTo>
                        <a:pt x="0" y="2846169"/>
                      </a:moveTo>
                      <a:lnTo>
                        <a:pt x="0" y="2817606"/>
                      </a:lnTo>
                      <a:lnTo>
                        <a:pt x="0" y="2784003"/>
                      </a:lnTo>
                      <a:lnTo>
                        <a:pt x="0" y="2750400"/>
                      </a:lnTo>
                      <a:lnTo>
                        <a:pt x="0" y="2716797"/>
                      </a:lnTo>
                      <a:lnTo>
                        <a:pt x="0" y="2683194"/>
                      </a:lnTo>
                      <a:lnTo>
                        <a:pt x="0" y="2649591"/>
                      </a:lnTo>
                      <a:lnTo>
                        <a:pt x="0" y="2615989"/>
                      </a:lnTo>
                      <a:lnTo>
                        <a:pt x="0" y="2582386"/>
                      </a:lnTo>
                      <a:lnTo>
                        <a:pt x="0" y="2548783"/>
                      </a:lnTo>
                      <a:lnTo>
                        <a:pt x="0" y="2515180"/>
                      </a:lnTo>
                      <a:lnTo>
                        <a:pt x="0" y="2481577"/>
                      </a:lnTo>
                      <a:lnTo>
                        <a:pt x="0" y="2447974"/>
                      </a:lnTo>
                      <a:lnTo>
                        <a:pt x="0" y="2414371"/>
                      </a:lnTo>
                      <a:lnTo>
                        <a:pt x="0" y="2380768"/>
                      </a:lnTo>
                      <a:lnTo>
                        <a:pt x="0" y="2347165"/>
                      </a:lnTo>
                      <a:lnTo>
                        <a:pt x="0" y="2313562"/>
                      </a:lnTo>
                      <a:lnTo>
                        <a:pt x="0" y="2279959"/>
                      </a:lnTo>
                      <a:lnTo>
                        <a:pt x="0" y="2246356"/>
                      </a:lnTo>
                      <a:lnTo>
                        <a:pt x="0" y="2212753"/>
                      </a:lnTo>
                      <a:lnTo>
                        <a:pt x="0" y="2179150"/>
                      </a:lnTo>
                      <a:lnTo>
                        <a:pt x="0" y="2145547"/>
                      </a:lnTo>
                      <a:lnTo>
                        <a:pt x="0" y="2111944"/>
                      </a:lnTo>
                      <a:lnTo>
                        <a:pt x="0" y="2078341"/>
                      </a:lnTo>
                      <a:lnTo>
                        <a:pt x="0" y="2044739"/>
                      </a:lnTo>
                      <a:lnTo>
                        <a:pt x="0" y="2011136"/>
                      </a:lnTo>
                      <a:lnTo>
                        <a:pt x="0" y="1977533"/>
                      </a:lnTo>
                      <a:lnTo>
                        <a:pt x="0" y="1943930"/>
                      </a:lnTo>
                      <a:lnTo>
                        <a:pt x="0" y="1910327"/>
                      </a:lnTo>
                      <a:lnTo>
                        <a:pt x="0" y="1876724"/>
                      </a:lnTo>
                      <a:lnTo>
                        <a:pt x="0" y="1843121"/>
                      </a:lnTo>
                      <a:lnTo>
                        <a:pt x="0" y="1809518"/>
                      </a:lnTo>
                      <a:lnTo>
                        <a:pt x="0" y="1775915"/>
                      </a:lnTo>
                      <a:lnTo>
                        <a:pt x="0" y="1742312"/>
                      </a:lnTo>
                      <a:lnTo>
                        <a:pt x="0" y="1708709"/>
                      </a:lnTo>
                      <a:lnTo>
                        <a:pt x="0" y="1675106"/>
                      </a:lnTo>
                      <a:lnTo>
                        <a:pt x="0" y="1641503"/>
                      </a:lnTo>
                      <a:lnTo>
                        <a:pt x="0" y="1607900"/>
                      </a:lnTo>
                      <a:lnTo>
                        <a:pt x="0" y="1574297"/>
                      </a:lnTo>
                      <a:lnTo>
                        <a:pt x="0" y="1540694"/>
                      </a:lnTo>
                      <a:lnTo>
                        <a:pt x="0" y="1507091"/>
                      </a:lnTo>
                      <a:lnTo>
                        <a:pt x="0" y="1473489"/>
                      </a:lnTo>
                      <a:lnTo>
                        <a:pt x="0" y="1439886"/>
                      </a:lnTo>
                      <a:lnTo>
                        <a:pt x="0" y="1406283"/>
                      </a:lnTo>
                      <a:lnTo>
                        <a:pt x="0" y="1372680"/>
                      </a:lnTo>
                      <a:lnTo>
                        <a:pt x="0" y="1339077"/>
                      </a:lnTo>
                      <a:lnTo>
                        <a:pt x="0" y="1305474"/>
                      </a:lnTo>
                      <a:lnTo>
                        <a:pt x="0" y="1271871"/>
                      </a:lnTo>
                      <a:lnTo>
                        <a:pt x="0" y="1238268"/>
                      </a:lnTo>
                      <a:lnTo>
                        <a:pt x="0" y="1204665"/>
                      </a:lnTo>
                      <a:lnTo>
                        <a:pt x="0" y="1171062"/>
                      </a:lnTo>
                      <a:lnTo>
                        <a:pt x="0" y="1137459"/>
                      </a:lnTo>
                      <a:lnTo>
                        <a:pt x="0" y="1103856"/>
                      </a:lnTo>
                      <a:lnTo>
                        <a:pt x="0" y="1070253"/>
                      </a:lnTo>
                      <a:lnTo>
                        <a:pt x="0" y="1036650"/>
                      </a:lnTo>
                      <a:lnTo>
                        <a:pt x="0" y="1003047"/>
                      </a:lnTo>
                      <a:lnTo>
                        <a:pt x="0" y="969444"/>
                      </a:lnTo>
                      <a:lnTo>
                        <a:pt x="0" y="935841"/>
                      </a:lnTo>
                      <a:lnTo>
                        <a:pt x="0" y="902238"/>
                      </a:lnTo>
                      <a:lnTo>
                        <a:pt x="0" y="868636"/>
                      </a:lnTo>
                      <a:lnTo>
                        <a:pt x="0" y="835033"/>
                      </a:lnTo>
                      <a:lnTo>
                        <a:pt x="0" y="801430"/>
                      </a:lnTo>
                      <a:lnTo>
                        <a:pt x="0" y="767827"/>
                      </a:lnTo>
                      <a:lnTo>
                        <a:pt x="0" y="734224"/>
                      </a:lnTo>
                      <a:lnTo>
                        <a:pt x="0" y="700621"/>
                      </a:lnTo>
                      <a:lnTo>
                        <a:pt x="0" y="667018"/>
                      </a:lnTo>
                      <a:lnTo>
                        <a:pt x="0" y="633415"/>
                      </a:lnTo>
                      <a:lnTo>
                        <a:pt x="0" y="599812"/>
                      </a:lnTo>
                      <a:lnTo>
                        <a:pt x="0" y="566209"/>
                      </a:lnTo>
                      <a:lnTo>
                        <a:pt x="0" y="532606"/>
                      </a:lnTo>
                      <a:lnTo>
                        <a:pt x="0" y="499003"/>
                      </a:lnTo>
                      <a:lnTo>
                        <a:pt x="0" y="465400"/>
                      </a:lnTo>
                      <a:lnTo>
                        <a:pt x="0" y="431797"/>
                      </a:lnTo>
                      <a:lnTo>
                        <a:pt x="0" y="398194"/>
                      </a:lnTo>
                      <a:lnTo>
                        <a:pt x="0" y="364591"/>
                      </a:lnTo>
                      <a:lnTo>
                        <a:pt x="0" y="330988"/>
                      </a:lnTo>
                      <a:lnTo>
                        <a:pt x="0" y="297386"/>
                      </a:lnTo>
                      <a:lnTo>
                        <a:pt x="0" y="263783"/>
                      </a:lnTo>
                      <a:lnTo>
                        <a:pt x="0" y="230180"/>
                      </a:lnTo>
                      <a:lnTo>
                        <a:pt x="0" y="196577"/>
                      </a:lnTo>
                      <a:lnTo>
                        <a:pt x="0" y="162974"/>
                      </a:lnTo>
                      <a:lnTo>
                        <a:pt x="0" y="129371"/>
                      </a:lnTo>
                      <a:lnTo>
                        <a:pt x="0" y="95768"/>
                      </a:lnTo>
                      <a:lnTo>
                        <a:pt x="0" y="62165"/>
                      </a:lnTo>
                      <a:lnTo>
                        <a:pt x="0" y="28562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0" name="pl310"/>
                <p:cNvSpPr/>
                <p:nvPr/>
              </p:nvSpPr>
              <p:spPr>
                <a:xfrm>
                  <a:off x="6439697" y="4976262"/>
                  <a:ext cx="0" cy="28461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2846169">
                      <a:moveTo>
                        <a:pt x="0" y="2846169"/>
                      </a:moveTo>
                      <a:lnTo>
                        <a:pt x="0" y="2817606"/>
                      </a:lnTo>
                      <a:lnTo>
                        <a:pt x="0" y="2784003"/>
                      </a:lnTo>
                      <a:lnTo>
                        <a:pt x="0" y="2750400"/>
                      </a:lnTo>
                      <a:lnTo>
                        <a:pt x="0" y="2716797"/>
                      </a:lnTo>
                      <a:lnTo>
                        <a:pt x="0" y="2683194"/>
                      </a:lnTo>
                      <a:lnTo>
                        <a:pt x="0" y="2649591"/>
                      </a:lnTo>
                      <a:lnTo>
                        <a:pt x="0" y="2615989"/>
                      </a:lnTo>
                      <a:lnTo>
                        <a:pt x="0" y="2582386"/>
                      </a:lnTo>
                      <a:lnTo>
                        <a:pt x="0" y="2548783"/>
                      </a:lnTo>
                      <a:lnTo>
                        <a:pt x="0" y="2515180"/>
                      </a:lnTo>
                      <a:lnTo>
                        <a:pt x="0" y="2481577"/>
                      </a:lnTo>
                      <a:lnTo>
                        <a:pt x="0" y="2447974"/>
                      </a:lnTo>
                      <a:lnTo>
                        <a:pt x="0" y="2414371"/>
                      </a:lnTo>
                      <a:lnTo>
                        <a:pt x="0" y="2380768"/>
                      </a:lnTo>
                      <a:lnTo>
                        <a:pt x="0" y="2347165"/>
                      </a:lnTo>
                      <a:lnTo>
                        <a:pt x="0" y="2313562"/>
                      </a:lnTo>
                      <a:lnTo>
                        <a:pt x="0" y="2279959"/>
                      </a:lnTo>
                      <a:lnTo>
                        <a:pt x="0" y="2246356"/>
                      </a:lnTo>
                      <a:lnTo>
                        <a:pt x="0" y="2212753"/>
                      </a:lnTo>
                      <a:lnTo>
                        <a:pt x="0" y="2179150"/>
                      </a:lnTo>
                      <a:lnTo>
                        <a:pt x="0" y="2145547"/>
                      </a:lnTo>
                      <a:lnTo>
                        <a:pt x="0" y="2111944"/>
                      </a:lnTo>
                      <a:lnTo>
                        <a:pt x="0" y="2078341"/>
                      </a:lnTo>
                      <a:lnTo>
                        <a:pt x="0" y="2044739"/>
                      </a:lnTo>
                      <a:lnTo>
                        <a:pt x="0" y="2011136"/>
                      </a:lnTo>
                      <a:lnTo>
                        <a:pt x="0" y="1977533"/>
                      </a:lnTo>
                      <a:lnTo>
                        <a:pt x="0" y="1943930"/>
                      </a:lnTo>
                      <a:lnTo>
                        <a:pt x="0" y="1910327"/>
                      </a:lnTo>
                      <a:lnTo>
                        <a:pt x="0" y="1876724"/>
                      </a:lnTo>
                      <a:lnTo>
                        <a:pt x="0" y="1843121"/>
                      </a:lnTo>
                      <a:lnTo>
                        <a:pt x="0" y="1809518"/>
                      </a:lnTo>
                      <a:lnTo>
                        <a:pt x="0" y="1775915"/>
                      </a:lnTo>
                      <a:lnTo>
                        <a:pt x="0" y="1742312"/>
                      </a:lnTo>
                      <a:lnTo>
                        <a:pt x="0" y="1708709"/>
                      </a:lnTo>
                      <a:lnTo>
                        <a:pt x="0" y="1675106"/>
                      </a:lnTo>
                      <a:lnTo>
                        <a:pt x="0" y="1641503"/>
                      </a:lnTo>
                      <a:lnTo>
                        <a:pt x="0" y="1607900"/>
                      </a:lnTo>
                      <a:lnTo>
                        <a:pt x="0" y="1574297"/>
                      </a:lnTo>
                      <a:lnTo>
                        <a:pt x="0" y="1540694"/>
                      </a:lnTo>
                      <a:lnTo>
                        <a:pt x="0" y="1507091"/>
                      </a:lnTo>
                      <a:lnTo>
                        <a:pt x="0" y="1473489"/>
                      </a:lnTo>
                      <a:lnTo>
                        <a:pt x="0" y="1439886"/>
                      </a:lnTo>
                      <a:lnTo>
                        <a:pt x="0" y="1406283"/>
                      </a:lnTo>
                      <a:lnTo>
                        <a:pt x="0" y="1372680"/>
                      </a:lnTo>
                      <a:lnTo>
                        <a:pt x="0" y="1339077"/>
                      </a:lnTo>
                      <a:lnTo>
                        <a:pt x="0" y="1305474"/>
                      </a:lnTo>
                      <a:lnTo>
                        <a:pt x="0" y="1271871"/>
                      </a:lnTo>
                      <a:lnTo>
                        <a:pt x="0" y="1238268"/>
                      </a:lnTo>
                      <a:lnTo>
                        <a:pt x="0" y="1204665"/>
                      </a:lnTo>
                      <a:lnTo>
                        <a:pt x="0" y="1171062"/>
                      </a:lnTo>
                      <a:lnTo>
                        <a:pt x="0" y="1137459"/>
                      </a:lnTo>
                      <a:lnTo>
                        <a:pt x="0" y="1103856"/>
                      </a:lnTo>
                      <a:lnTo>
                        <a:pt x="0" y="1070253"/>
                      </a:lnTo>
                      <a:lnTo>
                        <a:pt x="0" y="1036650"/>
                      </a:lnTo>
                      <a:lnTo>
                        <a:pt x="0" y="1003047"/>
                      </a:lnTo>
                      <a:lnTo>
                        <a:pt x="0" y="969444"/>
                      </a:lnTo>
                      <a:lnTo>
                        <a:pt x="0" y="935841"/>
                      </a:lnTo>
                      <a:lnTo>
                        <a:pt x="0" y="902238"/>
                      </a:lnTo>
                      <a:lnTo>
                        <a:pt x="0" y="868636"/>
                      </a:lnTo>
                      <a:lnTo>
                        <a:pt x="0" y="835033"/>
                      </a:lnTo>
                      <a:lnTo>
                        <a:pt x="0" y="801430"/>
                      </a:lnTo>
                      <a:lnTo>
                        <a:pt x="0" y="767827"/>
                      </a:lnTo>
                      <a:lnTo>
                        <a:pt x="0" y="734224"/>
                      </a:lnTo>
                      <a:lnTo>
                        <a:pt x="0" y="700621"/>
                      </a:lnTo>
                      <a:lnTo>
                        <a:pt x="0" y="667018"/>
                      </a:lnTo>
                      <a:lnTo>
                        <a:pt x="0" y="633415"/>
                      </a:lnTo>
                      <a:lnTo>
                        <a:pt x="0" y="599812"/>
                      </a:lnTo>
                      <a:lnTo>
                        <a:pt x="0" y="566209"/>
                      </a:lnTo>
                      <a:lnTo>
                        <a:pt x="0" y="532606"/>
                      </a:lnTo>
                      <a:lnTo>
                        <a:pt x="0" y="499003"/>
                      </a:lnTo>
                      <a:lnTo>
                        <a:pt x="0" y="465400"/>
                      </a:lnTo>
                      <a:lnTo>
                        <a:pt x="0" y="431797"/>
                      </a:lnTo>
                      <a:lnTo>
                        <a:pt x="0" y="398194"/>
                      </a:lnTo>
                      <a:lnTo>
                        <a:pt x="0" y="364591"/>
                      </a:lnTo>
                      <a:lnTo>
                        <a:pt x="0" y="330988"/>
                      </a:lnTo>
                      <a:lnTo>
                        <a:pt x="0" y="297386"/>
                      </a:lnTo>
                      <a:lnTo>
                        <a:pt x="0" y="263783"/>
                      </a:lnTo>
                      <a:lnTo>
                        <a:pt x="0" y="230180"/>
                      </a:lnTo>
                      <a:lnTo>
                        <a:pt x="0" y="196577"/>
                      </a:lnTo>
                      <a:lnTo>
                        <a:pt x="0" y="162974"/>
                      </a:lnTo>
                      <a:lnTo>
                        <a:pt x="0" y="129371"/>
                      </a:lnTo>
                      <a:lnTo>
                        <a:pt x="0" y="95768"/>
                      </a:lnTo>
                      <a:lnTo>
                        <a:pt x="0" y="62165"/>
                      </a:lnTo>
                      <a:lnTo>
                        <a:pt x="0" y="28562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1" name="pl311"/>
                <p:cNvSpPr/>
                <p:nvPr/>
              </p:nvSpPr>
              <p:spPr>
                <a:xfrm>
                  <a:off x="6836903" y="4976262"/>
                  <a:ext cx="0" cy="284616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2846169">
                      <a:moveTo>
                        <a:pt x="0" y="2846169"/>
                      </a:moveTo>
                      <a:lnTo>
                        <a:pt x="0" y="2817606"/>
                      </a:lnTo>
                      <a:lnTo>
                        <a:pt x="0" y="2784003"/>
                      </a:lnTo>
                      <a:lnTo>
                        <a:pt x="0" y="2750400"/>
                      </a:lnTo>
                      <a:lnTo>
                        <a:pt x="0" y="2716797"/>
                      </a:lnTo>
                      <a:lnTo>
                        <a:pt x="0" y="2683194"/>
                      </a:lnTo>
                      <a:lnTo>
                        <a:pt x="0" y="2649591"/>
                      </a:lnTo>
                      <a:lnTo>
                        <a:pt x="0" y="2615989"/>
                      </a:lnTo>
                      <a:lnTo>
                        <a:pt x="0" y="2582386"/>
                      </a:lnTo>
                      <a:lnTo>
                        <a:pt x="0" y="2548783"/>
                      </a:lnTo>
                      <a:lnTo>
                        <a:pt x="0" y="2515180"/>
                      </a:lnTo>
                      <a:lnTo>
                        <a:pt x="0" y="2481577"/>
                      </a:lnTo>
                      <a:lnTo>
                        <a:pt x="0" y="2447974"/>
                      </a:lnTo>
                      <a:lnTo>
                        <a:pt x="0" y="2414371"/>
                      </a:lnTo>
                      <a:lnTo>
                        <a:pt x="0" y="2380768"/>
                      </a:lnTo>
                      <a:lnTo>
                        <a:pt x="0" y="2347165"/>
                      </a:lnTo>
                      <a:lnTo>
                        <a:pt x="0" y="2313562"/>
                      </a:lnTo>
                      <a:lnTo>
                        <a:pt x="0" y="2279959"/>
                      </a:lnTo>
                      <a:lnTo>
                        <a:pt x="0" y="2246356"/>
                      </a:lnTo>
                      <a:lnTo>
                        <a:pt x="0" y="2212753"/>
                      </a:lnTo>
                      <a:lnTo>
                        <a:pt x="0" y="2179150"/>
                      </a:lnTo>
                      <a:lnTo>
                        <a:pt x="0" y="2145547"/>
                      </a:lnTo>
                      <a:lnTo>
                        <a:pt x="0" y="2111944"/>
                      </a:lnTo>
                      <a:lnTo>
                        <a:pt x="0" y="2078341"/>
                      </a:lnTo>
                      <a:lnTo>
                        <a:pt x="0" y="2044739"/>
                      </a:lnTo>
                      <a:lnTo>
                        <a:pt x="0" y="2011136"/>
                      </a:lnTo>
                      <a:lnTo>
                        <a:pt x="0" y="1977533"/>
                      </a:lnTo>
                      <a:lnTo>
                        <a:pt x="0" y="1943930"/>
                      </a:lnTo>
                      <a:lnTo>
                        <a:pt x="0" y="1910327"/>
                      </a:lnTo>
                      <a:lnTo>
                        <a:pt x="0" y="1876724"/>
                      </a:lnTo>
                      <a:lnTo>
                        <a:pt x="0" y="1843121"/>
                      </a:lnTo>
                      <a:lnTo>
                        <a:pt x="0" y="1809518"/>
                      </a:lnTo>
                      <a:lnTo>
                        <a:pt x="0" y="1775915"/>
                      </a:lnTo>
                      <a:lnTo>
                        <a:pt x="0" y="1742312"/>
                      </a:lnTo>
                      <a:lnTo>
                        <a:pt x="0" y="1708709"/>
                      </a:lnTo>
                      <a:lnTo>
                        <a:pt x="0" y="1675106"/>
                      </a:lnTo>
                      <a:lnTo>
                        <a:pt x="0" y="1641503"/>
                      </a:lnTo>
                      <a:lnTo>
                        <a:pt x="0" y="1607900"/>
                      </a:lnTo>
                      <a:lnTo>
                        <a:pt x="0" y="1574297"/>
                      </a:lnTo>
                      <a:lnTo>
                        <a:pt x="0" y="1540694"/>
                      </a:lnTo>
                      <a:lnTo>
                        <a:pt x="0" y="1507091"/>
                      </a:lnTo>
                      <a:lnTo>
                        <a:pt x="0" y="1473489"/>
                      </a:lnTo>
                      <a:lnTo>
                        <a:pt x="0" y="1439886"/>
                      </a:lnTo>
                      <a:lnTo>
                        <a:pt x="0" y="1406283"/>
                      </a:lnTo>
                      <a:lnTo>
                        <a:pt x="0" y="1372680"/>
                      </a:lnTo>
                      <a:lnTo>
                        <a:pt x="0" y="1339077"/>
                      </a:lnTo>
                      <a:lnTo>
                        <a:pt x="0" y="1305474"/>
                      </a:lnTo>
                      <a:lnTo>
                        <a:pt x="0" y="1271871"/>
                      </a:lnTo>
                      <a:lnTo>
                        <a:pt x="0" y="1238268"/>
                      </a:lnTo>
                      <a:lnTo>
                        <a:pt x="0" y="1204665"/>
                      </a:lnTo>
                      <a:lnTo>
                        <a:pt x="0" y="1171062"/>
                      </a:lnTo>
                      <a:lnTo>
                        <a:pt x="0" y="1137459"/>
                      </a:lnTo>
                      <a:lnTo>
                        <a:pt x="0" y="1103856"/>
                      </a:lnTo>
                      <a:lnTo>
                        <a:pt x="0" y="1070253"/>
                      </a:lnTo>
                      <a:lnTo>
                        <a:pt x="0" y="1036650"/>
                      </a:lnTo>
                      <a:lnTo>
                        <a:pt x="0" y="1003047"/>
                      </a:lnTo>
                      <a:lnTo>
                        <a:pt x="0" y="969444"/>
                      </a:lnTo>
                      <a:lnTo>
                        <a:pt x="0" y="935841"/>
                      </a:lnTo>
                      <a:lnTo>
                        <a:pt x="0" y="902238"/>
                      </a:lnTo>
                      <a:lnTo>
                        <a:pt x="0" y="868636"/>
                      </a:lnTo>
                      <a:lnTo>
                        <a:pt x="0" y="835033"/>
                      </a:lnTo>
                      <a:lnTo>
                        <a:pt x="0" y="801430"/>
                      </a:lnTo>
                      <a:lnTo>
                        <a:pt x="0" y="767827"/>
                      </a:lnTo>
                      <a:lnTo>
                        <a:pt x="0" y="734224"/>
                      </a:lnTo>
                      <a:lnTo>
                        <a:pt x="0" y="700621"/>
                      </a:lnTo>
                      <a:lnTo>
                        <a:pt x="0" y="667018"/>
                      </a:lnTo>
                      <a:lnTo>
                        <a:pt x="0" y="633415"/>
                      </a:lnTo>
                      <a:lnTo>
                        <a:pt x="0" y="599812"/>
                      </a:lnTo>
                      <a:lnTo>
                        <a:pt x="0" y="566209"/>
                      </a:lnTo>
                      <a:lnTo>
                        <a:pt x="0" y="532606"/>
                      </a:lnTo>
                      <a:lnTo>
                        <a:pt x="0" y="499003"/>
                      </a:lnTo>
                      <a:lnTo>
                        <a:pt x="0" y="465400"/>
                      </a:lnTo>
                      <a:lnTo>
                        <a:pt x="0" y="431797"/>
                      </a:lnTo>
                      <a:lnTo>
                        <a:pt x="0" y="398194"/>
                      </a:lnTo>
                      <a:lnTo>
                        <a:pt x="0" y="364591"/>
                      </a:lnTo>
                      <a:lnTo>
                        <a:pt x="0" y="330988"/>
                      </a:lnTo>
                      <a:lnTo>
                        <a:pt x="0" y="297386"/>
                      </a:lnTo>
                      <a:lnTo>
                        <a:pt x="0" y="263783"/>
                      </a:lnTo>
                      <a:lnTo>
                        <a:pt x="0" y="230180"/>
                      </a:lnTo>
                      <a:lnTo>
                        <a:pt x="0" y="196577"/>
                      </a:lnTo>
                      <a:lnTo>
                        <a:pt x="0" y="162974"/>
                      </a:lnTo>
                      <a:lnTo>
                        <a:pt x="0" y="129371"/>
                      </a:lnTo>
                      <a:lnTo>
                        <a:pt x="0" y="95768"/>
                      </a:lnTo>
                      <a:lnTo>
                        <a:pt x="0" y="62165"/>
                      </a:lnTo>
                      <a:lnTo>
                        <a:pt x="0" y="28562"/>
                      </a:lnTo>
                      <a:lnTo>
                        <a:pt x="0" y="0"/>
                      </a:lnTo>
                      <a:lnTo>
                        <a:pt x="0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2" name="pl312"/>
                <p:cNvSpPr/>
                <p:nvPr/>
              </p:nvSpPr>
              <p:spPr>
                <a:xfrm>
                  <a:off x="4751569" y="7693060"/>
                  <a:ext cx="218463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84636">
                      <a:moveTo>
                        <a:pt x="0" y="0"/>
                      </a:moveTo>
                      <a:lnTo>
                        <a:pt x="11033" y="0"/>
                      </a:lnTo>
                      <a:lnTo>
                        <a:pt x="39118" y="0"/>
                      </a:lnTo>
                      <a:lnTo>
                        <a:pt x="67204" y="0"/>
                      </a:lnTo>
                      <a:lnTo>
                        <a:pt x="95289" y="0"/>
                      </a:lnTo>
                      <a:lnTo>
                        <a:pt x="123374" y="0"/>
                      </a:lnTo>
                      <a:lnTo>
                        <a:pt x="151460" y="0"/>
                      </a:lnTo>
                      <a:lnTo>
                        <a:pt x="179545" y="0"/>
                      </a:lnTo>
                      <a:lnTo>
                        <a:pt x="207630" y="0"/>
                      </a:lnTo>
                      <a:lnTo>
                        <a:pt x="235716" y="0"/>
                      </a:lnTo>
                      <a:lnTo>
                        <a:pt x="263801" y="0"/>
                      </a:lnTo>
                      <a:lnTo>
                        <a:pt x="291886" y="0"/>
                      </a:lnTo>
                      <a:lnTo>
                        <a:pt x="319972" y="0"/>
                      </a:lnTo>
                      <a:lnTo>
                        <a:pt x="348057" y="0"/>
                      </a:lnTo>
                      <a:lnTo>
                        <a:pt x="376142" y="0"/>
                      </a:lnTo>
                      <a:lnTo>
                        <a:pt x="404227" y="0"/>
                      </a:lnTo>
                      <a:lnTo>
                        <a:pt x="432313" y="0"/>
                      </a:lnTo>
                      <a:lnTo>
                        <a:pt x="460398" y="0"/>
                      </a:lnTo>
                      <a:lnTo>
                        <a:pt x="488483" y="0"/>
                      </a:lnTo>
                      <a:lnTo>
                        <a:pt x="516569" y="0"/>
                      </a:lnTo>
                      <a:lnTo>
                        <a:pt x="544654" y="0"/>
                      </a:lnTo>
                      <a:lnTo>
                        <a:pt x="572739" y="0"/>
                      </a:lnTo>
                      <a:lnTo>
                        <a:pt x="600825" y="0"/>
                      </a:lnTo>
                      <a:lnTo>
                        <a:pt x="628910" y="0"/>
                      </a:lnTo>
                      <a:lnTo>
                        <a:pt x="656995" y="0"/>
                      </a:lnTo>
                      <a:lnTo>
                        <a:pt x="685081" y="0"/>
                      </a:lnTo>
                      <a:lnTo>
                        <a:pt x="713166" y="0"/>
                      </a:lnTo>
                      <a:lnTo>
                        <a:pt x="741251" y="0"/>
                      </a:lnTo>
                      <a:lnTo>
                        <a:pt x="769337" y="0"/>
                      </a:lnTo>
                      <a:lnTo>
                        <a:pt x="797422" y="0"/>
                      </a:lnTo>
                      <a:lnTo>
                        <a:pt x="825507" y="0"/>
                      </a:lnTo>
                      <a:lnTo>
                        <a:pt x="853593" y="0"/>
                      </a:lnTo>
                      <a:lnTo>
                        <a:pt x="881678" y="0"/>
                      </a:lnTo>
                      <a:lnTo>
                        <a:pt x="909763" y="0"/>
                      </a:lnTo>
                      <a:lnTo>
                        <a:pt x="937849" y="0"/>
                      </a:lnTo>
                      <a:lnTo>
                        <a:pt x="965934" y="0"/>
                      </a:lnTo>
                      <a:lnTo>
                        <a:pt x="994019" y="0"/>
                      </a:lnTo>
                      <a:lnTo>
                        <a:pt x="1022104" y="0"/>
                      </a:lnTo>
                      <a:lnTo>
                        <a:pt x="1050190" y="0"/>
                      </a:lnTo>
                      <a:lnTo>
                        <a:pt x="1078275" y="0"/>
                      </a:lnTo>
                      <a:lnTo>
                        <a:pt x="1106360" y="0"/>
                      </a:lnTo>
                      <a:lnTo>
                        <a:pt x="1134446" y="0"/>
                      </a:lnTo>
                      <a:lnTo>
                        <a:pt x="1162531" y="0"/>
                      </a:lnTo>
                      <a:lnTo>
                        <a:pt x="1190616" y="0"/>
                      </a:lnTo>
                      <a:lnTo>
                        <a:pt x="1218702" y="0"/>
                      </a:lnTo>
                      <a:lnTo>
                        <a:pt x="1246787" y="0"/>
                      </a:lnTo>
                      <a:lnTo>
                        <a:pt x="1274872" y="0"/>
                      </a:lnTo>
                      <a:lnTo>
                        <a:pt x="1302958" y="0"/>
                      </a:lnTo>
                      <a:lnTo>
                        <a:pt x="1331043" y="0"/>
                      </a:lnTo>
                      <a:lnTo>
                        <a:pt x="1359128" y="0"/>
                      </a:lnTo>
                      <a:lnTo>
                        <a:pt x="1387214" y="0"/>
                      </a:lnTo>
                      <a:lnTo>
                        <a:pt x="1415299" y="0"/>
                      </a:lnTo>
                      <a:lnTo>
                        <a:pt x="1443384" y="0"/>
                      </a:lnTo>
                      <a:lnTo>
                        <a:pt x="1471470" y="0"/>
                      </a:lnTo>
                      <a:lnTo>
                        <a:pt x="1499555" y="0"/>
                      </a:lnTo>
                      <a:lnTo>
                        <a:pt x="1527640" y="0"/>
                      </a:lnTo>
                      <a:lnTo>
                        <a:pt x="1555726" y="0"/>
                      </a:lnTo>
                      <a:lnTo>
                        <a:pt x="1583811" y="0"/>
                      </a:lnTo>
                      <a:lnTo>
                        <a:pt x="1611896" y="0"/>
                      </a:lnTo>
                      <a:lnTo>
                        <a:pt x="1639981" y="0"/>
                      </a:lnTo>
                      <a:lnTo>
                        <a:pt x="1668067" y="0"/>
                      </a:lnTo>
                      <a:lnTo>
                        <a:pt x="1696152" y="0"/>
                      </a:lnTo>
                      <a:lnTo>
                        <a:pt x="1724237" y="0"/>
                      </a:lnTo>
                      <a:lnTo>
                        <a:pt x="1752323" y="0"/>
                      </a:lnTo>
                      <a:lnTo>
                        <a:pt x="1780408" y="0"/>
                      </a:lnTo>
                      <a:lnTo>
                        <a:pt x="1808493" y="0"/>
                      </a:lnTo>
                      <a:lnTo>
                        <a:pt x="1836579" y="0"/>
                      </a:lnTo>
                      <a:lnTo>
                        <a:pt x="1864664" y="0"/>
                      </a:lnTo>
                      <a:lnTo>
                        <a:pt x="1892749" y="0"/>
                      </a:lnTo>
                      <a:lnTo>
                        <a:pt x="1920835" y="0"/>
                      </a:lnTo>
                      <a:lnTo>
                        <a:pt x="1948920" y="0"/>
                      </a:lnTo>
                      <a:lnTo>
                        <a:pt x="1977005" y="0"/>
                      </a:lnTo>
                      <a:lnTo>
                        <a:pt x="2005091" y="0"/>
                      </a:lnTo>
                      <a:lnTo>
                        <a:pt x="2033176" y="0"/>
                      </a:lnTo>
                      <a:lnTo>
                        <a:pt x="2061261" y="0"/>
                      </a:lnTo>
                      <a:lnTo>
                        <a:pt x="2089347" y="0"/>
                      </a:lnTo>
                      <a:lnTo>
                        <a:pt x="2117432" y="0"/>
                      </a:lnTo>
                      <a:lnTo>
                        <a:pt x="2145517" y="0"/>
                      </a:lnTo>
                      <a:lnTo>
                        <a:pt x="2173603" y="0"/>
                      </a:lnTo>
                      <a:lnTo>
                        <a:pt x="2184636" y="0"/>
                      </a:lnTo>
                      <a:lnTo>
                        <a:pt x="218463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3" name="pl313"/>
                <p:cNvSpPr/>
                <p:nvPr/>
              </p:nvSpPr>
              <p:spPr>
                <a:xfrm>
                  <a:off x="4751569" y="7323428"/>
                  <a:ext cx="218463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84636">
                      <a:moveTo>
                        <a:pt x="0" y="0"/>
                      </a:moveTo>
                      <a:lnTo>
                        <a:pt x="11033" y="0"/>
                      </a:lnTo>
                      <a:lnTo>
                        <a:pt x="39118" y="0"/>
                      </a:lnTo>
                      <a:lnTo>
                        <a:pt x="67204" y="0"/>
                      </a:lnTo>
                      <a:lnTo>
                        <a:pt x="95289" y="0"/>
                      </a:lnTo>
                      <a:lnTo>
                        <a:pt x="123374" y="0"/>
                      </a:lnTo>
                      <a:lnTo>
                        <a:pt x="151460" y="0"/>
                      </a:lnTo>
                      <a:lnTo>
                        <a:pt x="179545" y="0"/>
                      </a:lnTo>
                      <a:lnTo>
                        <a:pt x="207630" y="0"/>
                      </a:lnTo>
                      <a:lnTo>
                        <a:pt x="235716" y="0"/>
                      </a:lnTo>
                      <a:lnTo>
                        <a:pt x="263801" y="0"/>
                      </a:lnTo>
                      <a:lnTo>
                        <a:pt x="291886" y="0"/>
                      </a:lnTo>
                      <a:lnTo>
                        <a:pt x="319972" y="0"/>
                      </a:lnTo>
                      <a:lnTo>
                        <a:pt x="348057" y="0"/>
                      </a:lnTo>
                      <a:lnTo>
                        <a:pt x="376142" y="0"/>
                      </a:lnTo>
                      <a:lnTo>
                        <a:pt x="404227" y="0"/>
                      </a:lnTo>
                      <a:lnTo>
                        <a:pt x="432313" y="0"/>
                      </a:lnTo>
                      <a:lnTo>
                        <a:pt x="460398" y="0"/>
                      </a:lnTo>
                      <a:lnTo>
                        <a:pt x="488483" y="0"/>
                      </a:lnTo>
                      <a:lnTo>
                        <a:pt x="516569" y="0"/>
                      </a:lnTo>
                      <a:lnTo>
                        <a:pt x="544654" y="0"/>
                      </a:lnTo>
                      <a:lnTo>
                        <a:pt x="572739" y="0"/>
                      </a:lnTo>
                      <a:lnTo>
                        <a:pt x="600825" y="0"/>
                      </a:lnTo>
                      <a:lnTo>
                        <a:pt x="628910" y="0"/>
                      </a:lnTo>
                      <a:lnTo>
                        <a:pt x="656995" y="0"/>
                      </a:lnTo>
                      <a:lnTo>
                        <a:pt x="685081" y="0"/>
                      </a:lnTo>
                      <a:lnTo>
                        <a:pt x="713166" y="0"/>
                      </a:lnTo>
                      <a:lnTo>
                        <a:pt x="741251" y="0"/>
                      </a:lnTo>
                      <a:lnTo>
                        <a:pt x="769337" y="0"/>
                      </a:lnTo>
                      <a:lnTo>
                        <a:pt x="797422" y="0"/>
                      </a:lnTo>
                      <a:lnTo>
                        <a:pt x="825507" y="0"/>
                      </a:lnTo>
                      <a:lnTo>
                        <a:pt x="853593" y="0"/>
                      </a:lnTo>
                      <a:lnTo>
                        <a:pt x="881678" y="0"/>
                      </a:lnTo>
                      <a:lnTo>
                        <a:pt x="909763" y="0"/>
                      </a:lnTo>
                      <a:lnTo>
                        <a:pt x="937849" y="0"/>
                      </a:lnTo>
                      <a:lnTo>
                        <a:pt x="965934" y="0"/>
                      </a:lnTo>
                      <a:lnTo>
                        <a:pt x="994019" y="0"/>
                      </a:lnTo>
                      <a:lnTo>
                        <a:pt x="1022104" y="0"/>
                      </a:lnTo>
                      <a:lnTo>
                        <a:pt x="1050190" y="0"/>
                      </a:lnTo>
                      <a:lnTo>
                        <a:pt x="1078275" y="0"/>
                      </a:lnTo>
                      <a:lnTo>
                        <a:pt x="1106360" y="0"/>
                      </a:lnTo>
                      <a:lnTo>
                        <a:pt x="1134446" y="0"/>
                      </a:lnTo>
                      <a:lnTo>
                        <a:pt x="1162531" y="0"/>
                      </a:lnTo>
                      <a:lnTo>
                        <a:pt x="1190616" y="0"/>
                      </a:lnTo>
                      <a:lnTo>
                        <a:pt x="1218702" y="0"/>
                      </a:lnTo>
                      <a:lnTo>
                        <a:pt x="1246787" y="0"/>
                      </a:lnTo>
                      <a:lnTo>
                        <a:pt x="1274872" y="0"/>
                      </a:lnTo>
                      <a:lnTo>
                        <a:pt x="1302958" y="0"/>
                      </a:lnTo>
                      <a:lnTo>
                        <a:pt x="1331043" y="0"/>
                      </a:lnTo>
                      <a:lnTo>
                        <a:pt x="1359128" y="0"/>
                      </a:lnTo>
                      <a:lnTo>
                        <a:pt x="1387214" y="0"/>
                      </a:lnTo>
                      <a:lnTo>
                        <a:pt x="1415299" y="0"/>
                      </a:lnTo>
                      <a:lnTo>
                        <a:pt x="1443384" y="0"/>
                      </a:lnTo>
                      <a:lnTo>
                        <a:pt x="1471470" y="0"/>
                      </a:lnTo>
                      <a:lnTo>
                        <a:pt x="1499555" y="0"/>
                      </a:lnTo>
                      <a:lnTo>
                        <a:pt x="1527640" y="0"/>
                      </a:lnTo>
                      <a:lnTo>
                        <a:pt x="1555726" y="0"/>
                      </a:lnTo>
                      <a:lnTo>
                        <a:pt x="1583811" y="0"/>
                      </a:lnTo>
                      <a:lnTo>
                        <a:pt x="1611896" y="0"/>
                      </a:lnTo>
                      <a:lnTo>
                        <a:pt x="1639981" y="0"/>
                      </a:lnTo>
                      <a:lnTo>
                        <a:pt x="1668067" y="0"/>
                      </a:lnTo>
                      <a:lnTo>
                        <a:pt x="1696152" y="0"/>
                      </a:lnTo>
                      <a:lnTo>
                        <a:pt x="1724237" y="0"/>
                      </a:lnTo>
                      <a:lnTo>
                        <a:pt x="1752323" y="0"/>
                      </a:lnTo>
                      <a:lnTo>
                        <a:pt x="1780408" y="0"/>
                      </a:lnTo>
                      <a:lnTo>
                        <a:pt x="1808493" y="0"/>
                      </a:lnTo>
                      <a:lnTo>
                        <a:pt x="1836579" y="0"/>
                      </a:lnTo>
                      <a:lnTo>
                        <a:pt x="1864664" y="0"/>
                      </a:lnTo>
                      <a:lnTo>
                        <a:pt x="1892749" y="0"/>
                      </a:lnTo>
                      <a:lnTo>
                        <a:pt x="1920835" y="0"/>
                      </a:lnTo>
                      <a:lnTo>
                        <a:pt x="1948920" y="0"/>
                      </a:lnTo>
                      <a:lnTo>
                        <a:pt x="1977005" y="0"/>
                      </a:lnTo>
                      <a:lnTo>
                        <a:pt x="2005091" y="0"/>
                      </a:lnTo>
                      <a:lnTo>
                        <a:pt x="2033176" y="0"/>
                      </a:lnTo>
                      <a:lnTo>
                        <a:pt x="2061261" y="0"/>
                      </a:lnTo>
                      <a:lnTo>
                        <a:pt x="2089347" y="0"/>
                      </a:lnTo>
                      <a:lnTo>
                        <a:pt x="2117432" y="0"/>
                      </a:lnTo>
                      <a:lnTo>
                        <a:pt x="2145517" y="0"/>
                      </a:lnTo>
                      <a:lnTo>
                        <a:pt x="2173603" y="0"/>
                      </a:lnTo>
                      <a:lnTo>
                        <a:pt x="2184636" y="0"/>
                      </a:lnTo>
                      <a:lnTo>
                        <a:pt x="218463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4" name="pl314"/>
                <p:cNvSpPr/>
                <p:nvPr/>
              </p:nvSpPr>
              <p:spPr>
                <a:xfrm>
                  <a:off x="4751569" y="6953795"/>
                  <a:ext cx="218463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84636">
                      <a:moveTo>
                        <a:pt x="0" y="0"/>
                      </a:moveTo>
                      <a:lnTo>
                        <a:pt x="11033" y="0"/>
                      </a:lnTo>
                      <a:lnTo>
                        <a:pt x="39118" y="0"/>
                      </a:lnTo>
                      <a:lnTo>
                        <a:pt x="67204" y="0"/>
                      </a:lnTo>
                      <a:lnTo>
                        <a:pt x="95289" y="0"/>
                      </a:lnTo>
                      <a:lnTo>
                        <a:pt x="123374" y="0"/>
                      </a:lnTo>
                      <a:lnTo>
                        <a:pt x="151460" y="0"/>
                      </a:lnTo>
                      <a:lnTo>
                        <a:pt x="179545" y="0"/>
                      </a:lnTo>
                      <a:lnTo>
                        <a:pt x="207630" y="0"/>
                      </a:lnTo>
                      <a:lnTo>
                        <a:pt x="235716" y="0"/>
                      </a:lnTo>
                      <a:lnTo>
                        <a:pt x="263801" y="0"/>
                      </a:lnTo>
                      <a:lnTo>
                        <a:pt x="291886" y="0"/>
                      </a:lnTo>
                      <a:lnTo>
                        <a:pt x="319972" y="0"/>
                      </a:lnTo>
                      <a:lnTo>
                        <a:pt x="348057" y="0"/>
                      </a:lnTo>
                      <a:lnTo>
                        <a:pt x="376142" y="0"/>
                      </a:lnTo>
                      <a:lnTo>
                        <a:pt x="404227" y="0"/>
                      </a:lnTo>
                      <a:lnTo>
                        <a:pt x="432313" y="0"/>
                      </a:lnTo>
                      <a:lnTo>
                        <a:pt x="460398" y="0"/>
                      </a:lnTo>
                      <a:lnTo>
                        <a:pt x="488483" y="0"/>
                      </a:lnTo>
                      <a:lnTo>
                        <a:pt x="516569" y="0"/>
                      </a:lnTo>
                      <a:lnTo>
                        <a:pt x="544654" y="0"/>
                      </a:lnTo>
                      <a:lnTo>
                        <a:pt x="572739" y="0"/>
                      </a:lnTo>
                      <a:lnTo>
                        <a:pt x="600825" y="0"/>
                      </a:lnTo>
                      <a:lnTo>
                        <a:pt x="628910" y="0"/>
                      </a:lnTo>
                      <a:lnTo>
                        <a:pt x="656995" y="0"/>
                      </a:lnTo>
                      <a:lnTo>
                        <a:pt x="685081" y="0"/>
                      </a:lnTo>
                      <a:lnTo>
                        <a:pt x="713166" y="0"/>
                      </a:lnTo>
                      <a:lnTo>
                        <a:pt x="741251" y="0"/>
                      </a:lnTo>
                      <a:lnTo>
                        <a:pt x="769337" y="0"/>
                      </a:lnTo>
                      <a:lnTo>
                        <a:pt x="797422" y="0"/>
                      </a:lnTo>
                      <a:lnTo>
                        <a:pt x="825507" y="0"/>
                      </a:lnTo>
                      <a:lnTo>
                        <a:pt x="853593" y="0"/>
                      </a:lnTo>
                      <a:lnTo>
                        <a:pt x="881678" y="0"/>
                      </a:lnTo>
                      <a:lnTo>
                        <a:pt x="909763" y="0"/>
                      </a:lnTo>
                      <a:lnTo>
                        <a:pt x="937849" y="0"/>
                      </a:lnTo>
                      <a:lnTo>
                        <a:pt x="965934" y="0"/>
                      </a:lnTo>
                      <a:lnTo>
                        <a:pt x="994019" y="0"/>
                      </a:lnTo>
                      <a:lnTo>
                        <a:pt x="1022104" y="0"/>
                      </a:lnTo>
                      <a:lnTo>
                        <a:pt x="1050190" y="0"/>
                      </a:lnTo>
                      <a:lnTo>
                        <a:pt x="1078275" y="0"/>
                      </a:lnTo>
                      <a:lnTo>
                        <a:pt x="1106360" y="0"/>
                      </a:lnTo>
                      <a:lnTo>
                        <a:pt x="1134446" y="0"/>
                      </a:lnTo>
                      <a:lnTo>
                        <a:pt x="1162531" y="0"/>
                      </a:lnTo>
                      <a:lnTo>
                        <a:pt x="1190616" y="0"/>
                      </a:lnTo>
                      <a:lnTo>
                        <a:pt x="1218702" y="0"/>
                      </a:lnTo>
                      <a:lnTo>
                        <a:pt x="1246787" y="0"/>
                      </a:lnTo>
                      <a:lnTo>
                        <a:pt x="1274872" y="0"/>
                      </a:lnTo>
                      <a:lnTo>
                        <a:pt x="1302958" y="0"/>
                      </a:lnTo>
                      <a:lnTo>
                        <a:pt x="1331043" y="0"/>
                      </a:lnTo>
                      <a:lnTo>
                        <a:pt x="1359128" y="0"/>
                      </a:lnTo>
                      <a:lnTo>
                        <a:pt x="1387214" y="0"/>
                      </a:lnTo>
                      <a:lnTo>
                        <a:pt x="1415299" y="0"/>
                      </a:lnTo>
                      <a:lnTo>
                        <a:pt x="1443384" y="0"/>
                      </a:lnTo>
                      <a:lnTo>
                        <a:pt x="1471470" y="0"/>
                      </a:lnTo>
                      <a:lnTo>
                        <a:pt x="1499555" y="0"/>
                      </a:lnTo>
                      <a:lnTo>
                        <a:pt x="1527640" y="0"/>
                      </a:lnTo>
                      <a:lnTo>
                        <a:pt x="1555726" y="0"/>
                      </a:lnTo>
                      <a:lnTo>
                        <a:pt x="1583811" y="0"/>
                      </a:lnTo>
                      <a:lnTo>
                        <a:pt x="1611896" y="0"/>
                      </a:lnTo>
                      <a:lnTo>
                        <a:pt x="1639981" y="0"/>
                      </a:lnTo>
                      <a:lnTo>
                        <a:pt x="1668067" y="0"/>
                      </a:lnTo>
                      <a:lnTo>
                        <a:pt x="1696152" y="0"/>
                      </a:lnTo>
                      <a:lnTo>
                        <a:pt x="1724237" y="0"/>
                      </a:lnTo>
                      <a:lnTo>
                        <a:pt x="1752323" y="0"/>
                      </a:lnTo>
                      <a:lnTo>
                        <a:pt x="1780408" y="0"/>
                      </a:lnTo>
                      <a:lnTo>
                        <a:pt x="1808493" y="0"/>
                      </a:lnTo>
                      <a:lnTo>
                        <a:pt x="1836579" y="0"/>
                      </a:lnTo>
                      <a:lnTo>
                        <a:pt x="1864664" y="0"/>
                      </a:lnTo>
                      <a:lnTo>
                        <a:pt x="1892749" y="0"/>
                      </a:lnTo>
                      <a:lnTo>
                        <a:pt x="1920835" y="0"/>
                      </a:lnTo>
                      <a:lnTo>
                        <a:pt x="1948920" y="0"/>
                      </a:lnTo>
                      <a:lnTo>
                        <a:pt x="1977005" y="0"/>
                      </a:lnTo>
                      <a:lnTo>
                        <a:pt x="2005091" y="0"/>
                      </a:lnTo>
                      <a:lnTo>
                        <a:pt x="2033176" y="0"/>
                      </a:lnTo>
                      <a:lnTo>
                        <a:pt x="2061261" y="0"/>
                      </a:lnTo>
                      <a:lnTo>
                        <a:pt x="2089347" y="0"/>
                      </a:lnTo>
                      <a:lnTo>
                        <a:pt x="2117432" y="0"/>
                      </a:lnTo>
                      <a:lnTo>
                        <a:pt x="2145517" y="0"/>
                      </a:lnTo>
                      <a:lnTo>
                        <a:pt x="2173603" y="0"/>
                      </a:lnTo>
                      <a:lnTo>
                        <a:pt x="2184636" y="0"/>
                      </a:lnTo>
                      <a:lnTo>
                        <a:pt x="218463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5" name="pl315"/>
                <p:cNvSpPr/>
                <p:nvPr/>
              </p:nvSpPr>
              <p:spPr>
                <a:xfrm>
                  <a:off x="4751569" y="6584163"/>
                  <a:ext cx="218463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84636">
                      <a:moveTo>
                        <a:pt x="0" y="0"/>
                      </a:moveTo>
                      <a:lnTo>
                        <a:pt x="11033" y="0"/>
                      </a:lnTo>
                      <a:lnTo>
                        <a:pt x="39118" y="0"/>
                      </a:lnTo>
                      <a:lnTo>
                        <a:pt x="67204" y="0"/>
                      </a:lnTo>
                      <a:lnTo>
                        <a:pt x="95289" y="0"/>
                      </a:lnTo>
                      <a:lnTo>
                        <a:pt x="123374" y="0"/>
                      </a:lnTo>
                      <a:lnTo>
                        <a:pt x="151460" y="0"/>
                      </a:lnTo>
                      <a:lnTo>
                        <a:pt x="179545" y="0"/>
                      </a:lnTo>
                      <a:lnTo>
                        <a:pt x="207630" y="0"/>
                      </a:lnTo>
                      <a:lnTo>
                        <a:pt x="235716" y="0"/>
                      </a:lnTo>
                      <a:lnTo>
                        <a:pt x="263801" y="0"/>
                      </a:lnTo>
                      <a:lnTo>
                        <a:pt x="291886" y="0"/>
                      </a:lnTo>
                      <a:lnTo>
                        <a:pt x="319972" y="0"/>
                      </a:lnTo>
                      <a:lnTo>
                        <a:pt x="348057" y="0"/>
                      </a:lnTo>
                      <a:lnTo>
                        <a:pt x="376142" y="0"/>
                      </a:lnTo>
                      <a:lnTo>
                        <a:pt x="404227" y="0"/>
                      </a:lnTo>
                      <a:lnTo>
                        <a:pt x="432313" y="0"/>
                      </a:lnTo>
                      <a:lnTo>
                        <a:pt x="460398" y="0"/>
                      </a:lnTo>
                      <a:lnTo>
                        <a:pt x="488483" y="0"/>
                      </a:lnTo>
                      <a:lnTo>
                        <a:pt x="516569" y="0"/>
                      </a:lnTo>
                      <a:lnTo>
                        <a:pt x="544654" y="0"/>
                      </a:lnTo>
                      <a:lnTo>
                        <a:pt x="572739" y="0"/>
                      </a:lnTo>
                      <a:lnTo>
                        <a:pt x="600825" y="0"/>
                      </a:lnTo>
                      <a:lnTo>
                        <a:pt x="628910" y="0"/>
                      </a:lnTo>
                      <a:lnTo>
                        <a:pt x="656995" y="0"/>
                      </a:lnTo>
                      <a:lnTo>
                        <a:pt x="685081" y="0"/>
                      </a:lnTo>
                      <a:lnTo>
                        <a:pt x="713166" y="0"/>
                      </a:lnTo>
                      <a:lnTo>
                        <a:pt x="741251" y="0"/>
                      </a:lnTo>
                      <a:lnTo>
                        <a:pt x="769337" y="0"/>
                      </a:lnTo>
                      <a:lnTo>
                        <a:pt x="797422" y="0"/>
                      </a:lnTo>
                      <a:lnTo>
                        <a:pt x="825507" y="0"/>
                      </a:lnTo>
                      <a:lnTo>
                        <a:pt x="853593" y="0"/>
                      </a:lnTo>
                      <a:lnTo>
                        <a:pt x="881678" y="0"/>
                      </a:lnTo>
                      <a:lnTo>
                        <a:pt x="909763" y="0"/>
                      </a:lnTo>
                      <a:lnTo>
                        <a:pt x="937849" y="0"/>
                      </a:lnTo>
                      <a:lnTo>
                        <a:pt x="965934" y="0"/>
                      </a:lnTo>
                      <a:lnTo>
                        <a:pt x="994019" y="0"/>
                      </a:lnTo>
                      <a:lnTo>
                        <a:pt x="1022104" y="0"/>
                      </a:lnTo>
                      <a:lnTo>
                        <a:pt x="1050190" y="0"/>
                      </a:lnTo>
                      <a:lnTo>
                        <a:pt x="1078275" y="0"/>
                      </a:lnTo>
                      <a:lnTo>
                        <a:pt x="1106360" y="0"/>
                      </a:lnTo>
                      <a:lnTo>
                        <a:pt x="1134446" y="0"/>
                      </a:lnTo>
                      <a:lnTo>
                        <a:pt x="1162531" y="0"/>
                      </a:lnTo>
                      <a:lnTo>
                        <a:pt x="1190616" y="0"/>
                      </a:lnTo>
                      <a:lnTo>
                        <a:pt x="1218702" y="0"/>
                      </a:lnTo>
                      <a:lnTo>
                        <a:pt x="1246787" y="0"/>
                      </a:lnTo>
                      <a:lnTo>
                        <a:pt x="1274872" y="0"/>
                      </a:lnTo>
                      <a:lnTo>
                        <a:pt x="1302958" y="0"/>
                      </a:lnTo>
                      <a:lnTo>
                        <a:pt x="1331043" y="0"/>
                      </a:lnTo>
                      <a:lnTo>
                        <a:pt x="1359128" y="0"/>
                      </a:lnTo>
                      <a:lnTo>
                        <a:pt x="1387214" y="0"/>
                      </a:lnTo>
                      <a:lnTo>
                        <a:pt x="1415299" y="0"/>
                      </a:lnTo>
                      <a:lnTo>
                        <a:pt x="1443384" y="0"/>
                      </a:lnTo>
                      <a:lnTo>
                        <a:pt x="1471470" y="0"/>
                      </a:lnTo>
                      <a:lnTo>
                        <a:pt x="1499555" y="0"/>
                      </a:lnTo>
                      <a:lnTo>
                        <a:pt x="1527640" y="0"/>
                      </a:lnTo>
                      <a:lnTo>
                        <a:pt x="1555726" y="0"/>
                      </a:lnTo>
                      <a:lnTo>
                        <a:pt x="1583811" y="0"/>
                      </a:lnTo>
                      <a:lnTo>
                        <a:pt x="1611896" y="0"/>
                      </a:lnTo>
                      <a:lnTo>
                        <a:pt x="1639981" y="0"/>
                      </a:lnTo>
                      <a:lnTo>
                        <a:pt x="1668067" y="0"/>
                      </a:lnTo>
                      <a:lnTo>
                        <a:pt x="1696152" y="0"/>
                      </a:lnTo>
                      <a:lnTo>
                        <a:pt x="1724237" y="0"/>
                      </a:lnTo>
                      <a:lnTo>
                        <a:pt x="1752323" y="0"/>
                      </a:lnTo>
                      <a:lnTo>
                        <a:pt x="1780408" y="0"/>
                      </a:lnTo>
                      <a:lnTo>
                        <a:pt x="1808493" y="0"/>
                      </a:lnTo>
                      <a:lnTo>
                        <a:pt x="1836579" y="0"/>
                      </a:lnTo>
                      <a:lnTo>
                        <a:pt x="1864664" y="0"/>
                      </a:lnTo>
                      <a:lnTo>
                        <a:pt x="1892749" y="0"/>
                      </a:lnTo>
                      <a:lnTo>
                        <a:pt x="1920835" y="0"/>
                      </a:lnTo>
                      <a:lnTo>
                        <a:pt x="1948920" y="0"/>
                      </a:lnTo>
                      <a:lnTo>
                        <a:pt x="1977005" y="0"/>
                      </a:lnTo>
                      <a:lnTo>
                        <a:pt x="2005091" y="0"/>
                      </a:lnTo>
                      <a:lnTo>
                        <a:pt x="2033176" y="0"/>
                      </a:lnTo>
                      <a:lnTo>
                        <a:pt x="2061261" y="0"/>
                      </a:lnTo>
                      <a:lnTo>
                        <a:pt x="2089347" y="0"/>
                      </a:lnTo>
                      <a:lnTo>
                        <a:pt x="2117432" y="0"/>
                      </a:lnTo>
                      <a:lnTo>
                        <a:pt x="2145517" y="0"/>
                      </a:lnTo>
                      <a:lnTo>
                        <a:pt x="2173603" y="0"/>
                      </a:lnTo>
                      <a:lnTo>
                        <a:pt x="2184636" y="0"/>
                      </a:lnTo>
                      <a:lnTo>
                        <a:pt x="218463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6" name="pl316"/>
                <p:cNvSpPr/>
                <p:nvPr/>
              </p:nvSpPr>
              <p:spPr>
                <a:xfrm>
                  <a:off x="4751569" y="6214531"/>
                  <a:ext cx="218463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84636">
                      <a:moveTo>
                        <a:pt x="0" y="0"/>
                      </a:moveTo>
                      <a:lnTo>
                        <a:pt x="11033" y="0"/>
                      </a:lnTo>
                      <a:lnTo>
                        <a:pt x="39118" y="0"/>
                      </a:lnTo>
                      <a:lnTo>
                        <a:pt x="67204" y="0"/>
                      </a:lnTo>
                      <a:lnTo>
                        <a:pt x="95289" y="0"/>
                      </a:lnTo>
                      <a:lnTo>
                        <a:pt x="123374" y="0"/>
                      </a:lnTo>
                      <a:lnTo>
                        <a:pt x="151460" y="0"/>
                      </a:lnTo>
                      <a:lnTo>
                        <a:pt x="179545" y="0"/>
                      </a:lnTo>
                      <a:lnTo>
                        <a:pt x="207630" y="0"/>
                      </a:lnTo>
                      <a:lnTo>
                        <a:pt x="235716" y="0"/>
                      </a:lnTo>
                      <a:lnTo>
                        <a:pt x="263801" y="0"/>
                      </a:lnTo>
                      <a:lnTo>
                        <a:pt x="291886" y="0"/>
                      </a:lnTo>
                      <a:lnTo>
                        <a:pt x="319972" y="0"/>
                      </a:lnTo>
                      <a:lnTo>
                        <a:pt x="348057" y="0"/>
                      </a:lnTo>
                      <a:lnTo>
                        <a:pt x="376142" y="0"/>
                      </a:lnTo>
                      <a:lnTo>
                        <a:pt x="404227" y="0"/>
                      </a:lnTo>
                      <a:lnTo>
                        <a:pt x="432313" y="0"/>
                      </a:lnTo>
                      <a:lnTo>
                        <a:pt x="460398" y="0"/>
                      </a:lnTo>
                      <a:lnTo>
                        <a:pt x="488483" y="0"/>
                      </a:lnTo>
                      <a:lnTo>
                        <a:pt x="516569" y="0"/>
                      </a:lnTo>
                      <a:lnTo>
                        <a:pt x="544654" y="0"/>
                      </a:lnTo>
                      <a:lnTo>
                        <a:pt x="572739" y="0"/>
                      </a:lnTo>
                      <a:lnTo>
                        <a:pt x="600825" y="0"/>
                      </a:lnTo>
                      <a:lnTo>
                        <a:pt x="628910" y="0"/>
                      </a:lnTo>
                      <a:lnTo>
                        <a:pt x="656995" y="0"/>
                      </a:lnTo>
                      <a:lnTo>
                        <a:pt x="685081" y="0"/>
                      </a:lnTo>
                      <a:lnTo>
                        <a:pt x="713166" y="0"/>
                      </a:lnTo>
                      <a:lnTo>
                        <a:pt x="741251" y="0"/>
                      </a:lnTo>
                      <a:lnTo>
                        <a:pt x="769337" y="0"/>
                      </a:lnTo>
                      <a:lnTo>
                        <a:pt x="797422" y="0"/>
                      </a:lnTo>
                      <a:lnTo>
                        <a:pt x="825507" y="0"/>
                      </a:lnTo>
                      <a:lnTo>
                        <a:pt x="853593" y="0"/>
                      </a:lnTo>
                      <a:lnTo>
                        <a:pt x="881678" y="0"/>
                      </a:lnTo>
                      <a:lnTo>
                        <a:pt x="909763" y="0"/>
                      </a:lnTo>
                      <a:lnTo>
                        <a:pt x="937849" y="0"/>
                      </a:lnTo>
                      <a:lnTo>
                        <a:pt x="965934" y="0"/>
                      </a:lnTo>
                      <a:lnTo>
                        <a:pt x="994019" y="0"/>
                      </a:lnTo>
                      <a:lnTo>
                        <a:pt x="1022104" y="0"/>
                      </a:lnTo>
                      <a:lnTo>
                        <a:pt x="1050190" y="0"/>
                      </a:lnTo>
                      <a:lnTo>
                        <a:pt x="1078275" y="0"/>
                      </a:lnTo>
                      <a:lnTo>
                        <a:pt x="1106360" y="0"/>
                      </a:lnTo>
                      <a:lnTo>
                        <a:pt x="1134446" y="0"/>
                      </a:lnTo>
                      <a:lnTo>
                        <a:pt x="1162531" y="0"/>
                      </a:lnTo>
                      <a:lnTo>
                        <a:pt x="1190616" y="0"/>
                      </a:lnTo>
                      <a:lnTo>
                        <a:pt x="1218702" y="0"/>
                      </a:lnTo>
                      <a:lnTo>
                        <a:pt x="1246787" y="0"/>
                      </a:lnTo>
                      <a:lnTo>
                        <a:pt x="1274872" y="0"/>
                      </a:lnTo>
                      <a:lnTo>
                        <a:pt x="1302958" y="0"/>
                      </a:lnTo>
                      <a:lnTo>
                        <a:pt x="1331043" y="0"/>
                      </a:lnTo>
                      <a:lnTo>
                        <a:pt x="1359128" y="0"/>
                      </a:lnTo>
                      <a:lnTo>
                        <a:pt x="1387214" y="0"/>
                      </a:lnTo>
                      <a:lnTo>
                        <a:pt x="1415299" y="0"/>
                      </a:lnTo>
                      <a:lnTo>
                        <a:pt x="1443384" y="0"/>
                      </a:lnTo>
                      <a:lnTo>
                        <a:pt x="1471470" y="0"/>
                      </a:lnTo>
                      <a:lnTo>
                        <a:pt x="1499555" y="0"/>
                      </a:lnTo>
                      <a:lnTo>
                        <a:pt x="1527640" y="0"/>
                      </a:lnTo>
                      <a:lnTo>
                        <a:pt x="1555726" y="0"/>
                      </a:lnTo>
                      <a:lnTo>
                        <a:pt x="1583811" y="0"/>
                      </a:lnTo>
                      <a:lnTo>
                        <a:pt x="1611896" y="0"/>
                      </a:lnTo>
                      <a:lnTo>
                        <a:pt x="1639981" y="0"/>
                      </a:lnTo>
                      <a:lnTo>
                        <a:pt x="1668067" y="0"/>
                      </a:lnTo>
                      <a:lnTo>
                        <a:pt x="1696152" y="0"/>
                      </a:lnTo>
                      <a:lnTo>
                        <a:pt x="1724237" y="0"/>
                      </a:lnTo>
                      <a:lnTo>
                        <a:pt x="1752323" y="0"/>
                      </a:lnTo>
                      <a:lnTo>
                        <a:pt x="1780408" y="0"/>
                      </a:lnTo>
                      <a:lnTo>
                        <a:pt x="1808493" y="0"/>
                      </a:lnTo>
                      <a:lnTo>
                        <a:pt x="1836579" y="0"/>
                      </a:lnTo>
                      <a:lnTo>
                        <a:pt x="1864664" y="0"/>
                      </a:lnTo>
                      <a:lnTo>
                        <a:pt x="1892749" y="0"/>
                      </a:lnTo>
                      <a:lnTo>
                        <a:pt x="1920835" y="0"/>
                      </a:lnTo>
                      <a:lnTo>
                        <a:pt x="1948920" y="0"/>
                      </a:lnTo>
                      <a:lnTo>
                        <a:pt x="1977005" y="0"/>
                      </a:lnTo>
                      <a:lnTo>
                        <a:pt x="2005091" y="0"/>
                      </a:lnTo>
                      <a:lnTo>
                        <a:pt x="2033176" y="0"/>
                      </a:lnTo>
                      <a:lnTo>
                        <a:pt x="2061261" y="0"/>
                      </a:lnTo>
                      <a:lnTo>
                        <a:pt x="2089347" y="0"/>
                      </a:lnTo>
                      <a:lnTo>
                        <a:pt x="2117432" y="0"/>
                      </a:lnTo>
                      <a:lnTo>
                        <a:pt x="2145517" y="0"/>
                      </a:lnTo>
                      <a:lnTo>
                        <a:pt x="2173603" y="0"/>
                      </a:lnTo>
                      <a:lnTo>
                        <a:pt x="2184636" y="0"/>
                      </a:lnTo>
                      <a:lnTo>
                        <a:pt x="218463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7" name="pl317"/>
                <p:cNvSpPr/>
                <p:nvPr/>
              </p:nvSpPr>
              <p:spPr>
                <a:xfrm>
                  <a:off x="4751569" y="5844898"/>
                  <a:ext cx="218463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84636">
                      <a:moveTo>
                        <a:pt x="0" y="0"/>
                      </a:moveTo>
                      <a:lnTo>
                        <a:pt x="11033" y="0"/>
                      </a:lnTo>
                      <a:lnTo>
                        <a:pt x="39118" y="0"/>
                      </a:lnTo>
                      <a:lnTo>
                        <a:pt x="67204" y="0"/>
                      </a:lnTo>
                      <a:lnTo>
                        <a:pt x="95289" y="0"/>
                      </a:lnTo>
                      <a:lnTo>
                        <a:pt x="123374" y="0"/>
                      </a:lnTo>
                      <a:lnTo>
                        <a:pt x="151460" y="0"/>
                      </a:lnTo>
                      <a:lnTo>
                        <a:pt x="179545" y="0"/>
                      </a:lnTo>
                      <a:lnTo>
                        <a:pt x="207630" y="0"/>
                      </a:lnTo>
                      <a:lnTo>
                        <a:pt x="235716" y="0"/>
                      </a:lnTo>
                      <a:lnTo>
                        <a:pt x="263801" y="0"/>
                      </a:lnTo>
                      <a:lnTo>
                        <a:pt x="291886" y="0"/>
                      </a:lnTo>
                      <a:lnTo>
                        <a:pt x="319972" y="0"/>
                      </a:lnTo>
                      <a:lnTo>
                        <a:pt x="348057" y="0"/>
                      </a:lnTo>
                      <a:lnTo>
                        <a:pt x="376142" y="0"/>
                      </a:lnTo>
                      <a:lnTo>
                        <a:pt x="404227" y="0"/>
                      </a:lnTo>
                      <a:lnTo>
                        <a:pt x="432313" y="0"/>
                      </a:lnTo>
                      <a:lnTo>
                        <a:pt x="460398" y="0"/>
                      </a:lnTo>
                      <a:lnTo>
                        <a:pt x="488483" y="0"/>
                      </a:lnTo>
                      <a:lnTo>
                        <a:pt x="516569" y="0"/>
                      </a:lnTo>
                      <a:lnTo>
                        <a:pt x="544654" y="0"/>
                      </a:lnTo>
                      <a:lnTo>
                        <a:pt x="572739" y="0"/>
                      </a:lnTo>
                      <a:lnTo>
                        <a:pt x="600825" y="0"/>
                      </a:lnTo>
                      <a:lnTo>
                        <a:pt x="628910" y="0"/>
                      </a:lnTo>
                      <a:lnTo>
                        <a:pt x="656995" y="0"/>
                      </a:lnTo>
                      <a:lnTo>
                        <a:pt x="685081" y="0"/>
                      </a:lnTo>
                      <a:lnTo>
                        <a:pt x="713166" y="0"/>
                      </a:lnTo>
                      <a:lnTo>
                        <a:pt x="741251" y="0"/>
                      </a:lnTo>
                      <a:lnTo>
                        <a:pt x="769337" y="0"/>
                      </a:lnTo>
                      <a:lnTo>
                        <a:pt x="797422" y="0"/>
                      </a:lnTo>
                      <a:lnTo>
                        <a:pt x="825507" y="0"/>
                      </a:lnTo>
                      <a:lnTo>
                        <a:pt x="853593" y="0"/>
                      </a:lnTo>
                      <a:lnTo>
                        <a:pt x="881678" y="0"/>
                      </a:lnTo>
                      <a:lnTo>
                        <a:pt x="909763" y="0"/>
                      </a:lnTo>
                      <a:lnTo>
                        <a:pt x="937849" y="0"/>
                      </a:lnTo>
                      <a:lnTo>
                        <a:pt x="965934" y="0"/>
                      </a:lnTo>
                      <a:lnTo>
                        <a:pt x="994019" y="0"/>
                      </a:lnTo>
                      <a:lnTo>
                        <a:pt x="1022104" y="0"/>
                      </a:lnTo>
                      <a:lnTo>
                        <a:pt x="1050190" y="0"/>
                      </a:lnTo>
                      <a:lnTo>
                        <a:pt x="1078275" y="0"/>
                      </a:lnTo>
                      <a:lnTo>
                        <a:pt x="1106360" y="0"/>
                      </a:lnTo>
                      <a:lnTo>
                        <a:pt x="1134446" y="0"/>
                      </a:lnTo>
                      <a:lnTo>
                        <a:pt x="1162531" y="0"/>
                      </a:lnTo>
                      <a:lnTo>
                        <a:pt x="1190616" y="0"/>
                      </a:lnTo>
                      <a:lnTo>
                        <a:pt x="1218702" y="0"/>
                      </a:lnTo>
                      <a:lnTo>
                        <a:pt x="1246787" y="0"/>
                      </a:lnTo>
                      <a:lnTo>
                        <a:pt x="1274872" y="0"/>
                      </a:lnTo>
                      <a:lnTo>
                        <a:pt x="1302958" y="0"/>
                      </a:lnTo>
                      <a:lnTo>
                        <a:pt x="1331043" y="0"/>
                      </a:lnTo>
                      <a:lnTo>
                        <a:pt x="1359128" y="0"/>
                      </a:lnTo>
                      <a:lnTo>
                        <a:pt x="1387214" y="0"/>
                      </a:lnTo>
                      <a:lnTo>
                        <a:pt x="1415299" y="0"/>
                      </a:lnTo>
                      <a:lnTo>
                        <a:pt x="1443384" y="0"/>
                      </a:lnTo>
                      <a:lnTo>
                        <a:pt x="1471470" y="0"/>
                      </a:lnTo>
                      <a:lnTo>
                        <a:pt x="1499555" y="0"/>
                      </a:lnTo>
                      <a:lnTo>
                        <a:pt x="1527640" y="0"/>
                      </a:lnTo>
                      <a:lnTo>
                        <a:pt x="1555726" y="0"/>
                      </a:lnTo>
                      <a:lnTo>
                        <a:pt x="1583811" y="0"/>
                      </a:lnTo>
                      <a:lnTo>
                        <a:pt x="1611896" y="0"/>
                      </a:lnTo>
                      <a:lnTo>
                        <a:pt x="1639981" y="0"/>
                      </a:lnTo>
                      <a:lnTo>
                        <a:pt x="1668067" y="0"/>
                      </a:lnTo>
                      <a:lnTo>
                        <a:pt x="1696152" y="0"/>
                      </a:lnTo>
                      <a:lnTo>
                        <a:pt x="1724237" y="0"/>
                      </a:lnTo>
                      <a:lnTo>
                        <a:pt x="1752323" y="0"/>
                      </a:lnTo>
                      <a:lnTo>
                        <a:pt x="1780408" y="0"/>
                      </a:lnTo>
                      <a:lnTo>
                        <a:pt x="1808493" y="0"/>
                      </a:lnTo>
                      <a:lnTo>
                        <a:pt x="1836579" y="0"/>
                      </a:lnTo>
                      <a:lnTo>
                        <a:pt x="1864664" y="0"/>
                      </a:lnTo>
                      <a:lnTo>
                        <a:pt x="1892749" y="0"/>
                      </a:lnTo>
                      <a:lnTo>
                        <a:pt x="1920835" y="0"/>
                      </a:lnTo>
                      <a:lnTo>
                        <a:pt x="1948920" y="0"/>
                      </a:lnTo>
                      <a:lnTo>
                        <a:pt x="1977005" y="0"/>
                      </a:lnTo>
                      <a:lnTo>
                        <a:pt x="2005091" y="0"/>
                      </a:lnTo>
                      <a:lnTo>
                        <a:pt x="2033176" y="0"/>
                      </a:lnTo>
                      <a:lnTo>
                        <a:pt x="2061261" y="0"/>
                      </a:lnTo>
                      <a:lnTo>
                        <a:pt x="2089347" y="0"/>
                      </a:lnTo>
                      <a:lnTo>
                        <a:pt x="2117432" y="0"/>
                      </a:lnTo>
                      <a:lnTo>
                        <a:pt x="2145517" y="0"/>
                      </a:lnTo>
                      <a:lnTo>
                        <a:pt x="2173603" y="0"/>
                      </a:lnTo>
                      <a:lnTo>
                        <a:pt x="2184636" y="0"/>
                      </a:lnTo>
                      <a:lnTo>
                        <a:pt x="218463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8" name="pl318"/>
                <p:cNvSpPr/>
                <p:nvPr/>
              </p:nvSpPr>
              <p:spPr>
                <a:xfrm>
                  <a:off x="4751569" y="5475266"/>
                  <a:ext cx="218463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84636">
                      <a:moveTo>
                        <a:pt x="0" y="0"/>
                      </a:moveTo>
                      <a:lnTo>
                        <a:pt x="11033" y="0"/>
                      </a:lnTo>
                      <a:lnTo>
                        <a:pt x="39118" y="0"/>
                      </a:lnTo>
                      <a:lnTo>
                        <a:pt x="67204" y="0"/>
                      </a:lnTo>
                      <a:lnTo>
                        <a:pt x="95289" y="0"/>
                      </a:lnTo>
                      <a:lnTo>
                        <a:pt x="123374" y="0"/>
                      </a:lnTo>
                      <a:lnTo>
                        <a:pt x="151460" y="0"/>
                      </a:lnTo>
                      <a:lnTo>
                        <a:pt x="179545" y="0"/>
                      </a:lnTo>
                      <a:lnTo>
                        <a:pt x="207630" y="0"/>
                      </a:lnTo>
                      <a:lnTo>
                        <a:pt x="235716" y="0"/>
                      </a:lnTo>
                      <a:lnTo>
                        <a:pt x="263801" y="0"/>
                      </a:lnTo>
                      <a:lnTo>
                        <a:pt x="291886" y="0"/>
                      </a:lnTo>
                      <a:lnTo>
                        <a:pt x="319972" y="0"/>
                      </a:lnTo>
                      <a:lnTo>
                        <a:pt x="348057" y="0"/>
                      </a:lnTo>
                      <a:lnTo>
                        <a:pt x="376142" y="0"/>
                      </a:lnTo>
                      <a:lnTo>
                        <a:pt x="404227" y="0"/>
                      </a:lnTo>
                      <a:lnTo>
                        <a:pt x="432313" y="0"/>
                      </a:lnTo>
                      <a:lnTo>
                        <a:pt x="460398" y="0"/>
                      </a:lnTo>
                      <a:lnTo>
                        <a:pt x="488483" y="0"/>
                      </a:lnTo>
                      <a:lnTo>
                        <a:pt x="516569" y="0"/>
                      </a:lnTo>
                      <a:lnTo>
                        <a:pt x="544654" y="0"/>
                      </a:lnTo>
                      <a:lnTo>
                        <a:pt x="572739" y="0"/>
                      </a:lnTo>
                      <a:lnTo>
                        <a:pt x="600825" y="0"/>
                      </a:lnTo>
                      <a:lnTo>
                        <a:pt x="628910" y="0"/>
                      </a:lnTo>
                      <a:lnTo>
                        <a:pt x="656995" y="0"/>
                      </a:lnTo>
                      <a:lnTo>
                        <a:pt x="685081" y="0"/>
                      </a:lnTo>
                      <a:lnTo>
                        <a:pt x="713166" y="0"/>
                      </a:lnTo>
                      <a:lnTo>
                        <a:pt x="741251" y="0"/>
                      </a:lnTo>
                      <a:lnTo>
                        <a:pt x="769337" y="0"/>
                      </a:lnTo>
                      <a:lnTo>
                        <a:pt x="797422" y="0"/>
                      </a:lnTo>
                      <a:lnTo>
                        <a:pt x="825507" y="0"/>
                      </a:lnTo>
                      <a:lnTo>
                        <a:pt x="853593" y="0"/>
                      </a:lnTo>
                      <a:lnTo>
                        <a:pt x="881678" y="0"/>
                      </a:lnTo>
                      <a:lnTo>
                        <a:pt x="909763" y="0"/>
                      </a:lnTo>
                      <a:lnTo>
                        <a:pt x="937849" y="0"/>
                      </a:lnTo>
                      <a:lnTo>
                        <a:pt x="965934" y="0"/>
                      </a:lnTo>
                      <a:lnTo>
                        <a:pt x="994019" y="0"/>
                      </a:lnTo>
                      <a:lnTo>
                        <a:pt x="1022104" y="0"/>
                      </a:lnTo>
                      <a:lnTo>
                        <a:pt x="1050190" y="0"/>
                      </a:lnTo>
                      <a:lnTo>
                        <a:pt x="1078275" y="0"/>
                      </a:lnTo>
                      <a:lnTo>
                        <a:pt x="1106360" y="0"/>
                      </a:lnTo>
                      <a:lnTo>
                        <a:pt x="1134446" y="0"/>
                      </a:lnTo>
                      <a:lnTo>
                        <a:pt x="1162531" y="0"/>
                      </a:lnTo>
                      <a:lnTo>
                        <a:pt x="1190616" y="0"/>
                      </a:lnTo>
                      <a:lnTo>
                        <a:pt x="1218702" y="0"/>
                      </a:lnTo>
                      <a:lnTo>
                        <a:pt x="1246787" y="0"/>
                      </a:lnTo>
                      <a:lnTo>
                        <a:pt x="1274872" y="0"/>
                      </a:lnTo>
                      <a:lnTo>
                        <a:pt x="1302958" y="0"/>
                      </a:lnTo>
                      <a:lnTo>
                        <a:pt x="1331043" y="0"/>
                      </a:lnTo>
                      <a:lnTo>
                        <a:pt x="1359128" y="0"/>
                      </a:lnTo>
                      <a:lnTo>
                        <a:pt x="1387214" y="0"/>
                      </a:lnTo>
                      <a:lnTo>
                        <a:pt x="1415299" y="0"/>
                      </a:lnTo>
                      <a:lnTo>
                        <a:pt x="1443384" y="0"/>
                      </a:lnTo>
                      <a:lnTo>
                        <a:pt x="1471470" y="0"/>
                      </a:lnTo>
                      <a:lnTo>
                        <a:pt x="1499555" y="0"/>
                      </a:lnTo>
                      <a:lnTo>
                        <a:pt x="1527640" y="0"/>
                      </a:lnTo>
                      <a:lnTo>
                        <a:pt x="1555726" y="0"/>
                      </a:lnTo>
                      <a:lnTo>
                        <a:pt x="1583811" y="0"/>
                      </a:lnTo>
                      <a:lnTo>
                        <a:pt x="1611896" y="0"/>
                      </a:lnTo>
                      <a:lnTo>
                        <a:pt x="1639981" y="0"/>
                      </a:lnTo>
                      <a:lnTo>
                        <a:pt x="1668067" y="0"/>
                      </a:lnTo>
                      <a:lnTo>
                        <a:pt x="1696152" y="0"/>
                      </a:lnTo>
                      <a:lnTo>
                        <a:pt x="1724237" y="0"/>
                      </a:lnTo>
                      <a:lnTo>
                        <a:pt x="1752323" y="0"/>
                      </a:lnTo>
                      <a:lnTo>
                        <a:pt x="1780408" y="0"/>
                      </a:lnTo>
                      <a:lnTo>
                        <a:pt x="1808493" y="0"/>
                      </a:lnTo>
                      <a:lnTo>
                        <a:pt x="1836579" y="0"/>
                      </a:lnTo>
                      <a:lnTo>
                        <a:pt x="1864664" y="0"/>
                      </a:lnTo>
                      <a:lnTo>
                        <a:pt x="1892749" y="0"/>
                      </a:lnTo>
                      <a:lnTo>
                        <a:pt x="1920835" y="0"/>
                      </a:lnTo>
                      <a:lnTo>
                        <a:pt x="1948920" y="0"/>
                      </a:lnTo>
                      <a:lnTo>
                        <a:pt x="1977005" y="0"/>
                      </a:lnTo>
                      <a:lnTo>
                        <a:pt x="2005091" y="0"/>
                      </a:lnTo>
                      <a:lnTo>
                        <a:pt x="2033176" y="0"/>
                      </a:lnTo>
                      <a:lnTo>
                        <a:pt x="2061261" y="0"/>
                      </a:lnTo>
                      <a:lnTo>
                        <a:pt x="2089347" y="0"/>
                      </a:lnTo>
                      <a:lnTo>
                        <a:pt x="2117432" y="0"/>
                      </a:lnTo>
                      <a:lnTo>
                        <a:pt x="2145517" y="0"/>
                      </a:lnTo>
                      <a:lnTo>
                        <a:pt x="2173603" y="0"/>
                      </a:lnTo>
                      <a:lnTo>
                        <a:pt x="2184636" y="0"/>
                      </a:lnTo>
                      <a:lnTo>
                        <a:pt x="218463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19" name="pl319"/>
                <p:cNvSpPr/>
                <p:nvPr/>
              </p:nvSpPr>
              <p:spPr>
                <a:xfrm>
                  <a:off x="4751569" y="5105633"/>
                  <a:ext cx="2184636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84636">
                      <a:moveTo>
                        <a:pt x="0" y="0"/>
                      </a:moveTo>
                      <a:lnTo>
                        <a:pt x="11033" y="0"/>
                      </a:lnTo>
                      <a:lnTo>
                        <a:pt x="39118" y="0"/>
                      </a:lnTo>
                      <a:lnTo>
                        <a:pt x="67204" y="0"/>
                      </a:lnTo>
                      <a:lnTo>
                        <a:pt x="95289" y="0"/>
                      </a:lnTo>
                      <a:lnTo>
                        <a:pt x="123374" y="0"/>
                      </a:lnTo>
                      <a:lnTo>
                        <a:pt x="151460" y="0"/>
                      </a:lnTo>
                      <a:lnTo>
                        <a:pt x="179545" y="0"/>
                      </a:lnTo>
                      <a:lnTo>
                        <a:pt x="207630" y="0"/>
                      </a:lnTo>
                      <a:lnTo>
                        <a:pt x="235716" y="0"/>
                      </a:lnTo>
                      <a:lnTo>
                        <a:pt x="263801" y="0"/>
                      </a:lnTo>
                      <a:lnTo>
                        <a:pt x="291886" y="0"/>
                      </a:lnTo>
                      <a:lnTo>
                        <a:pt x="319972" y="0"/>
                      </a:lnTo>
                      <a:lnTo>
                        <a:pt x="348057" y="0"/>
                      </a:lnTo>
                      <a:lnTo>
                        <a:pt x="376142" y="0"/>
                      </a:lnTo>
                      <a:lnTo>
                        <a:pt x="404227" y="0"/>
                      </a:lnTo>
                      <a:lnTo>
                        <a:pt x="432313" y="0"/>
                      </a:lnTo>
                      <a:lnTo>
                        <a:pt x="460398" y="0"/>
                      </a:lnTo>
                      <a:lnTo>
                        <a:pt x="488483" y="0"/>
                      </a:lnTo>
                      <a:lnTo>
                        <a:pt x="516569" y="0"/>
                      </a:lnTo>
                      <a:lnTo>
                        <a:pt x="544654" y="0"/>
                      </a:lnTo>
                      <a:lnTo>
                        <a:pt x="572739" y="0"/>
                      </a:lnTo>
                      <a:lnTo>
                        <a:pt x="600825" y="0"/>
                      </a:lnTo>
                      <a:lnTo>
                        <a:pt x="628910" y="0"/>
                      </a:lnTo>
                      <a:lnTo>
                        <a:pt x="656995" y="0"/>
                      </a:lnTo>
                      <a:lnTo>
                        <a:pt x="685081" y="0"/>
                      </a:lnTo>
                      <a:lnTo>
                        <a:pt x="713166" y="0"/>
                      </a:lnTo>
                      <a:lnTo>
                        <a:pt x="741251" y="0"/>
                      </a:lnTo>
                      <a:lnTo>
                        <a:pt x="769337" y="0"/>
                      </a:lnTo>
                      <a:lnTo>
                        <a:pt x="797422" y="0"/>
                      </a:lnTo>
                      <a:lnTo>
                        <a:pt x="825507" y="0"/>
                      </a:lnTo>
                      <a:lnTo>
                        <a:pt x="853593" y="0"/>
                      </a:lnTo>
                      <a:lnTo>
                        <a:pt x="881678" y="0"/>
                      </a:lnTo>
                      <a:lnTo>
                        <a:pt x="909763" y="0"/>
                      </a:lnTo>
                      <a:lnTo>
                        <a:pt x="937849" y="0"/>
                      </a:lnTo>
                      <a:lnTo>
                        <a:pt x="965934" y="0"/>
                      </a:lnTo>
                      <a:lnTo>
                        <a:pt x="994019" y="0"/>
                      </a:lnTo>
                      <a:lnTo>
                        <a:pt x="1022104" y="0"/>
                      </a:lnTo>
                      <a:lnTo>
                        <a:pt x="1050190" y="0"/>
                      </a:lnTo>
                      <a:lnTo>
                        <a:pt x="1078275" y="0"/>
                      </a:lnTo>
                      <a:lnTo>
                        <a:pt x="1106360" y="0"/>
                      </a:lnTo>
                      <a:lnTo>
                        <a:pt x="1134446" y="0"/>
                      </a:lnTo>
                      <a:lnTo>
                        <a:pt x="1162531" y="0"/>
                      </a:lnTo>
                      <a:lnTo>
                        <a:pt x="1190616" y="0"/>
                      </a:lnTo>
                      <a:lnTo>
                        <a:pt x="1218702" y="0"/>
                      </a:lnTo>
                      <a:lnTo>
                        <a:pt x="1246787" y="0"/>
                      </a:lnTo>
                      <a:lnTo>
                        <a:pt x="1274872" y="0"/>
                      </a:lnTo>
                      <a:lnTo>
                        <a:pt x="1302958" y="0"/>
                      </a:lnTo>
                      <a:lnTo>
                        <a:pt x="1331043" y="0"/>
                      </a:lnTo>
                      <a:lnTo>
                        <a:pt x="1359128" y="0"/>
                      </a:lnTo>
                      <a:lnTo>
                        <a:pt x="1387214" y="0"/>
                      </a:lnTo>
                      <a:lnTo>
                        <a:pt x="1415299" y="0"/>
                      </a:lnTo>
                      <a:lnTo>
                        <a:pt x="1443384" y="0"/>
                      </a:lnTo>
                      <a:lnTo>
                        <a:pt x="1471470" y="0"/>
                      </a:lnTo>
                      <a:lnTo>
                        <a:pt x="1499555" y="0"/>
                      </a:lnTo>
                      <a:lnTo>
                        <a:pt x="1527640" y="0"/>
                      </a:lnTo>
                      <a:lnTo>
                        <a:pt x="1555726" y="0"/>
                      </a:lnTo>
                      <a:lnTo>
                        <a:pt x="1583811" y="0"/>
                      </a:lnTo>
                      <a:lnTo>
                        <a:pt x="1611896" y="0"/>
                      </a:lnTo>
                      <a:lnTo>
                        <a:pt x="1639981" y="0"/>
                      </a:lnTo>
                      <a:lnTo>
                        <a:pt x="1668067" y="0"/>
                      </a:lnTo>
                      <a:lnTo>
                        <a:pt x="1696152" y="0"/>
                      </a:lnTo>
                      <a:lnTo>
                        <a:pt x="1724237" y="0"/>
                      </a:lnTo>
                      <a:lnTo>
                        <a:pt x="1752323" y="0"/>
                      </a:lnTo>
                      <a:lnTo>
                        <a:pt x="1780408" y="0"/>
                      </a:lnTo>
                      <a:lnTo>
                        <a:pt x="1808493" y="0"/>
                      </a:lnTo>
                      <a:lnTo>
                        <a:pt x="1836579" y="0"/>
                      </a:lnTo>
                      <a:lnTo>
                        <a:pt x="1864664" y="0"/>
                      </a:lnTo>
                      <a:lnTo>
                        <a:pt x="1892749" y="0"/>
                      </a:lnTo>
                      <a:lnTo>
                        <a:pt x="1920835" y="0"/>
                      </a:lnTo>
                      <a:lnTo>
                        <a:pt x="1948920" y="0"/>
                      </a:lnTo>
                      <a:lnTo>
                        <a:pt x="1977005" y="0"/>
                      </a:lnTo>
                      <a:lnTo>
                        <a:pt x="2005091" y="0"/>
                      </a:lnTo>
                      <a:lnTo>
                        <a:pt x="2033176" y="0"/>
                      </a:lnTo>
                      <a:lnTo>
                        <a:pt x="2061261" y="0"/>
                      </a:lnTo>
                      <a:lnTo>
                        <a:pt x="2089347" y="0"/>
                      </a:lnTo>
                      <a:lnTo>
                        <a:pt x="2117432" y="0"/>
                      </a:lnTo>
                      <a:lnTo>
                        <a:pt x="2145517" y="0"/>
                      </a:lnTo>
                      <a:lnTo>
                        <a:pt x="2173603" y="0"/>
                      </a:lnTo>
                      <a:lnTo>
                        <a:pt x="2184636" y="0"/>
                      </a:lnTo>
                      <a:lnTo>
                        <a:pt x="2184636" y="0"/>
                      </a:lnTo>
                    </a:path>
                  </a:pathLst>
                </a:custGeom>
                <a:ln w="13550" cap="rnd">
                  <a:solidFill>
                    <a:srgbClr val="F0F8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20" name="ph320"/>
                <p:cNvSpPr/>
                <p:nvPr/>
              </p:nvSpPr>
              <p:spPr>
                <a:xfrm>
                  <a:off x="5722659" y="5369581"/>
                  <a:ext cx="930827" cy="124396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30827" h="1243964">
                      <a:moveTo>
                        <a:pt x="914400" y="914400"/>
                      </a:moveTo>
                      <a:lnTo>
                        <a:pt x="904741" y="940461"/>
                      </a:lnTo>
                      <a:lnTo>
                        <a:pt x="891436" y="944865"/>
                      </a:lnTo>
                      <a:lnTo>
                        <a:pt x="878674" y="953547"/>
                      </a:lnTo>
                      <a:lnTo>
                        <a:pt x="874116" y="1036010"/>
                      </a:lnTo>
                      <a:lnTo>
                        <a:pt x="897351" y="1067342"/>
                      </a:lnTo>
                      <a:lnTo>
                        <a:pt x="884590" y="1071728"/>
                      </a:lnTo>
                      <a:lnTo>
                        <a:pt x="872914" y="1081113"/>
                      </a:lnTo>
                      <a:lnTo>
                        <a:pt x="864574" y="1094992"/>
                      </a:lnTo>
                      <a:lnTo>
                        <a:pt x="856040" y="1124863"/>
                      </a:lnTo>
                      <a:lnTo>
                        <a:pt x="823981" y="1141792"/>
                      </a:lnTo>
                      <a:lnTo>
                        <a:pt x="811840" y="1154318"/>
                      </a:lnTo>
                      <a:lnTo>
                        <a:pt x="793938" y="1182184"/>
                      </a:lnTo>
                      <a:lnTo>
                        <a:pt x="784609" y="1222631"/>
                      </a:lnTo>
                      <a:lnTo>
                        <a:pt x="766475" y="1239885"/>
                      </a:lnTo>
                      <a:lnTo>
                        <a:pt x="746110" y="1243964"/>
                      </a:lnTo>
                      <a:lnTo>
                        <a:pt x="758058" y="1210827"/>
                      </a:lnTo>
                      <a:lnTo>
                        <a:pt x="773709" y="1183827"/>
                      </a:lnTo>
                      <a:lnTo>
                        <a:pt x="758659" y="1165309"/>
                      </a:lnTo>
                      <a:lnTo>
                        <a:pt x="749601" y="1136323"/>
                      </a:lnTo>
                      <a:lnTo>
                        <a:pt x="737906" y="1114088"/>
                      </a:lnTo>
                      <a:lnTo>
                        <a:pt x="747216" y="1089253"/>
                      </a:lnTo>
                      <a:lnTo>
                        <a:pt x="742639" y="1048554"/>
                      </a:lnTo>
                      <a:lnTo>
                        <a:pt x="744151" y="1008829"/>
                      </a:lnTo>
                      <a:lnTo>
                        <a:pt x="757728" y="988777"/>
                      </a:lnTo>
                      <a:lnTo>
                        <a:pt x="773283" y="972425"/>
                      </a:lnTo>
                      <a:lnTo>
                        <a:pt x="797507" y="934830"/>
                      </a:lnTo>
                      <a:lnTo>
                        <a:pt x="823767" y="907577"/>
                      </a:lnTo>
                      <a:lnTo>
                        <a:pt x="860404" y="895322"/>
                      </a:lnTo>
                      <a:lnTo>
                        <a:pt x="876948" y="906621"/>
                      </a:lnTo>
                      <a:lnTo>
                        <a:pt x="884085" y="881840"/>
                      </a:lnTo>
                      <a:lnTo>
                        <a:pt x="895897" y="876191"/>
                      </a:lnTo>
                      <a:lnTo>
                        <a:pt x="906991" y="881912"/>
                      </a:lnTo>
                      <a:lnTo>
                        <a:pt x="930827" y="90559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21" name="ph321"/>
                <p:cNvSpPr/>
                <p:nvPr/>
              </p:nvSpPr>
              <p:spPr>
                <a:xfrm>
                  <a:off x="5222853" y="5950615"/>
                  <a:ext cx="1041610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41610" h="914400">
                      <a:moveTo>
                        <a:pt x="914400" y="914400"/>
                      </a:moveTo>
                      <a:lnTo>
                        <a:pt x="905361" y="913082"/>
                      </a:lnTo>
                      <a:lnTo>
                        <a:pt x="899330" y="888265"/>
                      </a:lnTo>
                      <a:lnTo>
                        <a:pt x="897914" y="824410"/>
                      </a:lnTo>
                      <a:lnTo>
                        <a:pt x="901521" y="792861"/>
                      </a:lnTo>
                      <a:lnTo>
                        <a:pt x="944830" y="679066"/>
                      </a:lnTo>
                      <a:lnTo>
                        <a:pt x="964167" y="669771"/>
                      </a:lnTo>
                      <a:lnTo>
                        <a:pt x="991358" y="600032"/>
                      </a:lnTo>
                      <a:lnTo>
                        <a:pt x="998690" y="569006"/>
                      </a:lnTo>
                      <a:lnTo>
                        <a:pt x="1010482" y="541067"/>
                      </a:lnTo>
                      <a:lnTo>
                        <a:pt x="1017444" y="516088"/>
                      </a:lnTo>
                      <a:lnTo>
                        <a:pt x="1023282" y="505999"/>
                      </a:lnTo>
                      <a:lnTo>
                        <a:pt x="1035966" y="510728"/>
                      </a:lnTo>
                      <a:lnTo>
                        <a:pt x="1041610" y="515330"/>
                      </a:lnTo>
                      <a:lnTo>
                        <a:pt x="1028247" y="529877"/>
                      </a:lnTo>
                      <a:lnTo>
                        <a:pt x="1029799" y="548810"/>
                      </a:lnTo>
                      <a:lnTo>
                        <a:pt x="1028868" y="556661"/>
                      </a:lnTo>
                      <a:lnTo>
                        <a:pt x="995140" y="639016"/>
                      </a:lnTo>
                      <a:lnTo>
                        <a:pt x="986122" y="692494"/>
                      </a:lnTo>
                      <a:lnTo>
                        <a:pt x="974155" y="705543"/>
                      </a:lnTo>
                      <a:lnTo>
                        <a:pt x="924601" y="89579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22" name="ph322"/>
                <p:cNvSpPr/>
                <p:nvPr/>
              </p:nvSpPr>
              <p:spPr>
                <a:xfrm>
                  <a:off x="4228557" y="4963942"/>
                  <a:ext cx="2407842" cy="22314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407842" h="2231449">
                      <a:moveTo>
                        <a:pt x="914400" y="914400"/>
                      </a:moveTo>
                      <a:lnTo>
                        <a:pt x="928868" y="920500"/>
                      </a:lnTo>
                      <a:lnTo>
                        <a:pt x="948573" y="908281"/>
                      </a:lnTo>
                      <a:lnTo>
                        <a:pt x="962363" y="874061"/>
                      </a:lnTo>
                      <a:lnTo>
                        <a:pt x="970237" y="822713"/>
                      </a:lnTo>
                      <a:lnTo>
                        <a:pt x="979430" y="773802"/>
                      </a:lnTo>
                      <a:lnTo>
                        <a:pt x="968550" y="721480"/>
                      </a:lnTo>
                      <a:lnTo>
                        <a:pt x="956932" y="675528"/>
                      </a:lnTo>
                      <a:lnTo>
                        <a:pt x="956118" y="662028"/>
                      </a:lnTo>
                      <a:lnTo>
                        <a:pt x="986607" y="623260"/>
                      </a:lnTo>
                      <a:lnTo>
                        <a:pt x="995935" y="591729"/>
                      </a:lnTo>
                      <a:lnTo>
                        <a:pt x="1006040" y="561715"/>
                      </a:lnTo>
                      <a:lnTo>
                        <a:pt x="1017192" y="551499"/>
                      </a:lnTo>
                      <a:lnTo>
                        <a:pt x="1033794" y="549171"/>
                      </a:lnTo>
                      <a:lnTo>
                        <a:pt x="1053131" y="543522"/>
                      </a:lnTo>
                      <a:lnTo>
                        <a:pt x="1077510" y="523434"/>
                      </a:lnTo>
                      <a:lnTo>
                        <a:pt x="1099368" y="496524"/>
                      </a:lnTo>
                      <a:lnTo>
                        <a:pt x="1116067" y="471851"/>
                      </a:lnTo>
                      <a:lnTo>
                        <a:pt x="1121731" y="423030"/>
                      </a:lnTo>
                      <a:lnTo>
                        <a:pt x="1121963" y="398502"/>
                      </a:lnTo>
                      <a:lnTo>
                        <a:pt x="1129314" y="380292"/>
                      </a:lnTo>
                      <a:lnTo>
                        <a:pt x="1136432" y="344718"/>
                      </a:lnTo>
                      <a:lnTo>
                        <a:pt x="1129508" y="309632"/>
                      </a:lnTo>
                      <a:lnTo>
                        <a:pt x="1107960" y="256407"/>
                      </a:lnTo>
                      <a:lnTo>
                        <a:pt x="1082010" y="181560"/>
                      </a:lnTo>
                      <a:lnTo>
                        <a:pt x="1078036" y="141691"/>
                      </a:lnTo>
                      <a:lnTo>
                        <a:pt x="2054342" y="141691"/>
                      </a:lnTo>
                      <a:lnTo>
                        <a:pt x="2054817" y="146925"/>
                      </a:lnTo>
                      <a:lnTo>
                        <a:pt x="2052839" y="159487"/>
                      </a:lnTo>
                      <a:lnTo>
                        <a:pt x="2067928" y="211123"/>
                      </a:lnTo>
                      <a:lnTo>
                        <a:pt x="2064417" y="229226"/>
                      </a:lnTo>
                      <a:lnTo>
                        <a:pt x="2062381" y="252292"/>
                      </a:lnTo>
                      <a:lnTo>
                        <a:pt x="2084006" y="274455"/>
                      </a:lnTo>
                      <a:lnTo>
                        <a:pt x="2103304" y="274094"/>
                      </a:lnTo>
                      <a:lnTo>
                        <a:pt x="2122854" y="273752"/>
                      </a:lnTo>
                      <a:lnTo>
                        <a:pt x="2130321" y="279310"/>
                      </a:lnTo>
                      <a:lnTo>
                        <a:pt x="2137808" y="294995"/>
                      </a:lnTo>
                      <a:lnTo>
                        <a:pt x="2143839" y="313512"/>
                      </a:lnTo>
                      <a:lnTo>
                        <a:pt x="2159937" y="311978"/>
                      </a:lnTo>
                      <a:lnTo>
                        <a:pt x="2185635" y="296908"/>
                      </a:lnTo>
                      <a:lnTo>
                        <a:pt x="2202354" y="293316"/>
                      </a:lnTo>
                      <a:lnTo>
                        <a:pt x="2213389" y="322284"/>
                      </a:lnTo>
                      <a:lnTo>
                        <a:pt x="2243413" y="360547"/>
                      </a:lnTo>
                      <a:lnTo>
                        <a:pt x="2260887" y="377693"/>
                      </a:lnTo>
                      <a:lnTo>
                        <a:pt x="2290581" y="386717"/>
                      </a:lnTo>
                      <a:lnTo>
                        <a:pt x="2321865" y="417598"/>
                      </a:lnTo>
                      <a:lnTo>
                        <a:pt x="2317482" y="454814"/>
                      </a:lnTo>
                      <a:lnTo>
                        <a:pt x="2330534" y="467249"/>
                      </a:lnTo>
                      <a:lnTo>
                        <a:pt x="2367443" y="481940"/>
                      </a:lnTo>
                      <a:lnTo>
                        <a:pt x="2380495" y="501758"/>
                      </a:lnTo>
                      <a:lnTo>
                        <a:pt x="2386760" y="518651"/>
                      </a:lnTo>
                      <a:lnTo>
                        <a:pt x="2396477" y="532657"/>
                      </a:lnTo>
                      <a:lnTo>
                        <a:pt x="2407842" y="574980"/>
                      </a:lnTo>
                      <a:lnTo>
                        <a:pt x="2403886" y="601060"/>
                      </a:lnTo>
                      <a:lnTo>
                        <a:pt x="2389010" y="610030"/>
                      </a:lnTo>
                      <a:lnTo>
                        <a:pt x="2353886" y="637969"/>
                      </a:lnTo>
                      <a:lnTo>
                        <a:pt x="2338234" y="658833"/>
                      </a:lnTo>
                      <a:lnTo>
                        <a:pt x="2325957" y="671828"/>
                      </a:lnTo>
                      <a:lnTo>
                        <a:pt x="2291066" y="699695"/>
                      </a:lnTo>
                      <a:lnTo>
                        <a:pt x="2278285" y="704694"/>
                      </a:lnTo>
                      <a:lnTo>
                        <a:pt x="2266046" y="719187"/>
                      </a:lnTo>
                      <a:lnTo>
                        <a:pt x="2254216" y="725522"/>
                      </a:lnTo>
                      <a:lnTo>
                        <a:pt x="2243626" y="721877"/>
                      </a:lnTo>
                      <a:lnTo>
                        <a:pt x="2204041" y="748119"/>
                      </a:lnTo>
                      <a:lnTo>
                        <a:pt x="2207125" y="759327"/>
                      </a:lnTo>
                      <a:lnTo>
                        <a:pt x="2237478" y="764074"/>
                      </a:lnTo>
                      <a:lnTo>
                        <a:pt x="2252955" y="758443"/>
                      </a:lnTo>
                      <a:lnTo>
                        <a:pt x="2264863" y="745249"/>
                      </a:lnTo>
                      <a:lnTo>
                        <a:pt x="2277877" y="742217"/>
                      </a:lnTo>
                      <a:lnTo>
                        <a:pt x="2289747" y="744708"/>
                      </a:lnTo>
                      <a:lnTo>
                        <a:pt x="2302334" y="734312"/>
                      </a:lnTo>
                      <a:lnTo>
                        <a:pt x="2312206" y="730161"/>
                      </a:lnTo>
                      <a:lnTo>
                        <a:pt x="2322408" y="735142"/>
                      </a:lnTo>
                      <a:lnTo>
                        <a:pt x="2333793" y="760067"/>
                      </a:lnTo>
                      <a:lnTo>
                        <a:pt x="2310170" y="773044"/>
                      </a:lnTo>
                      <a:lnTo>
                        <a:pt x="2293413" y="773640"/>
                      </a:lnTo>
                      <a:lnTo>
                        <a:pt x="2285228" y="814519"/>
                      </a:lnTo>
                      <a:lnTo>
                        <a:pt x="2275084" y="832080"/>
                      </a:lnTo>
                      <a:lnTo>
                        <a:pt x="2267811" y="840527"/>
                      </a:lnTo>
                      <a:lnTo>
                        <a:pt x="2230631" y="857926"/>
                      </a:lnTo>
                      <a:lnTo>
                        <a:pt x="2206097" y="879981"/>
                      </a:lnTo>
                      <a:lnTo>
                        <a:pt x="2177179" y="897741"/>
                      </a:lnTo>
                      <a:lnTo>
                        <a:pt x="2164553" y="893878"/>
                      </a:lnTo>
                      <a:lnTo>
                        <a:pt x="2145527" y="911927"/>
                      </a:lnTo>
                      <a:lnTo>
                        <a:pt x="2103246" y="933296"/>
                      </a:lnTo>
                      <a:lnTo>
                        <a:pt x="2081582" y="962084"/>
                      </a:lnTo>
                      <a:lnTo>
                        <a:pt x="2032959" y="987839"/>
                      </a:lnTo>
                      <a:lnTo>
                        <a:pt x="2008192" y="1008793"/>
                      </a:lnTo>
                      <a:lnTo>
                        <a:pt x="1940911" y="1009894"/>
                      </a:lnTo>
                      <a:lnTo>
                        <a:pt x="1876656" y="1005292"/>
                      </a:lnTo>
                      <a:lnTo>
                        <a:pt x="1856485" y="1015254"/>
                      </a:lnTo>
                      <a:lnTo>
                        <a:pt x="1877102" y="1018341"/>
                      </a:lnTo>
                      <a:lnTo>
                        <a:pt x="1891551" y="1028123"/>
                      </a:lnTo>
                      <a:lnTo>
                        <a:pt x="1908871" y="1024044"/>
                      </a:lnTo>
                      <a:lnTo>
                        <a:pt x="1949581" y="1028935"/>
                      </a:lnTo>
                      <a:lnTo>
                        <a:pt x="1970527" y="1034259"/>
                      </a:lnTo>
                      <a:lnTo>
                        <a:pt x="1997408" y="1068515"/>
                      </a:lnTo>
                      <a:lnTo>
                        <a:pt x="1977645" y="1080698"/>
                      </a:lnTo>
                      <a:lnTo>
                        <a:pt x="1943413" y="1090047"/>
                      </a:lnTo>
                      <a:lnTo>
                        <a:pt x="1956252" y="1138634"/>
                      </a:lnTo>
                      <a:lnTo>
                        <a:pt x="1966842" y="1171391"/>
                      </a:lnTo>
                      <a:lnTo>
                        <a:pt x="1952975" y="1191155"/>
                      </a:lnTo>
                      <a:lnTo>
                        <a:pt x="1951947" y="1281072"/>
                      </a:lnTo>
                      <a:lnTo>
                        <a:pt x="1932494" y="1282787"/>
                      </a:lnTo>
                      <a:lnTo>
                        <a:pt x="1924231" y="1319984"/>
                      </a:lnTo>
                      <a:lnTo>
                        <a:pt x="1930360" y="1338953"/>
                      </a:lnTo>
                      <a:lnTo>
                        <a:pt x="1929875" y="1383010"/>
                      </a:lnTo>
                      <a:lnTo>
                        <a:pt x="1933929" y="1410154"/>
                      </a:lnTo>
                      <a:lnTo>
                        <a:pt x="1943471" y="1435152"/>
                      </a:lnTo>
                      <a:lnTo>
                        <a:pt x="1939224" y="1461214"/>
                      </a:lnTo>
                      <a:lnTo>
                        <a:pt x="1908463" y="1522217"/>
                      </a:lnTo>
                      <a:lnTo>
                        <a:pt x="1909162" y="1550842"/>
                      </a:lnTo>
                      <a:lnTo>
                        <a:pt x="1914689" y="1567844"/>
                      </a:lnTo>
                      <a:lnTo>
                        <a:pt x="1918782" y="1595025"/>
                      </a:lnTo>
                      <a:lnTo>
                        <a:pt x="1904798" y="1647275"/>
                      </a:lnTo>
                      <a:lnTo>
                        <a:pt x="1894926" y="1690934"/>
                      </a:lnTo>
                      <a:lnTo>
                        <a:pt x="1883192" y="1727681"/>
                      </a:lnTo>
                      <a:lnTo>
                        <a:pt x="1856931" y="1771773"/>
                      </a:lnTo>
                      <a:lnTo>
                        <a:pt x="1843859" y="1804730"/>
                      </a:lnTo>
                      <a:lnTo>
                        <a:pt x="1813273" y="1907570"/>
                      </a:lnTo>
                      <a:lnTo>
                        <a:pt x="1798107" y="1927983"/>
                      </a:lnTo>
                      <a:lnTo>
                        <a:pt x="1779507" y="1943667"/>
                      </a:lnTo>
                      <a:lnTo>
                        <a:pt x="1758774" y="1929156"/>
                      </a:lnTo>
                      <a:lnTo>
                        <a:pt x="1739767" y="1921251"/>
                      </a:lnTo>
                      <a:lnTo>
                        <a:pt x="1716551" y="1922207"/>
                      </a:lnTo>
                      <a:lnTo>
                        <a:pt x="1680186" y="1934101"/>
                      </a:lnTo>
                      <a:lnTo>
                        <a:pt x="1625492" y="1926196"/>
                      </a:lnTo>
                      <a:lnTo>
                        <a:pt x="1572040" y="1930004"/>
                      </a:lnTo>
                      <a:lnTo>
                        <a:pt x="1558522" y="1940274"/>
                      </a:lnTo>
                      <a:lnTo>
                        <a:pt x="1566629" y="1977598"/>
                      </a:lnTo>
                      <a:lnTo>
                        <a:pt x="1546924" y="1982489"/>
                      </a:lnTo>
                      <a:lnTo>
                        <a:pt x="1527665" y="1971877"/>
                      </a:lnTo>
                      <a:lnTo>
                        <a:pt x="1510714" y="1984547"/>
                      </a:lnTo>
                      <a:lnTo>
                        <a:pt x="1496555" y="1998444"/>
                      </a:lnTo>
                      <a:lnTo>
                        <a:pt x="1468743" y="2031418"/>
                      </a:lnTo>
                      <a:lnTo>
                        <a:pt x="1459434" y="2051723"/>
                      </a:lnTo>
                      <a:lnTo>
                        <a:pt x="1457029" y="2089968"/>
                      </a:lnTo>
                      <a:lnTo>
                        <a:pt x="1471633" y="2124260"/>
                      </a:lnTo>
                      <a:lnTo>
                        <a:pt x="1484589" y="2164417"/>
                      </a:lnTo>
                      <a:lnTo>
                        <a:pt x="1451230" y="2212878"/>
                      </a:lnTo>
                      <a:lnTo>
                        <a:pt x="1432611" y="2214520"/>
                      </a:lnTo>
                      <a:lnTo>
                        <a:pt x="1378266" y="2201074"/>
                      </a:lnTo>
                      <a:lnTo>
                        <a:pt x="1281951" y="2231449"/>
                      </a:lnTo>
                      <a:lnTo>
                        <a:pt x="1195450" y="2207427"/>
                      </a:lnTo>
                      <a:lnTo>
                        <a:pt x="1206331" y="2181473"/>
                      </a:lnTo>
                      <a:lnTo>
                        <a:pt x="1205962" y="2162396"/>
                      </a:lnTo>
                      <a:lnTo>
                        <a:pt x="1210850" y="2133049"/>
                      </a:lnTo>
                      <a:lnTo>
                        <a:pt x="1213759" y="2103035"/>
                      </a:lnTo>
                      <a:lnTo>
                        <a:pt x="1212945" y="2082947"/>
                      </a:lnTo>
                      <a:lnTo>
                        <a:pt x="1206602" y="2061541"/>
                      </a:lnTo>
                      <a:lnTo>
                        <a:pt x="1185268" y="2033530"/>
                      </a:lnTo>
                      <a:lnTo>
                        <a:pt x="1137208" y="1938992"/>
                      </a:lnTo>
                      <a:lnTo>
                        <a:pt x="1122991" y="1899087"/>
                      </a:lnTo>
                      <a:lnTo>
                        <a:pt x="1113100" y="1882464"/>
                      </a:lnTo>
                      <a:lnTo>
                        <a:pt x="1120218" y="1881562"/>
                      </a:lnTo>
                      <a:lnTo>
                        <a:pt x="1159803" y="1902986"/>
                      </a:lnTo>
                      <a:lnTo>
                        <a:pt x="1169035" y="1900351"/>
                      </a:lnTo>
                      <a:lnTo>
                        <a:pt x="1178732" y="1892301"/>
                      </a:lnTo>
                      <a:lnTo>
                        <a:pt x="1166921" y="1861637"/>
                      </a:lnTo>
                      <a:lnTo>
                        <a:pt x="1156777" y="1847757"/>
                      </a:lnTo>
                      <a:lnTo>
                        <a:pt x="1149892" y="1827002"/>
                      </a:lnTo>
                      <a:lnTo>
                        <a:pt x="1173069" y="1821389"/>
                      </a:lnTo>
                      <a:lnTo>
                        <a:pt x="1189806" y="1822634"/>
                      </a:lnTo>
                      <a:lnTo>
                        <a:pt x="1202142" y="1799279"/>
                      </a:lnTo>
                      <a:lnTo>
                        <a:pt x="1195024" y="1761522"/>
                      </a:lnTo>
                      <a:lnTo>
                        <a:pt x="1177045" y="1749899"/>
                      </a:lnTo>
                      <a:lnTo>
                        <a:pt x="1162033" y="1744845"/>
                      </a:lnTo>
                      <a:lnTo>
                        <a:pt x="1133251" y="1685538"/>
                      </a:lnTo>
                      <a:lnTo>
                        <a:pt x="1103228" y="1654819"/>
                      </a:lnTo>
                      <a:lnTo>
                        <a:pt x="1049679" y="1536331"/>
                      </a:lnTo>
                      <a:lnTo>
                        <a:pt x="1030090" y="1455005"/>
                      </a:lnTo>
                      <a:lnTo>
                        <a:pt x="1011878" y="1462730"/>
                      </a:lnTo>
                      <a:lnTo>
                        <a:pt x="1003034" y="1427301"/>
                      </a:lnTo>
                      <a:lnTo>
                        <a:pt x="996692" y="1393748"/>
                      </a:lnTo>
                      <a:lnTo>
                        <a:pt x="995431" y="1369076"/>
                      </a:lnTo>
                      <a:lnTo>
                        <a:pt x="966882" y="1354944"/>
                      </a:lnTo>
                      <a:lnTo>
                        <a:pt x="965718" y="1337654"/>
                      </a:lnTo>
                      <a:lnTo>
                        <a:pt x="960579" y="1260497"/>
                      </a:lnTo>
                      <a:lnTo>
                        <a:pt x="929954" y="1250137"/>
                      </a:lnTo>
                      <a:lnTo>
                        <a:pt x="910152" y="1206839"/>
                      </a:lnTo>
                      <a:lnTo>
                        <a:pt x="906622" y="1124917"/>
                      </a:lnTo>
                      <a:lnTo>
                        <a:pt x="886452" y="1110009"/>
                      </a:lnTo>
                      <a:lnTo>
                        <a:pt x="870218" y="1114142"/>
                      </a:lnTo>
                      <a:lnTo>
                        <a:pt x="870974" y="1093837"/>
                      </a:lnTo>
                      <a:lnTo>
                        <a:pt x="874853" y="1074778"/>
                      </a:lnTo>
                      <a:lnTo>
                        <a:pt x="865369" y="999263"/>
                      </a:lnTo>
                      <a:lnTo>
                        <a:pt x="862208" y="930336"/>
                      </a:lnTo>
                      <a:lnTo>
                        <a:pt x="854508" y="909526"/>
                      </a:lnTo>
                      <a:lnTo>
                        <a:pt x="850144" y="885161"/>
                      </a:lnTo>
                      <a:lnTo>
                        <a:pt x="854062" y="864117"/>
                      </a:lnTo>
                      <a:lnTo>
                        <a:pt x="859803" y="852024"/>
                      </a:lnTo>
                      <a:lnTo>
                        <a:pt x="879566" y="848848"/>
                      </a:lnTo>
                      <a:lnTo>
                        <a:pt x="898030" y="86745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23" name="ph323"/>
                <p:cNvSpPr/>
                <p:nvPr/>
              </p:nvSpPr>
              <p:spPr>
                <a:xfrm>
                  <a:off x="5751383" y="5351785"/>
                  <a:ext cx="952743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52743" h="914400">
                      <a:moveTo>
                        <a:pt x="914400" y="914400"/>
                      </a:moveTo>
                      <a:lnTo>
                        <a:pt x="904101" y="912649"/>
                      </a:lnTo>
                      <a:lnTo>
                        <a:pt x="894714" y="895629"/>
                      </a:lnTo>
                      <a:lnTo>
                        <a:pt x="913701" y="869639"/>
                      </a:lnTo>
                      <a:lnTo>
                        <a:pt x="942755" y="871047"/>
                      </a:lnTo>
                      <a:lnTo>
                        <a:pt x="952743" y="876462"/>
                      </a:lnTo>
                      <a:lnTo>
                        <a:pt x="917968" y="89135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24" name="ph324"/>
                <p:cNvSpPr/>
                <p:nvPr/>
              </p:nvSpPr>
              <p:spPr>
                <a:xfrm>
                  <a:off x="5599152" y="4923261"/>
                  <a:ext cx="936975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36975" h="914400">
                      <a:moveTo>
                        <a:pt x="914400" y="914400"/>
                      </a:moveTo>
                      <a:lnTo>
                        <a:pt x="910036" y="913280"/>
                      </a:lnTo>
                      <a:lnTo>
                        <a:pt x="915466" y="896116"/>
                      </a:lnTo>
                      <a:lnTo>
                        <a:pt x="919500" y="888698"/>
                      </a:lnTo>
                      <a:lnTo>
                        <a:pt x="932883" y="881768"/>
                      </a:lnTo>
                      <a:lnTo>
                        <a:pt x="936975" y="882977"/>
                      </a:lnTo>
                      <a:lnTo>
                        <a:pt x="923205" y="91088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25" name="ph325"/>
                <p:cNvSpPr/>
                <p:nvPr/>
              </p:nvSpPr>
              <p:spPr>
                <a:xfrm>
                  <a:off x="5638563" y="4768874"/>
                  <a:ext cx="939846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39846" h="914400">
                      <a:moveTo>
                        <a:pt x="914400" y="914400"/>
                      </a:moveTo>
                      <a:lnTo>
                        <a:pt x="909396" y="899401"/>
                      </a:lnTo>
                      <a:lnTo>
                        <a:pt x="911393" y="896459"/>
                      </a:lnTo>
                      <a:lnTo>
                        <a:pt x="914807" y="881660"/>
                      </a:lnTo>
                      <a:lnTo>
                        <a:pt x="924446" y="873538"/>
                      </a:lnTo>
                      <a:lnTo>
                        <a:pt x="939846" y="878411"/>
                      </a:lnTo>
                      <a:lnTo>
                        <a:pt x="939749" y="882111"/>
                      </a:lnTo>
                      <a:lnTo>
                        <a:pt x="925028" y="894095"/>
                      </a:lnTo>
                      <a:lnTo>
                        <a:pt x="919384" y="90216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26" name="ph326"/>
                <p:cNvSpPr/>
                <p:nvPr/>
              </p:nvSpPr>
              <p:spPr>
                <a:xfrm>
                  <a:off x="5907472" y="6618245"/>
                  <a:ext cx="929431" cy="91570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29431" h="915703">
                      <a:moveTo>
                        <a:pt x="914400" y="914400"/>
                      </a:moveTo>
                      <a:lnTo>
                        <a:pt x="858775" y="909563"/>
                      </a:lnTo>
                      <a:lnTo>
                        <a:pt x="850862" y="905086"/>
                      </a:lnTo>
                      <a:lnTo>
                        <a:pt x="881467" y="873430"/>
                      </a:lnTo>
                      <a:lnTo>
                        <a:pt x="901405" y="840527"/>
                      </a:lnTo>
                      <a:lnTo>
                        <a:pt x="918337" y="797590"/>
                      </a:lnTo>
                      <a:lnTo>
                        <a:pt x="920140" y="767846"/>
                      </a:lnTo>
                      <a:lnTo>
                        <a:pt x="924368" y="734312"/>
                      </a:lnTo>
                      <a:lnTo>
                        <a:pt x="929431" y="731813"/>
                      </a:lnTo>
                      <a:lnTo>
                        <a:pt x="929431" y="91570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27" name="ph327"/>
                <p:cNvSpPr/>
                <p:nvPr/>
              </p:nvSpPr>
              <p:spPr>
                <a:xfrm>
                  <a:off x="4873028" y="6771892"/>
                  <a:ext cx="1963875" cy="92116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963875" h="921168">
                      <a:moveTo>
                        <a:pt x="914400" y="914400"/>
                      </a:moveTo>
                      <a:lnTo>
                        <a:pt x="1028131" y="869459"/>
                      </a:lnTo>
                      <a:lnTo>
                        <a:pt x="1149601" y="827298"/>
                      </a:lnTo>
                      <a:lnTo>
                        <a:pt x="1177956" y="822713"/>
                      </a:lnTo>
                      <a:lnTo>
                        <a:pt x="1206467" y="813834"/>
                      </a:lnTo>
                      <a:lnTo>
                        <a:pt x="1216998" y="798059"/>
                      </a:lnTo>
                      <a:lnTo>
                        <a:pt x="1227510" y="787501"/>
                      </a:lnTo>
                      <a:lnTo>
                        <a:pt x="1244054" y="759688"/>
                      </a:lnTo>
                      <a:lnTo>
                        <a:pt x="1280633" y="716462"/>
                      </a:lnTo>
                      <a:lnTo>
                        <a:pt x="1345314" y="700724"/>
                      </a:lnTo>
                      <a:lnTo>
                        <a:pt x="1369461" y="680221"/>
                      </a:lnTo>
                      <a:lnTo>
                        <a:pt x="1420082" y="651506"/>
                      </a:lnTo>
                      <a:lnTo>
                        <a:pt x="1535481" y="619289"/>
                      </a:lnTo>
                      <a:lnTo>
                        <a:pt x="1583677" y="612214"/>
                      </a:lnTo>
                      <a:lnTo>
                        <a:pt x="1630904" y="611348"/>
                      </a:lnTo>
                      <a:lnTo>
                        <a:pt x="1672952" y="636760"/>
                      </a:lnTo>
                      <a:lnTo>
                        <a:pt x="1717463" y="668128"/>
                      </a:lnTo>
                      <a:lnTo>
                        <a:pt x="1725473" y="687061"/>
                      </a:lnTo>
                      <a:lnTo>
                        <a:pt x="1701385" y="675257"/>
                      </a:lnTo>
                      <a:lnTo>
                        <a:pt x="1666280" y="647084"/>
                      </a:lnTo>
                      <a:lnTo>
                        <a:pt x="1653305" y="645893"/>
                      </a:lnTo>
                      <a:lnTo>
                        <a:pt x="1683270" y="731587"/>
                      </a:lnTo>
                      <a:lnTo>
                        <a:pt x="1699658" y="761890"/>
                      </a:lnTo>
                      <a:lnTo>
                        <a:pt x="1732785" y="784559"/>
                      </a:lnTo>
                      <a:lnTo>
                        <a:pt x="1760558" y="792193"/>
                      </a:lnTo>
                      <a:lnTo>
                        <a:pt x="1846128" y="778459"/>
                      </a:lnTo>
                      <a:lnTo>
                        <a:pt x="1876520" y="760518"/>
                      </a:lnTo>
                      <a:lnTo>
                        <a:pt x="1885306" y="751440"/>
                      </a:lnTo>
                      <a:lnTo>
                        <a:pt x="1893219" y="755916"/>
                      </a:lnTo>
                      <a:lnTo>
                        <a:pt x="1948844" y="760753"/>
                      </a:lnTo>
                      <a:lnTo>
                        <a:pt x="1963875" y="762057"/>
                      </a:lnTo>
                      <a:lnTo>
                        <a:pt x="1963875" y="921168"/>
                      </a:lnTo>
                      <a:lnTo>
                        <a:pt x="901519" y="92116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29" name="ph329"/>
                <p:cNvSpPr/>
                <p:nvPr/>
              </p:nvSpPr>
              <p:spPr>
                <a:xfrm>
                  <a:off x="3940873" y="6529555"/>
                  <a:ext cx="915718" cy="9567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15718" h="956749">
                      <a:moveTo>
                        <a:pt x="914400" y="914400"/>
                      </a:moveTo>
                      <a:lnTo>
                        <a:pt x="915718" y="948637"/>
                      </a:lnTo>
                      <a:lnTo>
                        <a:pt x="909997" y="956749"/>
                      </a:lnTo>
                      <a:lnTo>
                        <a:pt x="909997" y="90668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30" name="ph330"/>
                <p:cNvSpPr/>
                <p:nvPr/>
              </p:nvSpPr>
              <p:spPr>
                <a:xfrm>
                  <a:off x="3964961" y="6598121"/>
                  <a:ext cx="1097293" cy="1094938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97293" h="1094938">
                      <a:moveTo>
                        <a:pt x="914400" y="914400"/>
                      </a:moveTo>
                      <a:lnTo>
                        <a:pt x="919830" y="928531"/>
                      </a:lnTo>
                      <a:lnTo>
                        <a:pt x="928092" y="943782"/>
                      </a:lnTo>
                      <a:lnTo>
                        <a:pt x="957495" y="932917"/>
                      </a:lnTo>
                      <a:lnTo>
                        <a:pt x="1031195" y="978038"/>
                      </a:lnTo>
                      <a:lnTo>
                        <a:pt x="1075765" y="956073"/>
                      </a:lnTo>
                      <a:lnTo>
                        <a:pt x="1087169" y="954792"/>
                      </a:lnTo>
                      <a:lnTo>
                        <a:pt x="1097293" y="991250"/>
                      </a:lnTo>
                      <a:lnTo>
                        <a:pt x="1086219" y="1027978"/>
                      </a:lnTo>
                      <a:lnTo>
                        <a:pt x="1046925" y="1067162"/>
                      </a:lnTo>
                      <a:lnTo>
                        <a:pt x="1055633" y="1091310"/>
                      </a:lnTo>
                      <a:lnTo>
                        <a:pt x="1064125" y="1094938"/>
                      </a:lnTo>
                      <a:lnTo>
                        <a:pt x="885908" y="1094938"/>
                      </a:lnTo>
                      <a:lnTo>
                        <a:pt x="885908" y="91748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31" name="ph331"/>
                <p:cNvSpPr/>
                <p:nvPr/>
              </p:nvSpPr>
              <p:spPr>
                <a:xfrm>
                  <a:off x="4155787" y="6775267"/>
                  <a:ext cx="922740" cy="91779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22740" h="917793">
                      <a:moveTo>
                        <a:pt x="914400" y="914400"/>
                      </a:moveTo>
                      <a:lnTo>
                        <a:pt x="922740" y="917793"/>
                      </a:lnTo>
                      <a:lnTo>
                        <a:pt x="889877" y="91779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32" name="ph332"/>
                <p:cNvSpPr/>
                <p:nvPr/>
              </p:nvSpPr>
              <p:spPr>
                <a:xfrm>
                  <a:off x="4274212" y="6736697"/>
                  <a:ext cx="1336760" cy="9563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36760" h="956362">
                      <a:moveTo>
                        <a:pt x="914400" y="914400"/>
                      </a:moveTo>
                      <a:lnTo>
                        <a:pt x="933406" y="902596"/>
                      </a:lnTo>
                      <a:lnTo>
                        <a:pt x="995974" y="894149"/>
                      </a:lnTo>
                      <a:lnTo>
                        <a:pt x="1007359" y="872870"/>
                      </a:lnTo>
                      <a:lnTo>
                        <a:pt x="1032708" y="851465"/>
                      </a:lnTo>
                      <a:lnTo>
                        <a:pt x="1049039" y="828092"/>
                      </a:lnTo>
                      <a:lnTo>
                        <a:pt x="1088139" y="783602"/>
                      </a:lnTo>
                      <a:lnTo>
                        <a:pt x="1128596" y="791616"/>
                      </a:lnTo>
                      <a:lnTo>
                        <a:pt x="1152219" y="800135"/>
                      </a:lnTo>
                      <a:lnTo>
                        <a:pt x="1178150" y="804430"/>
                      </a:lnTo>
                      <a:lnTo>
                        <a:pt x="1201754" y="851862"/>
                      </a:lnTo>
                      <a:lnTo>
                        <a:pt x="1261451" y="904292"/>
                      </a:lnTo>
                      <a:lnTo>
                        <a:pt x="1316300" y="899726"/>
                      </a:lnTo>
                      <a:lnTo>
                        <a:pt x="1335772" y="949323"/>
                      </a:lnTo>
                      <a:lnTo>
                        <a:pt x="1336760" y="956362"/>
                      </a:lnTo>
                      <a:lnTo>
                        <a:pt x="878112" y="956362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33" name="ph333"/>
                <p:cNvSpPr/>
                <p:nvPr/>
              </p:nvSpPr>
              <p:spPr>
                <a:xfrm>
                  <a:off x="4678091" y="6662067"/>
                  <a:ext cx="914400" cy="94011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14400" h="940119">
                      <a:moveTo>
                        <a:pt x="914400" y="914400"/>
                      </a:moveTo>
                      <a:lnTo>
                        <a:pt x="909066" y="927070"/>
                      </a:lnTo>
                      <a:lnTo>
                        <a:pt x="886742" y="905989"/>
                      </a:lnTo>
                      <a:lnTo>
                        <a:pt x="864322" y="906278"/>
                      </a:lnTo>
                      <a:lnTo>
                        <a:pt x="850920" y="938747"/>
                      </a:lnTo>
                      <a:lnTo>
                        <a:pt x="840951" y="940119"/>
                      </a:lnTo>
                      <a:lnTo>
                        <a:pt x="806331" y="910627"/>
                      </a:lnTo>
                      <a:lnTo>
                        <a:pt x="800784" y="896243"/>
                      </a:lnTo>
                      <a:lnTo>
                        <a:pt x="799640" y="884277"/>
                      </a:lnTo>
                      <a:lnTo>
                        <a:pt x="804586" y="842855"/>
                      </a:lnTo>
                      <a:lnTo>
                        <a:pt x="803674" y="829824"/>
                      </a:lnTo>
                      <a:lnTo>
                        <a:pt x="814555" y="815584"/>
                      </a:lnTo>
                      <a:lnTo>
                        <a:pt x="816242" y="795009"/>
                      </a:lnTo>
                      <a:lnTo>
                        <a:pt x="835482" y="773315"/>
                      </a:lnTo>
                      <a:lnTo>
                        <a:pt x="852549" y="772503"/>
                      </a:lnTo>
                      <a:lnTo>
                        <a:pt x="857980" y="790876"/>
                      </a:lnTo>
                      <a:lnTo>
                        <a:pt x="866145" y="803528"/>
                      </a:lnTo>
                      <a:lnTo>
                        <a:pt x="894908" y="817714"/>
                      </a:lnTo>
                      <a:lnTo>
                        <a:pt x="899194" y="824157"/>
                      </a:lnTo>
                      <a:lnTo>
                        <a:pt x="901793" y="833073"/>
                      </a:lnTo>
                      <a:lnTo>
                        <a:pt x="888410" y="850544"/>
                      </a:lnTo>
                      <a:lnTo>
                        <a:pt x="883872" y="859496"/>
                      </a:lnTo>
                      <a:lnTo>
                        <a:pt x="888119" y="873845"/>
                      </a:lnTo>
                      <a:lnTo>
                        <a:pt x="909434" y="889529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34" name="ph334"/>
                <p:cNvSpPr/>
                <p:nvPr/>
              </p:nvSpPr>
              <p:spPr>
                <a:xfrm>
                  <a:off x="4705554" y="6765250"/>
                  <a:ext cx="961514" cy="92781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61514" h="927810">
                      <a:moveTo>
                        <a:pt x="914399" y="914400"/>
                      </a:moveTo>
                      <a:lnTo>
                        <a:pt x="905400" y="905790"/>
                      </a:lnTo>
                      <a:lnTo>
                        <a:pt x="904062" y="893499"/>
                      </a:lnTo>
                      <a:lnTo>
                        <a:pt x="905517" y="880775"/>
                      </a:lnTo>
                      <a:lnTo>
                        <a:pt x="947448" y="915031"/>
                      </a:lnTo>
                      <a:lnTo>
                        <a:pt x="961514" y="927810"/>
                      </a:lnTo>
                      <a:lnTo>
                        <a:pt x="923344" y="92781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35" name="ph335"/>
                <p:cNvSpPr/>
                <p:nvPr/>
              </p:nvSpPr>
              <p:spPr>
                <a:xfrm>
                  <a:off x="4160752" y="6624887"/>
                  <a:ext cx="944888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44888" h="914400">
                      <a:moveTo>
                        <a:pt x="914400" y="914400"/>
                      </a:moveTo>
                      <a:lnTo>
                        <a:pt x="902763" y="899618"/>
                      </a:lnTo>
                      <a:lnTo>
                        <a:pt x="891048" y="895864"/>
                      </a:lnTo>
                      <a:lnTo>
                        <a:pt x="897351" y="877635"/>
                      </a:lnTo>
                      <a:lnTo>
                        <a:pt x="905594" y="871011"/>
                      </a:lnTo>
                      <a:lnTo>
                        <a:pt x="935113" y="882887"/>
                      </a:lnTo>
                      <a:lnTo>
                        <a:pt x="944384" y="906133"/>
                      </a:lnTo>
                      <a:lnTo>
                        <a:pt x="944888" y="91367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37" name="ph337"/>
                <p:cNvSpPr/>
                <p:nvPr/>
              </p:nvSpPr>
              <p:spPr>
                <a:xfrm>
                  <a:off x="5856464" y="4499970"/>
                  <a:ext cx="914400" cy="9253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14400" h="925373">
                      <a:moveTo>
                        <a:pt x="914400" y="914400"/>
                      </a:moveTo>
                      <a:lnTo>
                        <a:pt x="906797" y="912324"/>
                      </a:lnTo>
                      <a:lnTo>
                        <a:pt x="900959" y="915158"/>
                      </a:lnTo>
                      <a:lnTo>
                        <a:pt x="897002" y="925373"/>
                      </a:lnTo>
                      <a:lnTo>
                        <a:pt x="888391" y="921709"/>
                      </a:lnTo>
                      <a:lnTo>
                        <a:pt x="884919" y="907072"/>
                      </a:lnTo>
                      <a:lnTo>
                        <a:pt x="891339" y="885161"/>
                      </a:lnTo>
                      <a:lnTo>
                        <a:pt x="906719" y="884331"/>
                      </a:lnTo>
                      <a:lnTo>
                        <a:pt x="913372" y="90611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38" name="ph338"/>
                <p:cNvSpPr/>
                <p:nvPr/>
              </p:nvSpPr>
              <p:spPr>
                <a:xfrm>
                  <a:off x="4447117" y="6155844"/>
                  <a:ext cx="921789" cy="125163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21789" h="1251635">
                      <a:moveTo>
                        <a:pt x="914400" y="914400"/>
                      </a:moveTo>
                      <a:lnTo>
                        <a:pt x="909240" y="925174"/>
                      </a:lnTo>
                      <a:lnTo>
                        <a:pt x="901657" y="932267"/>
                      </a:lnTo>
                      <a:lnTo>
                        <a:pt x="881816" y="939794"/>
                      </a:lnTo>
                      <a:lnTo>
                        <a:pt x="864632" y="950298"/>
                      </a:lnTo>
                      <a:lnTo>
                        <a:pt x="849310" y="968761"/>
                      </a:lnTo>
                      <a:lnTo>
                        <a:pt x="843666" y="995148"/>
                      </a:lnTo>
                      <a:lnTo>
                        <a:pt x="855652" y="1014460"/>
                      </a:lnTo>
                      <a:lnTo>
                        <a:pt x="877452" y="1025037"/>
                      </a:lnTo>
                      <a:lnTo>
                        <a:pt x="882999" y="1061801"/>
                      </a:lnTo>
                      <a:lnTo>
                        <a:pt x="865001" y="1079940"/>
                      </a:lnTo>
                      <a:lnTo>
                        <a:pt x="818822" y="1098043"/>
                      </a:lnTo>
                      <a:lnTo>
                        <a:pt x="813973" y="1141738"/>
                      </a:lnTo>
                      <a:lnTo>
                        <a:pt x="815466" y="1176174"/>
                      </a:lnTo>
                      <a:lnTo>
                        <a:pt x="814632" y="1201208"/>
                      </a:lnTo>
                      <a:lnTo>
                        <a:pt x="810967" y="1235842"/>
                      </a:lnTo>
                      <a:lnTo>
                        <a:pt x="773612" y="1251635"/>
                      </a:lnTo>
                      <a:lnTo>
                        <a:pt x="749504" y="1198879"/>
                      </a:lnTo>
                      <a:lnTo>
                        <a:pt x="749291" y="1177763"/>
                      </a:lnTo>
                      <a:lnTo>
                        <a:pt x="742096" y="1153108"/>
                      </a:lnTo>
                      <a:lnTo>
                        <a:pt x="740738" y="1132100"/>
                      </a:lnTo>
                      <a:lnTo>
                        <a:pt x="732204" y="1098494"/>
                      </a:lnTo>
                      <a:lnTo>
                        <a:pt x="696867" y="1089397"/>
                      </a:lnTo>
                      <a:lnTo>
                        <a:pt x="683155" y="1088206"/>
                      </a:lnTo>
                      <a:lnTo>
                        <a:pt x="663973" y="1094451"/>
                      </a:lnTo>
                      <a:lnTo>
                        <a:pt x="659221" y="1092014"/>
                      </a:lnTo>
                      <a:lnTo>
                        <a:pt x="636258" y="1046117"/>
                      </a:lnTo>
                      <a:lnTo>
                        <a:pt x="640040" y="995473"/>
                      </a:lnTo>
                      <a:lnTo>
                        <a:pt x="627782" y="969917"/>
                      </a:lnTo>
                      <a:lnTo>
                        <a:pt x="626095" y="958347"/>
                      </a:lnTo>
                      <a:lnTo>
                        <a:pt x="626386" y="945533"/>
                      </a:lnTo>
                      <a:lnTo>
                        <a:pt x="616320" y="934975"/>
                      </a:lnTo>
                      <a:lnTo>
                        <a:pt x="604101" y="929380"/>
                      </a:lnTo>
                      <a:lnTo>
                        <a:pt x="598166" y="900881"/>
                      </a:lnTo>
                      <a:lnTo>
                        <a:pt x="612208" y="893969"/>
                      </a:lnTo>
                      <a:lnTo>
                        <a:pt x="646925" y="897308"/>
                      </a:lnTo>
                      <a:lnTo>
                        <a:pt x="657069" y="895358"/>
                      </a:lnTo>
                      <a:lnTo>
                        <a:pt x="666359" y="889420"/>
                      </a:lnTo>
                      <a:lnTo>
                        <a:pt x="694442" y="842567"/>
                      </a:lnTo>
                      <a:lnTo>
                        <a:pt x="693628" y="832243"/>
                      </a:lnTo>
                      <a:lnTo>
                        <a:pt x="696634" y="818851"/>
                      </a:lnTo>
                      <a:lnTo>
                        <a:pt x="727026" y="813888"/>
                      </a:lnTo>
                      <a:lnTo>
                        <a:pt x="740563" y="831990"/>
                      </a:lnTo>
                      <a:lnTo>
                        <a:pt x="737848" y="860976"/>
                      </a:lnTo>
                      <a:lnTo>
                        <a:pt x="739574" y="898120"/>
                      </a:lnTo>
                      <a:lnTo>
                        <a:pt x="757980" y="908227"/>
                      </a:lnTo>
                      <a:lnTo>
                        <a:pt x="765156" y="909707"/>
                      </a:lnTo>
                      <a:lnTo>
                        <a:pt x="772817" y="882273"/>
                      </a:lnTo>
                      <a:lnTo>
                        <a:pt x="778189" y="868935"/>
                      </a:lnTo>
                      <a:lnTo>
                        <a:pt x="785482" y="861499"/>
                      </a:lnTo>
                      <a:lnTo>
                        <a:pt x="787964" y="836430"/>
                      </a:lnTo>
                      <a:lnTo>
                        <a:pt x="783639" y="821125"/>
                      </a:lnTo>
                      <a:lnTo>
                        <a:pt x="774427" y="809718"/>
                      </a:lnTo>
                      <a:lnTo>
                        <a:pt x="808833" y="778675"/>
                      </a:lnTo>
                      <a:lnTo>
                        <a:pt x="844442" y="754093"/>
                      </a:lnTo>
                      <a:lnTo>
                        <a:pt x="865156" y="752812"/>
                      </a:lnTo>
                      <a:lnTo>
                        <a:pt x="886005" y="758822"/>
                      </a:lnTo>
                      <a:lnTo>
                        <a:pt x="905381" y="767124"/>
                      </a:lnTo>
                      <a:lnTo>
                        <a:pt x="915893" y="774271"/>
                      </a:lnTo>
                      <a:lnTo>
                        <a:pt x="921789" y="785750"/>
                      </a:lnTo>
                      <a:lnTo>
                        <a:pt x="908794" y="813112"/>
                      </a:lnTo>
                      <a:lnTo>
                        <a:pt x="905187" y="828092"/>
                      </a:lnTo>
                      <a:lnTo>
                        <a:pt x="913915" y="87740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39" name="ph339"/>
                <p:cNvSpPr/>
                <p:nvPr/>
              </p:nvSpPr>
              <p:spPr>
                <a:xfrm>
                  <a:off x="3987925" y="5441685"/>
                  <a:ext cx="1046886" cy="156614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046886" h="1566147">
                      <a:moveTo>
                        <a:pt x="914400" y="914400"/>
                      </a:moveTo>
                      <a:lnTo>
                        <a:pt x="968860" y="870650"/>
                      </a:lnTo>
                      <a:lnTo>
                        <a:pt x="984085" y="870091"/>
                      </a:lnTo>
                      <a:lnTo>
                        <a:pt x="958465" y="902704"/>
                      </a:lnTo>
                      <a:lnTo>
                        <a:pt x="954353" y="915320"/>
                      </a:lnTo>
                      <a:lnTo>
                        <a:pt x="951250" y="934668"/>
                      </a:lnTo>
                      <a:lnTo>
                        <a:pt x="969617" y="976685"/>
                      </a:lnTo>
                      <a:lnTo>
                        <a:pt x="965738" y="1002259"/>
                      </a:lnTo>
                      <a:lnTo>
                        <a:pt x="967037" y="1052578"/>
                      </a:lnTo>
                      <a:lnTo>
                        <a:pt x="949718" y="1078803"/>
                      </a:lnTo>
                      <a:lnTo>
                        <a:pt x="930168" y="1134591"/>
                      </a:lnTo>
                      <a:lnTo>
                        <a:pt x="921750" y="1142803"/>
                      </a:lnTo>
                      <a:lnTo>
                        <a:pt x="919946" y="1207922"/>
                      </a:lnTo>
                      <a:lnTo>
                        <a:pt x="921867" y="1223461"/>
                      </a:lnTo>
                      <a:lnTo>
                        <a:pt x="919093" y="1282750"/>
                      </a:lnTo>
                      <a:lnTo>
                        <a:pt x="939128" y="1307026"/>
                      </a:lnTo>
                      <a:lnTo>
                        <a:pt x="960307" y="1319714"/>
                      </a:lnTo>
                      <a:lnTo>
                        <a:pt x="1030943" y="1319262"/>
                      </a:lnTo>
                      <a:lnTo>
                        <a:pt x="1038274" y="1329929"/>
                      </a:lnTo>
                      <a:lnTo>
                        <a:pt x="1046886" y="1348266"/>
                      </a:lnTo>
                      <a:lnTo>
                        <a:pt x="1040582" y="1379400"/>
                      </a:lnTo>
                      <a:lnTo>
                        <a:pt x="1033038" y="1402881"/>
                      </a:lnTo>
                      <a:lnTo>
                        <a:pt x="1012576" y="1422662"/>
                      </a:lnTo>
                      <a:lnTo>
                        <a:pt x="986316" y="1437408"/>
                      </a:lnTo>
                      <a:lnTo>
                        <a:pt x="969985" y="1438057"/>
                      </a:lnTo>
                      <a:lnTo>
                        <a:pt x="947739" y="1410028"/>
                      </a:lnTo>
                      <a:lnTo>
                        <a:pt x="937169" y="1419125"/>
                      </a:lnTo>
                      <a:lnTo>
                        <a:pt x="926250" y="1433419"/>
                      </a:lnTo>
                      <a:lnTo>
                        <a:pt x="907960" y="1510125"/>
                      </a:lnTo>
                      <a:lnTo>
                        <a:pt x="899291" y="1561942"/>
                      </a:lnTo>
                      <a:lnTo>
                        <a:pt x="894597" y="1566147"/>
                      </a:lnTo>
                      <a:lnTo>
                        <a:pt x="884260" y="1558513"/>
                      </a:lnTo>
                      <a:lnTo>
                        <a:pt x="866397" y="1557917"/>
                      </a:lnTo>
                      <a:lnTo>
                        <a:pt x="862945" y="1559797"/>
                      </a:lnTo>
                      <a:lnTo>
                        <a:pt x="862945" y="926043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0" name="ph340"/>
                <p:cNvSpPr/>
                <p:nvPr/>
              </p:nvSpPr>
              <p:spPr>
                <a:xfrm>
                  <a:off x="3941164" y="6127580"/>
                  <a:ext cx="914400" cy="923586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14400" h="923586">
                      <a:moveTo>
                        <a:pt x="914400" y="914400"/>
                      </a:moveTo>
                      <a:lnTo>
                        <a:pt x="909706" y="923586"/>
                      </a:lnTo>
                      <a:lnTo>
                        <a:pt x="909706" y="90707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1" name="ph341"/>
                <p:cNvSpPr/>
                <p:nvPr/>
              </p:nvSpPr>
              <p:spPr>
                <a:xfrm>
                  <a:off x="4072874" y="6202914"/>
                  <a:ext cx="940699" cy="110248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40699" h="1102482">
                      <a:moveTo>
                        <a:pt x="914400" y="914399"/>
                      </a:moveTo>
                      <a:lnTo>
                        <a:pt x="924582" y="955532"/>
                      </a:lnTo>
                      <a:lnTo>
                        <a:pt x="940699" y="1001537"/>
                      </a:lnTo>
                      <a:lnTo>
                        <a:pt x="933969" y="1020795"/>
                      </a:lnTo>
                      <a:lnTo>
                        <a:pt x="938546" y="1045467"/>
                      </a:lnTo>
                      <a:lnTo>
                        <a:pt x="933950" y="1071204"/>
                      </a:lnTo>
                      <a:lnTo>
                        <a:pt x="901890" y="1101129"/>
                      </a:lnTo>
                      <a:lnTo>
                        <a:pt x="865932" y="1102482"/>
                      </a:lnTo>
                      <a:lnTo>
                        <a:pt x="828558" y="1088026"/>
                      </a:lnTo>
                      <a:lnTo>
                        <a:pt x="777995" y="1061371"/>
                      </a:lnTo>
                      <a:lnTo>
                        <a:pt x="777995" y="922097"/>
                      </a:lnTo>
                      <a:lnTo>
                        <a:pt x="834822" y="894727"/>
                      </a:lnTo>
                      <a:lnTo>
                        <a:pt x="848224" y="899112"/>
                      </a:lnTo>
                      <a:lnTo>
                        <a:pt x="862208" y="913389"/>
                      </a:lnTo>
                      <a:lnTo>
                        <a:pt x="878306" y="914237"/>
                      </a:lnTo>
                      <a:lnTo>
                        <a:pt x="901676" y="893987"/>
                      </a:lnTo>
                      <a:lnTo>
                        <a:pt x="906118" y="89510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2" name="ph342"/>
                <p:cNvSpPr/>
                <p:nvPr/>
              </p:nvSpPr>
              <p:spPr>
                <a:xfrm>
                  <a:off x="4241997" y="6472017"/>
                  <a:ext cx="959590" cy="98859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59590" h="988597">
                      <a:moveTo>
                        <a:pt x="914400" y="914400"/>
                      </a:moveTo>
                      <a:lnTo>
                        <a:pt x="938178" y="913082"/>
                      </a:lnTo>
                      <a:lnTo>
                        <a:pt x="954353" y="922593"/>
                      </a:lnTo>
                      <a:lnTo>
                        <a:pt x="958212" y="937285"/>
                      </a:lnTo>
                      <a:lnTo>
                        <a:pt x="959590" y="969898"/>
                      </a:lnTo>
                      <a:lnTo>
                        <a:pt x="942600" y="979410"/>
                      </a:lnTo>
                      <a:lnTo>
                        <a:pt x="923845" y="976179"/>
                      </a:lnTo>
                      <a:lnTo>
                        <a:pt x="898321" y="988597"/>
                      </a:lnTo>
                      <a:lnTo>
                        <a:pt x="814535" y="935282"/>
                      </a:lnTo>
                      <a:lnTo>
                        <a:pt x="815757" y="890828"/>
                      </a:lnTo>
                      <a:lnTo>
                        <a:pt x="819113" y="873375"/>
                      </a:lnTo>
                      <a:lnTo>
                        <a:pt x="858814" y="869224"/>
                      </a:lnTo>
                      <a:lnTo>
                        <a:pt x="879256" y="891460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3" name="ph343"/>
                <p:cNvSpPr/>
                <p:nvPr/>
              </p:nvSpPr>
              <p:spPr>
                <a:xfrm>
                  <a:off x="4073456" y="6503259"/>
                  <a:ext cx="966300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66300" h="914400">
                      <a:moveTo>
                        <a:pt x="914400" y="914400"/>
                      </a:moveTo>
                      <a:lnTo>
                        <a:pt x="902433" y="884457"/>
                      </a:lnTo>
                      <a:lnTo>
                        <a:pt x="900881" y="875090"/>
                      </a:lnTo>
                      <a:lnTo>
                        <a:pt x="914943" y="855923"/>
                      </a:lnTo>
                      <a:lnTo>
                        <a:pt x="924039" y="834210"/>
                      </a:lnTo>
                      <a:lnTo>
                        <a:pt x="947565" y="800875"/>
                      </a:lnTo>
                      <a:lnTo>
                        <a:pt x="961122" y="761818"/>
                      </a:lnTo>
                      <a:lnTo>
                        <a:pt x="966300" y="762432"/>
                      </a:lnTo>
                      <a:lnTo>
                        <a:pt x="960288" y="797211"/>
                      </a:lnTo>
                      <a:lnTo>
                        <a:pt x="929392" y="894221"/>
                      </a:lnTo>
                      <a:lnTo>
                        <a:pt x="923205" y="91230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4" name="ph344"/>
                <p:cNvSpPr/>
                <p:nvPr/>
              </p:nvSpPr>
              <p:spPr>
                <a:xfrm>
                  <a:off x="4435170" y="6427184"/>
                  <a:ext cx="921983" cy="93598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21983" h="935985">
                      <a:moveTo>
                        <a:pt x="914400" y="914400"/>
                      </a:moveTo>
                      <a:lnTo>
                        <a:pt x="883911" y="910357"/>
                      </a:lnTo>
                      <a:lnTo>
                        <a:pt x="849543" y="935985"/>
                      </a:lnTo>
                      <a:lnTo>
                        <a:pt x="836510" y="927882"/>
                      </a:lnTo>
                      <a:lnTo>
                        <a:pt x="841436" y="911512"/>
                      </a:lnTo>
                      <a:lnTo>
                        <a:pt x="845024" y="905556"/>
                      </a:lnTo>
                      <a:lnTo>
                        <a:pt x="856583" y="898607"/>
                      </a:lnTo>
                      <a:lnTo>
                        <a:pt x="864303" y="888446"/>
                      </a:lnTo>
                      <a:lnTo>
                        <a:pt x="867328" y="872545"/>
                      </a:lnTo>
                      <a:lnTo>
                        <a:pt x="874485" y="881118"/>
                      </a:lnTo>
                      <a:lnTo>
                        <a:pt x="895761" y="884710"/>
                      </a:lnTo>
                      <a:lnTo>
                        <a:pt x="906157" y="889781"/>
                      </a:lnTo>
                      <a:lnTo>
                        <a:pt x="914846" y="897235"/>
                      </a:lnTo>
                      <a:lnTo>
                        <a:pt x="921983" y="90889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5" name="ph345"/>
                <p:cNvSpPr/>
                <p:nvPr/>
              </p:nvSpPr>
              <p:spPr>
                <a:xfrm>
                  <a:off x="4447195" y="6204250"/>
                  <a:ext cx="933096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33096" h="914400">
                      <a:moveTo>
                        <a:pt x="914400" y="914400"/>
                      </a:moveTo>
                      <a:lnTo>
                        <a:pt x="910288" y="913569"/>
                      </a:lnTo>
                      <a:lnTo>
                        <a:pt x="904217" y="892001"/>
                      </a:lnTo>
                      <a:lnTo>
                        <a:pt x="914070" y="878880"/>
                      </a:lnTo>
                      <a:lnTo>
                        <a:pt x="919888" y="867744"/>
                      </a:lnTo>
                      <a:lnTo>
                        <a:pt x="924019" y="868069"/>
                      </a:lnTo>
                      <a:lnTo>
                        <a:pt x="929663" y="880107"/>
                      </a:lnTo>
                      <a:lnTo>
                        <a:pt x="933096" y="898679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6" name="ph346"/>
                <p:cNvSpPr/>
                <p:nvPr/>
              </p:nvSpPr>
              <p:spPr>
                <a:xfrm>
                  <a:off x="4019344" y="6469219"/>
                  <a:ext cx="931797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31797" h="914400">
                      <a:moveTo>
                        <a:pt x="914400" y="914400"/>
                      </a:moveTo>
                      <a:lnTo>
                        <a:pt x="899155" y="906350"/>
                      </a:lnTo>
                      <a:lnTo>
                        <a:pt x="874349" y="876028"/>
                      </a:lnTo>
                      <a:lnTo>
                        <a:pt x="871227" y="867979"/>
                      </a:lnTo>
                      <a:lnTo>
                        <a:pt x="884260" y="873123"/>
                      </a:lnTo>
                      <a:lnTo>
                        <a:pt x="900435" y="888969"/>
                      </a:lnTo>
                      <a:lnTo>
                        <a:pt x="913682" y="892344"/>
                      </a:lnTo>
                      <a:lnTo>
                        <a:pt x="931797" y="905754"/>
                      </a:lnTo>
                      <a:lnTo>
                        <a:pt x="927724" y="910555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7" name="ph347"/>
                <p:cNvSpPr/>
                <p:nvPr/>
              </p:nvSpPr>
              <p:spPr>
                <a:xfrm>
                  <a:off x="3936470" y="6454052"/>
                  <a:ext cx="926560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26560" h="914400">
                      <a:moveTo>
                        <a:pt x="914400" y="914400"/>
                      </a:moveTo>
                      <a:lnTo>
                        <a:pt x="914400" y="874953"/>
                      </a:lnTo>
                      <a:lnTo>
                        <a:pt x="925862" y="903415"/>
                      </a:lnTo>
                      <a:lnTo>
                        <a:pt x="926560" y="911374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8" name="ph348"/>
                <p:cNvSpPr/>
                <p:nvPr/>
              </p:nvSpPr>
              <p:spPr>
                <a:xfrm>
                  <a:off x="4053712" y="6126226"/>
                  <a:ext cx="928577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28577" h="914400">
                      <a:moveTo>
                        <a:pt x="914400" y="914400"/>
                      </a:moveTo>
                      <a:lnTo>
                        <a:pt x="901812" y="907487"/>
                      </a:lnTo>
                      <a:lnTo>
                        <a:pt x="900493" y="883573"/>
                      </a:lnTo>
                      <a:lnTo>
                        <a:pt x="905265" y="862095"/>
                      </a:lnTo>
                      <a:lnTo>
                        <a:pt x="899659" y="842892"/>
                      </a:lnTo>
                      <a:lnTo>
                        <a:pt x="905827" y="830546"/>
                      </a:lnTo>
                      <a:lnTo>
                        <a:pt x="923534" y="859298"/>
                      </a:lnTo>
                      <a:lnTo>
                        <a:pt x="928577" y="872816"/>
                      </a:lnTo>
                      <a:lnTo>
                        <a:pt x="921750" y="888969"/>
                      </a:lnTo>
                      <a:lnTo>
                        <a:pt x="917774" y="907758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49" name="ph349"/>
                <p:cNvSpPr/>
                <p:nvPr/>
              </p:nvSpPr>
              <p:spPr>
                <a:xfrm>
                  <a:off x="4137343" y="5585080"/>
                  <a:ext cx="946789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46789" h="914400">
                      <a:moveTo>
                        <a:pt x="914400" y="914400"/>
                      </a:moveTo>
                      <a:lnTo>
                        <a:pt x="887072" y="902145"/>
                      </a:lnTo>
                      <a:lnTo>
                        <a:pt x="899136" y="885017"/>
                      </a:lnTo>
                      <a:lnTo>
                        <a:pt x="929159" y="877129"/>
                      </a:lnTo>
                      <a:lnTo>
                        <a:pt x="946789" y="879728"/>
                      </a:lnTo>
                      <a:lnTo>
                        <a:pt x="927394" y="896730"/>
                      </a:lnTo>
                      <a:lnTo>
                        <a:pt x="922487" y="905736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0" name="ph350"/>
                <p:cNvSpPr/>
                <p:nvPr/>
              </p:nvSpPr>
              <p:spPr>
                <a:xfrm>
                  <a:off x="4939572" y="6407205"/>
                  <a:ext cx="931545" cy="9144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931545" h="914400">
                      <a:moveTo>
                        <a:pt x="914399" y="914400"/>
                      </a:moveTo>
                      <a:lnTo>
                        <a:pt x="881583" y="904040"/>
                      </a:lnTo>
                      <a:lnTo>
                        <a:pt x="841591" y="878429"/>
                      </a:lnTo>
                      <a:lnTo>
                        <a:pt x="847448" y="828236"/>
                      </a:lnTo>
                      <a:lnTo>
                        <a:pt x="857708" y="806542"/>
                      </a:lnTo>
                      <a:lnTo>
                        <a:pt x="930652" y="862799"/>
                      </a:lnTo>
                      <a:lnTo>
                        <a:pt x="931545" y="884006"/>
                      </a:lnTo>
                      <a:lnTo>
                        <a:pt x="921731" y="908137"/>
                      </a:lnTo>
                      <a:close/>
                    </a:path>
                  </a:pathLst>
                </a:custGeom>
                <a:solidFill>
                  <a:srgbClr val="FFEFDB">
                    <a:alpha val="100000"/>
                  </a:srgbClr>
                </a:solidFill>
                <a:ln w="5420" cap="flat">
                  <a:solidFill>
                    <a:srgbClr val="595959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1" name="pt351"/>
                <p:cNvSpPr/>
                <p:nvPr/>
              </p:nvSpPr>
              <p:spPr>
                <a:xfrm>
                  <a:off x="5368493" y="6985549"/>
                  <a:ext cx="117405" cy="117405"/>
                </a:xfrm>
                <a:prstGeom prst="ellipse">
                  <a:avLst/>
                </a:prstGeom>
                <a:solidFill>
                  <a:srgbClr val="D7466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2" name="pt352"/>
                <p:cNvSpPr/>
                <p:nvPr/>
              </p:nvSpPr>
              <p:spPr>
                <a:xfrm>
                  <a:off x="6595224" y="5477611"/>
                  <a:ext cx="117405" cy="117405"/>
                </a:xfrm>
                <a:prstGeom prst="ellipse">
                  <a:avLst/>
                </a:prstGeom>
                <a:solidFill>
                  <a:srgbClr val="B63875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3" name="pt353"/>
                <p:cNvSpPr/>
                <p:nvPr/>
              </p:nvSpPr>
              <p:spPr>
                <a:xfrm>
                  <a:off x="5298886" y="6822312"/>
                  <a:ext cx="117405" cy="117405"/>
                </a:xfrm>
                <a:prstGeom prst="ellipse">
                  <a:avLst/>
                </a:prstGeom>
                <a:solidFill>
                  <a:srgbClr val="F88E6C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4" name="pt354"/>
                <p:cNvSpPr/>
                <p:nvPr/>
              </p:nvSpPr>
              <p:spPr>
                <a:xfrm>
                  <a:off x="6128892" y="6268510"/>
                  <a:ext cx="117405" cy="117405"/>
                </a:xfrm>
                <a:prstGeom prst="ellipse">
                  <a:avLst/>
                </a:prstGeom>
                <a:solidFill>
                  <a:srgbClr val="B63875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5" name="pt355"/>
                <p:cNvSpPr/>
                <p:nvPr/>
              </p:nvSpPr>
              <p:spPr>
                <a:xfrm>
                  <a:off x="6053678" y="6653194"/>
                  <a:ext cx="117405" cy="117405"/>
                </a:xfrm>
                <a:prstGeom prst="ellipse">
                  <a:avLst/>
                </a:prstGeom>
                <a:solidFill>
                  <a:srgbClr val="B63875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6" name="pt356"/>
                <p:cNvSpPr/>
                <p:nvPr/>
              </p:nvSpPr>
              <p:spPr>
                <a:xfrm>
                  <a:off x="5384574" y="7118361"/>
                  <a:ext cx="117405" cy="117405"/>
                </a:xfrm>
                <a:prstGeom prst="ellipse">
                  <a:avLst/>
                </a:prstGeom>
                <a:solidFill>
                  <a:srgbClr val="E9686A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7" name="pt357"/>
                <p:cNvSpPr/>
                <p:nvPr/>
              </p:nvSpPr>
              <p:spPr>
                <a:xfrm>
                  <a:off x="5013739" y="5831552"/>
                  <a:ext cx="117405" cy="117405"/>
                </a:xfrm>
                <a:prstGeom prst="ellipse">
                  <a:avLst/>
                </a:prstGeom>
                <a:solidFill>
                  <a:srgbClr val="7B237D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8" name="pt358"/>
                <p:cNvSpPr/>
                <p:nvPr/>
              </p:nvSpPr>
              <p:spPr>
                <a:xfrm>
                  <a:off x="5103639" y="6136412"/>
                  <a:ext cx="117405" cy="117405"/>
                </a:xfrm>
                <a:prstGeom prst="ellipse">
                  <a:avLst/>
                </a:prstGeom>
                <a:solidFill>
                  <a:srgbClr val="FCFDBF">
                    <a:alpha val="100000"/>
                  </a:srgbClr>
                </a:solidFill>
                <a:ln w="9000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59" name="pg359"/>
                <p:cNvSpPr/>
                <p:nvPr/>
              </p:nvSpPr>
              <p:spPr>
                <a:xfrm>
                  <a:off x="5483379" y="6913070"/>
                  <a:ext cx="379476" cy="1917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79476" h="191749">
                      <a:moveTo>
                        <a:pt x="27431" y="191749"/>
                      </a:moveTo>
                      <a:lnTo>
                        <a:pt x="352044" y="191749"/>
                      </a:lnTo>
                      <a:lnTo>
                        <a:pt x="350939" y="191727"/>
                      </a:lnTo>
                      <a:lnTo>
                        <a:pt x="355350" y="191549"/>
                      </a:lnTo>
                      <a:lnTo>
                        <a:pt x="359676" y="190666"/>
                      </a:lnTo>
                      <a:lnTo>
                        <a:pt x="363803" y="189101"/>
                      </a:lnTo>
                      <a:lnTo>
                        <a:pt x="367627" y="186893"/>
                      </a:lnTo>
                      <a:lnTo>
                        <a:pt x="371046" y="184101"/>
                      </a:lnTo>
                      <a:lnTo>
                        <a:pt x="373974" y="180797"/>
                      </a:lnTo>
                      <a:lnTo>
                        <a:pt x="376333" y="177065"/>
                      </a:lnTo>
                      <a:lnTo>
                        <a:pt x="378064" y="173004"/>
                      </a:lnTo>
                      <a:lnTo>
                        <a:pt x="379120" y="168718"/>
                      </a:lnTo>
                      <a:lnTo>
                        <a:pt x="379476" y="164317"/>
                      </a:lnTo>
                      <a:lnTo>
                        <a:pt x="379476" y="27432"/>
                      </a:lnTo>
                      <a:lnTo>
                        <a:pt x="379120" y="23031"/>
                      </a:lnTo>
                      <a:lnTo>
                        <a:pt x="378064" y="18745"/>
                      </a:lnTo>
                      <a:lnTo>
                        <a:pt x="376333" y="14683"/>
                      </a:lnTo>
                      <a:lnTo>
                        <a:pt x="373974" y="10952"/>
                      </a:lnTo>
                      <a:lnTo>
                        <a:pt x="371046" y="7647"/>
                      </a:lnTo>
                      <a:lnTo>
                        <a:pt x="367627" y="4855"/>
                      </a:lnTo>
                      <a:lnTo>
                        <a:pt x="363803" y="2648"/>
                      </a:lnTo>
                      <a:lnTo>
                        <a:pt x="359676" y="1083"/>
                      </a:lnTo>
                      <a:lnTo>
                        <a:pt x="355350" y="200"/>
                      </a:lnTo>
                      <a:lnTo>
                        <a:pt x="352044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6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317"/>
                      </a:lnTo>
                      <a:lnTo>
                        <a:pt x="88" y="162110"/>
                      </a:lnTo>
                      <a:lnTo>
                        <a:pt x="88" y="166525"/>
                      </a:lnTo>
                      <a:lnTo>
                        <a:pt x="797" y="170882"/>
                      </a:lnTo>
                      <a:lnTo>
                        <a:pt x="2195" y="175070"/>
                      </a:lnTo>
                      <a:lnTo>
                        <a:pt x="4246" y="178979"/>
                      </a:lnTo>
                      <a:lnTo>
                        <a:pt x="6898" y="182508"/>
                      </a:lnTo>
                      <a:lnTo>
                        <a:pt x="10082" y="185566"/>
                      </a:lnTo>
                      <a:lnTo>
                        <a:pt x="13716" y="188074"/>
                      </a:lnTo>
                      <a:lnTo>
                        <a:pt x="17704" y="189967"/>
                      </a:lnTo>
                      <a:lnTo>
                        <a:pt x="21944" y="191195"/>
                      </a:lnTo>
                      <a:lnTo>
                        <a:pt x="26327" y="191727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60" name="tx360"/>
                <p:cNvSpPr/>
                <p:nvPr/>
              </p:nvSpPr>
              <p:spPr>
                <a:xfrm>
                  <a:off x="5529099" y="6958790"/>
                  <a:ext cx="288036" cy="1003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3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BAR</a:t>
                  </a:r>
                </a:p>
              </p:txBody>
            </p:sp>
            <p:sp>
              <p:nvSpPr>
                <p:cNvPr id="361" name="pg361"/>
                <p:cNvSpPr/>
                <p:nvPr/>
              </p:nvSpPr>
              <p:spPr>
                <a:xfrm>
                  <a:off x="6352590" y="5595910"/>
                  <a:ext cx="363931" cy="1917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63931" h="191749">
                      <a:moveTo>
                        <a:pt x="27431" y="191749"/>
                      </a:moveTo>
                      <a:lnTo>
                        <a:pt x="336499" y="191749"/>
                      </a:lnTo>
                      <a:lnTo>
                        <a:pt x="335394" y="191727"/>
                      </a:lnTo>
                      <a:lnTo>
                        <a:pt x="339805" y="191549"/>
                      </a:lnTo>
                      <a:lnTo>
                        <a:pt x="344131" y="190666"/>
                      </a:lnTo>
                      <a:lnTo>
                        <a:pt x="348259" y="189101"/>
                      </a:lnTo>
                      <a:lnTo>
                        <a:pt x="352082" y="186893"/>
                      </a:lnTo>
                      <a:lnTo>
                        <a:pt x="355502" y="184101"/>
                      </a:lnTo>
                      <a:lnTo>
                        <a:pt x="358429" y="180797"/>
                      </a:lnTo>
                      <a:lnTo>
                        <a:pt x="360789" y="177065"/>
                      </a:lnTo>
                      <a:lnTo>
                        <a:pt x="362519" y="173004"/>
                      </a:lnTo>
                      <a:lnTo>
                        <a:pt x="363575" y="168718"/>
                      </a:lnTo>
                      <a:lnTo>
                        <a:pt x="363931" y="164317"/>
                      </a:lnTo>
                      <a:lnTo>
                        <a:pt x="363931" y="27431"/>
                      </a:lnTo>
                      <a:lnTo>
                        <a:pt x="363575" y="23031"/>
                      </a:lnTo>
                      <a:lnTo>
                        <a:pt x="362519" y="18745"/>
                      </a:lnTo>
                      <a:lnTo>
                        <a:pt x="360789" y="14683"/>
                      </a:lnTo>
                      <a:lnTo>
                        <a:pt x="358429" y="10952"/>
                      </a:lnTo>
                      <a:lnTo>
                        <a:pt x="355502" y="7647"/>
                      </a:lnTo>
                      <a:lnTo>
                        <a:pt x="352082" y="4855"/>
                      </a:lnTo>
                      <a:lnTo>
                        <a:pt x="348259" y="2648"/>
                      </a:lnTo>
                      <a:lnTo>
                        <a:pt x="344131" y="1083"/>
                      </a:lnTo>
                      <a:lnTo>
                        <a:pt x="339805" y="200"/>
                      </a:lnTo>
                      <a:lnTo>
                        <a:pt x="336499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6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4317"/>
                      </a:lnTo>
                      <a:lnTo>
                        <a:pt x="88" y="162110"/>
                      </a:lnTo>
                      <a:lnTo>
                        <a:pt x="88" y="166525"/>
                      </a:lnTo>
                      <a:lnTo>
                        <a:pt x="797" y="170882"/>
                      </a:lnTo>
                      <a:lnTo>
                        <a:pt x="2195" y="175070"/>
                      </a:lnTo>
                      <a:lnTo>
                        <a:pt x="4246" y="178979"/>
                      </a:lnTo>
                      <a:lnTo>
                        <a:pt x="6898" y="182508"/>
                      </a:lnTo>
                      <a:lnTo>
                        <a:pt x="10082" y="185566"/>
                      </a:lnTo>
                      <a:lnTo>
                        <a:pt x="13716" y="188074"/>
                      </a:lnTo>
                      <a:lnTo>
                        <a:pt x="17704" y="189967"/>
                      </a:lnTo>
                      <a:lnTo>
                        <a:pt x="21944" y="191195"/>
                      </a:lnTo>
                      <a:lnTo>
                        <a:pt x="26327" y="191727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62" name="tx362"/>
                <p:cNvSpPr/>
                <p:nvPr/>
              </p:nvSpPr>
              <p:spPr>
                <a:xfrm>
                  <a:off x="6398310" y="5641630"/>
                  <a:ext cx="272491" cy="1003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3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BJO</a:t>
                  </a:r>
                </a:p>
              </p:txBody>
            </p:sp>
            <p:sp>
              <p:nvSpPr>
                <p:cNvPr id="363" name="pg363"/>
                <p:cNvSpPr/>
                <p:nvPr/>
              </p:nvSpPr>
              <p:spPr>
                <a:xfrm>
                  <a:off x="5032790" y="6629404"/>
                  <a:ext cx="410565" cy="1917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10565" h="191749">
                      <a:moveTo>
                        <a:pt x="27431" y="191749"/>
                      </a:moveTo>
                      <a:lnTo>
                        <a:pt x="383133" y="191749"/>
                      </a:lnTo>
                      <a:lnTo>
                        <a:pt x="382029" y="191727"/>
                      </a:lnTo>
                      <a:lnTo>
                        <a:pt x="386440" y="191549"/>
                      </a:lnTo>
                      <a:lnTo>
                        <a:pt x="390765" y="190666"/>
                      </a:lnTo>
                      <a:lnTo>
                        <a:pt x="394893" y="189101"/>
                      </a:lnTo>
                      <a:lnTo>
                        <a:pt x="398716" y="186893"/>
                      </a:lnTo>
                      <a:lnTo>
                        <a:pt x="402136" y="184101"/>
                      </a:lnTo>
                      <a:lnTo>
                        <a:pt x="405063" y="180797"/>
                      </a:lnTo>
                      <a:lnTo>
                        <a:pt x="407423" y="177065"/>
                      </a:lnTo>
                      <a:lnTo>
                        <a:pt x="409153" y="173004"/>
                      </a:lnTo>
                      <a:lnTo>
                        <a:pt x="410210" y="168718"/>
                      </a:lnTo>
                      <a:lnTo>
                        <a:pt x="410565" y="164317"/>
                      </a:lnTo>
                      <a:lnTo>
                        <a:pt x="410565" y="27431"/>
                      </a:lnTo>
                      <a:lnTo>
                        <a:pt x="410210" y="23031"/>
                      </a:lnTo>
                      <a:lnTo>
                        <a:pt x="409153" y="18745"/>
                      </a:lnTo>
                      <a:lnTo>
                        <a:pt x="407423" y="14683"/>
                      </a:lnTo>
                      <a:lnTo>
                        <a:pt x="405063" y="10952"/>
                      </a:lnTo>
                      <a:lnTo>
                        <a:pt x="402136" y="7647"/>
                      </a:lnTo>
                      <a:lnTo>
                        <a:pt x="398716" y="4855"/>
                      </a:lnTo>
                      <a:lnTo>
                        <a:pt x="394893" y="2648"/>
                      </a:lnTo>
                      <a:lnTo>
                        <a:pt x="390765" y="1083"/>
                      </a:lnTo>
                      <a:lnTo>
                        <a:pt x="386440" y="200"/>
                      </a:lnTo>
                      <a:lnTo>
                        <a:pt x="383133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6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4317"/>
                      </a:lnTo>
                      <a:lnTo>
                        <a:pt x="88" y="162110"/>
                      </a:lnTo>
                      <a:lnTo>
                        <a:pt x="88" y="166525"/>
                      </a:lnTo>
                      <a:lnTo>
                        <a:pt x="797" y="170882"/>
                      </a:lnTo>
                      <a:lnTo>
                        <a:pt x="2195" y="175070"/>
                      </a:lnTo>
                      <a:lnTo>
                        <a:pt x="4246" y="178979"/>
                      </a:lnTo>
                      <a:lnTo>
                        <a:pt x="6898" y="182508"/>
                      </a:lnTo>
                      <a:lnTo>
                        <a:pt x="10082" y="185566"/>
                      </a:lnTo>
                      <a:lnTo>
                        <a:pt x="13716" y="188074"/>
                      </a:lnTo>
                      <a:lnTo>
                        <a:pt x="17704" y="189967"/>
                      </a:lnTo>
                      <a:lnTo>
                        <a:pt x="21944" y="191195"/>
                      </a:lnTo>
                      <a:lnTo>
                        <a:pt x="26327" y="191727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64" name="tx364"/>
                <p:cNvSpPr/>
                <p:nvPr/>
              </p:nvSpPr>
              <p:spPr>
                <a:xfrm>
                  <a:off x="5078510" y="6675124"/>
                  <a:ext cx="319125" cy="1003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3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HOG</a:t>
                  </a:r>
                </a:p>
              </p:txBody>
            </p:sp>
            <p:sp>
              <p:nvSpPr>
                <p:cNvPr id="365" name="pg365"/>
                <p:cNvSpPr/>
                <p:nvPr/>
              </p:nvSpPr>
              <p:spPr>
                <a:xfrm>
                  <a:off x="5866828" y="6386891"/>
                  <a:ext cx="402701" cy="1917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02701" h="191749">
                      <a:moveTo>
                        <a:pt x="27431" y="191749"/>
                      </a:moveTo>
                      <a:lnTo>
                        <a:pt x="375269" y="191749"/>
                      </a:lnTo>
                      <a:lnTo>
                        <a:pt x="374165" y="191727"/>
                      </a:lnTo>
                      <a:lnTo>
                        <a:pt x="378576" y="191549"/>
                      </a:lnTo>
                      <a:lnTo>
                        <a:pt x="382901" y="190666"/>
                      </a:lnTo>
                      <a:lnTo>
                        <a:pt x="387029" y="189101"/>
                      </a:lnTo>
                      <a:lnTo>
                        <a:pt x="390852" y="186893"/>
                      </a:lnTo>
                      <a:lnTo>
                        <a:pt x="394272" y="184101"/>
                      </a:lnTo>
                      <a:lnTo>
                        <a:pt x="397200" y="180797"/>
                      </a:lnTo>
                      <a:lnTo>
                        <a:pt x="399559" y="177065"/>
                      </a:lnTo>
                      <a:lnTo>
                        <a:pt x="401290" y="173004"/>
                      </a:lnTo>
                      <a:lnTo>
                        <a:pt x="402346" y="168718"/>
                      </a:lnTo>
                      <a:lnTo>
                        <a:pt x="402701" y="164317"/>
                      </a:lnTo>
                      <a:lnTo>
                        <a:pt x="402701" y="27431"/>
                      </a:lnTo>
                      <a:lnTo>
                        <a:pt x="402346" y="23031"/>
                      </a:lnTo>
                      <a:lnTo>
                        <a:pt x="401290" y="18745"/>
                      </a:lnTo>
                      <a:lnTo>
                        <a:pt x="399559" y="14683"/>
                      </a:lnTo>
                      <a:lnTo>
                        <a:pt x="397200" y="10952"/>
                      </a:lnTo>
                      <a:lnTo>
                        <a:pt x="394272" y="7647"/>
                      </a:lnTo>
                      <a:lnTo>
                        <a:pt x="390852" y="4855"/>
                      </a:lnTo>
                      <a:lnTo>
                        <a:pt x="387029" y="2648"/>
                      </a:lnTo>
                      <a:lnTo>
                        <a:pt x="382901" y="1083"/>
                      </a:lnTo>
                      <a:lnTo>
                        <a:pt x="378576" y="200"/>
                      </a:lnTo>
                      <a:lnTo>
                        <a:pt x="375269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6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4317"/>
                      </a:lnTo>
                      <a:lnTo>
                        <a:pt x="88" y="162110"/>
                      </a:lnTo>
                      <a:lnTo>
                        <a:pt x="88" y="166525"/>
                      </a:lnTo>
                      <a:lnTo>
                        <a:pt x="797" y="170882"/>
                      </a:lnTo>
                      <a:lnTo>
                        <a:pt x="2195" y="175070"/>
                      </a:lnTo>
                      <a:lnTo>
                        <a:pt x="4246" y="178979"/>
                      </a:lnTo>
                      <a:lnTo>
                        <a:pt x="6898" y="182508"/>
                      </a:lnTo>
                      <a:lnTo>
                        <a:pt x="10082" y="185566"/>
                      </a:lnTo>
                      <a:lnTo>
                        <a:pt x="13716" y="188074"/>
                      </a:lnTo>
                      <a:lnTo>
                        <a:pt x="17704" y="189967"/>
                      </a:lnTo>
                      <a:lnTo>
                        <a:pt x="21944" y="191195"/>
                      </a:lnTo>
                      <a:lnTo>
                        <a:pt x="26327" y="191727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66" name="tx366"/>
                <p:cNvSpPr/>
                <p:nvPr/>
              </p:nvSpPr>
              <p:spPr>
                <a:xfrm>
                  <a:off x="5912548" y="6432611"/>
                  <a:ext cx="311261" cy="1003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3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HOR</a:t>
                  </a:r>
                </a:p>
              </p:txBody>
            </p:sp>
            <p:sp>
              <p:nvSpPr>
                <p:cNvPr id="367" name="pg367"/>
                <p:cNvSpPr/>
                <p:nvPr/>
              </p:nvSpPr>
              <p:spPr>
                <a:xfrm>
                  <a:off x="6053419" y="6771419"/>
                  <a:ext cx="356250" cy="1917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56250" h="191749">
                      <a:moveTo>
                        <a:pt x="27431" y="191749"/>
                      </a:moveTo>
                      <a:lnTo>
                        <a:pt x="328818" y="191749"/>
                      </a:lnTo>
                      <a:lnTo>
                        <a:pt x="327713" y="191727"/>
                      </a:lnTo>
                      <a:lnTo>
                        <a:pt x="332124" y="191549"/>
                      </a:lnTo>
                      <a:lnTo>
                        <a:pt x="336450" y="190666"/>
                      </a:lnTo>
                      <a:lnTo>
                        <a:pt x="340578" y="189101"/>
                      </a:lnTo>
                      <a:lnTo>
                        <a:pt x="344401" y="186893"/>
                      </a:lnTo>
                      <a:lnTo>
                        <a:pt x="347821" y="184101"/>
                      </a:lnTo>
                      <a:lnTo>
                        <a:pt x="350748" y="180797"/>
                      </a:lnTo>
                      <a:lnTo>
                        <a:pt x="353108" y="177065"/>
                      </a:lnTo>
                      <a:lnTo>
                        <a:pt x="354838" y="173004"/>
                      </a:lnTo>
                      <a:lnTo>
                        <a:pt x="355895" y="168718"/>
                      </a:lnTo>
                      <a:lnTo>
                        <a:pt x="356250" y="164317"/>
                      </a:lnTo>
                      <a:lnTo>
                        <a:pt x="356250" y="27432"/>
                      </a:lnTo>
                      <a:lnTo>
                        <a:pt x="355895" y="23031"/>
                      </a:lnTo>
                      <a:lnTo>
                        <a:pt x="354838" y="18745"/>
                      </a:lnTo>
                      <a:lnTo>
                        <a:pt x="353108" y="14683"/>
                      </a:lnTo>
                      <a:lnTo>
                        <a:pt x="350748" y="10952"/>
                      </a:lnTo>
                      <a:lnTo>
                        <a:pt x="347821" y="7647"/>
                      </a:lnTo>
                      <a:lnTo>
                        <a:pt x="344401" y="4855"/>
                      </a:lnTo>
                      <a:lnTo>
                        <a:pt x="340578" y="2648"/>
                      </a:lnTo>
                      <a:lnTo>
                        <a:pt x="336450" y="1083"/>
                      </a:lnTo>
                      <a:lnTo>
                        <a:pt x="332124" y="200"/>
                      </a:lnTo>
                      <a:lnTo>
                        <a:pt x="328818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317"/>
                      </a:lnTo>
                      <a:lnTo>
                        <a:pt x="88" y="162110"/>
                      </a:lnTo>
                      <a:lnTo>
                        <a:pt x="88" y="166525"/>
                      </a:lnTo>
                      <a:lnTo>
                        <a:pt x="797" y="170882"/>
                      </a:lnTo>
                      <a:lnTo>
                        <a:pt x="2195" y="175070"/>
                      </a:lnTo>
                      <a:lnTo>
                        <a:pt x="4246" y="178979"/>
                      </a:lnTo>
                      <a:lnTo>
                        <a:pt x="6898" y="182508"/>
                      </a:lnTo>
                      <a:lnTo>
                        <a:pt x="10082" y="185566"/>
                      </a:lnTo>
                      <a:lnTo>
                        <a:pt x="13715" y="188074"/>
                      </a:lnTo>
                      <a:lnTo>
                        <a:pt x="17704" y="189967"/>
                      </a:lnTo>
                      <a:lnTo>
                        <a:pt x="21944" y="191195"/>
                      </a:lnTo>
                      <a:lnTo>
                        <a:pt x="26327" y="191727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68" name="tx368"/>
                <p:cNvSpPr/>
                <p:nvPr/>
              </p:nvSpPr>
              <p:spPr>
                <a:xfrm>
                  <a:off x="6099139" y="6817139"/>
                  <a:ext cx="264810" cy="1003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3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KAL</a:t>
                  </a:r>
                </a:p>
              </p:txBody>
            </p:sp>
            <p:sp>
              <p:nvSpPr>
                <p:cNvPr id="369" name="pg369"/>
                <p:cNvSpPr/>
                <p:nvPr/>
              </p:nvSpPr>
              <p:spPr>
                <a:xfrm>
                  <a:off x="5368824" y="7236489"/>
                  <a:ext cx="387156" cy="1917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87156" h="191749">
                      <a:moveTo>
                        <a:pt x="27431" y="191749"/>
                      </a:moveTo>
                      <a:lnTo>
                        <a:pt x="359724" y="191749"/>
                      </a:lnTo>
                      <a:lnTo>
                        <a:pt x="358620" y="191727"/>
                      </a:lnTo>
                      <a:lnTo>
                        <a:pt x="363031" y="191549"/>
                      </a:lnTo>
                      <a:lnTo>
                        <a:pt x="367357" y="190666"/>
                      </a:lnTo>
                      <a:lnTo>
                        <a:pt x="371484" y="189101"/>
                      </a:lnTo>
                      <a:lnTo>
                        <a:pt x="375308" y="186893"/>
                      </a:lnTo>
                      <a:lnTo>
                        <a:pt x="378727" y="184101"/>
                      </a:lnTo>
                      <a:lnTo>
                        <a:pt x="381655" y="180797"/>
                      </a:lnTo>
                      <a:lnTo>
                        <a:pt x="384014" y="177065"/>
                      </a:lnTo>
                      <a:lnTo>
                        <a:pt x="385745" y="173004"/>
                      </a:lnTo>
                      <a:lnTo>
                        <a:pt x="386801" y="168718"/>
                      </a:lnTo>
                      <a:lnTo>
                        <a:pt x="387156" y="164317"/>
                      </a:lnTo>
                      <a:lnTo>
                        <a:pt x="387156" y="27431"/>
                      </a:lnTo>
                      <a:lnTo>
                        <a:pt x="386801" y="23031"/>
                      </a:lnTo>
                      <a:lnTo>
                        <a:pt x="385745" y="18745"/>
                      </a:lnTo>
                      <a:lnTo>
                        <a:pt x="384014" y="14683"/>
                      </a:lnTo>
                      <a:lnTo>
                        <a:pt x="381655" y="10952"/>
                      </a:lnTo>
                      <a:lnTo>
                        <a:pt x="378727" y="7647"/>
                      </a:lnTo>
                      <a:lnTo>
                        <a:pt x="375308" y="4855"/>
                      </a:lnTo>
                      <a:lnTo>
                        <a:pt x="371484" y="2648"/>
                      </a:lnTo>
                      <a:lnTo>
                        <a:pt x="367357" y="1083"/>
                      </a:lnTo>
                      <a:lnTo>
                        <a:pt x="363031" y="200"/>
                      </a:lnTo>
                      <a:lnTo>
                        <a:pt x="359724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1"/>
                      </a:lnTo>
                      <a:lnTo>
                        <a:pt x="0" y="164317"/>
                      </a:lnTo>
                      <a:lnTo>
                        <a:pt x="88" y="162110"/>
                      </a:lnTo>
                      <a:lnTo>
                        <a:pt x="88" y="166525"/>
                      </a:lnTo>
                      <a:lnTo>
                        <a:pt x="797" y="170882"/>
                      </a:lnTo>
                      <a:lnTo>
                        <a:pt x="2195" y="175070"/>
                      </a:lnTo>
                      <a:lnTo>
                        <a:pt x="4246" y="178979"/>
                      </a:lnTo>
                      <a:lnTo>
                        <a:pt x="6898" y="182508"/>
                      </a:lnTo>
                      <a:lnTo>
                        <a:pt x="10082" y="185566"/>
                      </a:lnTo>
                      <a:lnTo>
                        <a:pt x="13715" y="188074"/>
                      </a:lnTo>
                      <a:lnTo>
                        <a:pt x="17704" y="189967"/>
                      </a:lnTo>
                      <a:lnTo>
                        <a:pt x="21944" y="191195"/>
                      </a:lnTo>
                      <a:lnTo>
                        <a:pt x="26327" y="191727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70" name="tx370"/>
                <p:cNvSpPr/>
                <p:nvPr/>
              </p:nvSpPr>
              <p:spPr>
                <a:xfrm>
                  <a:off x="5414544" y="7282209"/>
                  <a:ext cx="295716" cy="1003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3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KUR</a:t>
                  </a:r>
                </a:p>
              </p:txBody>
            </p:sp>
            <p:sp>
              <p:nvSpPr>
                <p:cNvPr id="371" name="pg371"/>
                <p:cNvSpPr/>
                <p:nvPr/>
              </p:nvSpPr>
              <p:spPr>
                <a:xfrm>
                  <a:off x="4797289" y="5950050"/>
                  <a:ext cx="343082" cy="1917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3082" h="191749">
                      <a:moveTo>
                        <a:pt x="27431" y="191749"/>
                      </a:moveTo>
                      <a:lnTo>
                        <a:pt x="315650" y="191749"/>
                      </a:lnTo>
                      <a:lnTo>
                        <a:pt x="314546" y="191727"/>
                      </a:lnTo>
                      <a:lnTo>
                        <a:pt x="318957" y="191549"/>
                      </a:lnTo>
                      <a:lnTo>
                        <a:pt x="323282" y="190666"/>
                      </a:lnTo>
                      <a:lnTo>
                        <a:pt x="327410" y="189101"/>
                      </a:lnTo>
                      <a:lnTo>
                        <a:pt x="331234" y="186893"/>
                      </a:lnTo>
                      <a:lnTo>
                        <a:pt x="334653" y="184101"/>
                      </a:lnTo>
                      <a:lnTo>
                        <a:pt x="337581" y="180797"/>
                      </a:lnTo>
                      <a:lnTo>
                        <a:pt x="339940" y="177065"/>
                      </a:lnTo>
                      <a:lnTo>
                        <a:pt x="341671" y="173004"/>
                      </a:lnTo>
                      <a:lnTo>
                        <a:pt x="342727" y="168718"/>
                      </a:lnTo>
                      <a:lnTo>
                        <a:pt x="343082" y="164317"/>
                      </a:lnTo>
                      <a:lnTo>
                        <a:pt x="343082" y="27432"/>
                      </a:lnTo>
                      <a:lnTo>
                        <a:pt x="342727" y="23031"/>
                      </a:lnTo>
                      <a:lnTo>
                        <a:pt x="341671" y="18745"/>
                      </a:lnTo>
                      <a:lnTo>
                        <a:pt x="339940" y="14683"/>
                      </a:lnTo>
                      <a:lnTo>
                        <a:pt x="337581" y="10952"/>
                      </a:lnTo>
                      <a:lnTo>
                        <a:pt x="334653" y="7647"/>
                      </a:lnTo>
                      <a:lnTo>
                        <a:pt x="331234" y="4855"/>
                      </a:lnTo>
                      <a:lnTo>
                        <a:pt x="327410" y="2648"/>
                      </a:lnTo>
                      <a:lnTo>
                        <a:pt x="323282" y="1083"/>
                      </a:lnTo>
                      <a:lnTo>
                        <a:pt x="318957" y="200"/>
                      </a:lnTo>
                      <a:lnTo>
                        <a:pt x="315650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317"/>
                      </a:lnTo>
                      <a:lnTo>
                        <a:pt x="88" y="162110"/>
                      </a:lnTo>
                      <a:lnTo>
                        <a:pt x="88" y="166525"/>
                      </a:lnTo>
                      <a:lnTo>
                        <a:pt x="797" y="170882"/>
                      </a:lnTo>
                      <a:lnTo>
                        <a:pt x="2195" y="175070"/>
                      </a:lnTo>
                      <a:lnTo>
                        <a:pt x="4246" y="178979"/>
                      </a:lnTo>
                      <a:lnTo>
                        <a:pt x="6898" y="182508"/>
                      </a:lnTo>
                      <a:lnTo>
                        <a:pt x="10082" y="185566"/>
                      </a:lnTo>
                      <a:lnTo>
                        <a:pt x="13715" y="188074"/>
                      </a:lnTo>
                      <a:lnTo>
                        <a:pt x="17704" y="189967"/>
                      </a:lnTo>
                      <a:lnTo>
                        <a:pt x="21944" y="191195"/>
                      </a:lnTo>
                      <a:lnTo>
                        <a:pt x="26327" y="191727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72" name="tx372"/>
                <p:cNvSpPr/>
                <p:nvPr/>
              </p:nvSpPr>
              <p:spPr>
                <a:xfrm>
                  <a:off x="4843009" y="5995770"/>
                  <a:ext cx="251642" cy="1003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3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VAT</a:t>
                  </a:r>
                </a:p>
              </p:txBody>
            </p:sp>
            <p:sp>
              <p:nvSpPr>
                <p:cNvPr id="373" name="pg373"/>
                <p:cNvSpPr/>
                <p:nvPr/>
              </p:nvSpPr>
              <p:spPr>
                <a:xfrm>
                  <a:off x="5231356" y="6218372"/>
                  <a:ext cx="317296" cy="191749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17296" h="191749">
                      <a:moveTo>
                        <a:pt x="27431" y="191749"/>
                      </a:moveTo>
                      <a:lnTo>
                        <a:pt x="289864" y="191749"/>
                      </a:lnTo>
                      <a:lnTo>
                        <a:pt x="288760" y="191727"/>
                      </a:lnTo>
                      <a:lnTo>
                        <a:pt x="293171" y="191549"/>
                      </a:lnTo>
                      <a:lnTo>
                        <a:pt x="297496" y="190666"/>
                      </a:lnTo>
                      <a:lnTo>
                        <a:pt x="301624" y="189101"/>
                      </a:lnTo>
                      <a:lnTo>
                        <a:pt x="305447" y="186893"/>
                      </a:lnTo>
                      <a:lnTo>
                        <a:pt x="308867" y="184101"/>
                      </a:lnTo>
                      <a:lnTo>
                        <a:pt x="311795" y="180797"/>
                      </a:lnTo>
                      <a:lnTo>
                        <a:pt x="314154" y="177065"/>
                      </a:lnTo>
                      <a:lnTo>
                        <a:pt x="315885" y="173004"/>
                      </a:lnTo>
                      <a:lnTo>
                        <a:pt x="316941" y="168718"/>
                      </a:lnTo>
                      <a:lnTo>
                        <a:pt x="317296" y="164317"/>
                      </a:lnTo>
                      <a:lnTo>
                        <a:pt x="317296" y="27432"/>
                      </a:lnTo>
                      <a:lnTo>
                        <a:pt x="316941" y="23031"/>
                      </a:lnTo>
                      <a:lnTo>
                        <a:pt x="315885" y="18745"/>
                      </a:lnTo>
                      <a:lnTo>
                        <a:pt x="314154" y="14683"/>
                      </a:lnTo>
                      <a:lnTo>
                        <a:pt x="311795" y="10952"/>
                      </a:lnTo>
                      <a:lnTo>
                        <a:pt x="308867" y="7647"/>
                      </a:lnTo>
                      <a:lnTo>
                        <a:pt x="305447" y="4855"/>
                      </a:lnTo>
                      <a:lnTo>
                        <a:pt x="301624" y="2648"/>
                      </a:lnTo>
                      <a:lnTo>
                        <a:pt x="297496" y="1083"/>
                      </a:lnTo>
                      <a:lnTo>
                        <a:pt x="293171" y="200"/>
                      </a:lnTo>
                      <a:lnTo>
                        <a:pt x="289864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6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317"/>
                      </a:lnTo>
                      <a:lnTo>
                        <a:pt x="88" y="162110"/>
                      </a:lnTo>
                      <a:lnTo>
                        <a:pt x="88" y="166525"/>
                      </a:lnTo>
                      <a:lnTo>
                        <a:pt x="797" y="170882"/>
                      </a:lnTo>
                      <a:lnTo>
                        <a:pt x="2195" y="175070"/>
                      </a:lnTo>
                      <a:lnTo>
                        <a:pt x="4246" y="178979"/>
                      </a:lnTo>
                      <a:lnTo>
                        <a:pt x="6898" y="182508"/>
                      </a:lnTo>
                      <a:lnTo>
                        <a:pt x="10082" y="185566"/>
                      </a:lnTo>
                      <a:lnTo>
                        <a:pt x="13716" y="188074"/>
                      </a:lnTo>
                      <a:lnTo>
                        <a:pt x="17704" y="189967"/>
                      </a:lnTo>
                      <a:lnTo>
                        <a:pt x="21944" y="191195"/>
                      </a:lnTo>
                      <a:lnTo>
                        <a:pt x="26327" y="191727"/>
                      </a:lnTo>
                      <a:close/>
                    </a:path>
                  </a:pathLst>
                </a:custGeom>
                <a:solidFill>
                  <a:srgbClr val="FFFFFF">
                    <a:alpha val="100000"/>
                  </a:srgbClr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74" name="tx374"/>
                <p:cNvSpPr/>
                <p:nvPr/>
              </p:nvSpPr>
              <p:spPr>
                <a:xfrm>
                  <a:off x="5277076" y="6264092"/>
                  <a:ext cx="225856" cy="10030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3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VIK</a:t>
                  </a:r>
                </a:p>
              </p:txBody>
            </p:sp>
            <p:sp>
              <p:nvSpPr>
                <p:cNvPr id="375" name="rc375"/>
                <p:cNvSpPr/>
                <p:nvPr/>
              </p:nvSpPr>
              <p:spPr>
                <a:xfrm>
                  <a:off x="4751569" y="4976262"/>
                  <a:ext cx="2184636" cy="2846169"/>
                </a:xfrm>
                <a:prstGeom prst="rect">
                  <a:avLst/>
                </a:prstGeom>
                <a:noFill/>
                <a:ln w="13550" cap="rnd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376" name="tx376"/>
                <p:cNvSpPr/>
                <p:nvPr/>
              </p:nvSpPr>
              <p:spPr>
                <a:xfrm>
                  <a:off x="4439216" y="7652369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54</a:t>
                  </a:r>
                </a:p>
              </p:txBody>
            </p:sp>
            <p:sp>
              <p:nvSpPr>
                <p:cNvPr id="377" name="tx377"/>
                <p:cNvSpPr/>
                <p:nvPr/>
              </p:nvSpPr>
              <p:spPr>
                <a:xfrm>
                  <a:off x="4563574" y="7633898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378" name="tx378"/>
                <p:cNvSpPr/>
                <p:nvPr/>
              </p:nvSpPr>
              <p:spPr>
                <a:xfrm>
                  <a:off x="4608288" y="7652369"/>
                  <a:ext cx="80650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379" name="tx379"/>
                <p:cNvSpPr/>
                <p:nvPr/>
              </p:nvSpPr>
              <p:spPr>
                <a:xfrm>
                  <a:off x="4439216" y="7282737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55</a:t>
                  </a:r>
                </a:p>
              </p:txBody>
            </p:sp>
            <p:sp>
              <p:nvSpPr>
                <p:cNvPr id="380" name="tx380"/>
                <p:cNvSpPr/>
                <p:nvPr/>
              </p:nvSpPr>
              <p:spPr>
                <a:xfrm>
                  <a:off x="4563574" y="7264266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381" name="tx381"/>
                <p:cNvSpPr/>
                <p:nvPr/>
              </p:nvSpPr>
              <p:spPr>
                <a:xfrm>
                  <a:off x="4608288" y="7282737"/>
                  <a:ext cx="80650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382" name="tx382"/>
                <p:cNvSpPr/>
                <p:nvPr/>
              </p:nvSpPr>
              <p:spPr>
                <a:xfrm>
                  <a:off x="4439216" y="6913287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56</a:t>
                  </a:r>
                </a:p>
              </p:txBody>
            </p:sp>
            <p:sp>
              <p:nvSpPr>
                <p:cNvPr id="383" name="tx383"/>
                <p:cNvSpPr/>
                <p:nvPr/>
              </p:nvSpPr>
              <p:spPr>
                <a:xfrm>
                  <a:off x="4563574" y="6894816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384" name="tx384"/>
                <p:cNvSpPr/>
                <p:nvPr/>
              </p:nvSpPr>
              <p:spPr>
                <a:xfrm>
                  <a:off x="4608288" y="6913287"/>
                  <a:ext cx="80650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385" name="tx385"/>
                <p:cNvSpPr/>
                <p:nvPr/>
              </p:nvSpPr>
              <p:spPr>
                <a:xfrm>
                  <a:off x="4439216" y="6543472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57</a:t>
                  </a:r>
                </a:p>
              </p:txBody>
            </p:sp>
            <p:sp>
              <p:nvSpPr>
                <p:cNvPr id="386" name="tx386"/>
                <p:cNvSpPr/>
                <p:nvPr/>
              </p:nvSpPr>
              <p:spPr>
                <a:xfrm>
                  <a:off x="4563574" y="6525001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387" name="tx387"/>
                <p:cNvSpPr/>
                <p:nvPr/>
              </p:nvSpPr>
              <p:spPr>
                <a:xfrm>
                  <a:off x="4608288" y="6543472"/>
                  <a:ext cx="80650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388" name="tx388"/>
                <p:cNvSpPr/>
                <p:nvPr/>
              </p:nvSpPr>
              <p:spPr>
                <a:xfrm>
                  <a:off x="4439216" y="6174023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58</a:t>
                  </a:r>
                </a:p>
              </p:txBody>
            </p:sp>
            <p:sp>
              <p:nvSpPr>
                <p:cNvPr id="389" name="tx389"/>
                <p:cNvSpPr/>
                <p:nvPr/>
              </p:nvSpPr>
              <p:spPr>
                <a:xfrm>
                  <a:off x="4563574" y="6155552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390" name="tx390"/>
                <p:cNvSpPr/>
                <p:nvPr/>
              </p:nvSpPr>
              <p:spPr>
                <a:xfrm>
                  <a:off x="4608288" y="6174023"/>
                  <a:ext cx="80650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391" name="tx391"/>
                <p:cNvSpPr/>
                <p:nvPr/>
              </p:nvSpPr>
              <p:spPr>
                <a:xfrm>
                  <a:off x="4439216" y="5804390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59</a:t>
                  </a:r>
                </a:p>
              </p:txBody>
            </p:sp>
            <p:sp>
              <p:nvSpPr>
                <p:cNvPr id="392" name="tx392"/>
                <p:cNvSpPr/>
                <p:nvPr/>
              </p:nvSpPr>
              <p:spPr>
                <a:xfrm>
                  <a:off x="4563574" y="5785919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393" name="tx393"/>
                <p:cNvSpPr/>
                <p:nvPr/>
              </p:nvSpPr>
              <p:spPr>
                <a:xfrm>
                  <a:off x="4608288" y="5804390"/>
                  <a:ext cx="80650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394" name="tx394"/>
                <p:cNvSpPr/>
                <p:nvPr/>
              </p:nvSpPr>
              <p:spPr>
                <a:xfrm>
                  <a:off x="4439216" y="5434758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60</a:t>
                  </a:r>
                </a:p>
              </p:txBody>
            </p:sp>
            <p:sp>
              <p:nvSpPr>
                <p:cNvPr id="395" name="tx395"/>
                <p:cNvSpPr/>
                <p:nvPr/>
              </p:nvSpPr>
              <p:spPr>
                <a:xfrm>
                  <a:off x="4563574" y="5416287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396" name="tx396"/>
                <p:cNvSpPr/>
                <p:nvPr/>
              </p:nvSpPr>
              <p:spPr>
                <a:xfrm>
                  <a:off x="4608288" y="5434758"/>
                  <a:ext cx="80650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397" name="tx397"/>
                <p:cNvSpPr/>
                <p:nvPr/>
              </p:nvSpPr>
              <p:spPr>
                <a:xfrm>
                  <a:off x="4439216" y="5065126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61</a:t>
                  </a:r>
                </a:p>
              </p:txBody>
            </p:sp>
            <p:sp>
              <p:nvSpPr>
                <p:cNvPr id="398" name="tx398"/>
                <p:cNvSpPr/>
                <p:nvPr/>
              </p:nvSpPr>
              <p:spPr>
                <a:xfrm>
                  <a:off x="4563574" y="5046655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399" name="tx399"/>
                <p:cNvSpPr/>
                <p:nvPr/>
              </p:nvSpPr>
              <p:spPr>
                <a:xfrm>
                  <a:off x="4608288" y="5065126"/>
                  <a:ext cx="80650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N</a:t>
                  </a:r>
                </a:p>
              </p:txBody>
            </p:sp>
            <p:sp>
              <p:nvSpPr>
                <p:cNvPr id="400" name="pl400"/>
                <p:cNvSpPr/>
                <p:nvPr/>
              </p:nvSpPr>
              <p:spPr>
                <a:xfrm>
                  <a:off x="4716774" y="7693060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01" name="pl401"/>
                <p:cNvSpPr/>
                <p:nvPr/>
              </p:nvSpPr>
              <p:spPr>
                <a:xfrm>
                  <a:off x="4716774" y="7323428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02" name="pl402"/>
                <p:cNvSpPr/>
                <p:nvPr/>
              </p:nvSpPr>
              <p:spPr>
                <a:xfrm>
                  <a:off x="4716774" y="6953795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03" name="pl403"/>
                <p:cNvSpPr/>
                <p:nvPr/>
              </p:nvSpPr>
              <p:spPr>
                <a:xfrm>
                  <a:off x="4716774" y="6584163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04" name="pl404"/>
                <p:cNvSpPr/>
                <p:nvPr/>
              </p:nvSpPr>
              <p:spPr>
                <a:xfrm>
                  <a:off x="4716774" y="6214531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05" name="pl405"/>
                <p:cNvSpPr/>
                <p:nvPr/>
              </p:nvSpPr>
              <p:spPr>
                <a:xfrm>
                  <a:off x="4716774" y="5844898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06" name="pl406"/>
                <p:cNvSpPr/>
                <p:nvPr/>
              </p:nvSpPr>
              <p:spPr>
                <a:xfrm>
                  <a:off x="4716774" y="5475266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07" name="pl407"/>
                <p:cNvSpPr/>
                <p:nvPr/>
              </p:nvSpPr>
              <p:spPr>
                <a:xfrm>
                  <a:off x="4716774" y="5105633"/>
                  <a:ext cx="34794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4794">
                      <a:moveTo>
                        <a:pt x="0" y="0"/>
                      </a:moveTo>
                      <a:lnTo>
                        <a:pt x="34794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08" name="pl408"/>
                <p:cNvSpPr/>
                <p:nvPr/>
              </p:nvSpPr>
              <p:spPr>
                <a:xfrm>
                  <a:off x="4850870" y="7822431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09" name="pl409"/>
                <p:cNvSpPr/>
                <p:nvPr/>
              </p:nvSpPr>
              <p:spPr>
                <a:xfrm>
                  <a:off x="5248077" y="7822431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10" name="pl410"/>
                <p:cNvSpPr/>
                <p:nvPr/>
              </p:nvSpPr>
              <p:spPr>
                <a:xfrm>
                  <a:off x="5645284" y="7822431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11" name="pl411"/>
                <p:cNvSpPr/>
                <p:nvPr/>
              </p:nvSpPr>
              <p:spPr>
                <a:xfrm>
                  <a:off x="6042490" y="7822431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12" name="pl412"/>
                <p:cNvSpPr/>
                <p:nvPr/>
              </p:nvSpPr>
              <p:spPr>
                <a:xfrm>
                  <a:off x="6439697" y="7822431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13" name="pl413"/>
                <p:cNvSpPr/>
                <p:nvPr/>
              </p:nvSpPr>
              <p:spPr>
                <a:xfrm>
                  <a:off x="6836903" y="7822431"/>
                  <a:ext cx="0" cy="347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h="34794">
                      <a:moveTo>
                        <a:pt x="0" y="34794"/>
                      </a:moveTo>
                      <a:lnTo>
                        <a:pt x="0" y="0"/>
                      </a:lnTo>
                    </a:path>
                  </a:pathLst>
                </a:custGeom>
                <a:ln w="13550" cap="flat">
                  <a:solidFill>
                    <a:srgbClr val="333333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14" name="tx414"/>
                <p:cNvSpPr/>
                <p:nvPr/>
              </p:nvSpPr>
              <p:spPr>
                <a:xfrm>
                  <a:off x="4729072" y="7885427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10</a:t>
                  </a:r>
                </a:p>
              </p:txBody>
            </p:sp>
            <p:sp>
              <p:nvSpPr>
                <p:cNvPr id="415" name="tx415"/>
                <p:cNvSpPr/>
                <p:nvPr/>
              </p:nvSpPr>
              <p:spPr>
                <a:xfrm>
                  <a:off x="4853431" y="7866956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416" name="tx416"/>
                <p:cNvSpPr/>
                <p:nvPr/>
              </p:nvSpPr>
              <p:spPr>
                <a:xfrm>
                  <a:off x="4898145" y="7885427"/>
                  <a:ext cx="7452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E</a:t>
                  </a:r>
                </a:p>
              </p:txBody>
            </p:sp>
            <p:sp>
              <p:nvSpPr>
                <p:cNvPr id="417" name="tx417"/>
                <p:cNvSpPr/>
                <p:nvPr/>
              </p:nvSpPr>
              <p:spPr>
                <a:xfrm>
                  <a:off x="5126279" y="7885427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12</a:t>
                  </a:r>
                </a:p>
              </p:txBody>
            </p:sp>
            <p:sp>
              <p:nvSpPr>
                <p:cNvPr id="418" name="tx418"/>
                <p:cNvSpPr/>
                <p:nvPr/>
              </p:nvSpPr>
              <p:spPr>
                <a:xfrm>
                  <a:off x="5250637" y="7866956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419" name="tx419"/>
                <p:cNvSpPr/>
                <p:nvPr/>
              </p:nvSpPr>
              <p:spPr>
                <a:xfrm>
                  <a:off x="5295351" y="7885427"/>
                  <a:ext cx="7452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E</a:t>
                  </a:r>
                </a:p>
              </p:txBody>
            </p:sp>
            <p:sp>
              <p:nvSpPr>
                <p:cNvPr id="420" name="tx420"/>
                <p:cNvSpPr/>
                <p:nvPr/>
              </p:nvSpPr>
              <p:spPr>
                <a:xfrm>
                  <a:off x="5523485" y="7885427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14</a:t>
                  </a:r>
                </a:p>
              </p:txBody>
            </p:sp>
            <p:sp>
              <p:nvSpPr>
                <p:cNvPr id="421" name="tx421"/>
                <p:cNvSpPr/>
                <p:nvPr/>
              </p:nvSpPr>
              <p:spPr>
                <a:xfrm>
                  <a:off x="5647844" y="7866956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422" name="tx422"/>
                <p:cNvSpPr/>
                <p:nvPr/>
              </p:nvSpPr>
              <p:spPr>
                <a:xfrm>
                  <a:off x="5692558" y="7885427"/>
                  <a:ext cx="7452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E</a:t>
                  </a:r>
                </a:p>
              </p:txBody>
            </p:sp>
            <p:sp>
              <p:nvSpPr>
                <p:cNvPr id="423" name="tx423"/>
                <p:cNvSpPr/>
                <p:nvPr/>
              </p:nvSpPr>
              <p:spPr>
                <a:xfrm>
                  <a:off x="5920692" y="7885427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16</a:t>
                  </a:r>
                </a:p>
              </p:txBody>
            </p:sp>
            <p:sp>
              <p:nvSpPr>
                <p:cNvPr id="424" name="tx424"/>
                <p:cNvSpPr/>
                <p:nvPr/>
              </p:nvSpPr>
              <p:spPr>
                <a:xfrm>
                  <a:off x="6045051" y="7866956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425" name="tx425"/>
                <p:cNvSpPr/>
                <p:nvPr/>
              </p:nvSpPr>
              <p:spPr>
                <a:xfrm>
                  <a:off x="6089765" y="7885427"/>
                  <a:ext cx="7452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E</a:t>
                  </a:r>
                </a:p>
              </p:txBody>
            </p:sp>
            <p:sp>
              <p:nvSpPr>
                <p:cNvPr id="426" name="tx426"/>
                <p:cNvSpPr/>
                <p:nvPr/>
              </p:nvSpPr>
              <p:spPr>
                <a:xfrm>
                  <a:off x="6317899" y="7885427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18</a:t>
                  </a:r>
                </a:p>
              </p:txBody>
            </p:sp>
            <p:sp>
              <p:nvSpPr>
                <p:cNvPr id="427" name="tx427"/>
                <p:cNvSpPr/>
                <p:nvPr/>
              </p:nvSpPr>
              <p:spPr>
                <a:xfrm>
                  <a:off x="6442257" y="7866956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428" name="tx428"/>
                <p:cNvSpPr/>
                <p:nvPr/>
              </p:nvSpPr>
              <p:spPr>
                <a:xfrm>
                  <a:off x="6486971" y="7885427"/>
                  <a:ext cx="7452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E</a:t>
                  </a:r>
                </a:p>
              </p:txBody>
            </p:sp>
            <p:sp>
              <p:nvSpPr>
                <p:cNvPr id="429" name="tx429"/>
                <p:cNvSpPr/>
                <p:nvPr/>
              </p:nvSpPr>
              <p:spPr>
                <a:xfrm>
                  <a:off x="6715105" y="7885427"/>
                  <a:ext cx="124358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20</a:t>
                  </a:r>
                </a:p>
              </p:txBody>
            </p:sp>
            <p:sp>
              <p:nvSpPr>
                <p:cNvPr id="430" name="tx430"/>
                <p:cNvSpPr/>
                <p:nvPr/>
              </p:nvSpPr>
              <p:spPr>
                <a:xfrm>
                  <a:off x="6839464" y="7866956"/>
                  <a:ext cx="44714" cy="984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Symbol"/>
                      <a:cs typeface="Symbol"/>
                    </a:rPr>
                    <a:t>°</a:t>
                  </a:r>
                </a:p>
              </p:txBody>
            </p:sp>
            <p:sp>
              <p:nvSpPr>
                <p:cNvPr id="431" name="tx431"/>
                <p:cNvSpPr/>
                <p:nvPr/>
              </p:nvSpPr>
              <p:spPr>
                <a:xfrm>
                  <a:off x="6884178" y="7885427"/>
                  <a:ext cx="7452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4D4D4D">
                          <a:alpha val="100000"/>
                        </a:srgbClr>
                      </a:solidFill>
                      <a:latin typeface="Arial"/>
                      <a:cs typeface="Arial"/>
                    </a:rPr>
                    <a:t>E</a:t>
                  </a:r>
                </a:p>
              </p:txBody>
            </p:sp>
            <p:sp>
              <p:nvSpPr>
                <p:cNvPr id="432" name="tx432"/>
                <p:cNvSpPr/>
                <p:nvPr/>
              </p:nvSpPr>
              <p:spPr>
                <a:xfrm>
                  <a:off x="5536923" y="8029241"/>
                  <a:ext cx="613928" cy="1000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Longitude</a:t>
                  </a:r>
                </a:p>
              </p:txBody>
            </p:sp>
            <p:sp>
              <p:nvSpPr>
                <p:cNvPr id="433" name="tx433"/>
                <p:cNvSpPr/>
                <p:nvPr/>
              </p:nvSpPr>
              <p:spPr>
                <a:xfrm rot="16200000">
                  <a:off x="4069375" y="6349329"/>
                  <a:ext cx="497342" cy="1000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Latitude</a:t>
                  </a:r>
                </a:p>
              </p:txBody>
            </p:sp>
            <p:sp>
              <p:nvSpPr>
                <p:cNvPr id="434" name="rc434"/>
                <p:cNvSpPr/>
                <p:nvPr/>
              </p:nvSpPr>
              <p:spPr>
                <a:xfrm>
                  <a:off x="7075383" y="5680804"/>
                  <a:ext cx="1000987" cy="1437085"/>
                </a:xfrm>
                <a:prstGeom prst="rect">
                  <a:avLst/>
                </a:prstGeom>
                <a:solidFill>
                  <a:srgbClr val="FFFFFF">
                    <a:alpha val="100000"/>
                  </a:srgbClr>
                </a:solidFill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35" name="tx435"/>
                <p:cNvSpPr/>
                <p:nvPr/>
              </p:nvSpPr>
              <p:spPr>
                <a:xfrm>
                  <a:off x="7144972" y="5765895"/>
                  <a:ext cx="859536" cy="1000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10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Fitness Offset</a:t>
                  </a:r>
                </a:p>
              </p:txBody>
            </p:sp>
            <p:pic>
              <p:nvPicPr>
                <p:cNvPr id="436" name="pic436"/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7144972" y="5951021"/>
                  <a:ext cx="219455" cy="1097280"/>
                </a:xfrm>
                <a:prstGeom prst="rect">
                  <a:avLst/>
                </a:prstGeom>
              </p:spPr>
            </p:pic>
            <p:sp>
              <p:nvSpPr>
                <p:cNvPr id="437" name="pl437"/>
                <p:cNvSpPr/>
                <p:nvPr/>
              </p:nvSpPr>
              <p:spPr>
                <a:xfrm>
                  <a:off x="7320537" y="7046472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38" name="pl438"/>
                <p:cNvSpPr/>
                <p:nvPr/>
              </p:nvSpPr>
              <p:spPr>
                <a:xfrm>
                  <a:off x="7320537" y="6773066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39" name="pl439"/>
                <p:cNvSpPr/>
                <p:nvPr/>
              </p:nvSpPr>
              <p:spPr>
                <a:xfrm>
                  <a:off x="7320537" y="6499661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40" name="pl440"/>
                <p:cNvSpPr/>
                <p:nvPr/>
              </p:nvSpPr>
              <p:spPr>
                <a:xfrm>
                  <a:off x="7320537" y="6226255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41" name="pl441"/>
                <p:cNvSpPr/>
                <p:nvPr/>
              </p:nvSpPr>
              <p:spPr>
                <a:xfrm>
                  <a:off x="7320537" y="5952849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0" y="0"/>
                      </a:moveTo>
                      <a:lnTo>
                        <a:pt x="43891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42" name="pl442"/>
                <p:cNvSpPr/>
                <p:nvPr/>
              </p:nvSpPr>
              <p:spPr>
                <a:xfrm>
                  <a:off x="7144972" y="7046472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43" name="pl443"/>
                <p:cNvSpPr/>
                <p:nvPr/>
              </p:nvSpPr>
              <p:spPr>
                <a:xfrm>
                  <a:off x="7144972" y="6773066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44" name="pl444"/>
                <p:cNvSpPr/>
                <p:nvPr/>
              </p:nvSpPr>
              <p:spPr>
                <a:xfrm>
                  <a:off x="7144972" y="6499661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45" name="pl445"/>
                <p:cNvSpPr/>
                <p:nvPr/>
              </p:nvSpPr>
              <p:spPr>
                <a:xfrm>
                  <a:off x="7144972" y="6226255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46" name="pl446"/>
                <p:cNvSpPr/>
                <p:nvPr/>
              </p:nvSpPr>
              <p:spPr>
                <a:xfrm>
                  <a:off x="7144972" y="5952849"/>
                  <a:ext cx="43891" cy="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43891">
                      <a:moveTo>
                        <a:pt x="43891" y="0"/>
                      </a:moveTo>
                      <a:lnTo>
                        <a:pt x="0" y="0"/>
                      </a:lnTo>
                    </a:path>
                  </a:pathLst>
                </a:custGeom>
                <a:ln w="4762" cap="flat">
                  <a:solidFill>
                    <a:srgbClr val="FFFFFF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00"/>
                </a:p>
              </p:txBody>
            </p:sp>
            <p:sp>
              <p:nvSpPr>
                <p:cNvPr id="447" name="tx447"/>
                <p:cNvSpPr/>
                <p:nvPr/>
              </p:nvSpPr>
              <p:spPr>
                <a:xfrm>
                  <a:off x="7434017" y="7006467"/>
                  <a:ext cx="25484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-1.00</a:t>
                  </a:r>
                </a:p>
              </p:txBody>
            </p:sp>
            <p:sp>
              <p:nvSpPr>
                <p:cNvPr id="448" name="tx448"/>
                <p:cNvSpPr/>
                <p:nvPr/>
              </p:nvSpPr>
              <p:spPr>
                <a:xfrm>
                  <a:off x="7434017" y="6733061"/>
                  <a:ext cx="25484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-0.75</a:t>
                  </a:r>
                </a:p>
              </p:txBody>
            </p:sp>
            <p:sp>
              <p:nvSpPr>
                <p:cNvPr id="449" name="tx449"/>
                <p:cNvSpPr/>
                <p:nvPr/>
              </p:nvSpPr>
              <p:spPr>
                <a:xfrm>
                  <a:off x="7434017" y="6459656"/>
                  <a:ext cx="25484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-0.50</a:t>
                  </a:r>
                </a:p>
              </p:txBody>
            </p:sp>
            <p:sp>
              <p:nvSpPr>
                <p:cNvPr id="450" name="tx450"/>
                <p:cNvSpPr/>
                <p:nvPr/>
              </p:nvSpPr>
              <p:spPr>
                <a:xfrm>
                  <a:off x="7434017" y="6186250"/>
                  <a:ext cx="254843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-0.25</a:t>
                  </a:r>
                </a:p>
              </p:txBody>
            </p:sp>
            <p:sp>
              <p:nvSpPr>
                <p:cNvPr id="451" name="tx451"/>
                <p:cNvSpPr/>
                <p:nvPr/>
              </p:nvSpPr>
              <p:spPr>
                <a:xfrm>
                  <a:off x="7434017" y="5912844"/>
                  <a:ext cx="217627" cy="800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88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0.00</a:t>
                  </a:r>
                </a:p>
              </p:txBody>
            </p:sp>
            <p:sp>
              <p:nvSpPr>
                <p:cNvPr id="606" name="tx302">
                  <a:extLst>
                    <a:ext uri="{FF2B5EF4-FFF2-40B4-BE49-F238E27FC236}">
                      <a16:creationId xmlns:a16="http://schemas.microsoft.com/office/drawing/2014/main" id="{7C102C61-0D80-E8C5-65D3-97DDC29605BD}"/>
                    </a:ext>
                  </a:extLst>
                </p:cNvPr>
                <p:cNvSpPr/>
                <p:nvPr/>
              </p:nvSpPr>
              <p:spPr>
                <a:xfrm>
                  <a:off x="4248015" y="4413536"/>
                  <a:ext cx="3128995" cy="46275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r>
                    <a:rPr sz="1400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(</a:t>
                  </a:r>
                  <a:r>
                    <a:rPr lang="en-US" sz="1400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C</a:t>
                  </a:r>
                  <a:r>
                    <a:rPr sz="1400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) </a:t>
                  </a:r>
                  <a:r>
                    <a:rPr lang="en-US" sz="1400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Current</a:t>
                  </a:r>
                  <a:r>
                    <a:rPr sz="1400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 Future Survival</a:t>
                  </a:r>
                  <a:r>
                    <a:rPr lang="en-US" sz="1400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 Offset</a:t>
                  </a:r>
                  <a:r>
                    <a:rPr sz="1400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 </a:t>
                  </a:r>
                  <a:endParaRPr lang="en-US"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endParaRPr>
                </a:p>
                <a:p>
                  <a:r>
                    <a:rPr lang="en-US" sz="1400" dirty="0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cs typeface="Arial"/>
                    </a:rPr>
                    <a:t>      in Future Treatments</a:t>
                  </a:r>
                  <a:endParaRPr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endParaRPr>
                </a:p>
              </p:txBody>
            </p:sp>
          </p:grpSp>
          <p:sp>
            <p:nvSpPr>
              <p:cNvPr id="612" name="ph478">
                <a:extLst>
                  <a:ext uri="{FF2B5EF4-FFF2-40B4-BE49-F238E27FC236}">
                    <a16:creationId xmlns:a16="http://schemas.microsoft.com/office/drawing/2014/main" id="{A9E98452-B556-5181-1D9E-4DD60EDC6C3E}"/>
                  </a:ext>
                </a:extLst>
              </p:cNvPr>
              <p:cNvSpPr/>
              <p:nvPr/>
            </p:nvSpPr>
            <p:spPr>
              <a:xfrm>
                <a:off x="4533731" y="4462272"/>
                <a:ext cx="968821" cy="1653339"/>
              </a:xfrm>
              <a:custGeom>
                <a:avLst/>
                <a:gdLst/>
                <a:ahLst/>
                <a:cxnLst/>
                <a:rect l="0" t="0" r="0" b="0"/>
                <a:pathLst>
                  <a:path w="968821" h="1653339">
                    <a:moveTo>
                      <a:pt x="914400" y="914400"/>
                    </a:moveTo>
                    <a:lnTo>
                      <a:pt x="940350" y="989246"/>
                    </a:lnTo>
                    <a:lnTo>
                      <a:pt x="961898" y="1042471"/>
                    </a:lnTo>
                    <a:lnTo>
                      <a:pt x="968821" y="1077558"/>
                    </a:lnTo>
                    <a:lnTo>
                      <a:pt x="961704" y="1113131"/>
                    </a:lnTo>
                    <a:lnTo>
                      <a:pt x="954353" y="1131342"/>
                    </a:lnTo>
                    <a:lnTo>
                      <a:pt x="954120" y="1155870"/>
                    </a:lnTo>
                    <a:lnTo>
                      <a:pt x="948457" y="1204691"/>
                    </a:lnTo>
                    <a:lnTo>
                      <a:pt x="931758" y="1229363"/>
                    </a:lnTo>
                    <a:lnTo>
                      <a:pt x="909900" y="1256273"/>
                    </a:lnTo>
                    <a:lnTo>
                      <a:pt x="885521" y="1276361"/>
                    </a:lnTo>
                    <a:lnTo>
                      <a:pt x="866184" y="1282010"/>
                    </a:lnTo>
                    <a:lnTo>
                      <a:pt x="849582" y="1284339"/>
                    </a:lnTo>
                    <a:lnTo>
                      <a:pt x="838430" y="1294554"/>
                    </a:lnTo>
                    <a:lnTo>
                      <a:pt x="828325" y="1324569"/>
                    </a:lnTo>
                    <a:lnTo>
                      <a:pt x="818996" y="1356099"/>
                    </a:lnTo>
                    <a:lnTo>
                      <a:pt x="788507" y="1394867"/>
                    </a:lnTo>
                    <a:lnTo>
                      <a:pt x="789322" y="1408368"/>
                    </a:lnTo>
                    <a:lnTo>
                      <a:pt x="800940" y="1454319"/>
                    </a:lnTo>
                    <a:lnTo>
                      <a:pt x="811820" y="1506642"/>
                    </a:lnTo>
                    <a:lnTo>
                      <a:pt x="802627" y="1555553"/>
                    </a:lnTo>
                    <a:lnTo>
                      <a:pt x="794753" y="1606901"/>
                    </a:lnTo>
                    <a:lnTo>
                      <a:pt x="780963" y="1641121"/>
                    </a:lnTo>
                    <a:lnTo>
                      <a:pt x="761258" y="1653339"/>
                    </a:lnTo>
                    <a:lnTo>
                      <a:pt x="746789" y="1647239"/>
                    </a:lnTo>
                    <a:lnTo>
                      <a:pt x="730420" y="1600295"/>
                    </a:lnTo>
                    <a:lnTo>
                      <a:pt x="730051" y="1589502"/>
                    </a:lnTo>
                    <a:lnTo>
                      <a:pt x="725978" y="1575153"/>
                    </a:lnTo>
                    <a:lnTo>
                      <a:pt x="679547" y="1560859"/>
                    </a:lnTo>
                    <a:lnTo>
                      <a:pt x="671343" y="1561382"/>
                    </a:lnTo>
                    <a:lnTo>
                      <a:pt x="653093" y="1553008"/>
                    </a:lnTo>
                    <a:lnTo>
                      <a:pt x="642387" y="1550644"/>
                    </a:lnTo>
                    <a:lnTo>
                      <a:pt x="620432" y="1545807"/>
                    </a:lnTo>
                    <a:lnTo>
                      <a:pt x="602181" y="1504385"/>
                    </a:lnTo>
                    <a:lnTo>
                      <a:pt x="582786" y="1469931"/>
                    </a:lnTo>
                    <a:lnTo>
                      <a:pt x="580032" y="1455528"/>
                    </a:lnTo>
                    <a:lnTo>
                      <a:pt x="580692" y="1391095"/>
                    </a:lnTo>
                    <a:lnTo>
                      <a:pt x="574757" y="1362434"/>
                    </a:lnTo>
                    <a:lnTo>
                      <a:pt x="572934" y="1331192"/>
                    </a:lnTo>
                    <a:lnTo>
                      <a:pt x="560734" y="1356605"/>
                    </a:lnTo>
                    <a:lnTo>
                      <a:pt x="567813" y="1396781"/>
                    </a:lnTo>
                    <a:lnTo>
                      <a:pt x="552763" y="1413638"/>
                    </a:lnTo>
                    <a:lnTo>
                      <a:pt x="533775" y="1421832"/>
                    </a:lnTo>
                    <a:lnTo>
                      <a:pt x="535560" y="1445367"/>
                    </a:lnTo>
                    <a:lnTo>
                      <a:pt x="543357" y="1449825"/>
                    </a:lnTo>
                    <a:lnTo>
                      <a:pt x="544986" y="1474263"/>
                    </a:lnTo>
                    <a:lnTo>
                      <a:pt x="540370" y="1510432"/>
                    </a:lnTo>
                    <a:lnTo>
                      <a:pt x="502996" y="1590856"/>
                    </a:lnTo>
                    <a:lnTo>
                      <a:pt x="495451" y="1599501"/>
                    </a:lnTo>
                    <a:lnTo>
                      <a:pt x="490331" y="1610366"/>
                    </a:lnTo>
                    <a:lnTo>
                      <a:pt x="471208" y="1603147"/>
                    </a:lnTo>
                    <a:lnTo>
                      <a:pt x="454703" y="1618214"/>
                    </a:lnTo>
                    <a:lnTo>
                      <a:pt x="454703" y="874530"/>
                    </a:lnTo>
                    <a:lnTo>
                      <a:pt x="910426" y="87453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</p:grpSp>
        <p:grpSp>
          <p:nvGrpSpPr>
            <p:cNvPr id="617" name="Group 616">
              <a:extLst>
                <a:ext uri="{FF2B5EF4-FFF2-40B4-BE49-F238E27FC236}">
                  <a16:creationId xmlns:a16="http://schemas.microsoft.com/office/drawing/2014/main" id="{352F6190-B6CE-5E02-BDBB-840B5D6B0FE7}"/>
                </a:ext>
              </a:extLst>
            </p:cNvPr>
            <p:cNvGrpSpPr/>
            <p:nvPr/>
          </p:nvGrpSpPr>
          <p:grpSpPr>
            <a:xfrm>
              <a:off x="3995937" y="4427985"/>
              <a:ext cx="4209489" cy="3922981"/>
              <a:chOff x="9880070" y="4431098"/>
              <a:chExt cx="4209489" cy="3922981"/>
            </a:xfrm>
          </p:grpSpPr>
          <p:sp>
            <p:nvSpPr>
              <p:cNvPr id="486" name="ph486"/>
              <p:cNvSpPr/>
              <p:nvPr/>
            </p:nvSpPr>
            <p:spPr>
              <a:xfrm>
                <a:off x="11866103" y="4431098"/>
                <a:ext cx="914400" cy="1013954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4">
                    <a:moveTo>
                      <a:pt x="914400" y="914400"/>
                    </a:moveTo>
                    <a:lnTo>
                      <a:pt x="914400" y="1010220"/>
                    </a:lnTo>
                    <a:lnTo>
                      <a:pt x="874640" y="1013954"/>
                    </a:lnTo>
                    <a:lnTo>
                      <a:pt x="863953" y="1007583"/>
                    </a:lnTo>
                    <a:lnTo>
                      <a:pt x="849310" y="958040"/>
                    </a:lnTo>
                    <a:lnTo>
                      <a:pt x="852220" y="945244"/>
                    </a:lnTo>
                    <a:lnTo>
                      <a:pt x="862072" y="939793"/>
                    </a:lnTo>
                    <a:lnTo>
                      <a:pt x="870509" y="938620"/>
                    </a:lnTo>
                    <a:lnTo>
                      <a:pt x="871750" y="965295"/>
                    </a:lnTo>
                    <a:lnTo>
                      <a:pt x="884144" y="962642"/>
                    </a:lnTo>
                    <a:lnTo>
                      <a:pt x="888022" y="945063"/>
                    </a:lnTo>
                    <a:lnTo>
                      <a:pt x="888895" y="932682"/>
                    </a:lnTo>
                    <a:lnTo>
                      <a:pt x="885540" y="926437"/>
                    </a:lnTo>
                    <a:lnTo>
                      <a:pt x="877123" y="921600"/>
                    </a:lnTo>
                    <a:lnTo>
                      <a:pt x="872254" y="913298"/>
                    </a:lnTo>
                    <a:lnTo>
                      <a:pt x="879256" y="899942"/>
                    </a:lnTo>
                    <a:lnTo>
                      <a:pt x="892212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8" name="ph478"/>
              <p:cNvSpPr/>
              <p:nvPr/>
            </p:nvSpPr>
            <p:spPr>
              <a:xfrm>
                <a:off x="10337342" y="4453128"/>
                <a:ext cx="968821" cy="1653339"/>
              </a:xfrm>
              <a:custGeom>
                <a:avLst/>
                <a:gdLst/>
                <a:ahLst/>
                <a:cxnLst/>
                <a:rect l="0" t="0" r="0" b="0"/>
                <a:pathLst>
                  <a:path w="968821" h="1653339">
                    <a:moveTo>
                      <a:pt x="914400" y="914400"/>
                    </a:moveTo>
                    <a:lnTo>
                      <a:pt x="940350" y="989246"/>
                    </a:lnTo>
                    <a:lnTo>
                      <a:pt x="961898" y="1042471"/>
                    </a:lnTo>
                    <a:lnTo>
                      <a:pt x="968821" y="1077558"/>
                    </a:lnTo>
                    <a:lnTo>
                      <a:pt x="961704" y="1113131"/>
                    </a:lnTo>
                    <a:lnTo>
                      <a:pt x="954353" y="1131342"/>
                    </a:lnTo>
                    <a:lnTo>
                      <a:pt x="954120" y="1155870"/>
                    </a:lnTo>
                    <a:lnTo>
                      <a:pt x="948457" y="1204691"/>
                    </a:lnTo>
                    <a:lnTo>
                      <a:pt x="931758" y="1229363"/>
                    </a:lnTo>
                    <a:lnTo>
                      <a:pt x="909900" y="1256273"/>
                    </a:lnTo>
                    <a:lnTo>
                      <a:pt x="885521" y="1276361"/>
                    </a:lnTo>
                    <a:lnTo>
                      <a:pt x="866184" y="1282010"/>
                    </a:lnTo>
                    <a:lnTo>
                      <a:pt x="849582" y="1284339"/>
                    </a:lnTo>
                    <a:lnTo>
                      <a:pt x="838430" y="1294554"/>
                    </a:lnTo>
                    <a:lnTo>
                      <a:pt x="828325" y="1324569"/>
                    </a:lnTo>
                    <a:lnTo>
                      <a:pt x="818996" y="1356099"/>
                    </a:lnTo>
                    <a:lnTo>
                      <a:pt x="788507" y="1394867"/>
                    </a:lnTo>
                    <a:lnTo>
                      <a:pt x="789322" y="1408368"/>
                    </a:lnTo>
                    <a:lnTo>
                      <a:pt x="800940" y="1454319"/>
                    </a:lnTo>
                    <a:lnTo>
                      <a:pt x="811820" y="1506642"/>
                    </a:lnTo>
                    <a:lnTo>
                      <a:pt x="802627" y="1555553"/>
                    </a:lnTo>
                    <a:lnTo>
                      <a:pt x="794753" y="1606901"/>
                    </a:lnTo>
                    <a:lnTo>
                      <a:pt x="780963" y="1641121"/>
                    </a:lnTo>
                    <a:lnTo>
                      <a:pt x="761258" y="1653339"/>
                    </a:lnTo>
                    <a:lnTo>
                      <a:pt x="746789" y="1647239"/>
                    </a:lnTo>
                    <a:lnTo>
                      <a:pt x="730420" y="1600295"/>
                    </a:lnTo>
                    <a:lnTo>
                      <a:pt x="730051" y="1589502"/>
                    </a:lnTo>
                    <a:lnTo>
                      <a:pt x="725978" y="1575153"/>
                    </a:lnTo>
                    <a:lnTo>
                      <a:pt x="679547" y="1560859"/>
                    </a:lnTo>
                    <a:lnTo>
                      <a:pt x="671343" y="1561382"/>
                    </a:lnTo>
                    <a:lnTo>
                      <a:pt x="653093" y="1553008"/>
                    </a:lnTo>
                    <a:lnTo>
                      <a:pt x="642387" y="1550644"/>
                    </a:lnTo>
                    <a:lnTo>
                      <a:pt x="620432" y="1545807"/>
                    </a:lnTo>
                    <a:lnTo>
                      <a:pt x="602181" y="1504385"/>
                    </a:lnTo>
                    <a:lnTo>
                      <a:pt x="582786" y="1469931"/>
                    </a:lnTo>
                    <a:lnTo>
                      <a:pt x="580032" y="1455528"/>
                    </a:lnTo>
                    <a:lnTo>
                      <a:pt x="580692" y="1391095"/>
                    </a:lnTo>
                    <a:lnTo>
                      <a:pt x="574757" y="1362434"/>
                    </a:lnTo>
                    <a:lnTo>
                      <a:pt x="572934" y="1331192"/>
                    </a:lnTo>
                    <a:lnTo>
                      <a:pt x="560734" y="1356605"/>
                    </a:lnTo>
                    <a:lnTo>
                      <a:pt x="567813" y="1396781"/>
                    </a:lnTo>
                    <a:lnTo>
                      <a:pt x="552763" y="1413638"/>
                    </a:lnTo>
                    <a:lnTo>
                      <a:pt x="533775" y="1421832"/>
                    </a:lnTo>
                    <a:lnTo>
                      <a:pt x="535560" y="1445367"/>
                    </a:lnTo>
                    <a:lnTo>
                      <a:pt x="543357" y="1449825"/>
                    </a:lnTo>
                    <a:lnTo>
                      <a:pt x="544986" y="1474263"/>
                    </a:lnTo>
                    <a:lnTo>
                      <a:pt x="540370" y="1510432"/>
                    </a:lnTo>
                    <a:lnTo>
                      <a:pt x="502996" y="1590856"/>
                    </a:lnTo>
                    <a:lnTo>
                      <a:pt x="495451" y="1599501"/>
                    </a:lnTo>
                    <a:lnTo>
                      <a:pt x="490331" y="1610366"/>
                    </a:lnTo>
                    <a:lnTo>
                      <a:pt x="471208" y="1603147"/>
                    </a:lnTo>
                    <a:lnTo>
                      <a:pt x="454703" y="1618214"/>
                    </a:lnTo>
                    <a:lnTo>
                      <a:pt x="454703" y="874530"/>
                    </a:lnTo>
                    <a:lnTo>
                      <a:pt x="910426" y="87453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54" name="rc454"/>
              <p:cNvSpPr/>
              <p:nvPr/>
            </p:nvSpPr>
            <p:spPr>
              <a:xfrm>
                <a:off x="10142039" y="4572000"/>
                <a:ext cx="3947520" cy="3657600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7" name="ph487"/>
              <p:cNvSpPr/>
              <p:nvPr/>
            </p:nvSpPr>
            <p:spPr>
              <a:xfrm>
                <a:off x="11800064" y="4499970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7" y="912324"/>
                    </a:lnTo>
                    <a:lnTo>
                      <a:pt x="900959" y="915158"/>
                    </a:lnTo>
                    <a:lnTo>
                      <a:pt x="897002" y="925373"/>
                    </a:lnTo>
                    <a:lnTo>
                      <a:pt x="888391" y="921709"/>
                    </a:lnTo>
                    <a:lnTo>
                      <a:pt x="884919" y="907072"/>
                    </a:lnTo>
                    <a:lnTo>
                      <a:pt x="891339" y="885161"/>
                    </a:lnTo>
                    <a:lnTo>
                      <a:pt x="906719" y="884331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84" name="rc584"/>
              <p:cNvSpPr/>
              <p:nvPr/>
            </p:nvSpPr>
            <p:spPr>
              <a:xfrm>
                <a:off x="13018983" y="5830169"/>
                <a:ext cx="1000987" cy="158796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86" name="tx586"/>
              <p:cNvSpPr/>
              <p:nvPr/>
            </p:nvSpPr>
            <p:spPr>
              <a:xfrm>
                <a:off x="13088572" y="6066136"/>
                <a:ext cx="859536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Fitness Offset</a:t>
                </a:r>
              </a:p>
            </p:txBody>
          </p:sp>
          <p:sp>
            <p:nvSpPr>
              <p:cNvPr id="455" name="rc455"/>
              <p:cNvSpPr/>
              <p:nvPr/>
            </p:nvSpPr>
            <p:spPr>
              <a:xfrm>
                <a:off x="10695169" y="5201065"/>
                <a:ext cx="2184636" cy="2846169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56" name="pl456"/>
              <p:cNvSpPr/>
              <p:nvPr/>
            </p:nvSpPr>
            <p:spPr>
              <a:xfrm>
                <a:off x="10794470" y="5201065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57" name="pl457"/>
              <p:cNvSpPr/>
              <p:nvPr/>
            </p:nvSpPr>
            <p:spPr>
              <a:xfrm>
                <a:off x="11191677" y="5201065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58" name="pl458"/>
              <p:cNvSpPr/>
              <p:nvPr/>
            </p:nvSpPr>
            <p:spPr>
              <a:xfrm>
                <a:off x="11588884" y="5201065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59" name="pl459"/>
              <p:cNvSpPr/>
              <p:nvPr/>
            </p:nvSpPr>
            <p:spPr>
              <a:xfrm>
                <a:off x="11986090" y="5201065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0" name="pl460"/>
              <p:cNvSpPr/>
              <p:nvPr/>
            </p:nvSpPr>
            <p:spPr>
              <a:xfrm>
                <a:off x="12383297" y="5201065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1" name="pl461"/>
              <p:cNvSpPr/>
              <p:nvPr/>
            </p:nvSpPr>
            <p:spPr>
              <a:xfrm>
                <a:off x="12780503" y="5201065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2" name="pl462"/>
              <p:cNvSpPr/>
              <p:nvPr/>
            </p:nvSpPr>
            <p:spPr>
              <a:xfrm>
                <a:off x="10695169" y="7917863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3" name="pl463"/>
              <p:cNvSpPr/>
              <p:nvPr/>
            </p:nvSpPr>
            <p:spPr>
              <a:xfrm>
                <a:off x="10695169" y="7548231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4" name="pl464"/>
              <p:cNvSpPr/>
              <p:nvPr/>
            </p:nvSpPr>
            <p:spPr>
              <a:xfrm>
                <a:off x="10695169" y="7178598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5" name="pl465"/>
              <p:cNvSpPr/>
              <p:nvPr/>
            </p:nvSpPr>
            <p:spPr>
              <a:xfrm>
                <a:off x="10695169" y="6808966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6" name="pl466"/>
              <p:cNvSpPr/>
              <p:nvPr/>
            </p:nvSpPr>
            <p:spPr>
              <a:xfrm>
                <a:off x="10695169" y="6439334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7" name="pl467"/>
              <p:cNvSpPr/>
              <p:nvPr/>
            </p:nvSpPr>
            <p:spPr>
              <a:xfrm>
                <a:off x="10695169" y="6069701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8" name="pl468"/>
              <p:cNvSpPr/>
              <p:nvPr/>
            </p:nvSpPr>
            <p:spPr>
              <a:xfrm>
                <a:off x="10695169" y="5700069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69" name="pl469"/>
              <p:cNvSpPr/>
              <p:nvPr/>
            </p:nvSpPr>
            <p:spPr>
              <a:xfrm>
                <a:off x="10695169" y="5330436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0" name="ph470"/>
              <p:cNvSpPr/>
              <p:nvPr/>
            </p:nvSpPr>
            <p:spPr>
              <a:xfrm>
                <a:off x="11666259" y="5594384"/>
                <a:ext cx="930827" cy="1243964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64">
                    <a:moveTo>
                      <a:pt x="914400" y="914400"/>
                    </a:moveTo>
                    <a:lnTo>
                      <a:pt x="904741" y="940461"/>
                    </a:lnTo>
                    <a:lnTo>
                      <a:pt x="891436" y="944865"/>
                    </a:lnTo>
                    <a:lnTo>
                      <a:pt x="878674" y="953547"/>
                    </a:lnTo>
                    <a:lnTo>
                      <a:pt x="874116" y="1036010"/>
                    </a:lnTo>
                    <a:lnTo>
                      <a:pt x="897351" y="1067342"/>
                    </a:lnTo>
                    <a:lnTo>
                      <a:pt x="884590" y="1071728"/>
                    </a:lnTo>
                    <a:lnTo>
                      <a:pt x="872914" y="1081113"/>
                    </a:lnTo>
                    <a:lnTo>
                      <a:pt x="864574" y="1094992"/>
                    </a:lnTo>
                    <a:lnTo>
                      <a:pt x="856040" y="1124863"/>
                    </a:lnTo>
                    <a:lnTo>
                      <a:pt x="823981" y="1141792"/>
                    </a:lnTo>
                    <a:lnTo>
                      <a:pt x="811840" y="1154318"/>
                    </a:lnTo>
                    <a:lnTo>
                      <a:pt x="793938" y="1182184"/>
                    </a:lnTo>
                    <a:lnTo>
                      <a:pt x="784609" y="1222631"/>
                    </a:lnTo>
                    <a:lnTo>
                      <a:pt x="766475" y="1239885"/>
                    </a:lnTo>
                    <a:lnTo>
                      <a:pt x="746110" y="1243964"/>
                    </a:lnTo>
                    <a:lnTo>
                      <a:pt x="758058" y="1210827"/>
                    </a:lnTo>
                    <a:lnTo>
                      <a:pt x="773709" y="1183827"/>
                    </a:lnTo>
                    <a:lnTo>
                      <a:pt x="758659" y="1165309"/>
                    </a:lnTo>
                    <a:lnTo>
                      <a:pt x="749601" y="1136323"/>
                    </a:lnTo>
                    <a:lnTo>
                      <a:pt x="737906" y="1114088"/>
                    </a:lnTo>
                    <a:lnTo>
                      <a:pt x="747216" y="1089253"/>
                    </a:lnTo>
                    <a:lnTo>
                      <a:pt x="742639" y="1048554"/>
                    </a:lnTo>
                    <a:lnTo>
                      <a:pt x="744151" y="1008829"/>
                    </a:lnTo>
                    <a:lnTo>
                      <a:pt x="757728" y="988777"/>
                    </a:lnTo>
                    <a:lnTo>
                      <a:pt x="773283" y="972425"/>
                    </a:lnTo>
                    <a:lnTo>
                      <a:pt x="797507" y="934830"/>
                    </a:lnTo>
                    <a:lnTo>
                      <a:pt x="823767" y="907577"/>
                    </a:lnTo>
                    <a:lnTo>
                      <a:pt x="860404" y="895322"/>
                    </a:lnTo>
                    <a:lnTo>
                      <a:pt x="876948" y="906621"/>
                    </a:lnTo>
                    <a:lnTo>
                      <a:pt x="884085" y="881840"/>
                    </a:lnTo>
                    <a:lnTo>
                      <a:pt x="895897" y="876191"/>
                    </a:lnTo>
                    <a:lnTo>
                      <a:pt x="906991" y="881912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1" name="ph471"/>
              <p:cNvSpPr/>
              <p:nvPr/>
            </p:nvSpPr>
            <p:spPr>
              <a:xfrm>
                <a:off x="11166453" y="6175418"/>
                <a:ext cx="104161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0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30" y="888265"/>
                    </a:lnTo>
                    <a:lnTo>
                      <a:pt x="897914" y="824410"/>
                    </a:lnTo>
                    <a:lnTo>
                      <a:pt x="901521" y="792861"/>
                    </a:lnTo>
                    <a:lnTo>
                      <a:pt x="944830" y="679066"/>
                    </a:lnTo>
                    <a:lnTo>
                      <a:pt x="964167" y="669771"/>
                    </a:lnTo>
                    <a:lnTo>
                      <a:pt x="991358" y="600032"/>
                    </a:lnTo>
                    <a:lnTo>
                      <a:pt x="998690" y="569006"/>
                    </a:lnTo>
                    <a:lnTo>
                      <a:pt x="1010482" y="541067"/>
                    </a:lnTo>
                    <a:lnTo>
                      <a:pt x="1017444" y="516088"/>
                    </a:lnTo>
                    <a:lnTo>
                      <a:pt x="1023282" y="505999"/>
                    </a:lnTo>
                    <a:lnTo>
                      <a:pt x="1035966" y="510728"/>
                    </a:lnTo>
                    <a:lnTo>
                      <a:pt x="1041610" y="515330"/>
                    </a:lnTo>
                    <a:lnTo>
                      <a:pt x="1028247" y="529877"/>
                    </a:lnTo>
                    <a:lnTo>
                      <a:pt x="1029799" y="548810"/>
                    </a:lnTo>
                    <a:lnTo>
                      <a:pt x="1028868" y="556661"/>
                    </a:lnTo>
                    <a:lnTo>
                      <a:pt x="995140" y="639016"/>
                    </a:lnTo>
                    <a:lnTo>
                      <a:pt x="986122" y="692494"/>
                    </a:lnTo>
                    <a:lnTo>
                      <a:pt x="974155" y="705543"/>
                    </a:lnTo>
                    <a:lnTo>
                      <a:pt x="924601" y="8957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2" name="ph472"/>
              <p:cNvSpPr/>
              <p:nvPr/>
            </p:nvSpPr>
            <p:spPr>
              <a:xfrm>
                <a:off x="10172157" y="5188745"/>
                <a:ext cx="2407842" cy="2231449"/>
              </a:xfrm>
              <a:custGeom>
                <a:avLst/>
                <a:gdLst/>
                <a:ahLst/>
                <a:cxnLst/>
                <a:rect l="0" t="0" r="0" b="0"/>
                <a:pathLst>
                  <a:path w="2407842" h="2231449">
                    <a:moveTo>
                      <a:pt x="914400" y="914400"/>
                    </a:moveTo>
                    <a:lnTo>
                      <a:pt x="928868" y="920500"/>
                    </a:lnTo>
                    <a:lnTo>
                      <a:pt x="948573" y="908281"/>
                    </a:lnTo>
                    <a:lnTo>
                      <a:pt x="962363" y="874061"/>
                    </a:lnTo>
                    <a:lnTo>
                      <a:pt x="970237" y="822713"/>
                    </a:lnTo>
                    <a:lnTo>
                      <a:pt x="979430" y="773802"/>
                    </a:lnTo>
                    <a:lnTo>
                      <a:pt x="968550" y="721480"/>
                    </a:lnTo>
                    <a:lnTo>
                      <a:pt x="956932" y="675528"/>
                    </a:lnTo>
                    <a:lnTo>
                      <a:pt x="956118" y="662028"/>
                    </a:lnTo>
                    <a:lnTo>
                      <a:pt x="986607" y="623260"/>
                    </a:lnTo>
                    <a:lnTo>
                      <a:pt x="995935" y="591729"/>
                    </a:lnTo>
                    <a:lnTo>
                      <a:pt x="1006040" y="561715"/>
                    </a:lnTo>
                    <a:lnTo>
                      <a:pt x="1017192" y="551499"/>
                    </a:lnTo>
                    <a:lnTo>
                      <a:pt x="1033794" y="549171"/>
                    </a:lnTo>
                    <a:lnTo>
                      <a:pt x="1053131" y="543522"/>
                    </a:lnTo>
                    <a:lnTo>
                      <a:pt x="1077510" y="523434"/>
                    </a:lnTo>
                    <a:lnTo>
                      <a:pt x="1099368" y="496524"/>
                    </a:lnTo>
                    <a:lnTo>
                      <a:pt x="1116067" y="471851"/>
                    </a:lnTo>
                    <a:lnTo>
                      <a:pt x="1121731" y="423030"/>
                    </a:lnTo>
                    <a:lnTo>
                      <a:pt x="1121963" y="398502"/>
                    </a:lnTo>
                    <a:lnTo>
                      <a:pt x="1129314" y="380292"/>
                    </a:lnTo>
                    <a:lnTo>
                      <a:pt x="1136432" y="344718"/>
                    </a:lnTo>
                    <a:lnTo>
                      <a:pt x="1129508" y="309632"/>
                    </a:lnTo>
                    <a:lnTo>
                      <a:pt x="1107960" y="256407"/>
                    </a:lnTo>
                    <a:lnTo>
                      <a:pt x="1082010" y="181560"/>
                    </a:lnTo>
                    <a:lnTo>
                      <a:pt x="1078036" y="141691"/>
                    </a:lnTo>
                    <a:lnTo>
                      <a:pt x="2054342" y="141691"/>
                    </a:lnTo>
                    <a:lnTo>
                      <a:pt x="2054817" y="146925"/>
                    </a:lnTo>
                    <a:lnTo>
                      <a:pt x="2052839" y="159487"/>
                    </a:lnTo>
                    <a:lnTo>
                      <a:pt x="2067928" y="211123"/>
                    </a:lnTo>
                    <a:lnTo>
                      <a:pt x="2064417" y="229226"/>
                    </a:lnTo>
                    <a:lnTo>
                      <a:pt x="2062381" y="252292"/>
                    </a:lnTo>
                    <a:lnTo>
                      <a:pt x="2084006" y="274455"/>
                    </a:lnTo>
                    <a:lnTo>
                      <a:pt x="2103304" y="274094"/>
                    </a:lnTo>
                    <a:lnTo>
                      <a:pt x="2122854" y="273752"/>
                    </a:lnTo>
                    <a:lnTo>
                      <a:pt x="2130321" y="279310"/>
                    </a:lnTo>
                    <a:lnTo>
                      <a:pt x="2137808" y="294995"/>
                    </a:lnTo>
                    <a:lnTo>
                      <a:pt x="2143839" y="313512"/>
                    </a:lnTo>
                    <a:lnTo>
                      <a:pt x="2159937" y="311978"/>
                    </a:lnTo>
                    <a:lnTo>
                      <a:pt x="2185635" y="296908"/>
                    </a:lnTo>
                    <a:lnTo>
                      <a:pt x="2202354" y="293316"/>
                    </a:lnTo>
                    <a:lnTo>
                      <a:pt x="2213389" y="322284"/>
                    </a:lnTo>
                    <a:lnTo>
                      <a:pt x="2243413" y="360547"/>
                    </a:lnTo>
                    <a:lnTo>
                      <a:pt x="2260887" y="377693"/>
                    </a:lnTo>
                    <a:lnTo>
                      <a:pt x="2290581" y="386717"/>
                    </a:lnTo>
                    <a:lnTo>
                      <a:pt x="2321865" y="417598"/>
                    </a:lnTo>
                    <a:lnTo>
                      <a:pt x="2317482" y="454814"/>
                    </a:lnTo>
                    <a:lnTo>
                      <a:pt x="2330534" y="467249"/>
                    </a:lnTo>
                    <a:lnTo>
                      <a:pt x="2367443" y="481940"/>
                    </a:lnTo>
                    <a:lnTo>
                      <a:pt x="2380495" y="501758"/>
                    </a:lnTo>
                    <a:lnTo>
                      <a:pt x="2386760" y="518651"/>
                    </a:lnTo>
                    <a:lnTo>
                      <a:pt x="2396477" y="532657"/>
                    </a:lnTo>
                    <a:lnTo>
                      <a:pt x="2407842" y="574980"/>
                    </a:lnTo>
                    <a:lnTo>
                      <a:pt x="2403886" y="601060"/>
                    </a:lnTo>
                    <a:lnTo>
                      <a:pt x="2389010" y="610030"/>
                    </a:lnTo>
                    <a:lnTo>
                      <a:pt x="2353886" y="637969"/>
                    </a:lnTo>
                    <a:lnTo>
                      <a:pt x="2338234" y="658833"/>
                    </a:lnTo>
                    <a:lnTo>
                      <a:pt x="2325957" y="671828"/>
                    </a:lnTo>
                    <a:lnTo>
                      <a:pt x="2291066" y="699695"/>
                    </a:lnTo>
                    <a:lnTo>
                      <a:pt x="2278285" y="704694"/>
                    </a:lnTo>
                    <a:lnTo>
                      <a:pt x="2266046" y="719187"/>
                    </a:lnTo>
                    <a:lnTo>
                      <a:pt x="2254216" y="725522"/>
                    </a:lnTo>
                    <a:lnTo>
                      <a:pt x="2243626" y="721877"/>
                    </a:lnTo>
                    <a:lnTo>
                      <a:pt x="2204041" y="748119"/>
                    </a:lnTo>
                    <a:lnTo>
                      <a:pt x="2207125" y="759327"/>
                    </a:lnTo>
                    <a:lnTo>
                      <a:pt x="2237478" y="764074"/>
                    </a:lnTo>
                    <a:lnTo>
                      <a:pt x="2252955" y="758443"/>
                    </a:lnTo>
                    <a:lnTo>
                      <a:pt x="2264863" y="745249"/>
                    </a:lnTo>
                    <a:lnTo>
                      <a:pt x="2277877" y="742217"/>
                    </a:lnTo>
                    <a:lnTo>
                      <a:pt x="2289747" y="744708"/>
                    </a:lnTo>
                    <a:lnTo>
                      <a:pt x="2302334" y="734312"/>
                    </a:lnTo>
                    <a:lnTo>
                      <a:pt x="2312206" y="730161"/>
                    </a:lnTo>
                    <a:lnTo>
                      <a:pt x="2322408" y="735142"/>
                    </a:lnTo>
                    <a:lnTo>
                      <a:pt x="2333793" y="760067"/>
                    </a:lnTo>
                    <a:lnTo>
                      <a:pt x="2310170" y="773044"/>
                    </a:lnTo>
                    <a:lnTo>
                      <a:pt x="2293413" y="773640"/>
                    </a:lnTo>
                    <a:lnTo>
                      <a:pt x="2285228" y="814519"/>
                    </a:lnTo>
                    <a:lnTo>
                      <a:pt x="2275084" y="832080"/>
                    </a:lnTo>
                    <a:lnTo>
                      <a:pt x="2267811" y="840527"/>
                    </a:lnTo>
                    <a:lnTo>
                      <a:pt x="2230631" y="857926"/>
                    </a:lnTo>
                    <a:lnTo>
                      <a:pt x="2206097" y="879981"/>
                    </a:lnTo>
                    <a:lnTo>
                      <a:pt x="2177179" y="897741"/>
                    </a:lnTo>
                    <a:lnTo>
                      <a:pt x="2164553" y="893878"/>
                    </a:lnTo>
                    <a:lnTo>
                      <a:pt x="2145527" y="911927"/>
                    </a:lnTo>
                    <a:lnTo>
                      <a:pt x="2103246" y="933296"/>
                    </a:lnTo>
                    <a:lnTo>
                      <a:pt x="2081582" y="962084"/>
                    </a:lnTo>
                    <a:lnTo>
                      <a:pt x="2032959" y="987839"/>
                    </a:lnTo>
                    <a:lnTo>
                      <a:pt x="2008192" y="1008793"/>
                    </a:lnTo>
                    <a:lnTo>
                      <a:pt x="1940911" y="1009894"/>
                    </a:lnTo>
                    <a:lnTo>
                      <a:pt x="1876656" y="1005292"/>
                    </a:lnTo>
                    <a:lnTo>
                      <a:pt x="1856485" y="1015254"/>
                    </a:lnTo>
                    <a:lnTo>
                      <a:pt x="1877102" y="1018341"/>
                    </a:lnTo>
                    <a:lnTo>
                      <a:pt x="1891551" y="1028123"/>
                    </a:lnTo>
                    <a:lnTo>
                      <a:pt x="1908871" y="1024044"/>
                    </a:lnTo>
                    <a:lnTo>
                      <a:pt x="1949581" y="1028935"/>
                    </a:lnTo>
                    <a:lnTo>
                      <a:pt x="1970527" y="1034259"/>
                    </a:lnTo>
                    <a:lnTo>
                      <a:pt x="1997408" y="1068515"/>
                    </a:lnTo>
                    <a:lnTo>
                      <a:pt x="1977645" y="1080698"/>
                    </a:lnTo>
                    <a:lnTo>
                      <a:pt x="1943413" y="1090047"/>
                    </a:lnTo>
                    <a:lnTo>
                      <a:pt x="1956252" y="1138634"/>
                    </a:lnTo>
                    <a:lnTo>
                      <a:pt x="1966842" y="1171391"/>
                    </a:lnTo>
                    <a:lnTo>
                      <a:pt x="1952975" y="1191155"/>
                    </a:lnTo>
                    <a:lnTo>
                      <a:pt x="1951947" y="1281072"/>
                    </a:lnTo>
                    <a:lnTo>
                      <a:pt x="1932494" y="1282787"/>
                    </a:lnTo>
                    <a:lnTo>
                      <a:pt x="1924231" y="1319984"/>
                    </a:lnTo>
                    <a:lnTo>
                      <a:pt x="1930360" y="1338953"/>
                    </a:lnTo>
                    <a:lnTo>
                      <a:pt x="1929875" y="1383010"/>
                    </a:lnTo>
                    <a:lnTo>
                      <a:pt x="1933929" y="1410154"/>
                    </a:lnTo>
                    <a:lnTo>
                      <a:pt x="1943471" y="1435152"/>
                    </a:lnTo>
                    <a:lnTo>
                      <a:pt x="1939224" y="1461214"/>
                    </a:lnTo>
                    <a:lnTo>
                      <a:pt x="1908463" y="1522217"/>
                    </a:lnTo>
                    <a:lnTo>
                      <a:pt x="1909162" y="1550842"/>
                    </a:lnTo>
                    <a:lnTo>
                      <a:pt x="1914689" y="1567844"/>
                    </a:lnTo>
                    <a:lnTo>
                      <a:pt x="1918782" y="1595025"/>
                    </a:lnTo>
                    <a:lnTo>
                      <a:pt x="1904798" y="1647275"/>
                    </a:lnTo>
                    <a:lnTo>
                      <a:pt x="1894926" y="1690934"/>
                    </a:lnTo>
                    <a:lnTo>
                      <a:pt x="1883192" y="1727681"/>
                    </a:lnTo>
                    <a:lnTo>
                      <a:pt x="1856931" y="1771773"/>
                    </a:lnTo>
                    <a:lnTo>
                      <a:pt x="1843859" y="1804730"/>
                    </a:lnTo>
                    <a:lnTo>
                      <a:pt x="1813273" y="1907570"/>
                    </a:lnTo>
                    <a:lnTo>
                      <a:pt x="1798107" y="1927983"/>
                    </a:lnTo>
                    <a:lnTo>
                      <a:pt x="1779507" y="1943667"/>
                    </a:lnTo>
                    <a:lnTo>
                      <a:pt x="1758774" y="1929156"/>
                    </a:lnTo>
                    <a:lnTo>
                      <a:pt x="1739767" y="1921251"/>
                    </a:lnTo>
                    <a:lnTo>
                      <a:pt x="1716551" y="1922207"/>
                    </a:lnTo>
                    <a:lnTo>
                      <a:pt x="1680186" y="1934101"/>
                    </a:lnTo>
                    <a:lnTo>
                      <a:pt x="1625492" y="1926196"/>
                    </a:lnTo>
                    <a:lnTo>
                      <a:pt x="1572040" y="1930004"/>
                    </a:lnTo>
                    <a:lnTo>
                      <a:pt x="1558522" y="1940274"/>
                    </a:lnTo>
                    <a:lnTo>
                      <a:pt x="1566629" y="1977598"/>
                    </a:lnTo>
                    <a:lnTo>
                      <a:pt x="1546924" y="1982489"/>
                    </a:lnTo>
                    <a:lnTo>
                      <a:pt x="1527665" y="1971877"/>
                    </a:lnTo>
                    <a:lnTo>
                      <a:pt x="1510714" y="1984547"/>
                    </a:lnTo>
                    <a:lnTo>
                      <a:pt x="1496555" y="1998444"/>
                    </a:lnTo>
                    <a:lnTo>
                      <a:pt x="1468743" y="2031418"/>
                    </a:lnTo>
                    <a:lnTo>
                      <a:pt x="1459434" y="2051723"/>
                    </a:lnTo>
                    <a:lnTo>
                      <a:pt x="1457029" y="2089968"/>
                    </a:lnTo>
                    <a:lnTo>
                      <a:pt x="1471633" y="2124260"/>
                    </a:lnTo>
                    <a:lnTo>
                      <a:pt x="1484589" y="2164417"/>
                    </a:lnTo>
                    <a:lnTo>
                      <a:pt x="1451230" y="2212878"/>
                    </a:lnTo>
                    <a:lnTo>
                      <a:pt x="1432611" y="2214520"/>
                    </a:lnTo>
                    <a:lnTo>
                      <a:pt x="1378266" y="2201074"/>
                    </a:lnTo>
                    <a:lnTo>
                      <a:pt x="1281951" y="2231449"/>
                    </a:lnTo>
                    <a:lnTo>
                      <a:pt x="1195450" y="2207427"/>
                    </a:lnTo>
                    <a:lnTo>
                      <a:pt x="1206331" y="2181473"/>
                    </a:lnTo>
                    <a:lnTo>
                      <a:pt x="1205962" y="2162396"/>
                    </a:lnTo>
                    <a:lnTo>
                      <a:pt x="1210850" y="2133049"/>
                    </a:lnTo>
                    <a:lnTo>
                      <a:pt x="1213759" y="2103035"/>
                    </a:lnTo>
                    <a:lnTo>
                      <a:pt x="1212945" y="2082947"/>
                    </a:lnTo>
                    <a:lnTo>
                      <a:pt x="1206602" y="2061541"/>
                    </a:lnTo>
                    <a:lnTo>
                      <a:pt x="1185268" y="2033530"/>
                    </a:lnTo>
                    <a:lnTo>
                      <a:pt x="1137208" y="1938992"/>
                    </a:lnTo>
                    <a:lnTo>
                      <a:pt x="1122991" y="1899087"/>
                    </a:lnTo>
                    <a:lnTo>
                      <a:pt x="1113100" y="1882464"/>
                    </a:lnTo>
                    <a:lnTo>
                      <a:pt x="1120218" y="1881562"/>
                    </a:lnTo>
                    <a:lnTo>
                      <a:pt x="1159803" y="1902986"/>
                    </a:lnTo>
                    <a:lnTo>
                      <a:pt x="1169035" y="1900351"/>
                    </a:lnTo>
                    <a:lnTo>
                      <a:pt x="1178732" y="1892301"/>
                    </a:lnTo>
                    <a:lnTo>
                      <a:pt x="1166921" y="1861637"/>
                    </a:lnTo>
                    <a:lnTo>
                      <a:pt x="1156777" y="1847757"/>
                    </a:lnTo>
                    <a:lnTo>
                      <a:pt x="1149892" y="1827002"/>
                    </a:lnTo>
                    <a:lnTo>
                      <a:pt x="1173069" y="1821389"/>
                    </a:lnTo>
                    <a:lnTo>
                      <a:pt x="1189806" y="1822634"/>
                    </a:lnTo>
                    <a:lnTo>
                      <a:pt x="1202142" y="1799279"/>
                    </a:lnTo>
                    <a:lnTo>
                      <a:pt x="1195024" y="1761522"/>
                    </a:lnTo>
                    <a:lnTo>
                      <a:pt x="1177045" y="1749899"/>
                    </a:lnTo>
                    <a:lnTo>
                      <a:pt x="1162033" y="1744845"/>
                    </a:lnTo>
                    <a:lnTo>
                      <a:pt x="1133251" y="1685538"/>
                    </a:lnTo>
                    <a:lnTo>
                      <a:pt x="1103228" y="1654819"/>
                    </a:lnTo>
                    <a:lnTo>
                      <a:pt x="1049679" y="1536331"/>
                    </a:lnTo>
                    <a:lnTo>
                      <a:pt x="1030090" y="1455005"/>
                    </a:lnTo>
                    <a:lnTo>
                      <a:pt x="1011878" y="1462730"/>
                    </a:lnTo>
                    <a:lnTo>
                      <a:pt x="1003034" y="1427301"/>
                    </a:lnTo>
                    <a:lnTo>
                      <a:pt x="996692" y="1393748"/>
                    </a:lnTo>
                    <a:lnTo>
                      <a:pt x="995431" y="1369076"/>
                    </a:lnTo>
                    <a:lnTo>
                      <a:pt x="966882" y="1354944"/>
                    </a:lnTo>
                    <a:lnTo>
                      <a:pt x="965718" y="1337654"/>
                    </a:lnTo>
                    <a:lnTo>
                      <a:pt x="960579" y="1260497"/>
                    </a:lnTo>
                    <a:lnTo>
                      <a:pt x="929954" y="1250137"/>
                    </a:lnTo>
                    <a:lnTo>
                      <a:pt x="910152" y="1206839"/>
                    </a:lnTo>
                    <a:lnTo>
                      <a:pt x="906622" y="1124917"/>
                    </a:lnTo>
                    <a:lnTo>
                      <a:pt x="886452" y="1110009"/>
                    </a:lnTo>
                    <a:lnTo>
                      <a:pt x="870218" y="1114142"/>
                    </a:lnTo>
                    <a:lnTo>
                      <a:pt x="870974" y="1093837"/>
                    </a:lnTo>
                    <a:lnTo>
                      <a:pt x="874853" y="1074778"/>
                    </a:lnTo>
                    <a:lnTo>
                      <a:pt x="865369" y="999263"/>
                    </a:lnTo>
                    <a:lnTo>
                      <a:pt x="862208" y="930336"/>
                    </a:lnTo>
                    <a:lnTo>
                      <a:pt x="854508" y="909526"/>
                    </a:lnTo>
                    <a:lnTo>
                      <a:pt x="850144" y="885161"/>
                    </a:lnTo>
                    <a:lnTo>
                      <a:pt x="854062" y="864117"/>
                    </a:lnTo>
                    <a:lnTo>
                      <a:pt x="859803" y="852024"/>
                    </a:lnTo>
                    <a:lnTo>
                      <a:pt x="879566" y="848848"/>
                    </a:lnTo>
                    <a:lnTo>
                      <a:pt x="898030" y="8674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3" name="ph473"/>
              <p:cNvSpPr/>
              <p:nvPr/>
            </p:nvSpPr>
            <p:spPr>
              <a:xfrm>
                <a:off x="11694983" y="5576588"/>
                <a:ext cx="95274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3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4" y="895629"/>
                    </a:lnTo>
                    <a:lnTo>
                      <a:pt x="913701" y="869639"/>
                    </a:lnTo>
                    <a:lnTo>
                      <a:pt x="942755" y="871047"/>
                    </a:lnTo>
                    <a:lnTo>
                      <a:pt x="952743" y="876462"/>
                    </a:lnTo>
                    <a:lnTo>
                      <a:pt x="917968" y="8913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4" name="ph474"/>
              <p:cNvSpPr/>
              <p:nvPr/>
            </p:nvSpPr>
            <p:spPr>
              <a:xfrm>
                <a:off x="11542752" y="5148064"/>
                <a:ext cx="93697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5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0" y="888698"/>
                    </a:lnTo>
                    <a:lnTo>
                      <a:pt x="932883" y="881768"/>
                    </a:lnTo>
                    <a:lnTo>
                      <a:pt x="936975" y="882977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5" name="ph475"/>
              <p:cNvSpPr/>
              <p:nvPr/>
            </p:nvSpPr>
            <p:spPr>
              <a:xfrm>
                <a:off x="11582163" y="4768874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6" y="899401"/>
                    </a:lnTo>
                    <a:lnTo>
                      <a:pt x="911393" y="896459"/>
                    </a:lnTo>
                    <a:lnTo>
                      <a:pt x="914807" y="881660"/>
                    </a:lnTo>
                    <a:lnTo>
                      <a:pt x="924446" y="873538"/>
                    </a:lnTo>
                    <a:lnTo>
                      <a:pt x="939846" y="878411"/>
                    </a:lnTo>
                    <a:lnTo>
                      <a:pt x="939749" y="882111"/>
                    </a:lnTo>
                    <a:lnTo>
                      <a:pt x="925028" y="894095"/>
                    </a:lnTo>
                    <a:lnTo>
                      <a:pt x="919384" y="9021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6" name="ph476"/>
              <p:cNvSpPr/>
              <p:nvPr/>
            </p:nvSpPr>
            <p:spPr>
              <a:xfrm>
                <a:off x="11851072" y="6843048"/>
                <a:ext cx="929431" cy="915703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3">
                    <a:moveTo>
                      <a:pt x="914400" y="914400"/>
                    </a:moveTo>
                    <a:lnTo>
                      <a:pt x="858775" y="909563"/>
                    </a:lnTo>
                    <a:lnTo>
                      <a:pt x="850862" y="905086"/>
                    </a:lnTo>
                    <a:lnTo>
                      <a:pt x="881467" y="873430"/>
                    </a:lnTo>
                    <a:lnTo>
                      <a:pt x="901405" y="840527"/>
                    </a:lnTo>
                    <a:lnTo>
                      <a:pt x="918337" y="797590"/>
                    </a:lnTo>
                    <a:lnTo>
                      <a:pt x="920140" y="767846"/>
                    </a:lnTo>
                    <a:lnTo>
                      <a:pt x="924368" y="734312"/>
                    </a:lnTo>
                    <a:lnTo>
                      <a:pt x="929431" y="731813"/>
                    </a:lnTo>
                    <a:lnTo>
                      <a:pt x="929431" y="915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7" name="ph477"/>
              <p:cNvSpPr/>
              <p:nvPr/>
            </p:nvSpPr>
            <p:spPr>
              <a:xfrm>
                <a:off x="10816628" y="6996695"/>
                <a:ext cx="1963875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875" h="921168">
                    <a:moveTo>
                      <a:pt x="914400" y="914400"/>
                    </a:moveTo>
                    <a:lnTo>
                      <a:pt x="1028131" y="869459"/>
                    </a:lnTo>
                    <a:lnTo>
                      <a:pt x="1149601" y="827298"/>
                    </a:lnTo>
                    <a:lnTo>
                      <a:pt x="1177956" y="822713"/>
                    </a:lnTo>
                    <a:lnTo>
                      <a:pt x="1206467" y="813834"/>
                    </a:lnTo>
                    <a:lnTo>
                      <a:pt x="1216998" y="798059"/>
                    </a:lnTo>
                    <a:lnTo>
                      <a:pt x="1227510" y="787501"/>
                    </a:lnTo>
                    <a:lnTo>
                      <a:pt x="1244054" y="759688"/>
                    </a:lnTo>
                    <a:lnTo>
                      <a:pt x="1280633" y="716462"/>
                    </a:lnTo>
                    <a:lnTo>
                      <a:pt x="1345314" y="700724"/>
                    </a:lnTo>
                    <a:lnTo>
                      <a:pt x="1369461" y="680221"/>
                    </a:lnTo>
                    <a:lnTo>
                      <a:pt x="1420082" y="651506"/>
                    </a:lnTo>
                    <a:lnTo>
                      <a:pt x="1535481" y="619289"/>
                    </a:lnTo>
                    <a:lnTo>
                      <a:pt x="1583677" y="612214"/>
                    </a:lnTo>
                    <a:lnTo>
                      <a:pt x="1630904" y="611348"/>
                    </a:lnTo>
                    <a:lnTo>
                      <a:pt x="1672952" y="636760"/>
                    </a:lnTo>
                    <a:lnTo>
                      <a:pt x="1717463" y="668128"/>
                    </a:lnTo>
                    <a:lnTo>
                      <a:pt x="1725473" y="687061"/>
                    </a:lnTo>
                    <a:lnTo>
                      <a:pt x="1701385" y="675257"/>
                    </a:lnTo>
                    <a:lnTo>
                      <a:pt x="1666280" y="647084"/>
                    </a:lnTo>
                    <a:lnTo>
                      <a:pt x="1653305" y="645893"/>
                    </a:lnTo>
                    <a:lnTo>
                      <a:pt x="1683270" y="731587"/>
                    </a:lnTo>
                    <a:lnTo>
                      <a:pt x="1699658" y="761890"/>
                    </a:lnTo>
                    <a:lnTo>
                      <a:pt x="1732785" y="784559"/>
                    </a:lnTo>
                    <a:lnTo>
                      <a:pt x="1760558" y="792193"/>
                    </a:lnTo>
                    <a:lnTo>
                      <a:pt x="1846128" y="778459"/>
                    </a:lnTo>
                    <a:lnTo>
                      <a:pt x="1876520" y="760518"/>
                    </a:lnTo>
                    <a:lnTo>
                      <a:pt x="1885306" y="751440"/>
                    </a:lnTo>
                    <a:lnTo>
                      <a:pt x="1893219" y="755916"/>
                    </a:lnTo>
                    <a:lnTo>
                      <a:pt x="1948844" y="760753"/>
                    </a:lnTo>
                    <a:lnTo>
                      <a:pt x="1963875" y="762057"/>
                    </a:lnTo>
                    <a:lnTo>
                      <a:pt x="1963875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79" name="ph479"/>
              <p:cNvSpPr/>
              <p:nvPr/>
            </p:nvSpPr>
            <p:spPr>
              <a:xfrm>
                <a:off x="9884473" y="6754358"/>
                <a:ext cx="915718" cy="956749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49">
                    <a:moveTo>
                      <a:pt x="914400" y="914400"/>
                    </a:moveTo>
                    <a:lnTo>
                      <a:pt x="915718" y="948637"/>
                    </a:lnTo>
                    <a:lnTo>
                      <a:pt x="909997" y="956749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0" name="ph480"/>
              <p:cNvSpPr/>
              <p:nvPr/>
            </p:nvSpPr>
            <p:spPr>
              <a:xfrm>
                <a:off x="9908561" y="6822924"/>
                <a:ext cx="1097293" cy="1094938"/>
              </a:xfrm>
              <a:custGeom>
                <a:avLst/>
                <a:gdLst/>
                <a:ahLst/>
                <a:cxnLst/>
                <a:rect l="0" t="0" r="0" b="0"/>
                <a:pathLst>
                  <a:path w="1097293" h="1094938">
                    <a:moveTo>
                      <a:pt x="914400" y="914400"/>
                    </a:moveTo>
                    <a:lnTo>
                      <a:pt x="919830" y="928531"/>
                    </a:lnTo>
                    <a:lnTo>
                      <a:pt x="928092" y="943782"/>
                    </a:lnTo>
                    <a:lnTo>
                      <a:pt x="957495" y="932917"/>
                    </a:lnTo>
                    <a:lnTo>
                      <a:pt x="1031195" y="978038"/>
                    </a:lnTo>
                    <a:lnTo>
                      <a:pt x="1075765" y="956073"/>
                    </a:lnTo>
                    <a:lnTo>
                      <a:pt x="1087169" y="954792"/>
                    </a:lnTo>
                    <a:lnTo>
                      <a:pt x="1097293" y="991250"/>
                    </a:lnTo>
                    <a:lnTo>
                      <a:pt x="1086219" y="1027978"/>
                    </a:lnTo>
                    <a:lnTo>
                      <a:pt x="1046925" y="1067162"/>
                    </a:lnTo>
                    <a:lnTo>
                      <a:pt x="1055633" y="1091310"/>
                    </a:lnTo>
                    <a:lnTo>
                      <a:pt x="1064125" y="1094938"/>
                    </a:lnTo>
                    <a:lnTo>
                      <a:pt x="885908" y="1094938"/>
                    </a:lnTo>
                    <a:lnTo>
                      <a:pt x="885908" y="9174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1" name="ph481"/>
              <p:cNvSpPr/>
              <p:nvPr/>
            </p:nvSpPr>
            <p:spPr>
              <a:xfrm>
                <a:off x="10099387" y="7000070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2" name="ph482"/>
              <p:cNvSpPr/>
              <p:nvPr/>
            </p:nvSpPr>
            <p:spPr>
              <a:xfrm>
                <a:off x="10217812" y="6961500"/>
                <a:ext cx="1336760" cy="956362"/>
              </a:xfrm>
              <a:custGeom>
                <a:avLst/>
                <a:gdLst/>
                <a:ahLst/>
                <a:cxnLst/>
                <a:rect l="0" t="0" r="0" b="0"/>
                <a:pathLst>
                  <a:path w="1336760" h="956362">
                    <a:moveTo>
                      <a:pt x="914400" y="914400"/>
                    </a:moveTo>
                    <a:lnTo>
                      <a:pt x="933406" y="902596"/>
                    </a:lnTo>
                    <a:lnTo>
                      <a:pt x="995974" y="894149"/>
                    </a:lnTo>
                    <a:lnTo>
                      <a:pt x="1007359" y="872870"/>
                    </a:lnTo>
                    <a:lnTo>
                      <a:pt x="1032708" y="851465"/>
                    </a:lnTo>
                    <a:lnTo>
                      <a:pt x="1049039" y="828092"/>
                    </a:lnTo>
                    <a:lnTo>
                      <a:pt x="1088139" y="783602"/>
                    </a:lnTo>
                    <a:lnTo>
                      <a:pt x="1128596" y="791616"/>
                    </a:lnTo>
                    <a:lnTo>
                      <a:pt x="1152219" y="800135"/>
                    </a:lnTo>
                    <a:lnTo>
                      <a:pt x="1178150" y="804430"/>
                    </a:lnTo>
                    <a:lnTo>
                      <a:pt x="1201754" y="851862"/>
                    </a:lnTo>
                    <a:lnTo>
                      <a:pt x="1261451" y="904292"/>
                    </a:lnTo>
                    <a:lnTo>
                      <a:pt x="1316300" y="899726"/>
                    </a:lnTo>
                    <a:lnTo>
                      <a:pt x="1335772" y="949323"/>
                    </a:lnTo>
                    <a:lnTo>
                      <a:pt x="1336760" y="956362"/>
                    </a:lnTo>
                    <a:lnTo>
                      <a:pt x="878112" y="9563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3" name="ph483"/>
              <p:cNvSpPr/>
              <p:nvPr/>
            </p:nvSpPr>
            <p:spPr>
              <a:xfrm>
                <a:off x="10621691" y="6886870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2" y="906278"/>
                    </a:lnTo>
                    <a:lnTo>
                      <a:pt x="850920" y="938747"/>
                    </a:lnTo>
                    <a:lnTo>
                      <a:pt x="840951" y="940119"/>
                    </a:lnTo>
                    <a:lnTo>
                      <a:pt x="806331" y="910627"/>
                    </a:lnTo>
                    <a:lnTo>
                      <a:pt x="800784" y="896243"/>
                    </a:lnTo>
                    <a:lnTo>
                      <a:pt x="799640" y="884277"/>
                    </a:lnTo>
                    <a:lnTo>
                      <a:pt x="804586" y="842855"/>
                    </a:lnTo>
                    <a:lnTo>
                      <a:pt x="803674" y="829824"/>
                    </a:lnTo>
                    <a:lnTo>
                      <a:pt x="814555" y="815584"/>
                    </a:lnTo>
                    <a:lnTo>
                      <a:pt x="816242" y="795009"/>
                    </a:lnTo>
                    <a:lnTo>
                      <a:pt x="835482" y="773315"/>
                    </a:lnTo>
                    <a:lnTo>
                      <a:pt x="852549" y="772503"/>
                    </a:lnTo>
                    <a:lnTo>
                      <a:pt x="857980" y="790876"/>
                    </a:lnTo>
                    <a:lnTo>
                      <a:pt x="866145" y="803528"/>
                    </a:lnTo>
                    <a:lnTo>
                      <a:pt x="894908" y="817714"/>
                    </a:lnTo>
                    <a:lnTo>
                      <a:pt x="899194" y="824157"/>
                    </a:lnTo>
                    <a:lnTo>
                      <a:pt x="901793" y="833073"/>
                    </a:lnTo>
                    <a:lnTo>
                      <a:pt x="888410" y="850544"/>
                    </a:lnTo>
                    <a:lnTo>
                      <a:pt x="883872" y="859496"/>
                    </a:lnTo>
                    <a:lnTo>
                      <a:pt x="888119" y="873845"/>
                    </a:lnTo>
                    <a:lnTo>
                      <a:pt x="909434" y="889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4" name="ph484"/>
              <p:cNvSpPr/>
              <p:nvPr/>
            </p:nvSpPr>
            <p:spPr>
              <a:xfrm>
                <a:off x="10649154" y="6990053"/>
                <a:ext cx="961514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4" h="927810">
                    <a:moveTo>
                      <a:pt x="914400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7" y="880775"/>
                    </a:lnTo>
                    <a:lnTo>
                      <a:pt x="947448" y="915031"/>
                    </a:lnTo>
                    <a:lnTo>
                      <a:pt x="961514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5" name="ph485"/>
              <p:cNvSpPr/>
              <p:nvPr/>
            </p:nvSpPr>
            <p:spPr>
              <a:xfrm>
                <a:off x="10104352" y="6849690"/>
                <a:ext cx="94488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8" h="914400">
                    <a:moveTo>
                      <a:pt x="914400" y="914400"/>
                    </a:moveTo>
                    <a:lnTo>
                      <a:pt x="902763" y="899618"/>
                    </a:lnTo>
                    <a:lnTo>
                      <a:pt x="891048" y="895864"/>
                    </a:lnTo>
                    <a:lnTo>
                      <a:pt x="897351" y="877635"/>
                    </a:lnTo>
                    <a:lnTo>
                      <a:pt x="905594" y="871011"/>
                    </a:lnTo>
                    <a:lnTo>
                      <a:pt x="935113" y="882887"/>
                    </a:lnTo>
                    <a:lnTo>
                      <a:pt x="944384" y="906133"/>
                    </a:lnTo>
                    <a:lnTo>
                      <a:pt x="944888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8" name="ph488"/>
              <p:cNvSpPr/>
              <p:nvPr/>
            </p:nvSpPr>
            <p:spPr>
              <a:xfrm>
                <a:off x="10390717" y="6380647"/>
                <a:ext cx="921789" cy="1251635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35">
                    <a:moveTo>
                      <a:pt x="914400" y="914400"/>
                    </a:moveTo>
                    <a:lnTo>
                      <a:pt x="909240" y="925174"/>
                    </a:lnTo>
                    <a:lnTo>
                      <a:pt x="901657" y="932267"/>
                    </a:lnTo>
                    <a:lnTo>
                      <a:pt x="881816" y="939794"/>
                    </a:lnTo>
                    <a:lnTo>
                      <a:pt x="864632" y="950298"/>
                    </a:lnTo>
                    <a:lnTo>
                      <a:pt x="849310" y="968761"/>
                    </a:lnTo>
                    <a:lnTo>
                      <a:pt x="843666" y="995148"/>
                    </a:lnTo>
                    <a:lnTo>
                      <a:pt x="855652" y="1014460"/>
                    </a:lnTo>
                    <a:lnTo>
                      <a:pt x="877452" y="1025037"/>
                    </a:lnTo>
                    <a:lnTo>
                      <a:pt x="882999" y="1061801"/>
                    </a:lnTo>
                    <a:lnTo>
                      <a:pt x="865001" y="1079940"/>
                    </a:lnTo>
                    <a:lnTo>
                      <a:pt x="818822" y="1098043"/>
                    </a:lnTo>
                    <a:lnTo>
                      <a:pt x="813973" y="1141738"/>
                    </a:lnTo>
                    <a:lnTo>
                      <a:pt x="815466" y="1176174"/>
                    </a:lnTo>
                    <a:lnTo>
                      <a:pt x="814632" y="1201208"/>
                    </a:lnTo>
                    <a:lnTo>
                      <a:pt x="810967" y="1235842"/>
                    </a:lnTo>
                    <a:lnTo>
                      <a:pt x="773612" y="1251635"/>
                    </a:lnTo>
                    <a:lnTo>
                      <a:pt x="749504" y="1198879"/>
                    </a:lnTo>
                    <a:lnTo>
                      <a:pt x="749291" y="1177763"/>
                    </a:lnTo>
                    <a:lnTo>
                      <a:pt x="742096" y="1153108"/>
                    </a:lnTo>
                    <a:lnTo>
                      <a:pt x="740738" y="1132100"/>
                    </a:lnTo>
                    <a:lnTo>
                      <a:pt x="732204" y="1098494"/>
                    </a:lnTo>
                    <a:lnTo>
                      <a:pt x="696867" y="1089397"/>
                    </a:lnTo>
                    <a:lnTo>
                      <a:pt x="683155" y="1088206"/>
                    </a:lnTo>
                    <a:lnTo>
                      <a:pt x="663973" y="1094451"/>
                    </a:lnTo>
                    <a:lnTo>
                      <a:pt x="659221" y="1092014"/>
                    </a:lnTo>
                    <a:lnTo>
                      <a:pt x="636258" y="1046117"/>
                    </a:lnTo>
                    <a:lnTo>
                      <a:pt x="640040" y="995473"/>
                    </a:lnTo>
                    <a:lnTo>
                      <a:pt x="627782" y="969917"/>
                    </a:lnTo>
                    <a:lnTo>
                      <a:pt x="626095" y="958347"/>
                    </a:lnTo>
                    <a:lnTo>
                      <a:pt x="626386" y="945533"/>
                    </a:lnTo>
                    <a:lnTo>
                      <a:pt x="616320" y="934975"/>
                    </a:lnTo>
                    <a:lnTo>
                      <a:pt x="604101" y="929380"/>
                    </a:lnTo>
                    <a:lnTo>
                      <a:pt x="598166" y="900881"/>
                    </a:lnTo>
                    <a:lnTo>
                      <a:pt x="612208" y="893969"/>
                    </a:lnTo>
                    <a:lnTo>
                      <a:pt x="646925" y="897308"/>
                    </a:lnTo>
                    <a:lnTo>
                      <a:pt x="657069" y="895358"/>
                    </a:lnTo>
                    <a:lnTo>
                      <a:pt x="666359" y="889420"/>
                    </a:lnTo>
                    <a:lnTo>
                      <a:pt x="694442" y="842567"/>
                    </a:lnTo>
                    <a:lnTo>
                      <a:pt x="693628" y="832243"/>
                    </a:lnTo>
                    <a:lnTo>
                      <a:pt x="696634" y="818851"/>
                    </a:lnTo>
                    <a:lnTo>
                      <a:pt x="727026" y="813888"/>
                    </a:lnTo>
                    <a:lnTo>
                      <a:pt x="740563" y="831990"/>
                    </a:lnTo>
                    <a:lnTo>
                      <a:pt x="737848" y="860976"/>
                    </a:lnTo>
                    <a:lnTo>
                      <a:pt x="739574" y="898120"/>
                    </a:lnTo>
                    <a:lnTo>
                      <a:pt x="757980" y="908227"/>
                    </a:lnTo>
                    <a:lnTo>
                      <a:pt x="765156" y="909707"/>
                    </a:lnTo>
                    <a:lnTo>
                      <a:pt x="772817" y="882273"/>
                    </a:lnTo>
                    <a:lnTo>
                      <a:pt x="778189" y="868935"/>
                    </a:lnTo>
                    <a:lnTo>
                      <a:pt x="785482" y="861499"/>
                    </a:lnTo>
                    <a:lnTo>
                      <a:pt x="787964" y="836430"/>
                    </a:lnTo>
                    <a:lnTo>
                      <a:pt x="783639" y="821125"/>
                    </a:lnTo>
                    <a:lnTo>
                      <a:pt x="774427" y="809718"/>
                    </a:lnTo>
                    <a:lnTo>
                      <a:pt x="808833" y="778675"/>
                    </a:lnTo>
                    <a:lnTo>
                      <a:pt x="844442" y="754093"/>
                    </a:lnTo>
                    <a:lnTo>
                      <a:pt x="865156" y="752812"/>
                    </a:lnTo>
                    <a:lnTo>
                      <a:pt x="886005" y="758822"/>
                    </a:lnTo>
                    <a:lnTo>
                      <a:pt x="905381" y="767124"/>
                    </a:lnTo>
                    <a:lnTo>
                      <a:pt x="915893" y="774271"/>
                    </a:lnTo>
                    <a:lnTo>
                      <a:pt x="921789" y="785750"/>
                    </a:lnTo>
                    <a:lnTo>
                      <a:pt x="908794" y="813112"/>
                    </a:lnTo>
                    <a:lnTo>
                      <a:pt x="905187" y="828092"/>
                    </a:lnTo>
                    <a:lnTo>
                      <a:pt x="913915" y="8774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89" name="ph489"/>
              <p:cNvSpPr/>
              <p:nvPr/>
            </p:nvSpPr>
            <p:spPr>
              <a:xfrm>
                <a:off x="9931525" y="5666488"/>
                <a:ext cx="1046886" cy="1566147"/>
              </a:xfrm>
              <a:custGeom>
                <a:avLst/>
                <a:gdLst/>
                <a:ahLst/>
                <a:cxnLst/>
                <a:rect l="0" t="0" r="0" b="0"/>
                <a:pathLst>
                  <a:path w="1046886" h="1566147">
                    <a:moveTo>
                      <a:pt x="914400" y="914400"/>
                    </a:moveTo>
                    <a:lnTo>
                      <a:pt x="968860" y="870650"/>
                    </a:lnTo>
                    <a:lnTo>
                      <a:pt x="984085" y="870091"/>
                    </a:lnTo>
                    <a:lnTo>
                      <a:pt x="958465" y="902704"/>
                    </a:lnTo>
                    <a:lnTo>
                      <a:pt x="954353" y="915320"/>
                    </a:lnTo>
                    <a:lnTo>
                      <a:pt x="951250" y="934668"/>
                    </a:lnTo>
                    <a:lnTo>
                      <a:pt x="969617" y="976685"/>
                    </a:lnTo>
                    <a:lnTo>
                      <a:pt x="965738" y="1002259"/>
                    </a:lnTo>
                    <a:lnTo>
                      <a:pt x="967037" y="1052578"/>
                    </a:lnTo>
                    <a:lnTo>
                      <a:pt x="949718" y="1078803"/>
                    </a:lnTo>
                    <a:lnTo>
                      <a:pt x="930168" y="1134591"/>
                    </a:lnTo>
                    <a:lnTo>
                      <a:pt x="921750" y="1142803"/>
                    </a:lnTo>
                    <a:lnTo>
                      <a:pt x="919946" y="1207922"/>
                    </a:lnTo>
                    <a:lnTo>
                      <a:pt x="921867" y="1223461"/>
                    </a:lnTo>
                    <a:lnTo>
                      <a:pt x="919093" y="1282750"/>
                    </a:lnTo>
                    <a:lnTo>
                      <a:pt x="939128" y="1307026"/>
                    </a:lnTo>
                    <a:lnTo>
                      <a:pt x="960307" y="1319714"/>
                    </a:lnTo>
                    <a:lnTo>
                      <a:pt x="1030943" y="1319262"/>
                    </a:lnTo>
                    <a:lnTo>
                      <a:pt x="1038274" y="1329929"/>
                    </a:lnTo>
                    <a:lnTo>
                      <a:pt x="1046886" y="1348266"/>
                    </a:lnTo>
                    <a:lnTo>
                      <a:pt x="1040582" y="1379400"/>
                    </a:lnTo>
                    <a:lnTo>
                      <a:pt x="1033038" y="1402881"/>
                    </a:lnTo>
                    <a:lnTo>
                      <a:pt x="1012576" y="1422662"/>
                    </a:lnTo>
                    <a:lnTo>
                      <a:pt x="986316" y="1437408"/>
                    </a:lnTo>
                    <a:lnTo>
                      <a:pt x="969985" y="1438057"/>
                    </a:lnTo>
                    <a:lnTo>
                      <a:pt x="947739" y="1410028"/>
                    </a:lnTo>
                    <a:lnTo>
                      <a:pt x="937169" y="1419125"/>
                    </a:lnTo>
                    <a:lnTo>
                      <a:pt x="926250" y="1433419"/>
                    </a:lnTo>
                    <a:lnTo>
                      <a:pt x="907960" y="1510125"/>
                    </a:lnTo>
                    <a:lnTo>
                      <a:pt x="899291" y="1561942"/>
                    </a:lnTo>
                    <a:lnTo>
                      <a:pt x="894597" y="1566147"/>
                    </a:lnTo>
                    <a:lnTo>
                      <a:pt x="884260" y="1558513"/>
                    </a:lnTo>
                    <a:lnTo>
                      <a:pt x="866397" y="1557917"/>
                    </a:lnTo>
                    <a:lnTo>
                      <a:pt x="862945" y="1559797"/>
                    </a:lnTo>
                    <a:lnTo>
                      <a:pt x="862945" y="9260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0" name="ph490"/>
              <p:cNvSpPr/>
              <p:nvPr/>
            </p:nvSpPr>
            <p:spPr>
              <a:xfrm>
                <a:off x="9884764" y="6352383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1" name="ph491"/>
              <p:cNvSpPr/>
              <p:nvPr/>
            </p:nvSpPr>
            <p:spPr>
              <a:xfrm>
                <a:off x="10016474" y="6427717"/>
                <a:ext cx="940699" cy="1102482"/>
              </a:xfrm>
              <a:custGeom>
                <a:avLst/>
                <a:gdLst/>
                <a:ahLst/>
                <a:cxnLst/>
                <a:rect l="0" t="0" r="0" b="0"/>
                <a:pathLst>
                  <a:path w="940699" h="1102482">
                    <a:moveTo>
                      <a:pt x="914400" y="914399"/>
                    </a:moveTo>
                    <a:lnTo>
                      <a:pt x="924582" y="955532"/>
                    </a:lnTo>
                    <a:lnTo>
                      <a:pt x="940699" y="1001537"/>
                    </a:lnTo>
                    <a:lnTo>
                      <a:pt x="933969" y="1020795"/>
                    </a:lnTo>
                    <a:lnTo>
                      <a:pt x="938546" y="1045467"/>
                    </a:lnTo>
                    <a:lnTo>
                      <a:pt x="933950" y="1071204"/>
                    </a:lnTo>
                    <a:lnTo>
                      <a:pt x="901890" y="1101129"/>
                    </a:lnTo>
                    <a:lnTo>
                      <a:pt x="865932" y="1102482"/>
                    </a:lnTo>
                    <a:lnTo>
                      <a:pt x="828558" y="1088026"/>
                    </a:lnTo>
                    <a:lnTo>
                      <a:pt x="777995" y="1061371"/>
                    </a:lnTo>
                    <a:lnTo>
                      <a:pt x="777995" y="922097"/>
                    </a:lnTo>
                    <a:lnTo>
                      <a:pt x="834822" y="894727"/>
                    </a:lnTo>
                    <a:lnTo>
                      <a:pt x="848224" y="899112"/>
                    </a:lnTo>
                    <a:lnTo>
                      <a:pt x="862208" y="913389"/>
                    </a:lnTo>
                    <a:lnTo>
                      <a:pt x="878306" y="914237"/>
                    </a:lnTo>
                    <a:lnTo>
                      <a:pt x="901676" y="893987"/>
                    </a:lnTo>
                    <a:lnTo>
                      <a:pt x="906118" y="8951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2" name="ph492"/>
              <p:cNvSpPr/>
              <p:nvPr/>
            </p:nvSpPr>
            <p:spPr>
              <a:xfrm>
                <a:off x="10185597" y="6696820"/>
                <a:ext cx="959590" cy="988597"/>
              </a:xfrm>
              <a:custGeom>
                <a:avLst/>
                <a:gdLst/>
                <a:ahLst/>
                <a:cxnLst/>
                <a:rect l="0" t="0" r="0" b="0"/>
                <a:pathLst>
                  <a:path w="959590" h="988597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3" y="922593"/>
                    </a:lnTo>
                    <a:lnTo>
                      <a:pt x="958212" y="937285"/>
                    </a:lnTo>
                    <a:lnTo>
                      <a:pt x="959590" y="969898"/>
                    </a:lnTo>
                    <a:lnTo>
                      <a:pt x="942600" y="979410"/>
                    </a:lnTo>
                    <a:lnTo>
                      <a:pt x="923845" y="976179"/>
                    </a:lnTo>
                    <a:lnTo>
                      <a:pt x="898321" y="988597"/>
                    </a:lnTo>
                    <a:lnTo>
                      <a:pt x="814535" y="935282"/>
                    </a:lnTo>
                    <a:lnTo>
                      <a:pt x="815757" y="890828"/>
                    </a:lnTo>
                    <a:lnTo>
                      <a:pt x="819113" y="873375"/>
                    </a:lnTo>
                    <a:lnTo>
                      <a:pt x="858814" y="869224"/>
                    </a:lnTo>
                    <a:lnTo>
                      <a:pt x="879256" y="8914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3" name="ph493"/>
              <p:cNvSpPr/>
              <p:nvPr/>
            </p:nvSpPr>
            <p:spPr>
              <a:xfrm>
                <a:off x="10017056" y="6728062"/>
                <a:ext cx="9663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0" h="914400">
                    <a:moveTo>
                      <a:pt x="914400" y="914400"/>
                    </a:moveTo>
                    <a:lnTo>
                      <a:pt x="902433" y="884457"/>
                    </a:lnTo>
                    <a:lnTo>
                      <a:pt x="900881" y="875090"/>
                    </a:lnTo>
                    <a:lnTo>
                      <a:pt x="914943" y="855923"/>
                    </a:lnTo>
                    <a:lnTo>
                      <a:pt x="924039" y="834210"/>
                    </a:lnTo>
                    <a:lnTo>
                      <a:pt x="947565" y="800875"/>
                    </a:lnTo>
                    <a:lnTo>
                      <a:pt x="961122" y="761818"/>
                    </a:lnTo>
                    <a:lnTo>
                      <a:pt x="966300" y="762432"/>
                    </a:lnTo>
                    <a:lnTo>
                      <a:pt x="960288" y="797211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4" name="ph494"/>
              <p:cNvSpPr/>
              <p:nvPr/>
            </p:nvSpPr>
            <p:spPr>
              <a:xfrm>
                <a:off x="10378770" y="6651987"/>
                <a:ext cx="921983" cy="935985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5">
                    <a:moveTo>
                      <a:pt x="914400" y="914400"/>
                    </a:moveTo>
                    <a:lnTo>
                      <a:pt x="883911" y="910357"/>
                    </a:lnTo>
                    <a:lnTo>
                      <a:pt x="849543" y="935985"/>
                    </a:lnTo>
                    <a:lnTo>
                      <a:pt x="836510" y="927882"/>
                    </a:lnTo>
                    <a:lnTo>
                      <a:pt x="841436" y="911512"/>
                    </a:lnTo>
                    <a:lnTo>
                      <a:pt x="845024" y="905556"/>
                    </a:lnTo>
                    <a:lnTo>
                      <a:pt x="856583" y="898607"/>
                    </a:lnTo>
                    <a:lnTo>
                      <a:pt x="864303" y="888446"/>
                    </a:lnTo>
                    <a:lnTo>
                      <a:pt x="867328" y="872545"/>
                    </a:lnTo>
                    <a:lnTo>
                      <a:pt x="874485" y="881118"/>
                    </a:lnTo>
                    <a:lnTo>
                      <a:pt x="895761" y="884710"/>
                    </a:lnTo>
                    <a:lnTo>
                      <a:pt x="906157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5" name="ph495"/>
              <p:cNvSpPr/>
              <p:nvPr/>
            </p:nvSpPr>
            <p:spPr>
              <a:xfrm>
                <a:off x="10390795" y="6429053"/>
                <a:ext cx="93309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6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80"/>
                    </a:lnTo>
                    <a:lnTo>
                      <a:pt x="919888" y="867744"/>
                    </a:lnTo>
                    <a:lnTo>
                      <a:pt x="924019" y="868069"/>
                    </a:lnTo>
                    <a:lnTo>
                      <a:pt x="929663" y="880107"/>
                    </a:lnTo>
                    <a:lnTo>
                      <a:pt x="933096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6" name="ph496"/>
              <p:cNvSpPr/>
              <p:nvPr/>
            </p:nvSpPr>
            <p:spPr>
              <a:xfrm>
                <a:off x="9962944" y="6694022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9" y="876028"/>
                    </a:lnTo>
                    <a:lnTo>
                      <a:pt x="871227" y="867979"/>
                    </a:lnTo>
                    <a:lnTo>
                      <a:pt x="884260" y="873123"/>
                    </a:lnTo>
                    <a:lnTo>
                      <a:pt x="900435" y="888969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7" name="ph497"/>
              <p:cNvSpPr/>
              <p:nvPr/>
            </p:nvSpPr>
            <p:spPr>
              <a:xfrm>
                <a:off x="9880070" y="6678855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3"/>
                    </a:lnTo>
                    <a:lnTo>
                      <a:pt x="925862" y="903415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8" name="ph498"/>
              <p:cNvSpPr/>
              <p:nvPr/>
            </p:nvSpPr>
            <p:spPr>
              <a:xfrm>
                <a:off x="9997312" y="6351029"/>
                <a:ext cx="92857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7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3"/>
                    </a:lnTo>
                    <a:lnTo>
                      <a:pt x="905265" y="862095"/>
                    </a:lnTo>
                    <a:lnTo>
                      <a:pt x="899659" y="842892"/>
                    </a:lnTo>
                    <a:lnTo>
                      <a:pt x="905827" y="830546"/>
                    </a:lnTo>
                    <a:lnTo>
                      <a:pt x="923534" y="859298"/>
                    </a:lnTo>
                    <a:lnTo>
                      <a:pt x="928577" y="872816"/>
                    </a:lnTo>
                    <a:lnTo>
                      <a:pt x="921750" y="888969"/>
                    </a:lnTo>
                    <a:lnTo>
                      <a:pt x="917774" y="90775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499" name="ph499"/>
              <p:cNvSpPr/>
              <p:nvPr/>
            </p:nvSpPr>
            <p:spPr>
              <a:xfrm>
                <a:off x="10080943" y="5809883"/>
                <a:ext cx="9467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89" h="914400">
                    <a:moveTo>
                      <a:pt x="914400" y="914400"/>
                    </a:moveTo>
                    <a:lnTo>
                      <a:pt x="887072" y="902145"/>
                    </a:lnTo>
                    <a:lnTo>
                      <a:pt x="899136" y="885017"/>
                    </a:lnTo>
                    <a:lnTo>
                      <a:pt x="929159" y="877129"/>
                    </a:lnTo>
                    <a:lnTo>
                      <a:pt x="946789" y="879728"/>
                    </a:lnTo>
                    <a:lnTo>
                      <a:pt x="927394" y="896730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0" name="ph500"/>
              <p:cNvSpPr/>
              <p:nvPr/>
            </p:nvSpPr>
            <p:spPr>
              <a:xfrm>
                <a:off x="10883172" y="6632008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400" y="914400"/>
                    </a:moveTo>
                    <a:lnTo>
                      <a:pt x="881583" y="904040"/>
                    </a:lnTo>
                    <a:lnTo>
                      <a:pt x="841591" y="878429"/>
                    </a:lnTo>
                    <a:lnTo>
                      <a:pt x="847448" y="828236"/>
                    </a:lnTo>
                    <a:lnTo>
                      <a:pt x="857708" y="806542"/>
                    </a:lnTo>
                    <a:lnTo>
                      <a:pt x="930652" y="862799"/>
                    </a:lnTo>
                    <a:lnTo>
                      <a:pt x="931545" y="884006"/>
                    </a:lnTo>
                    <a:lnTo>
                      <a:pt x="921731" y="90813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1" name="pt501"/>
              <p:cNvSpPr/>
              <p:nvPr/>
            </p:nvSpPr>
            <p:spPr>
              <a:xfrm>
                <a:off x="11312093" y="7210352"/>
                <a:ext cx="117405" cy="117405"/>
              </a:xfrm>
              <a:prstGeom prst="ellipse">
                <a:avLst/>
              </a:prstGeom>
              <a:solidFill>
                <a:srgbClr val="D7466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2" name="pt502"/>
              <p:cNvSpPr/>
              <p:nvPr/>
            </p:nvSpPr>
            <p:spPr>
              <a:xfrm>
                <a:off x="12538824" y="5702414"/>
                <a:ext cx="117405" cy="117405"/>
              </a:xfrm>
              <a:prstGeom prst="ellipse">
                <a:avLst/>
              </a:prstGeom>
              <a:solidFill>
                <a:srgbClr val="00000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3" name="pt503"/>
              <p:cNvSpPr/>
              <p:nvPr/>
            </p:nvSpPr>
            <p:spPr>
              <a:xfrm>
                <a:off x="11242486" y="7047115"/>
                <a:ext cx="117405" cy="117405"/>
              </a:xfrm>
              <a:prstGeom prst="ellipse">
                <a:avLst/>
              </a:prstGeom>
              <a:solidFill>
                <a:srgbClr val="F4846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4" name="pt504"/>
              <p:cNvSpPr/>
              <p:nvPr/>
            </p:nvSpPr>
            <p:spPr>
              <a:xfrm>
                <a:off x="12072492" y="6493313"/>
                <a:ext cx="117405" cy="117405"/>
              </a:xfrm>
              <a:prstGeom prst="ellipse">
                <a:avLst/>
              </a:prstGeom>
              <a:solidFill>
                <a:srgbClr val="00000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5" name="pt505"/>
              <p:cNvSpPr/>
              <p:nvPr/>
            </p:nvSpPr>
            <p:spPr>
              <a:xfrm>
                <a:off x="11997278" y="6877997"/>
                <a:ext cx="117405" cy="117405"/>
              </a:xfrm>
              <a:prstGeom prst="ellipse">
                <a:avLst/>
              </a:prstGeom>
              <a:solidFill>
                <a:srgbClr val="51157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6" name="pt506"/>
              <p:cNvSpPr/>
              <p:nvPr/>
            </p:nvSpPr>
            <p:spPr>
              <a:xfrm>
                <a:off x="11328174" y="7343164"/>
                <a:ext cx="117405" cy="117405"/>
              </a:xfrm>
              <a:prstGeom prst="ellipse">
                <a:avLst/>
              </a:prstGeom>
              <a:solidFill>
                <a:srgbClr val="00000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7" name="pt507"/>
              <p:cNvSpPr/>
              <p:nvPr/>
            </p:nvSpPr>
            <p:spPr>
              <a:xfrm>
                <a:off x="10957339" y="6056355"/>
                <a:ext cx="117405" cy="117405"/>
              </a:xfrm>
              <a:prstGeom prst="ellipse">
                <a:avLst/>
              </a:prstGeom>
              <a:solidFill>
                <a:srgbClr val="641B7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8" name="pt508"/>
              <p:cNvSpPr/>
              <p:nvPr/>
            </p:nvSpPr>
            <p:spPr>
              <a:xfrm>
                <a:off x="11047239" y="6361215"/>
                <a:ext cx="117405" cy="117405"/>
              </a:xfrm>
              <a:prstGeom prst="ellipse">
                <a:avLst/>
              </a:prstGeom>
              <a:solidFill>
                <a:srgbClr val="FCFDB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09" name="pg509"/>
              <p:cNvSpPr/>
              <p:nvPr/>
            </p:nvSpPr>
            <p:spPr>
              <a:xfrm>
                <a:off x="11426983" y="7137790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4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2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10" name="tx510"/>
              <p:cNvSpPr/>
              <p:nvPr/>
            </p:nvSpPr>
            <p:spPr>
              <a:xfrm>
                <a:off x="11472703" y="7183510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511" name="pg511"/>
              <p:cNvSpPr/>
              <p:nvPr/>
            </p:nvSpPr>
            <p:spPr>
              <a:xfrm>
                <a:off x="12469969" y="5509858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1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2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12" name="tx512"/>
              <p:cNvSpPr/>
              <p:nvPr/>
            </p:nvSpPr>
            <p:spPr>
              <a:xfrm>
                <a:off x="12515689" y="5555578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513" name="pg513"/>
              <p:cNvSpPr/>
              <p:nvPr/>
            </p:nvSpPr>
            <p:spPr>
              <a:xfrm>
                <a:off x="10976794" y="6854744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1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14" name="tx514"/>
              <p:cNvSpPr/>
              <p:nvPr/>
            </p:nvSpPr>
            <p:spPr>
              <a:xfrm>
                <a:off x="11022514" y="6900464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515" name="pg515"/>
              <p:cNvSpPr/>
              <p:nvPr/>
            </p:nvSpPr>
            <p:spPr>
              <a:xfrm>
                <a:off x="12049486" y="6300183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1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2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16" name="tx516"/>
              <p:cNvSpPr/>
              <p:nvPr/>
            </p:nvSpPr>
            <p:spPr>
              <a:xfrm>
                <a:off x="12095206" y="6345903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517" name="pg517"/>
              <p:cNvSpPr/>
              <p:nvPr/>
            </p:nvSpPr>
            <p:spPr>
              <a:xfrm>
                <a:off x="11997096" y="6996261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1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18" name="tx518"/>
              <p:cNvSpPr/>
              <p:nvPr/>
            </p:nvSpPr>
            <p:spPr>
              <a:xfrm>
                <a:off x="12042816" y="7041981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519" name="pg519"/>
              <p:cNvSpPr/>
              <p:nvPr/>
            </p:nvSpPr>
            <p:spPr>
              <a:xfrm>
                <a:off x="11312412" y="7461226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1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20" name="tx520"/>
              <p:cNvSpPr/>
              <p:nvPr/>
            </p:nvSpPr>
            <p:spPr>
              <a:xfrm>
                <a:off x="11358132" y="7506946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523" name="pg523"/>
              <p:cNvSpPr/>
              <p:nvPr/>
            </p:nvSpPr>
            <p:spPr>
              <a:xfrm>
                <a:off x="10827711" y="6479711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2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24" name="tx524"/>
              <p:cNvSpPr/>
              <p:nvPr/>
            </p:nvSpPr>
            <p:spPr>
              <a:xfrm>
                <a:off x="10873431" y="6525431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525" name="rc525"/>
              <p:cNvSpPr/>
              <p:nvPr/>
            </p:nvSpPr>
            <p:spPr>
              <a:xfrm>
                <a:off x="10695169" y="5201065"/>
                <a:ext cx="2184636" cy="2846169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26" name="tx526"/>
              <p:cNvSpPr/>
              <p:nvPr/>
            </p:nvSpPr>
            <p:spPr>
              <a:xfrm>
                <a:off x="10382816" y="787717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527" name="tx527"/>
              <p:cNvSpPr/>
              <p:nvPr/>
            </p:nvSpPr>
            <p:spPr>
              <a:xfrm>
                <a:off x="10507174" y="785870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28" name="tx528"/>
              <p:cNvSpPr/>
              <p:nvPr/>
            </p:nvSpPr>
            <p:spPr>
              <a:xfrm>
                <a:off x="10551888" y="787717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529" name="tx529"/>
              <p:cNvSpPr/>
              <p:nvPr/>
            </p:nvSpPr>
            <p:spPr>
              <a:xfrm>
                <a:off x="10382816" y="750754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530" name="tx530"/>
              <p:cNvSpPr/>
              <p:nvPr/>
            </p:nvSpPr>
            <p:spPr>
              <a:xfrm>
                <a:off x="10507174" y="748906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31" name="tx531"/>
              <p:cNvSpPr/>
              <p:nvPr/>
            </p:nvSpPr>
            <p:spPr>
              <a:xfrm>
                <a:off x="10551888" y="750754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532" name="tx532"/>
              <p:cNvSpPr/>
              <p:nvPr/>
            </p:nvSpPr>
            <p:spPr>
              <a:xfrm>
                <a:off x="10382816" y="713809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533" name="tx533"/>
              <p:cNvSpPr/>
              <p:nvPr/>
            </p:nvSpPr>
            <p:spPr>
              <a:xfrm>
                <a:off x="10507174" y="711961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34" name="tx534"/>
              <p:cNvSpPr/>
              <p:nvPr/>
            </p:nvSpPr>
            <p:spPr>
              <a:xfrm>
                <a:off x="10551888" y="713809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535" name="tx535"/>
              <p:cNvSpPr/>
              <p:nvPr/>
            </p:nvSpPr>
            <p:spPr>
              <a:xfrm>
                <a:off x="10382816" y="6768275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536" name="tx536"/>
              <p:cNvSpPr/>
              <p:nvPr/>
            </p:nvSpPr>
            <p:spPr>
              <a:xfrm>
                <a:off x="10507174" y="6749804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37" name="tx537"/>
              <p:cNvSpPr/>
              <p:nvPr/>
            </p:nvSpPr>
            <p:spPr>
              <a:xfrm>
                <a:off x="10551888" y="6768275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538" name="tx538"/>
              <p:cNvSpPr/>
              <p:nvPr/>
            </p:nvSpPr>
            <p:spPr>
              <a:xfrm>
                <a:off x="10382816" y="6398826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539" name="tx539"/>
              <p:cNvSpPr/>
              <p:nvPr/>
            </p:nvSpPr>
            <p:spPr>
              <a:xfrm>
                <a:off x="10507174" y="638035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40" name="tx540"/>
              <p:cNvSpPr/>
              <p:nvPr/>
            </p:nvSpPr>
            <p:spPr>
              <a:xfrm>
                <a:off x="10551888" y="6398826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541" name="tx541"/>
              <p:cNvSpPr/>
              <p:nvPr/>
            </p:nvSpPr>
            <p:spPr>
              <a:xfrm>
                <a:off x="10382816" y="602919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542" name="tx542"/>
              <p:cNvSpPr/>
              <p:nvPr/>
            </p:nvSpPr>
            <p:spPr>
              <a:xfrm>
                <a:off x="10507174" y="601072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43" name="tx543"/>
              <p:cNvSpPr/>
              <p:nvPr/>
            </p:nvSpPr>
            <p:spPr>
              <a:xfrm>
                <a:off x="10551888" y="602919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544" name="tx544"/>
              <p:cNvSpPr/>
              <p:nvPr/>
            </p:nvSpPr>
            <p:spPr>
              <a:xfrm>
                <a:off x="10382816" y="565956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545" name="tx545"/>
              <p:cNvSpPr/>
              <p:nvPr/>
            </p:nvSpPr>
            <p:spPr>
              <a:xfrm>
                <a:off x="10507174" y="564109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46" name="tx546"/>
              <p:cNvSpPr/>
              <p:nvPr/>
            </p:nvSpPr>
            <p:spPr>
              <a:xfrm>
                <a:off x="10551888" y="565956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547" name="tx547"/>
              <p:cNvSpPr/>
              <p:nvPr/>
            </p:nvSpPr>
            <p:spPr>
              <a:xfrm>
                <a:off x="10382816" y="528992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548" name="tx548"/>
              <p:cNvSpPr/>
              <p:nvPr/>
            </p:nvSpPr>
            <p:spPr>
              <a:xfrm>
                <a:off x="10507174" y="527145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49" name="tx549"/>
              <p:cNvSpPr/>
              <p:nvPr/>
            </p:nvSpPr>
            <p:spPr>
              <a:xfrm>
                <a:off x="10551888" y="528992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550" name="pl550"/>
              <p:cNvSpPr/>
              <p:nvPr/>
            </p:nvSpPr>
            <p:spPr>
              <a:xfrm>
                <a:off x="10660374" y="791786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1" name="pl551"/>
              <p:cNvSpPr/>
              <p:nvPr/>
            </p:nvSpPr>
            <p:spPr>
              <a:xfrm>
                <a:off x="10660374" y="75482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2" name="pl552"/>
              <p:cNvSpPr/>
              <p:nvPr/>
            </p:nvSpPr>
            <p:spPr>
              <a:xfrm>
                <a:off x="10660374" y="7178598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3" name="pl553"/>
              <p:cNvSpPr/>
              <p:nvPr/>
            </p:nvSpPr>
            <p:spPr>
              <a:xfrm>
                <a:off x="10660374" y="680896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4" name="pl554"/>
              <p:cNvSpPr/>
              <p:nvPr/>
            </p:nvSpPr>
            <p:spPr>
              <a:xfrm>
                <a:off x="10660374" y="6439334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5" name="pl555"/>
              <p:cNvSpPr/>
              <p:nvPr/>
            </p:nvSpPr>
            <p:spPr>
              <a:xfrm>
                <a:off x="10660374" y="606970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6" name="pl556"/>
              <p:cNvSpPr/>
              <p:nvPr/>
            </p:nvSpPr>
            <p:spPr>
              <a:xfrm>
                <a:off x="10660374" y="570006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7" name="pl557"/>
              <p:cNvSpPr/>
              <p:nvPr/>
            </p:nvSpPr>
            <p:spPr>
              <a:xfrm>
                <a:off x="10660374" y="533043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8" name="pl558"/>
              <p:cNvSpPr/>
              <p:nvPr/>
            </p:nvSpPr>
            <p:spPr>
              <a:xfrm>
                <a:off x="10794470" y="8047234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59" name="pl559"/>
              <p:cNvSpPr/>
              <p:nvPr/>
            </p:nvSpPr>
            <p:spPr>
              <a:xfrm>
                <a:off x="11191677" y="8047234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60" name="pl560"/>
              <p:cNvSpPr/>
              <p:nvPr/>
            </p:nvSpPr>
            <p:spPr>
              <a:xfrm>
                <a:off x="11588884" y="8047234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61" name="pl561"/>
              <p:cNvSpPr/>
              <p:nvPr/>
            </p:nvSpPr>
            <p:spPr>
              <a:xfrm>
                <a:off x="11986090" y="8047234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62" name="pl562"/>
              <p:cNvSpPr/>
              <p:nvPr/>
            </p:nvSpPr>
            <p:spPr>
              <a:xfrm>
                <a:off x="12383297" y="8047234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63" name="pl563"/>
              <p:cNvSpPr/>
              <p:nvPr/>
            </p:nvSpPr>
            <p:spPr>
              <a:xfrm>
                <a:off x="12780503" y="8047234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64" name="tx564"/>
              <p:cNvSpPr/>
              <p:nvPr/>
            </p:nvSpPr>
            <p:spPr>
              <a:xfrm>
                <a:off x="10672672" y="811023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565" name="tx565"/>
              <p:cNvSpPr/>
              <p:nvPr/>
            </p:nvSpPr>
            <p:spPr>
              <a:xfrm>
                <a:off x="10797031" y="809175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66" name="tx566"/>
              <p:cNvSpPr/>
              <p:nvPr/>
            </p:nvSpPr>
            <p:spPr>
              <a:xfrm>
                <a:off x="10841745" y="8110230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567" name="tx567"/>
              <p:cNvSpPr/>
              <p:nvPr/>
            </p:nvSpPr>
            <p:spPr>
              <a:xfrm>
                <a:off x="11069879" y="811023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568" name="tx568"/>
              <p:cNvSpPr/>
              <p:nvPr/>
            </p:nvSpPr>
            <p:spPr>
              <a:xfrm>
                <a:off x="11194237" y="809175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69" name="tx569"/>
              <p:cNvSpPr/>
              <p:nvPr/>
            </p:nvSpPr>
            <p:spPr>
              <a:xfrm>
                <a:off x="11238951" y="8110230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570" name="tx570"/>
              <p:cNvSpPr/>
              <p:nvPr/>
            </p:nvSpPr>
            <p:spPr>
              <a:xfrm>
                <a:off x="11467085" y="811023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571" name="tx571"/>
              <p:cNvSpPr/>
              <p:nvPr/>
            </p:nvSpPr>
            <p:spPr>
              <a:xfrm>
                <a:off x="11591444" y="809175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72" name="tx572"/>
              <p:cNvSpPr/>
              <p:nvPr/>
            </p:nvSpPr>
            <p:spPr>
              <a:xfrm>
                <a:off x="11636158" y="8110230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573" name="tx573"/>
              <p:cNvSpPr/>
              <p:nvPr/>
            </p:nvSpPr>
            <p:spPr>
              <a:xfrm>
                <a:off x="11864292" y="811023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574" name="tx574"/>
              <p:cNvSpPr/>
              <p:nvPr/>
            </p:nvSpPr>
            <p:spPr>
              <a:xfrm>
                <a:off x="11988651" y="809175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75" name="tx575"/>
              <p:cNvSpPr/>
              <p:nvPr/>
            </p:nvSpPr>
            <p:spPr>
              <a:xfrm>
                <a:off x="12033365" y="8110230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576" name="tx576"/>
              <p:cNvSpPr/>
              <p:nvPr/>
            </p:nvSpPr>
            <p:spPr>
              <a:xfrm>
                <a:off x="12261499" y="811023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577" name="tx577"/>
              <p:cNvSpPr/>
              <p:nvPr/>
            </p:nvSpPr>
            <p:spPr>
              <a:xfrm>
                <a:off x="12385857" y="809175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78" name="tx578"/>
              <p:cNvSpPr/>
              <p:nvPr/>
            </p:nvSpPr>
            <p:spPr>
              <a:xfrm>
                <a:off x="12430571" y="8110230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579" name="tx579"/>
              <p:cNvSpPr/>
              <p:nvPr/>
            </p:nvSpPr>
            <p:spPr>
              <a:xfrm>
                <a:off x="12658705" y="811023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580" name="tx580"/>
              <p:cNvSpPr/>
              <p:nvPr/>
            </p:nvSpPr>
            <p:spPr>
              <a:xfrm>
                <a:off x="12783064" y="809175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581" name="tx581"/>
              <p:cNvSpPr/>
              <p:nvPr/>
            </p:nvSpPr>
            <p:spPr>
              <a:xfrm>
                <a:off x="12827778" y="8110230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582" name="tx582"/>
              <p:cNvSpPr/>
              <p:nvPr/>
            </p:nvSpPr>
            <p:spPr>
              <a:xfrm>
                <a:off x="11480523" y="8254044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583" name="tx583"/>
              <p:cNvSpPr/>
              <p:nvPr/>
            </p:nvSpPr>
            <p:spPr>
              <a:xfrm rot="16200000">
                <a:off x="10012975" y="6574132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585" name="tx585"/>
              <p:cNvSpPr/>
              <p:nvPr/>
            </p:nvSpPr>
            <p:spPr>
              <a:xfrm>
                <a:off x="13088572" y="5915260"/>
                <a:ext cx="543610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Relative </a:t>
                </a:r>
              </a:p>
            </p:txBody>
          </p:sp>
          <p:pic>
            <p:nvPicPr>
              <p:cNvPr id="587" name="pic58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3088572" y="625126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588" name="pl588"/>
              <p:cNvSpPr/>
              <p:nvPr/>
            </p:nvSpPr>
            <p:spPr>
              <a:xfrm>
                <a:off x="13264137" y="734671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89" name="pl589"/>
              <p:cNvSpPr/>
              <p:nvPr/>
            </p:nvSpPr>
            <p:spPr>
              <a:xfrm>
                <a:off x="13264137" y="707330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0" name="pl590"/>
              <p:cNvSpPr/>
              <p:nvPr/>
            </p:nvSpPr>
            <p:spPr>
              <a:xfrm>
                <a:off x="13264137" y="679990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1" name="pl591"/>
              <p:cNvSpPr/>
              <p:nvPr/>
            </p:nvSpPr>
            <p:spPr>
              <a:xfrm>
                <a:off x="13264137" y="652649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2" name="pl592"/>
              <p:cNvSpPr/>
              <p:nvPr/>
            </p:nvSpPr>
            <p:spPr>
              <a:xfrm>
                <a:off x="13264137" y="625309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3" name="pl593"/>
              <p:cNvSpPr/>
              <p:nvPr/>
            </p:nvSpPr>
            <p:spPr>
              <a:xfrm>
                <a:off x="13088572" y="734671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4" name="pl594"/>
              <p:cNvSpPr/>
              <p:nvPr/>
            </p:nvSpPr>
            <p:spPr>
              <a:xfrm>
                <a:off x="13088572" y="707330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5" name="pl595"/>
              <p:cNvSpPr/>
              <p:nvPr/>
            </p:nvSpPr>
            <p:spPr>
              <a:xfrm>
                <a:off x="13088572" y="679990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6" name="pl596"/>
              <p:cNvSpPr/>
              <p:nvPr/>
            </p:nvSpPr>
            <p:spPr>
              <a:xfrm>
                <a:off x="13088572" y="652649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7" name="pl597"/>
              <p:cNvSpPr/>
              <p:nvPr/>
            </p:nvSpPr>
            <p:spPr>
              <a:xfrm>
                <a:off x="13088572" y="625309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98" name="tx598"/>
              <p:cNvSpPr/>
              <p:nvPr/>
            </p:nvSpPr>
            <p:spPr>
              <a:xfrm>
                <a:off x="13377617" y="7306708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-1.00</a:t>
                </a:r>
              </a:p>
            </p:txBody>
          </p:sp>
          <p:sp>
            <p:nvSpPr>
              <p:cNvPr id="599" name="tx599"/>
              <p:cNvSpPr/>
              <p:nvPr/>
            </p:nvSpPr>
            <p:spPr>
              <a:xfrm>
                <a:off x="13377617" y="7033302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-0.75</a:t>
                </a:r>
              </a:p>
            </p:txBody>
          </p:sp>
          <p:sp>
            <p:nvSpPr>
              <p:cNvPr id="600" name="tx600"/>
              <p:cNvSpPr/>
              <p:nvPr/>
            </p:nvSpPr>
            <p:spPr>
              <a:xfrm>
                <a:off x="13377617" y="6759897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-0.50</a:t>
                </a:r>
              </a:p>
            </p:txBody>
          </p:sp>
          <p:sp>
            <p:nvSpPr>
              <p:cNvPr id="601" name="tx601"/>
              <p:cNvSpPr/>
              <p:nvPr/>
            </p:nvSpPr>
            <p:spPr>
              <a:xfrm>
                <a:off x="13377617" y="6486491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-0.25</a:t>
                </a:r>
              </a:p>
            </p:txBody>
          </p:sp>
          <p:sp>
            <p:nvSpPr>
              <p:cNvPr id="602" name="tx602"/>
              <p:cNvSpPr/>
              <p:nvPr/>
            </p:nvSpPr>
            <p:spPr>
              <a:xfrm>
                <a:off x="13377617" y="6213085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0.00</a:t>
                </a:r>
              </a:p>
            </p:txBody>
          </p:sp>
          <p:sp>
            <p:nvSpPr>
              <p:cNvPr id="608" name="tx302">
                <a:extLst>
                  <a:ext uri="{FF2B5EF4-FFF2-40B4-BE49-F238E27FC236}">
                    <a16:creationId xmlns:a16="http://schemas.microsoft.com/office/drawing/2014/main" id="{699CE49C-AD2A-00F0-6188-4DB533F558B9}"/>
                  </a:ext>
                </a:extLst>
              </p:cNvPr>
              <p:cNvSpPr/>
              <p:nvPr/>
            </p:nvSpPr>
            <p:spPr>
              <a:xfrm>
                <a:off x="10284575" y="4613303"/>
                <a:ext cx="2952328" cy="46275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(</a:t>
                </a:r>
                <a:r>
                  <a:rPr lang="en-US"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D</a:t>
                </a:r>
                <a:r>
                  <a:rPr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) </a:t>
                </a:r>
                <a:r>
                  <a:rPr lang="en-US"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Current</a:t>
                </a:r>
                <a:r>
                  <a:rPr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 Future </a:t>
                </a:r>
                <a:r>
                  <a:rPr lang="en-US"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Relative </a:t>
                </a:r>
                <a:r>
                  <a:rPr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Survival</a:t>
                </a:r>
                <a:r>
                  <a:rPr lang="en-US"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 </a:t>
                </a:r>
              </a:p>
              <a:p>
                <a:r>
                  <a:rPr lang="en-US"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       Offset</a:t>
                </a:r>
                <a:r>
                  <a:rPr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 </a:t>
                </a:r>
                <a:r>
                  <a:rPr lang="en-US" sz="14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in Future Treatments</a:t>
                </a:r>
                <a:endPara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615" name="ph177">
                <a:extLst>
                  <a:ext uri="{FF2B5EF4-FFF2-40B4-BE49-F238E27FC236}">
                    <a16:creationId xmlns:a16="http://schemas.microsoft.com/office/drawing/2014/main" id="{DA01A1B7-F3DE-947F-E51B-12540784995F}"/>
                  </a:ext>
                </a:extLst>
              </p:cNvPr>
              <p:cNvSpPr/>
              <p:nvPr/>
            </p:nvSpPr>
            <p:spPr>
              <a:xfrm>
                <a:off x="10338879" y="4456543"/>
                <a:ext cx="968823" cy="1653363"/>
              </a:xfrm>
              <a:custGeom>
                <a:avLst/>
                <a:gdLst/>
                <a:ahLst/>
                <a:cxnLst/>
                <a:rect l="0" t="0" r="0" b="0"/>
                <a:pathLst>
                  <a:path w="968823" h="1653363">
                    <a:moveTo>
                      <a:pt x="914400" y="914400"/>
                    </a:moveTo>
                    <a:lnTo>
                      <a:pt x="940351" y="989249"/>
                    </a:lnTo>
                    <a:lnTo>
                      <a:pt x="961899" y="1042475"/>
                    </a:lnTo>
                    <a:lnTo>
                      <a:pt x="968823" y="1077563"/>
                    </a:lnTo>
                    <a:lnTo>
                      <a:pt x="961705" y="1113137"/>
                    </a:lnTo>
                    <a:lnTo>
                      <a:pt x="954354" y="1131349"/>
                    </a:lnTo>
                    <a:lnTo>
                      <a:pt x="954121" y="1155878"/>
                    </a:lnTo>
                    <a:lnTo>
                      <a:pt x="948458" y="1204700"/>
                    </a:lnTo>
                    <a:lnTo>
                      <a:pt x="931758" y="1229373"/>
                    </a:lnTo>
                    <a:lnTo>
                      <a:pt x="909900" y="1256284"/>
                    </a:lnTo>
                    <a:lnTo>
                      <a:pt x="885520" y="1276373"/>
                    </a:lnTo>
                    <a:lnTo>
                      <a:pt x="866182" y="1282022"/>
                    </a:lnTo>
                    <a:lnTo>
                      <a:pt x="849580" y="1284351"/>
                    </a:lnTo>
                    <a:lnTo>
                      <a:pt x="838427" y="1294566"/>
                    </a:lnTo>
                    <a:lnTo>
                      <a:pt x="828322" y="1324582"/>
                    </a:lnTo>
                    <a:lnTo>
                      <a:pt x="818993" y="1356114"/>
                    </a:lnTo>
                    <a:lnTo>
                      <a:pt x="788503" y="1394883"/>
                    </a:lnTo>
                    <a:lnTo>
                      <a:pt x="789318" y="1408384"/>
                    </a:lnTo>
                    <a:lnTo>
                      <a:pt x="800936" y="1454336"/>
                    </a:lnTo>
                    <a:lnTo>
                      <a:pt x="811817" y="1506661"/>
                    </a:lnTo>
                    <a:lnTo>
                      <a:pt x="802623" y="1555573"/>
                    </a:lnTo>
                    <a:lnTo>
                      <a:pt x="794749" y="1606923"/>
                    </a:lnTo>
                    <a:lnTo>
                      <a:pt x="780959" y="1641144"/>
                    </a:lnTo>
                    <a:lnTo>
                      <a:pt x="761253" y="1653363"/>
                    </a:lnTo>
                    <a:lnTo>
                      <a:pt x="746784" y="1647263"/>
                    </a:lnTo>
                    <a:lnTo>
                      <a:pt x="730414" y="1600317"/>
                    </a:lnTo>
                    <a:lnTo>
                      <a:pt x="730045" y="1589524"/>
                    </a:lnTo>
                    <a:lnTo>
                      <a:pt x="725972" y="1575175"/>
                    </a:lnTo>
                    <a:lnTo>
                      <a:pt x="679540" y="1560880"/>
                    </a:lnTo>
                    <a:lnTo>
                      <a:pt x="671335" y="1561403"/>
                    </a:lnTo>
                    <a:lnTo>
                      <a:pt x="653084" y="1553029"/>
                    </a:lnTo>
                    <a:lnTo>
                      <a:pt x="642378" y="1550664"/>
                    </a:lnTo>
                    <a:lnTo>
                      <a:pt x="620422" y="1545827"/>
                    </a:lnTo>
                    <a:lnTo>
                      <a:pt x="602171" y="1504404"/>
                    </a:lnTo>
                    <a:lnTo>
                      <a:pt x="582776" y="1469949"/>
                    </a:lnTo>
                    <a:lnTo>
                      <a:pt x="580021" y="1455546"/>
                    </a:lnTo>
                    <a:lnTo>
                      <a:pt x="580681" y="1391111"/>
                    </a:lnTo>
                    <a:lnTo>
                      <a:pt x="574746" y="1362449"/>
                    </a:lnTo>
                    <a:lnTo>
                      <a:pt x="572923" y="1331206"/>
                    </a:lnTo>
                    <a:lnTo>
                      <a:pt x="560723" y="1356619"/>
                    </a:lnTo>
                    <a:lnTo>
                      <a:pt x="567802" y="1396796"/>
                    </a:lnTo>
                    <a:lnTo>
                      <a:pt x="552751" y="1413654"/>
                    </a:lnTo>
                    <a:lnTo>
                      <a:pt x="533763" y="1421848"/>
                    </a:lnTo>
                    <a:lnTo>
                      <a:pt x="535548" y="1445384"/>
                    </a:lnTo>
                    <a:lnTo>
                      <a:pt x="543345" y="1449842"/>
                    </a:lnTo>
                    <a:lnTo>
                      <a:pt x="544974" y="1474281"/>
                    </a:lnTo>
                    <a:lnTo>
                      <a:pt x="540358" y="1510451"/>
                    </a:lnTo>
                    <a:lnTo>
                      <a:pt x="502983" y="1590877"/>
                    </a:lnTo>
                    <a:lnTo>
                      <a:pt x="495438" y="1599523"/>
                    </a:lnTo>
                    <a:lnTo>
                      <a:pt x="490317" y="1610388"/>
                    </a:lnTo>
                    <a:lnTo>
                      <a:pt x="471193" y="1603169"/>
                    </a:lnTo>
                    <a:lnTo>
                      <a:pt x="454688" y="1618237"/>
                    </a:lnTo>
                    <a:lnTo>
                      <a:pt x="454688" y="874529"/>
                    </a:lnTo>
                    <a:lnTo>
                      <a:pt x="910425" y="874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521" name="pg521"/>
              <p:cNvSpPr/>
              <p:nvPr/>
            </p:nvSpPr>
            <p:spPr>
              <a:xfrm>
                <a:off x="10963776" y="5863842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2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616" name="tx522">
                <a:extLst>
                  <a:ext uri="{FF2B5EF4-FFF2-40B4-BE49-F238E27FC236}">
                    <a16:creationId xmlns:a16="http://schemas.microsoft.com/office/drawing/2014/main" id="{C3F7C439-F61A-C918-6D76-D78EFB8A5A2A}"/>
                  </a:ext>
                </a:extLst>
              </p:cNvPr>
              <p:cNvSpPr/>
              <p:nvPr/>
            </p:nvSpPr>
            <p:spPr>
              <a:xfrm>
                <a:off x="11009496" y="5909562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</p:grpSp>
        <p:sp>
          <p:nvSpPr>
            <p:cNvPr id="619" name="tx152">
              <a:extLst>
                <a:ext uri="{FF2B5EF4-FFF2-40B4-BE49-F238E27FC236}">
                  <a16:creationId xmlns:a16="http://schemas.microsoft.com/office/drawing/2014/main" id="{3A82E3CA-F446-AE27-C8B1-E0E6A08E5722}"/>
                </a:ext>
              </a:extLst>
            </p:cNvPr>
            <p:cNvSpPr/>
            <p:nvPr/>
          </p:nvSpPr>
          <p:spPr>
            <a:xfrm>
              <a:off x="-221996" y="467545"/>
              <a:ext cx="3353836" cy="1636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(A)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in Future Treatments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A4082-536D-B494-7636-FD0D776D7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43" name="Group 1942">
            <a:extLst>
              <a:ext uri="{FF2B5EF4-FFF2-40B4-BE49-F238E27FC236}">
                <a16:creationId xmlns:a16="http://schemas.microsoft.com/office/drawing/2014/main" id="{B6AE2D68-9F64-E408-BEBB-99B5AB6DF97D}"/>
              </a:ext>
            </a:extLst>
          </p:cNvPr>
          <p:cNvGrpSpPr/>
          <p:nvPr/>
        </p:nvGrpSpPr>
        <p:grpSpPr>
          <a:xfrm>
            <a:off x="225281" y="508052"/>
            <a:ext cx="8693437" cy="8127896"/>
            <a:chOff x="-502920" y="241694"/>
            <a:chExt cx="8693437" cy="8127896"/>
          </a:xfrm>
        </p:grpSpPr>
        <p:sp>
          <p:nvSpPr>
            <p:cNvPr id="152" name="tx152">
              <a:extLst>
                <a:ext uri="{FF2B5EF4-FFF2-40B4-BE49-F238E27FC236}">
                  <a16:creationId xmlns:a16="http://schemas.microsoft.com/office/drawing/2014/main" id="{8CDB3AD8-470C-9975-FBE6-CF64406FADD2}"/>
                </a:ext>
              </a:extLst>
            </p:cNvPr>
            <p:cNvSpPr/>
            <p:nvPr/>
          </p:nvSpPr>
          <p:spPr>
            <a:xfrm>
              <a:off x="-438020" y="416781"/>
              <a:ext cx="3353836" cy="4627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(A)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Length Change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in Future </a:t>
              </a:r>
              <a:endParaRPr lang="en-US"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Treatments</a:t>
              </a:r>
            </a:p>
          </p:txBody>
        </p:sp>
        <p:sp>
          <p:nvSpPr>
            <p:cNvPr id="302" name="tx302">
              <a:extLst>
                <a:ext uri="{FF2B5EF4-FFF2-40B4-BE49-F238E27FC236}">
                  <a16:creationId xmlns:a16="http://schemas.microsoft.com/office/drawing/2014/main" id="{5C53276B-DF23-86DE-3433-7F5109E7CFF2}"/>
                </a:ext>
              </a:extLst>
            </p:cNvPr>
            <p:cNvSpPr/>
            <p:nvPr/>
          </p:nvSpPr>
          <p:spPr>
            <a:xfrm>
              <a:off x="4477927" y="416781"/>
              <a:ext cx="3128995" cy="4627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(B)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Future Relative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  <a:endParaRPr lang="en-US"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Change in Future Treatments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sp>
          <p:nvSpPr>
            <p:cNvPr id="606" name="tx302">
              <a:extLst>
                <a:ext uri="{FF2B5EF4-FFF2-40B4-BE49-F238E27FC236}">
                  <a16:creationId xmlns:a16="http://schemas.microsoft.com/office/drawing/2014/main" id="{CC10D885-6D7C-F736-BF98-0FE74B38F456}"/>
                </a:ext>
              </a:extLst>
            </p:cNvPr>
            <p:cNvSpPr/>
            <p:nvPr/>
          </p:nvSpPr>
          <p:spPr>
            <a:xfrm>
              <a:off x="-193001" y="4644369"/>
              <a:ext cx="3128995" cy="4627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)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Future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Length Change</a:t>
              </a:r>
            </a:p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Offset in Future Treatments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grpSp>
          <p:nvGrpSpPr>
            <p:cNvPr id="1052" name="Group 1051">
              <a:extLst>
                <a:ext uri="{FF2B5EF4-FFF2-40B4-BE49-F238E27FC236}">
                  <a16:creationId xmlns:a16="http://schemas.microsoft.com/office/drawing/2014/main" id="{D0C4DF7B-D5C5-E327-9C76-A306DB69911A}"/>
                </a:ext>
              </a:extLst>
            </p:cNvPr>
            <p:cNvGrpSpPr/>
            <p:nvPr/>
          </p:nvGrpSpPr>
          <p:grpSpPr>
            <a:xfrm>
              <a:off x="-502920" y="251521"/>
              <a:ext cx="4233426" cy="3898259"/>
              <a:chOff x="3889709" y="573417"/>
              <a:chExt cx="4233426" cy="3898259"/>
            </a:xfrm>
          </p:grpSpPr>
          <p:sp>
            <p:nvSpPr>
              <p:cNvPr id="1053" name="ph28">
                <a:extLst>
                  <a:ext uri="{FF2B5EF4-FFF2-40B4-BE49-F238E27FC236}">
                    <a16:creationId xmlns:a16="http://schemas.microsoft.com/office/drawing/2014/main" id="{51BA7E65-EB0A-3132-623D-FEBDF1159A64}"/>
                  </a:ext>
                </a:extLst>
              </p:cNvPr>
              <p:cNvSpPr/>
              <p:nvPr/>
            </p:nvSpPr>
            <p:spPr>
              <a:xfrm>
                <a:off x="4349420" y="573417"/>
                <a:ext cx="968823" cy="1653363"/>
              </a:xfrm>
              <a:custGeom>
                <a:avLst/>
                <a:gdLst/>
                <a:ahLst/>
                <a:cxnLst/>
                <a:rect l="0" t="0" r="0" b="0"/>
                <a:pathLst>
                  <a:path w="968823" h="1653363">
                    <a:moveTo>
                      <a:pt x="914400" y="914400"/>
                    </a:moveTo>
                    <a:lnTo>
                      <a:pt x="940351" y="989249"/>
                    </a:lnTo>
                    <a:lnTo>
                      <a:pt x="961899" y="1042475"/>
                    </a:lnTo>
                    <a:lnTo>
                      <a:pt x="968823" y="1077563"/>
                    </a:lnTo>
                    <a:lnTo>
                      <a:pt x="961705" y="1113137"/>
                    </a:lnTo>
                    <a:lnTo>
                      <a:pt x="954354" y="1131349"/>
                    </a:lnTo>
                    <a:lnTo>
                      <a:pt x="954121" y="1155878"/>
                    </a:lnTo>
                    <a:lnTo>
                      <a:pt x="948458" y="1204700"/>
                    </a:lnTo>
                    <a:lnTo>
                      <a:pt x="931758" y="1229373"/>
                    </a:lnTo>
                    <a:lnTo>
                      <a:pt x="909900" y="1256284"/>
                    </a:lnTo>
                    <a:lnTo>
                      <a:pt x="885520" y="1276373"/>
                    </a:lnTo>
                    <a:lnTo>
                      <a:pt x="866182" y="1282022"/>
                    </a:lnTo>
                    <a:lnTo>
                      <a:pt x="849580" y="1284351"/>
                    </a:lnTo>
                    <a:lnTo>
                      <a:pt x="838427" y="1294566"/>
                    </a:lnTo>
                    <a:lnTo>
                      <a:pt x="828322" y="1324582"/>
                    </a:lnTo>
                    <a:lnTo>
                      <a:pt x="818993" y="1356114"/>
                    </a:lnTo>
                    <a:lnTo>
                      <a:pt x="788503" y="1394883"/>
                    </a:lnTo>
                    <a:lnTo>
                      <a:pt x="789318" y="1408384"/>
                    </a:lnTo>
                    <a:lnTo>
                      <a:pt x="800936" y="1454336"/>
                    </a:lnTo>
                    <a:lnTo>
                      <a:pt x="811817" y="1506661"/>
                    </a:lnTo>
                    <a:lnTo>
                      <a:pt x="802623" y="1555573"/>
                    </a:lnTo>
                    <a:lnTo>
                      <a:pt x="794749" y="1606923"/>
                    </a:lnTo>
                    <a:lnTo>
                      <a:pt x="780959" y="1641144"/>
                    </a:lnTo>
                    <a:lnTo>
                      <a:pt x="761253" y="1653363"/>
                    </a:lnTo>
                    <a:lnTo>
                      <a:pt x="746784" y="1647263"/>
                    </a:lnTo>
                    <a:lnTo>
                      <a:pt x="730414" y="1600317"/>
                    </a:lnTo>
                    <a:lnTo>
                      <a:pt x="730045" y="1589524"/>
                    </a:lnTo>
                    <a:lnTo>
                      <a:pt x="725972" y="1575175"/>
                    </a:lnTo>
                    <a:lnTo>
                      <a:pt x="679540" y="1560880"/>
                    </a:lnTo>
                    <a:lnTo>
                      <a:pt x="671335" y="1561403"/>
                    </a:lnTo>
                    <a:lnTo>
                      <a:pt x="653084" y="1553029"/>
                    </a:lnTo>
                    <a:lnTo>
                      <a:pt x="642378" y="1550664"/>
                    </a:lnTo>
                    <a:lnTo>
                      <a:pt x="620422" y="1545827"/>
                    </a:lnTo>
                    <a:lnTo>
                      <a:pt x="602171" y="1504404"/>
                    </a:lnTo>
                    <a:lnTo>
                      <a:pt x="582776" y="1469949"/>
                    </a:lnTo>
                    <a:lnTo>
                      <a:pt x="580021" y="1455546"/>
                    </a:lnTo>
                    <a:lnTo>
                      <a:pt x="580681" y="1391111"/>
                    </a:lnTo>
                    <a:lnTo>
                      <a:pt x="574746" y="1362449"/>
                    </a:lnTo>
                    <a:lnTo>
                      <a:pt x="572923" y="1331206"/>
                    </a:lnTo>
                    <a:lnTo>
                      <a:pt x="560723" y="1356619"/>
                    </a:lnTo>
                    <a:lnTo>
                      <a:pt x="567802" y="1396796"/>
                    </a:lnTo>
                    <a:lnTo>
                      <a:pt x="552751" y="1413654"/>
                    </a:lnTo>
                    <a:lnTo>
                      <a:pt x="533763" y="1421848"/>
                    </a:lnTo>
                    <a:lnTo>
                      <a:pt x="535548" y="1445384"/>
                    </a:lnTo>
                    <a:lnTo>
                      <a:pt x="543345" y="1449842"/>
                    </a:lnTo>
                    <a:lnTo>
                      <a:pt x="544974" y="1474281"/>
                    </a:lnTo>
                    <a:lnTo>
                      <a:pt x="540358" y="1510451"/>
                    </a:lnTo>
                    <a:lnTo>
                      <a:pt x="502983" y="1590877"/>
                    </a:lnTo>
                    <a:lnTo>
                      <a:pt x="495438" y="1599523"/>
                    </a:lnTo>
                    <a:lnTo>
                      <a:pt x="490317" y="1610388"/>
                    </a:lnTo>
                    <a:lnTo>
                      <a:pt x="471193" y="1603169"/>
                    </a:lnTo>
                    <a:lnTo>
                      <a:pt x="454688" y="1618237"/>
                    </a:lnTo>
                    <a:lnTo>
                      <a:pt x="454688" y="874529"/>
                    </a:lnTo>
                    <a:lnTo>
                      <a:pt x="910425" y="874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54" name="ph36">
                <a:extLst>
                  <a:ext uri="{FF2B5EF4-FFF2-40B4-BE49-F238E27FC236}">
                    <a16:creationId xmlns:a16="http://schemas.microsoft.com/office/drawing/2014/main" id="{42DBF44F-8483-6C2D-DB1C-F86C4C4D4850}"/>
                  </a:ext>
                </a:extLst>
              </p:cNvPr>
              <p:cNvSpPr/>
              <p:nvPr/>
            </p:nvSpPr>
            <p:spPr>
              <a:xfrm>
                <a:off x="5875806" y="773419"/>
                <a:ext cx="914400" cy="1013957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7">
                    <a:moveTo>
                      <a:pt x="914400" y="914400"/>
                    </a:moveTo>
                    <a:lnTo>
                      <a:pt x="914400" y="1010223"/>
                    </a:lnTo>
                    <a:lnTo>
                      <a:pt x="874639" y="1013957"/>
                    </a:lnTo>
                    <a:lnTo>
                      <a:pt x="863952" y="1007586"/>
                    </a:lnTo>
                    <a:lnTo>
                      <a:pt x="849308" y="958041"/>
                    </a:lnTo>
                    <a:lnTo>
                      <a:pt x="852218" y="945244"/>
                    </a:lnTo>
                    <a:lnTo>
                      <a:pt x="862070" y="939794"/>
                    </a:lnTo>
                    <a:lnTo>
                      <a:pt x="870508" y="938621"/>
                    </a:lnTo>
                    <a:lnTo>
                      <a:pt x="871749" y="965297"/>
                    </a:lnTo>
                    <a:lnTo>
                      <a:pt x="884143" y="962644"/>
                    </a:lnTo>
                    <a:lnTo>
                      <a:pt x="888022" y="945064"/>
                    </a:lnTo>
                    <a:lnTo>
                      <a:pt x="888894" y="932682"/>
                    </a:lnTo>
                    <a:lnTo>
                      <a:pt x="885539" y="926437"/>
                    </a:lnTo>
                    <a:lnTo>
                      <a:pt x="877121" y="921600"/>
                    </a:lnTo>
                    <a:lnTo>
                      <a:pt x="872253" y="913298"/>
                    </a:lnTo>
                    <a:lnTo>
                      <a:pt x="879255" y="899941"/>
                    </a:lnTo>
                    <a:lnTo>
                      <a:pt x="892211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55" name="rc5">
                <a:extLst>
                  <a:ext uri="{FF2B5EF4-FFF2-40B4-BE49-F238E27FC236}">
                    <a16:creationId xmlns:a16="http://schemas.microsoft.com/office/drawing/2014/main" id="{5B1F9B5F-D1E8-FA18-6E30-7655E3F7F06E}"/>
                  </a:ext>
                </a:extLst>
              </p:cNvPr>
              <p:cNvSpPr/>
              <p:nvPr/>
            </p:nvSpPr>
            <p:spPr>
              <a:xfrm>
                <a:off x="4704804" y="1318571"/>
                <a:ext cx="2184706" cy="284626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56" name="pl6">
                <a:extLst>
                  <a:ext uri="{FF2B5EF4-FFF2-40B4-BE49-F238E27FC236}">
                    <a16:creationId xmlns:a16="http://schemas.microsoft.com/office/drawing/2014/main" id="{8074C9AE-2E4D-43AF-EDAE-03D1D4610009}"/>
                  </a:ext>
                </a:extLst>
              </p:cNvPr>
              <p:cNvSpPr/>
              <p:nvPr/>
            </p:nvSpPr>
            <p:spPr>
              <a:xfrm>
                <a:off x="4804109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57" name="pl7">
                <a:extLst>
                  <a:ext uri="{FF2B5EF4-FFF2-40B4-BE49-F238E27FC236}">
                    <a16:creationId xmlns:a16="http://schemas.microsoft.com/office/drawing/2014/main" id="{710141B2-D20A-953D-BD38-8D5EBF57197D}"/>
                  </a:ext>
                </a:extLst>
              </p:cNvPr>
              <p:cNvSpPr/>
              <p:nvPr/>
            </p:nvSpPr>
            <p:spPr>
              <a:xfrm>
                <a:off x="5201328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58" name="pl8">
                <a:extLst>
                  <a:ext uri="{FF2B5EF4-FFF2-40B4-BE49-F238E27FC236}">
                    <a16:creationId xmlns:a16="http://schemas.microsoft.com/office/drawing/2014/main" id="{8DD0282B-FF20-799E-884B-271ACB8B204D}"/>
                  </a:ext>
                </a:extLst>
              </p:cNvPr>
              <p:cNvSpPr/>
              <p:nvPr/>
            </p:nvSpPr>
            <p:spPr>
              <a:xfrm>
                <a:off x="5598548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59" name="pl9">
                <a:extLst>
                  <a:ext uri="{FF2B5EF4-FFF2-40B4-BE49-F238E27FC236}">
                    <a16:creationId xmlns:a16="http://schemas.microsoft.com/office/drawing/2014/main" id="{47D79812-B446-5C99-37E2-9AA539AA39BC}"/>
                  </a:ext>
                </a:extLst>
              </p:cNvPr>
              <p:cNvSpPr/>
              <p:nvPr/>
            </p:nvSpPr>
            <p:spPr>
              <a:xfrm>
                <a:off x="5995767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0" name="pl10">
                <a:extLst>
                  <a:ext uri="{FF2B5EF4-FFF2-40B4-BE49-F238E27FC236}">
                    <a16:creationId xmlns:a16="http://schemas.microsoft.com/office/drawing/2014/main" id="{25C3729A-895A-AED2-D8C5-CE81EA754B84}"/>
                  </a:ext>
                </a:extLst>
              </p:cNvPr>
              <p:cNvSpPr/>
              <p:nvPr/>
            </p:nvSpPr>
            <p:spPr>
              <a:xfrm>
                <a:off x="6392986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1" name="pl11">
                <a:extLst>
                  <a:ext uri="{FF2B5EF4-FFF2-40B4-BE49-F238E27FC236}">
                    <a16:creationId xmlns:a16="http://schemas.microsoft.com/office/drawing/2014/main" id="{033A7899-361D-A653-4630-795474227494}"/>
                  </a:ext>
                </a:extLst>
              </p:cNvPr>
              <p:cNvSpPr/>
              <p:nvPr/>
            </p:nvSpPr>
            <p:spPr>
              <a:xfrm>
                <a:off x="6790206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2" name="pl12">
                <a:extLst>
                  <a:ext uri="{FF2B5EF4-FFF2-40B4-BE49-F238E27FC236}">
                    <a16:creationId xmlns:a16="http://schemas.microsoft.com/office/drawing/2014/main" id="{17D3989C-E2F0-DD55-E240-78DB008D781D}"/>
                  </a:ext>
                </a:extLst>
              </p:cNvPr>
              <p:cNvSpPr/>
              <p:nvPr/>
            </p:nvSpPr>
            <p:spPr>
              <a:xfrm>
                <a:off x="4704804" y="403545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3" name="pl13">
                <a:extLst>
                  <a:ext uri="{FF2B5EF4-FFF2-40B4-BE49-F238E27FC236}">
                    <a16:creationId xmlns:a16="http://schemas.microsoft.com/office/drawing/2014/main" id="{ACB2EE89-119F-1A32-5B64-8BCDD25561A3}"/>
                  </a:ext>
                </a:extLst>
              </p:cNvPr>
              <p:cNvSpPr/>
              <p:nvPr/>
            </p:nvSpPr>
            <p:spPr>
              <a:xfrm>
                <a:off x="4704804" y="3665812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4" name="pl14">
                <a:extLst>
                  <a:ext uri="{FF2B5EF4-FFF2-40B4-BE49-F238E27FC236}">
                    <a16:creationId xmlns:a16="http://schemas.microsoft.com/office/drawing/2014/main" id="{3021ACEC-C593-F5E3-AEF0-F5DFF4E0D2D3}"/>
                  </a:ext>
                </a:extLst>
              </p:cNvPr>
              <p:cNvSpPr/>
              <p:nvPr/>
            </p:nvSpPr>
            <p:spPr>
              <a:xfrm>
                <a:off x="4704804" y="3296167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5" name="pl15">
                <a:extLst>
                  <a:ext uri="{FF2B5EF4-FFF2-40B4-BE49-F238E27FC236}">
                    <a16:creationId xmlns:a16="http://schemas.microsoft.com/office/drawing/2014/main" id="{D37B4DEE-40D0-CC30-001E-F2E04FD26D55}"/>
                  </a:ext>
                </a:extLst>
              </p:cNvPr>
              <p:cNvSpPr/>
              <p:nvPr/>
            </p:nvSpPr>
            <p:spPr>
              <a:xfrm>
                <a:off x="4704804" y="2926523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6" name="pl16">
                <a:extLst>
                  <a:ext uri="{FF2B5EF4-FFF2-40B4-BE49-F238E27FC236}">
                    <a16:creationId xmlns:a16="http://schemas.microsoft.com/office/drawing/2014/main" id="{42892E5A-21F8-CB06-8422-621D42751151}"/>
                  </a:ext>
                </a:extLst>
              </p:cNvPr>
              <p:cNvSpPr/>
              <p:nvPr/>
            </p:nvSpPr>
            <p:spPr>
              <a:xfrm>
                <a:off x="4704804" y="2556879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7" name="pl17">
                <a:extLst>
                  <a:ext uri="{FF2B5EF4-FFF2-40B4-BE49-F238E27FC236}">
                    <a16:creationId xmlns:a16="http://schemas.microsoft.com/office/drawing/2014/main" id="{0EDBCFEF-9AB9-4CC3-7DFB-3FAC3EE1145F}"/>
                  </a:ext>
                </a:extLst>
              </p:cNvPr>
              <p:cNvSpPr/>
              <p:nvPr/>
            </p:nvSpPr>
            <p:spPr>
              <a:xfrm>
                <a:off x="4704804" y="2187235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8" name="pl18">
                <a:extLst>
                  <a:ext uri="{FF2B5EF4-FFF2-40B4-BE49-F238E27FC236}">
                    <a16:creationId xmlns:a16="http://schemas.microsoft.com/office/drawing/2014/main" id="{4620F94C-1FE1-CF03-D355-F9A3265AA039}"/>
                  </a:ext>
                </a:extLst>
              </p:cNvPr>
              <p:cNvSpPr/>
              <p:nvPr/>
            </p:nvSpPr>
            <p:spPr>
              <a:xfrm>
                <a:off x="4704804" y="1817590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69" name="pl19">
                <a:extLst>
                  <a:ext uri="{FF2B5EF4-FFF2-40B4-BE49-F238E27FC236}">
                    <a16:creationId xmlns:a16="http://schemas.microsoft.com/office/drawing/2014/main" id="{352469A6-F420-39D4-4028-2B55BDF6F88D}"/>
                  </a:ext>
                </a:extLst>
              </p:cNvPr>
              <p:cNvSpPr/>
              <p:nvPr/>
            </p:nvSpPr>
            <p:spPr>
              <a:xfrm>
                <a:off x="4704804" y="144794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0" name="ph20">
                <a:extLst>
                  <a:ext uri="{FF2B5EF4-FFF2-40B4-BE49-F238E27FC236}">
                    <a16:creationId xmlns:a16="http://schemas.microsoft.com/office/drawing/2014/main" id="{9EE26524-7F04-AEF3-4989-AC9A42C46923}"/>
                  </a:ext>
                </a:extLst>
              </p:cNvPr>
              <p:cNvSpPr/>
              <p:nvPr/>
            </p:nvSpPr>
            <p:spPr>
              <a:xfrm>
                <a:off x="5675955" y="1711932"/>
                <a:ext cx="930827" cy="1243975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75">
                    <a:moveTo>
                      <a:pt x="914400" y="914400"/>
                    </a:moveTo>
                    <a:lnTo>
                      <a:pt x="904741" y="940462"/>
                    </a:lnTo>
                    <a:lnTo>
                      <a:pt x="891435" y="944866"/>
                    </a:lnTo>
                    <a:lnTo>
                      <a:pt x="878673" y="953548"/>
                    </a:lnTo>
                    <a:lnTo>
                      <a:pt x="874115" y="1036014"/>
                    </a:lnTo>
                    <a:lnTo>
                      <a:pt x="897351" y="1067347"/>
                    </a:lnTo>
                    <a:lnTo>
                      <a:pt x="884589" y="1071733"/>
                    </a:lnTo>
                    <a:lnTo>
                      <a:pt x="872913" y="1081118"/>
                    </a:lnTo>
                    <a:lnTo>
                      <a:pt x="864573" y="1094998"/>
                    </a:lnTo>
                    <a:lnTo>
                      <a:pt x="856039" y="1124869"/>
                    </a:lnTo>
                    <a:lnTo>
                      <a:pt x="823978" y="1141799"/>
                    </a:lnTo>
                    <a:lnTo>
                      <a:pt x="811836" y="1154325"/>
                    </a:lnTo>
                    <a:lnTo>
                      <a:pt x="793934" y="1182193"/>
                    </a:lnTo>
                    <a:lnTo>
                      <a:pt x="784605" y="1222641"/>
                    </a:lnTo>
                    <a:lnTo>
                      <a:pt x="766470" y="1239896"/>
                    </a:lnTo>
                    <a:lnTo>
                      <a:pt x="746105" y="1243975"/>
                    </a:lnTo>
                    <a:lnTo>
                      <a:pt x="758053" y="1210837"/>
                    </a:lnTo>
                    <a:lnTo>
                      <a:pt x="773705" y="1183835"/>
                    </a:lnTo>
                    <a:lnTo>
                      <a:pt x="758654" y="1165317"/>
                    </a:lnTo>
                    <a:lnTo>
                      <a:pt x="749596" y="1136330"/>
                    </a:lnTo>
                    <a:lnTo>
                      <a:pt x="737901" y="1114094"/>
                    </a:lnTo>
                    <a:lnTo>
                      <a:pt x="747210" y="1089259"/>
                    </a:lnTo>
                    <a:lnTo>
                      <a:pt x="742633" y="1048558"/>
                    </a:lnTo>
                    <a:lnTo>
                      <a:pt x="744146" y="1008832"/>
                    </a:lnTo>
                    <a:lnTo>
                      <a:pt x="757723" y="988780"/>
                    </a:lnTo>
                    <a:lnTo>
                      <a:pt x="773278" y="972427"/>
                    </a:lnTo>
                    <a:lnTo>
                      <a:pt x="797503" y="934831"/>
                    </a:lnTo>
                    <a:lnTo>
                      <a:pt x="823764" y="907577"/>
                    </a:lnTo>
                    <a:lnTo>
                      <a:pt x="860402" y="895322"/>
                    </a:lnTo>
                    <a:lnTo>
                      <a:pt x="876947" y="906620"/>
                    </a:lnTo>
                    <a:lnTo>
                      <a:pt x="884084" y="881839"/>
                    </a:lnTo>
                    <a:lnTo>
                      <a:pt x="895896" y="876190"/>
                    </a:lnTo>
                    <a:lnTo>
                      <a:pt x="906990" y="881911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1" name="ph21">
                <a:extLst>
                  <a:ext uri="{FF2B5EF4-FFF2-40B4-BE49-F238E27FC236}">
                    <a16:creationId xmlns:a16="http://schemas.microsoft.com/office/drawing/2014/main" id="{5788E786-7FFE-D741-24EC-329C7E8535ED}"/>
                  </a:ext>
                </a:extLst>
              </p:cNvPr>
              <p:cNvSpPr/>
              <p:nvPr/>
            </p:nvSpPr>
            <p:spPr>
              <a:xfrm>
                <a:off x="5176133" y="2292984"/>
                <a:ext cx="104161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4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29" y="888264"/>
                    </a:lnTo>
                    <a:lnTo>
                      <a:pt x="897913" y="824407"/>
                    </a:lnTo>
                    <a:lnTo>
                      <a:pt x="901521" y="792857"/>
                    </a:lnTo>
                    <a:lnTo>
                      <a:pt x="944831" y="679058"/>
                    </a:lnTo>
                    <a:lnTo>
                      <a:pt x="964168" y="669763"/>
                    </a:lnTo>
                    <a:lnTo>
                      <a:pt x="991361" y="600021"/>
                    </a:lnTo>
                    <a:lnTo>
                      <a:pt x="998692" y="568995"/>
                    </a:lnTo>
                    <a:lnTo>
                      <a:pt x="1010485" y="541055"/>
                    </a:lnTo>
                    <a:lnTo>
                      <a:pt x="1017448" y="516075"/>
                    </a:lnTo>
                    <a:lnTo>
                      <a:pt x="1023286" y="505986"/>
                    </a:lnTo>
                    <a:lnTo>
                      <a:pt x="1035970" y="510715"/>
                    </a:lnTo>
                    <a:lnTo>
                      <a:pt x="1041614" y="515317"/>
                    </a:lnTo>
                    <a:lnTo>
                      <a:pt x="1028251" y="529865"/>
                    </a:lnTo>
                    <a:lnTo>
                      <a:pt x="1029803" y="548798"/>
                    </a:lnTo>
                    <a:lnTo>
                      <a:pt x="1028872" y="556650"/>
                    </a:lnTo>
                    <a:lnTo>
                      <a:pt x="995143" y="639007"/>
                    </a:lnTo>
                    <a:lnTo>
                      <a:pt x="986124" y="692487"/>
                    </a:lnTo>
                    <a:lnTo>
                      <a:pt x="974157" y="705536"/>
                    </a:lnTo>
                    <a:lnTo>
                      <a:pt x="924602" y="89579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2" name="ph22">
                <a:extLst>
                  <a:ext uri="{FF2B5EF4-FFF2-40B4-BE49-F238E27FC236}">
                    <a16:creationId xmlns:a16="http://schemas.microsoft.com/office/drawing/2014/main" id="{52156636-ECC4-800E-5350-AACF0C93B57A}"/>
                  </a:ext>
                </a:extLst>
              </p:cNvPr>
              <p:cNvSpPr/>
              <p:nvPr/>
            </p:nvSpPr>
            <p:spPr>
              <a:xfrm>
                <a:off x="4181805" y="1306280"/>
                <a:ext cx="2407890" cy="2231492"/>
              </a:xfrm>
              <a:custGeom>
                <a:avLst/>
                <a:gdLst/>
                <a:ahLst/>
                <a:cxnLst/>
                <a:rect l="0" t="0" r="0" b="0"/>
                <a:pathLst>
                  <a:path w="2407890" h="2231492">
                    <a:moveTo>
                      <a:pt x="914400" y="914400"/>
                    </a:moveTo>
                    <a:lnTo>
                      <a:pt x="928869" y="920500"/>
                    </a:lnTo>
                    <a:lnTo>
                      <a:pt x="948574" y="908281"/>
                    </a:lnTo>
                    <a:lnTo>
                      <a:pt x="962365" y="874060"/>
                    </a:lnTo>
                    <a:lnTo>
                      <a:pt x="970239" y="822710"/>
                    </a:lnTo>
                    <a:lnTo>
                      <a:pt x="979433" y="773798"/>
                    </a:lnTo>
                    <a:lnTo>
                      <a:pt x="968552" y="721473"/>
                    </a:lnTo>
                    <a:lnTo>
                      <a:pt x="956934" y="675521"/>
                    </a:lnTo>
                    <a:lnTo>
                      <a:pt x="956119" y="662020"/>
                    </a:lnTo>
                    <a:lnTo>
                      <a:pt x="986609" y="623251"/>
                    </a:lnTo>
                    <a:lnTo>
                      <a:pt x="995938" y="591719"/>
                    </a:lnTo>
                    <a:lnTo>
                      <a:pt x="1006043" y="561703"/>
                    </a:lnTo>
                    <a:lnTo>
                      <a:pt x="1017196" y="551488"/>
                    </a:lnTo>
                    <a:lnTo>
                      <a:pt x="1033798" y="549159"/>
                    </a:lnTo>
                    <a:lnTo>
                      <a:pt x="1053135" y="543510"/>
                    </a:lnTo>
                    <a:lnTo>
                      <a:pt x="1077515" y="523421"/>
                    </a:lnTo>
                    <a:lnTo>
                      <a:pt x="1099374" y="496510"/>
                    </a:lnTo>
                    <a:lnTo>
                      <a:pt x="1116074" y="471837"/>
                    </a:lnTo>
                    <a:lnTo>
                      <a:pt x="1121737" y="423015"/>
                    </a:lnTo>
                    <a:lnTo>
                      <a:pt x="1121970" y="398486"/>
                    </a:lnTo>
                    <a:lnTo>
                      <a:pt x="1129321" y="380274"/>
                    </a:lnTo>
                    <a:lnTo>
                      <a:pt x="1136439" y="344700"/>
                    </a:lnTo>
                    <a:lnTo>
                      <a:pt x="1129515" y="309612"/>
                    </a:lnTo>
                    <a:lnTo>
                      <a:pt x="1107966" y="256386"/>
                    </a:lnTo>
                    <a:lnTo>
                      <a:pt x="1082015" y="181536"/>
                    </a:lnTo>
                    <a:lnTo>
                      <a:pt x="1078041" y="141666"/>
                    </a:lnTo>
                    <a:lnTo>
                      <a:pt x="2054379" y="141666"/>
                    </a:lnTo>
                    <a:lnTo>
                      <a:pt x="2054854" y="146900"/>
                    </a:lnTo>
                    <a:lnTo>
                      <a:pt x="2052875" y="159463"/>
                    </a:lnTo>
                    <a:lnTo>
                      <a:pt x="2067965" y="211101"/>
                    </a:lnTo>
                    <a:lnTo>
                      <a:pt x="2064454" y="229204"/>
                    </a:lnTo>
                    <a:lnTo>
                      <a:pt x="2062418" y="252271"/>
                    </a:lnTo>
                    <a:lnTo>
                      <a:pt x="2084044" y="274435"/>
                    </a:lnTo>
                    <a:lnTo>
                      <a:pt x="2103342" y="274074"/>
                    </a:lnTo>
                    <a:lnTo>
                      <a:pt x="2122893" y="273731"/>
                    </a:lnTo>
                    <a:lnTo>
                      <a:pt x="2130360" y="279290"/>
                    </a:lnTo>
                    <a:lnTo>
                      <a:pt x="2137847" y="294975"/>
                    </a:lnTo>
                    <a:lnTo>
                      <a:pt x="2143879" y="313493"/>
                    </a:lnTo>
                    <a:lnTo>
                      <a:pt x="2159977" y="311959"/>
                    </a:lnTo>
                    <a:lnTo>
                      <a:pt x="2185676" y="296888"/>
                    </a:lnTo>
                    <a:lnTo>
                      <a:pt x="2202395" y="293296"/>
                    </a:lnTo>
                    <a:lnTo>
                      <a:pt x="2213431" y="322265"/>
                    </a:lnTo>
                    <a:lnTo>
                      <a:pt x="2243455" y="360529"/>
                    </a:lnTo>
                    <a:lnTo>
                      <a:pt x="2260931" y="377675"/>
                    </a:lnTo>
                    <a:lnTo>
                      <a:pt x="2290625" y="386700"/>
                    </a:lnTo>
                    <a:lnTo>
                      <a:pt x="2321910" y="417582"/>
                    </a:lnTo>
                    <a:lnTo>
                      <a:pt x="2317527" y="454799"/>
                    </a:lnTo>
                    <a:lnTo>
                      <a:pt x="2330580" y="467235"/>
                    </a:lnTo>
                    <a:lnTo>
                      <a:pt x="2367489" y="481927"/>
                    </a:lnTo>
                    <a:lnTo>
                      <a:pt x="2380543" y="501744"/>
                    </a:lnTo>
                    <a:lnTo>
                      <a:pt x="2386807" y="518638"/>
                    </a:lnTo>
                    <a:lnTo>
                      <a:pt x="2396524" y="532644"/>
                    </a:lnTo>
                    <a:lnTo>
                      <a:pt x="2407890" y="574969"/>
                    </a:lnTo>
                    <a:lnTo>
                      <a:pt x="2403933" y="601050"/>
                    </a:lnTo>
                    <a:lnTo>
                      <a:pt x="2389057" y="610021"/>
                    </a:lnTo>
                    <a:lnTo>
                      <a:pt x="2353932" y="637960"/>
                    </a:lnTo>
                    <a:lnTo>
                      <a:pt x="2338280" y="658825"/>
                    </a:lnTo>
                    <a:lnTo>
                      <a:pt x="2326002" y="671820"/>
                    </a:lnTo>
                    <a:lnTo>
                      <a:pt x="2291110" y="699688"/>
                    </a:lnTo>
                    <a:lnTo>
                      <a:pt x="2278328" y="704688"/>
                    </a:lnTo>
                    <a:lnTo>
                      <a:pt x="2266090" y="719181"/>
                    </a:lnTo>
                    <a:lnTo>
                      <a:pt x="2254259" y="725516"/>
                    </a:lnTo>
                    <a:lnTo>
                      <a:pt x="2243669" y="721870"/>
                    </a:lnTo>
                    <a:lnTo>
                      <a:pt x="2204082" y="748114"/>
                    </a:lnTo>
                    <a:lnTo>
                      <a:pt x="2207166" y="759322"/>
                    </a:lnTo>
                    <a:lnTo>
                      <a:pt x="2237520" y="764069"/>
                    </a:lnTo>
                    <a:lnTo>
                      <a:pt x="2252998" y="758438"/>
                    </a:lnTo>
                    <a:lnTo>
                      <a:pt x="2264907" y="745244"/>
                    </a:lnTo>
                    <a:lnTo>
                      <a:pt x="2277921" y="742212"/>
                    </a:lnTo>
                    <a:lnTo>
                      <a:pt x="2289791" y="744702"/>
                    </a:lnTo>
                    <a:lnTo>
                      <a:pt x="2302379" y="734306"/>
                    </a:lnTo>
                    <a:lnTo>
                      <a:pt x="2312251" y="730155"/>
                    </a:lnTo>
                    <a:lnTo>
                      <a:pt x="2322453" y="735136"/>
                    </a:lnTo>
                    <a:lnTo>
                      <a:pt x="2333838" y="760062"/>
                    </a:lnTo>
                    <a:lnTo>
                      <a:pt x="2310215" y="773039"/>
                    </a:lnTo>
                    <a:lnTo>
                      <a:pt x="2293457" y="773635"/>
                    </a:lnTo>
                    <a:lnTo>
                      <a:pt x="2285272" y="814516"/>
                    </a:lnTo>
                    <a:lnTo>
                      <a:pt x="2275128" y="832078"/>
                    </a:lnTo>
                    <a:lnTo>
                      <a:pt x="2267855" y="840525"/>
                    </a:lnTo>
                    <a:lnTo>
                      <a:pt x="2230674" y="857924"/>
                    </a:lnTo>
                    <a:lnTo>
                      <a:pt x="2206138" y="879980"/>
                    </a:lnTo>
                    <a:lnTo>
                      <a:pt x="2177220" y="897740"/>
                    </a:lnTo>
                    <a:lnTo>
                      <a:pt x="2164593" y="893878"/>
                    </a:lnTo>
                    <a:lnTo>
                      <a:pt x="2145566" y="911927"/>
                    </a:lnTo>
                    <a:lnTo>
                      <a:pt x="2103284" y="933297"/>
                    </a:lnTo>
                    <a:lnTo>
                      <a:pt x="2081619" y="962085"/>
                    </a:lnTo>
                    <a:lnTo>
                      <a:pt x="2032995" y="987841"/>
                    </a:lnTo>
                    <a:lnTo>
                      <a:pt x="2008227" y="1008796"/>
                    </a:lnTo>
                    <a:lnTo>
                      <a:pt x="1940944" y="1009897"/>
                    </a:lnTo>
                    <a:lnTo>
                      <a:pt x="1876687" y="1005294"/>
                    </a:lnTo>
                    <a:lnTo>
                      <a:pt x="1856515" y="1015258"/>
                    </a:lnTo>
                    <a:lnTo>
                      <a:pt x="1877133" y="1018344"/>
                    </a:lnTo>
                    <a:lnTo>
                      <a:pt x="1891583" y="1028126"/>
                    </a:lnTo>
                    <a:lnTo>
                      <a:pt x="1908903" y="1024047"/>
                    </a:lnTo>
                    <a:lnTo>
                      <a:pt x="1949614" y="1028939"/>
                    </a:lnTo>
                    <a:lnTo>
                      <a:pt x="1970561" y="1034263"/>
                    </a:lnTo>
                    <a:lnTo>
                      <a:pt x="1997443" y="1068520"/>
                    </a:lnTo>
                    <a:lnTo>
                      <a:pt x="1977679" y="1080703"/>
                    </a:lnTo>
                    <a:lnTo>
                      <a:pt x="1943446" y="1090053"/>
                    </a:lnTo>
                    <a:lnTo>
                      <a:pt x="1956286" y="1138641"/>
                    </a:lnTo>
                    <a:lnTo>
                      <a:pt x="1966876" y="1171400"/>
                    </a:lnTo>
                    <a:lnTo>
                      <a:pt x="1953008" y="1191163"/>
                    </a:lnTo>
                    <a:lnTo>
                      <a:pt x="1951980" y="1281084"/>
                    </a:lnTo>
                    <a:lnTo>
                      <a:pt x="1932526" y="1282798"/>
                    </a:lnTo>
                    <a:lnTo>
                      <a:pt x="1924264" y="1319997"/>
                    </a:lnTo>
                    <a:lnTo>
                      <a:pt x="1930393" y="1338967"/>
                    </a:lnTo>
                    <a:lnTo>
                      <a:pt x="1929908" y="1383025"/>
                    </a:lnTo>
                    <a:lnTo>
                      <a:pt x="1933962" y="1410170"/>
                    </a:lnTo>
                    <a:lnTo>
                      <a:pt x="1943504" y="1435168"/>
                    </a:lnTo>
                    <a:lnTo>
                      <a:pt x="1939257" y="1461231"/>
                    </a:lnTo>
                    <a:lnTo>
                      <a:pt x="1908495" y="1522237"/>
                    </a:lnTo>
                    <a:lnTo>
                      <a:pt x="1909194" y="1550863"/>
                    </a:lnTo>
                    <a:lnTo>
                      <a:pt x="1914721" y="1567865"/>
                    </a:lnTo>
                    <a:lnTo>
                      <a:pt x="1918814" y="1595047"/>
                    </a:lnTo>
                    <a:lnTo>
                      <a:pt x="1904830" y="1647299"/>
                    </a:lnTo>
                    <a:lnTo>
                      <a:pt x="1894957" y="1690959"/>
                    </a:lnTo>
                    <a:lnTo>
                      <a:pt x="1883223" y="1727707"/>
                    </a:lnTo>
                    <a:lnTo>
                      <a:pt x="1856962" y="1771801"/>
                    </a:lnTo>
                    <a:lnTo>
                      <a:pt x="1843889" y="1804758"/>
                    </a:lnTo>
                    <a:lnTo>
                      <a:pt x="1813302" y="1907602"/>
                    </a:lnTo>
                    <a:lnTo>
                      <a:pt x="1798135" y="1928015"/>
                    </a:lnTo>
                    <a:lnTo>
                      <a:pt x="1779535" y="1943700"/>
                    </a:lnTo>
                    <a:lnTo>
                      <a:pt x="1758801" y="1929188"/>
                    </a:lnTo>
                    <a:lnTo>
                      <a:pt x="1739794" y="1921283"/>
                    </a:lnTo>
                    <a:lnTo>
                      <a:pt x="1716577" y="1922240"/>
                    </a:lnTo>
                    <a:lnTo>
                      <a:pt x="1680211" y="1934134"/>
                    </a:lnTo>
                    <a:lnTo>
                      <a:pt x="1625515" y="1926228"/>
                    </a:lnTo>
                    <a:lnTo>
                      <a:pt x="1572061" y="1930037"/>
                    </a:lnTo>
                    <a:lnTo>
                      <a:pt x="1558543" y="1940307"/>
                    </a:lnTo>
                    <a:lnTo>
                      <a:pt x="1566650" y="1977632"/>
                    </a:lnTo>
                    <a:lnTo>
                      <a:pt x="1546944" y="1982523"/>
                    </a:lnTo>
                    <a:lnTo>
                      <a:pt x="1527685" y="1971911"/>
                    </a:lnTo>
                    <a:lnTo>
                      <a:pt x="1510733" y="1984581"/>
                    </a:lnTo>
                    <a:lnTo>
                      <a:pt x="1496574" y="1998479"/>
                    </a:lnTo>
                    <a:lnTo>
                      <a:pt x="1468761" y="2031454"/>
                    </a:lnTo>
                    <a:lnTo>
                      <a:pt x="1459451" y="2051759"/>
                    </a:lnTo>
                    <a:lnTo>
                      <a:pt x="1457046" y="2090005"/>
                    </a:lnTo>
                    <a:lnTo>
                      <a:pt x="1471651" y="2124299"/>
                    </a:lnTo>
                    <a:lnTo>
                      <a:pt x="1484607" y="2164458"/>
                    </a:lnTo>
                    <a:lnTo>
                      <a:pt x="1451247" y="2212919"/>
                    </a:lnTo>
                    <a:lnTo>
                      <a:pt x="1432627" y="2214562"/>
                    </a:lnTo>
                    <a:lnTo>
                      <a:pt x="1378281" y="2201115"/>
                    </a:lnTo>
                    <a:lnTo>
                      <a:pt x="1281963" y="2231492"/>
                    </a:lnTo>
                    <a:lnTo>
                      <a:pt x="1195459" y="2207468"/>
                    </a:lnTo>
                    <a:lnTo>
                      <a:pt x="1206340" y="2181514"/>
                    </a:lnTo>
                    <a:lnTo>
                      <a:pt x="1205972" y="2162436"/>
                    </a:lnTo>
                    <a:lnTo>
                      <a:pt x="1210859" y="2133088"/>
                    </a:lnTo>
                    <a:lnTo>
                      <a:pt x="1213769" y="2103073"/>
                    </a:lnTo>
                    <a:lnTo>
                      <a:pt x="1212954" y="2082984"/>
                    </a:lnTo>
                    <a:lnTo>
                      <a:pt x="1206612" y="2061578"/>
                    </a:lnTo>
                    <a:lnTo>
                      <a:pt x="1185277" y="2033566"/>
                    </a:lnTo>
                    <a:lnTo>
                      <a:pt x="1137215" y="1939025"/>
                    </a:lnTo>
                    <a:lnTo>
                      <a:pt x="1122998" y="1899119"/>
                    </a:lnTo>
                    <a:lnTo>
                      <a:pt x="1113106" y="1882496"/>
                    </a:lnTo>
                    <a:lnTo>
                      <a:pt x="1120224" y="1881593"/>
                    </a:lnTo>
                    <a:lnTo>
                      <a:pt x="1159810" y="1903017"/>
                    </a:lnTo>
                    <a:lnTo>
                      <a:pt x="1169043" y="1900382"/>
                    </a:lnTo>
                    <a:lnTo>
                      <a:pt x="1178740" y="1892332"/>
                    </a:lnTo>
                    <a:lnTo>
                      <a:pt x="1166929" y="1861667"/>
                    </a:lnTo>
                    <a:lnTo>
                      <a:pt x="1156785" y="1847787"/>
                    </a:lnTo>
                    <a:lnTo>
                      <a:pt x="1149899" y="1827031"/>
                    </a:lnTo>
                    <a:lnTo>
                      <a:pt x="1173077" y="1821418"/>
                    </a:lnTo>
                    <a:lnTo>
                      <a:pt x="1189815" y="1822663"/>
                    </a:lnTo>
                    <a:lnTo>
                      <a:pt x="1202151" y="1799308"/>
                    </a:lnTo>
                    <a:lnTo>
                      <a:pt x="1195033" y="1761549"/>
                    </a:lnTo>
                    <a:lnTo>
                      <a:pt x="1177053" y="1749925"/>
                    </a:lnTo>
                    <a:lnTo>
                      <a:pt x="1162041" y="1744872"/>
                    </a:lnTo>
                    <a:lnTo>
                      <a:pt x="1133258" y="1685563"/>
                    </a:lnTo>
                    <a:lnTo>
                      <a:pt x="1103234" y="1654843"/>
                    </a:lnTo>
                    <a:lnTo>
                      <a:pt x="1049683" y="1536351"/>
                    </a:lnTo>
                    <a:lnTo>
                      <a:pt x="1030094" y="1455022"/>
                    </a:lnTo>
                    <a:lnTo>
                      <a:pt x="1011881" y="1462747"/>
                    </a:lnTo>
                    <a:lnTo>
                      <a:pt x="1003037" y="1427317"/>
                    </a:lnTo>
                    <a:lnTo>
                      <a:pt x="996695" y="1393764"/>
                    </a:lnTo>
                    <a:lnTo>
                      <a:pt x="995434" y="1369091"/>
                    </a:lnTo>
                    <a:lnTo>
                      <a:pt x="966884" y="1354958"/>
                    </a:lnTo>
                    <a:lnTo>
                      <a:pt x="965720" y="1337667"/>
                    </a:lnTo>
                    <a:lnTo>
                      <a:pt x="960580" y="1260508"/>
                    </a:lnTo>
                    <a:lnTo>
                      <a:pt x="929955" y="1250148"/>
                    </a:lnTo>
                    <a:lnTo>
                      <a:pt x="910152" y="1206848"/>
                    </a:lnTo>
                    <a:lnTo>
                      <a:pt x="906622" y="1124923"/>
                    </a:lnTo>
                    <a:lnTo>
                      <a:pt x="886451" y="1110015"/>
                    </a:lnTo>
                    <a:lnTo>
                      <a:pt x="870217" y="1114148"/>
                    </a:lnTo>
                    <a:lnTo>
                      <a:pt x="870973" y="1093843"/>
                    </a:lnTo>
                    <a:lnTo>
                      <a:pt x="874852" y="1074783"/>
                    </a:lnTo>
                    <a:lnTo>
                      <a:pt x="865368" y="999266"/>
                    </a:lnTo>
                    <a:lnTo>
                      <a:pt x="862206" y="930337"/>
                    </a:lnTo>
                    <a:lnTo>
                      <a:pt x="854506" y="909526"/>
                    </a:lnTo>
                    <a:lnTo>
                      <a:pt x="850142" y="885160"/>
                    </a:lnTo>
                    <a:lnTo>
                      <a:pt x="854060" y="864115"/>
                    </a:lnTo>
                    <a:lnTo>
                      <a:pt x="859801" y="852022"/>
                    </a:lnTo>
                    <a:lnTo>
                      <a:pt x="879565" y="848845"/>
                    </a:lnTo>
                    <a:lnTo>
                      <a:pt x="898030" y="8674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3" name="ph23">
                <a:extLst>
                  <a:ext uri="{FF2B5EF4-FFF2-40B4-BE49-F238E27FC236}">
                    <a16:creationId xmlns:a16="http://schemas.microsoft.com/office/drawing/2014/main" id="{7718E8F2-67CC-CFDA-A7EA-1B1D1A7D23E4}"/>
                  </a:ext>
                </a:extLst>
              </p:cNvPr>
              <p:cNvSpPr/>
              <p:nvPr/>
            </p:nvSpPr>
            <p:spPr>
              <a:xfrm>
                <a:off x="5704679" y="1694135"/>
                <a:ext cx="95274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4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3" y="895629"/>
                    </a:lnTo>
                    <a:lnTo>
                      <a:pt x="913701" y="869638"/>
                    </a:lnTo>
                    <a:lnTo>
                      <a:pt x="942756" y="871046"/>
                    </a:lnTo>
                    <a:lnTo>
                      <a:pt x="952744" y="876460"/>
                    </a:lnTo>
                    <a:lnTo>
                      <a:pt x="917968" y="8913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4" name="ph24">
                <a:extLst>
                  <a:ext uri="{FF2B5EF4-FFF2-40B4-BE49-F238E27FC236}">
                    <a16:creationId xmlns:a16="http://schemas.microsoft.com/office/drawing/2014/main" id="{66AA8241-3F53-C2D6-6D8D-5DED6C29D85A}"/>
                  </a:ext>
                </a:extLst>
              </p:cNvPr>
              <p:cNvSpPr/>
              <p:nvPr/>
            </p:nvSpPr>
            <p:spPr>
              <a:xfrm>
                <a:off x="5552444" y="1265597"/>
                <a:ext cx="93697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6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1" y="888698"/>
                    </a:lnTo>
                    <a:lnTo>
                      <a:pt x="932883" y="881767"/>
                    </a:lnTo>
                    <a:lnTo>
                      <a:pt x="936976" y="882976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5" name="ph25">
                <a:extLst>
                  <a:ext uri="{FF2B5EF4-FFF2-40B4-BE49-F238E27FC236}">
                    <a16:creationId xmlns:a16="http://schemas.microsoft.com/office/drawing/2014/main" id="{72E8EB8E-F27B-1C6F-11F0-6DDAC318A2D2}"/>
                  </a:ext>
                </a:extLst>
              </p:cNvPr>
              <p:cNvSpPr/>
              <p:nvPr/>
            </p:nvSpPr>
            <p:spPr>
              <a:xfrm>
                <a:off x="5591856" y="1111206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5" y="899401"/>
                    </a:lnTo>
                    <a:lnTo>
                      <a:pt x="911393" y="896459"/>
                    </a:lnTo>
                    <a:lnTo>
                      <a:pt x="914807" y="881659"/>
                    </a:lnTo>
                    <a:lnTo>
                      <a:pt x="924446" y="873536"/>
                    </a:lnTo>
                    <a:lnTo>
                      <a:pt x="939846" y="878410"/>
                    </a:lnTo>
                    <a:lnTo>
                      <a:pt x="939749" y="882110"/>
                    </a:lnTo>
                    <a:lnTo>
                      <a:pt x="925028" y="894094"/>
                    </a:lnTo>
                    <a:lnTo>
                      <a:pt x="919384" y="9021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6" name="ph26">
                <a:extLst>
                  <a:ext uri="{FF2B5EF4-FFF2-40B4-BE49-F238E27FC236}">
                    <a16:creationId xmlns:a16="http://schemas.microsoft.com/office/drawing/2014/main" id="{A600B993-CBD5-9BEB-F51E-65050C4D824E}"/>
                  </a:ext>
                </a:extLst>
              </p:cNvPr>
              <p:cNvSpPr/>
              <p:nvPr/>
            </p:nvSpPr>
            <p:spPr>
              <a:xfrm>
                <a:off x="5860774" y="2960636"/>
                <a:ext cx="929431" cy="915704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4">
                    <a:moveTo>
                      <a:pt x="914400" y="914400"/>
                    </a:moveTo>
                    <a:lnTo>
                      <a:pt x="858773" y="909562"/>
                    </a:lnTo>
                    <a:lnTo>
                      <a:pt x="850860" y="905086"/>
                    </a:lnTo>
                    <a:lnTo>
                      <a:pt x="881466" y="873428"/>
                    </a:lnTo>
                    <a:lnTo>
                      <a:pt x="901405" y="840525"/>
                    </a:lnTo>
                    <a:lnTo>
                      <a:pt x="918337" y="797586"/>
                    </a:lnTo>
                    <a:lnTo>
                      <a:pt x="920141" y="767841"/>
                    </a:lnTo>
                    <a:lnTo>
                      <a:pt x="924369" y="734306"/>
                    </a:lnTo>
                    <a:lnTo>
                      <a:pt x="929431" y="731807"/>
                    </a:lnTo>
                    <a:lnTo>
                      <a:pt x="929431" y="915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7" name="ph27">
                <a:extLst>
                  <a:ext uri="{FF2B5EF4-FFF2-40B4-BE49-F238E27FC236}">
                    <a16:creationId xmlns:a16="http://schemas.microsoft.com/office/drawing/2014/main" id="{48CC4F4E-3F33-8A56-EB94-53733E836166}"/>
                  </a:ext>
                </a:extLst>
              </p:cNvPr>
              <p:cNvSpPr/>
              <p:nvPr/>
            </p:nvSpPr>
            <p:spPr>
              <a:xfrm>
                <a:off x="4826297" y="3114287"/>
                <a:ext cx="1963908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908" h="921168">
                    <a:moveTo>
                      <a:pt x="914400" y="914400"/>
                    </a:moveTo>
                    <a:lnTo>
                      <a:pt x="1028135" y="869457"/>
                    </a:lnTo>
                    <a:lnTo>
                      <a:pt x="1149608" y="827295"/>
                    </a:lnTo>
                    <a:lnTo>
                      <a:pt x="1177965" y="822710"/>
                    </a:lnTo>
                    <a:lnTo>
                      <a:pt x="1206476" y="813830"/>
                    </a:lnTo>
                    <a:lnTo>
                      <a:pt x="1217008" y="798055"/>
                    </a:lnTo>
                    <a:lnTo>
                      <a:pt x="1227520" y="787497"/>
                    </a:lnTo>
                    <a:lnTo>
                      <a:pt x="1244064" y="759683"/>
                    </a:lnTo>
                    <a:lnTo>
                      <a:pt x="1280644" y="716456"/>
                    </a:lnTo>
                    <a:lnTo>
                      <a:pt x="1345328" y="700717"/>
                    </a:lnTo>
                    <a:lnTo>
                      <a:pt x="1369476" y="680213"/>
                    </a:lnTo>
                    <a:lnTo>
                      <a:pt x="1420098" y="651497"/>
                    </a:lnTo>
                    <a:lnTo>
                      <a:pt x="1535501" y="619280"/>
                    </a:lnTo>
                    <a:lnTo>
                      <a:pt x="1583699" y="612205"/>
                    </a:lnTo>
                    <a:lnTo>
                      <a:pt x="1630927" y="611338"/>
                    </a:lnTo>
                    <a:lnTo>
                      <a:pt x="1672976" y="636751"/>
                    </a:lnTo>
                    <a:lnTo>
                      <a:pt x="1717489" y="668120"/>
                    </a:lnTo>
                    <a:lnTo>
                      <a:pt x="1725499" y="687054"/>
                    </a:lnTo>
                    <a:lnTo>
                      <a:pt x="1701410" y="675250"/>
                    </a:lnTo>
                    <a:lnTo>
                      <a:pt x="1666304" y="647075"/>
                    </a:lnTo>
                    <a:lnTo>
                      <a:pt x="1653328" y="645884"/>
                    </a:lnTo>
                    <a:lnTo>
                      <a:pt x="1683294" y="731581"/>
                    </a:lnTo>
                    <a:lnTo>
                      <a:pt x="1699684" y="761885"/>
                    </a:lnTo>
                    <a:lnTo>
                      <a:pt x="1732811" y="784555"/>
                    </a:lnTo>
                    <a:lnTo>
                      <a:pt x="1760585" y="792189"/>
                    </a:lnTo>
                    <a:lnTo>
                      <a:pt x="1846158" y="778454"/>
                    </a:lnTo>
                    <a:lnTo>
                      <a:pt x="1876551" y="760513"/>
                    </a:lnTo>
                    <a:lnTo>
                      <a:pt x="1885337" y="751435"/>
                    </a:lnTo>
                    <a:lnTo>
                      <a:pt x="1893251" y="755911"/>
                    </a:lnTo>
                    <a:lnTo>
                      <a:pt x="1948877" y="760748"/>
                    </a:lnTo>
                    <a:lnTo>
                      <a:pt x="1963908" y="762052"/>
                    </a:lnTo>
                    <a:lnTo>
                      <a:pt x="1963908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8" name="ph29">
                <a:extLst>
                  <a:ext uri="{FF2B5EF4-FFF2-40B4-BE49-F238E27FC236}">
                    <a16:creationId xmlns:a16="http://schemas.microsoft.com/office/drawing/2014/main" id="{C9E348DF-846E-2C07-CBC0-09C9D92ABC91}"/>
                  </a:ext>
                </a:extLst>
              </p:cNvPr>
              <p:cNvSpPr/>
              <p:nvPr/>
            </p:nvSpPr>
            <p:spPr>
              <a:xfrm>
                <a:off x="3894111" y="2871943"/>
                <a:ext cx="915718" cy="956750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50">
                    <a:moveTo>
                      <a:pt x="914399" y="914399"/>
                    </a:moveTo>
                    <a:lnTo>
                      <a:pt x="915718" y="948639"/>
                    </a:lnTo>
                    <a:lnTo>
                      <a:pt x="909997" y="956750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79" name="ph30">
                <a:extLst>
                  <a:ext uri="{FF2B5EF4-FFF2-40B4-BE49-F238E27FC236}">
                    <a16:creationId xmlns:a16="http://schemas.microsoft.com/office/drawing/2014/main" id="{56D61C84-A6A4-E65B-32DC-1D2C9083805C}"/>
                  </a:ext>
                </a:extLst>
              </p:cNvPr>
              <p:cNvSpPr/>
              <p:nvPr/>
            </p:nvSpPr>
            <p:spPr>
              <a:xfrm>
                <a:off x="3918201" y="2940511"/>
                <a:ext cx="1097299" cy="1094944"/>
              </a:xfrm>
              <a:custGeom>
                <a:avLst/>
                <a:gdLst/>
                <a:ahLst/>
                <a:cxnLst/>
                <a:rect l="0" t="0" r="0" b="0"/>
                <a:pathLst>
                  <a:path w="1097299" h="1094944">
                    <a:moveTo>
                      <a:pt x="914400" y="914399"/>
                    </a:moveTo>
                    <a:lnTo>
                      <a:pt x="919830" y="928532"/>
                    </a:lnTo>
                    <a:lnTo>
                      <a:pt x="928093" y="943783"/>
                    </a:lnTo>
                    <a:lnTo>
                      <a:pt x="957496" y="932918"/>
                    </a:lnTo>
                    <a:lnTo>
                      <a:pt x="1031199" y="978040"/>
                    </a:lnTo>
                    <a:lnTo>
                      <a:pt x="1075770" y="956075"/>
                    </a:lnTo>
                    <a:lnTo>
                      <a:pt x="1087174" y="954793"/>
                    </a:lnTo>
                    <a:lnTo>
                      <a:pt x="1097299" y="991252"/>
                    </a:lnTo>
                    <a:lnTo>
                      <a:pt x="1086224" y="1027982"/>
                    </a:lnTo>
                    <a:lnTo>
                      <a:pt x="1046929" y="1067167"/>
                    </a:lnTo>
                    <a:lnTo>
                      <a:pt x="1055637" y="1091316"/>
                    </a:lnTo>
                    <a:lnTo>
                      <a:pt x="1064130" y="1094944"/>
                    </a:lnTo>
                    <a:lnTo>
                      <a:pt x="885908" y="1094944"/>
                    </a:lnTo>
                    <a:lnTo>
                      <a:pt x="885908" y="9174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0" name="ph31">
                <a:extLst>
                  <a:ext uri="{FF2B5EF4-FFF2-40B4-BE49-F238E27FC236}">
                    <a16:creationId xmlns:a16="http://schemas.microsoft.com/office/drawing/2014/main" id="{C6C5993D-57F4-A7C1-D804-09E9FEC6ABF4}"/>
                  </a:ext>
                </a:extLst>
              </p:cNvPr>
              <p:cNvSpPr/>
              <p:nvPr/>
            </p:nvSpPr>
            <p:spPr>
              <a:xfrm>
                <a:off x="4109033" y="3117663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1" name="ph32">
                <a:extLst>
                  <a:ext uri="{FF2B5EF4-FFF2-40B4-BE49-F238E27FC236}">
                    <a16:creationId xmlns:a16="http://schemas.microsoft.com/office/drawing/2014/main" id="{DE26FFED-F6F3-F2C0-12A0-ADA6B9F1E74B}"/>
                  </a:ext>
                </a:extLst>
              </p:cNvPr>
              <p:cNvSpPr/>
              <p:nvPr/>
            </p:nvSpPr>
            <p:spPr>
              <a:xfrm>
                <a:off x="4227462" y="3079092"/>
                <a:ext cx="1336773" cy="956364"/>
              </a:xfrm>
              <a:custGeom>
                <a:avLst/>
                <a:gdLst/>
                <a:ahLst/>
                <a:cxnLst/>
                <a:rect l="0" t="0" r="0" b="0"/>
                <a:pathLst>
                  <a:path w="1336773" h="956364">
                    <a:moveTo>
                      <a:pt x="914400" y="914400"/>
                    </a:moveTo>
                    <a:lnTo>
                      <a:pt x="933407" y="902595"/>
                    </a:lnTo>
                    <a:lnTo>
                      <a:pt x="995977" y="894148"/>
                    </a:lnTo>
                    <a:lnTo>
                      <a:pt x="1007362" y="872869"/>
                    </a:lnTo>
                    <a:lnTo>
                      <a:pt x="1032712" y="851463"/>
                    </a:lnTo>
                    <a:lnTo>
                      <a:pt x="1049043" y="828089"/>
                    </a:lnTo>
                    <a:lnTo>
                      <a:pt x="1088144" y="783598"/>
                    </a:lnTo>
                    <a:lnTo>
                      <a:pt x="1128603" y="791612"/>
                    </a:lnTo>
                    <a:lnTo>
                      <a:pt x="1152227" y="800131"/>
                    </a:lnTo>
                    <a:lnTo>
                      <a:pt x="1178159" y="804427"/>
                    </a:lnTo>
                    <a:lnTo>
                      <a:pt x="1201763" y="851860"/>
                    </a:lnTo>
                    <a:lnTo>
                      <a:pt x="1261462" y="904292"/>
                    </a:lnTo>
                    <a:lnTo>
                      <a:pt x="1316313" y="899726"/>
                    </a:lnTo>
                    <a:lnTo>
                      <a:pt x="1335786" y="949324"/>
                    </a:lnTo>
                    <a:lnTo>
                      <a:pt x="1336773" y="956364"/>
                    </a:lnTo>
                    <a:lnTo>
                      <a:pt x="878111" y="9563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2" name="ph33">
                <a:extLst>
                  <a:ext uri="{FF2B5EF4-FFF2-40B4-BE49-F238E27FC236}">
                    <a16:creationId xmlns:a16="http://schemas.microsoft.com/office/drawing/2014/main" id="{45DF7239-2D59-9E51-6E31-1CFEBC7C87B5}"/>
                  </a:ext>
                </a:extLst>
              </p:cNvPr>
              <p:cNvSpPr/>
              <p:nvPr/>
            </p:nvSpPr>
            <p:spPr>
              <a:xfrm>
                <a:off x="4631353" y="3004459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0" y="906277"/>
                    </a:lnTo>
                    <a:lnTo>
                      <a:pt x="850918" y="938748"/>
                    </a:lnTo>
                    <a:lnTo>
                      <a:pt x="840949" y="940119"/>
                    </a:lnTo>
                    <a:lnTo>
                      <a:pt x="806328" y="910627"/>
                    </a:lnTo>
                    <a:lnTo>
                      <a:pt x="800781" y="896242"/>
                    </a:lnTo>
                    <a:lnTo>
                      <a:pt x="799636" y="884276"/>
                    </a:lnTo>
                    <a:lnTo>
                      <a:pt x="804582" y="842853"/>
                    </a:lnTo>
                    <a:lnTo>
                      <a:pt x="803671" y="829822"/>
                    </a:lnTo>
                    <a:lnTo>
                      <a:pt x="814552" y="815581"/>
                    </a:lnTo>
                    <a:lnTo>
                      <a:pt x="816239" y="795005"/>
                    </a:lnTo>
                    <a:lnTo>
                      <a:pt x="835479" y="773310"/>
                    </a:lnTo>
                    <a:lnTo>
                      <a:pt x="852547" y="772498"/>
                    </a:lnTo>
                    <a:lnTo>
                      <a:pt x="857978" y="790872"/>
                    </a:lnTo>
                    <a:lnTo>
                      <a:pt x="866144" y="803524"/>
                    </a:lnTo>
                    <a:lnTo>
                      <a:pt x="894907" y="817711"/>
                    </a:lnTo>
                    <a:lnTo>
                      <a:pt x="899193" y="824154"/>
                    </a:lnTo>
                    <a:lnTo>
                      <a:pt x="901792" y="833071"/>
                    </a:lnTo>
                    <a:lnTo>
                      <a:pt x="888410" y="850542"/>
                    </a:lnTo>
                    <a:lnTo>
                      <a:pt x="883871" y="859494"/>
                    </a:lnTo>
                    <a:lnTo>
                      <a:pt x="888119" y="873843"/>
                    </a:lnTo>
                    <a:lnTo>
                      <a:pt x="909434" y="88952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3" name="ph34">
                <a:extLst>
                  <a:ext uri="{FF2B5EF4-FFF2-40B4-BE49-F238E27FC236}">
                    <a16:creationId xmlns:a16="http://schemas.microsoft.com/office/drawing/2014/main" id="{B77962B4-38FB-6F15-E790-F21530470BF0}"/>
                  </a:ext>
                </a:extLst>
              </p:cNvPr>
              <p:cNvSpPr/>
              <p:nvPr/>
            </p:nvSpPr>
            <p:spPr>
              <a:xfrm>
                <a:off x="4658817" y="3107645"/>
                <a:ext cx="961516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6" h="927810">
                    <a:moveTo>
                      <a:pt x="914399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6" y="880774"/>
                    </a:lnTo>
                    <a:lnTo>
                      <a:pt x="947449" y="915031"/>
                    </a:lnTo>
                    <a:lnTo>
                      <a:pt x="961516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4" name="ph35">
                <a:extLst>
                  <a:ext uri="{FF2B5EF4-FFF2-40B4-BE49-F238E27FC236}">
                    <a16:creationId xmlns:a16="http://schemas.microsoft.com/office/drawing/2014/main" id="{4C26DF2D-3F5F-AA3A-9A39-663C7DEEF258}"/>
                  </a:ext>
                </a:extLst>
              </p:cNvPr>
              <p:cNvSpPr/>
              <p:nvPr/>
            </p:nvSpPr>
            <p:spPr>
              <a:xfrm>
                <a:off x="4113998" y="2967278"/>
                <a:ext cx="9448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9" h="914400">
                    <a:moveTo>
                      <a:pt x="914400" y="914400"/>
                    </a:moveTo>
                    <a:lnTo>
                      <a:pt x="902762" y="899617"/>
                    </a:lnTo>
                    <a:lnTo>
                      <a:pt x="891047" y="895863"/>
                    </a:lnTo>
                    <a:lnTo>
                      <a:pt x="897351" y="877634"/>
                    </a:lnTo>
                    <a:lnTo>
                      <a:pt x="905594" y="871010"/>
                    </a:lnTo>
                    <a:lnTo>
                      <a:pt x="935114" y="882886"/>
                    </a:lnTo>
                    <a:lnTo>
                      <a:pt x="944385" y="906133"/>
                    </a:lnTo>
                    <a:lnTo>
                      <a:pt x="944889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5" name="ph37">
                <a:extLst>
                  <a:ext uri="{FF2B5EF4-FFF2-40B4-BE49-F238E27FC236}">
                    <a16:creationId xmlns:a16="http://schemas.microsoft.com/office/drawing/2014/main" id="{9D6EF66D-8BE9-D10E-42EB-E5B8B1016C13}"/>
                  </a:ext>
                </a:extLst>
              </p:cNvPr>
              <p:cNvSpPr/>
              <p:nvPr/>
            </p:nvSpPr>
            <p:spPr>
              <a:xfrm>
                <a:off x="5809764" y="842293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6" y="912324"/>
                    </a:lnTo>
                    <a:lnTo>
                      <a:pt x="900958" y="915158"/>
                    </a:lnTo>
                    <a:lnTo>
                      <a:pt x="897002" y="925373"/>
                    </a:lnTo>
                    <a:lnTo>
                      <a:pt x="888390" y="921709"/>
                    </a:lnTo>
                    <a:lnTo>
                      <a:pt x="884918" y="907072"/>
                    </a:lnTo>
                    <a:lnTo>
                      <a:pt x="891338" y="885160"/>
                    </a:lnTo>
                    <a:lnTo>
                      <a:pt x="906719" y="884330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6" name="ph38">
                <a:extLst>
                  <a:ext uri="{FF2B5EF4-FFF2-40B4-BE49-F238E27FC236}">
                    <a16:creationId xmlns:a16="http://schemas.microsoft.com/office/drawing/2014/main" id="{25AC5C4E-E5C0-7656-359C-4AA156979A50}"/>
                  </a:ext>
                </a:extLst>
              </p:cNvPr>
              <p:cNvSpPr/>
              <p:nvPr/>
            </p:nvSpPr>
            <p:spPr>
              <a:xfrm>
                <a:off x="4400372" y="2498220"/>
                <a:ext cx="921789" cy="1251646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46">
                    <a:moveTo>
                      <a:pt x="914400" y="914399"/>
                    </a:moveTo>
                    <a:lnTo>
                      <a:pt x="909240" y="925175"/>
                    </a:lnTo>
                    <a:lnTo>
                      <a:pt x="901657" y="932268"/>
                    </a:lnTo>
                    <a:lnTo>
                      <a:pt x="881815" y="939794"/>
                    </a:lnTo>
                    <a:lnTo>
                      <a:pt x="864631" y="950299"/>
                    </a:lnTo>
                    <a:lnTo>
                      <a:pt x="849308" y="968763"/>
                    </a:lnTo>
                    <a:lnTo>
                      <a:pt x="843664" y="995151"/>
                    </a:lnTo>
                    <a:lnTo>
                      <a:pt x="855651" y="1014463"/>
                    </a:lnTo>
                    <a:lnTo>
                      <a:pt x="877451" y="1025040"/>
                    </a:lnTo>
                    <a:lnTo>
                      <a:pt x="882998" y="1061806"/>
                    </a:lnTo>
                    <a:lnTo>
                      <a:pt x="864999" y="1079945"/>
                    </a:lnTo>
                    <a:lnTo>
                      <a:pt x="818819" y="1098048"/>
                    </a:lnTo>
                    <a:lnTo>
                      <a:pt x="813970" y="1141745"/>
                    </a:lnTo>
                    <a:lnTo>
                      <a:pt x="815463" y="1176183"/>
                    </a:lnTo>
                    <a:lnTo>
                      <a:pt x="814629" y="1201217"/>
                    </a:lnTo>
                    <a:lnTo>
                      <a:pt x="810963" y="1235853"/>
                    </a:lnTo>
                    <a:lnTo>
                      <a:pt x="773608" y="1251646"/>
                    </a:lnTo>
                    <a:lnTo>
                      <a:pt x="749499" y="1198888"/>
                    </a:lnTo>
                    <a:lnTo>
                      <a:pt x="749286" y="1177771"/>
                    </a:lnTo>
                    <a:lnTo>
                      <a:pt x="742090" y="1153116"/>
                    </a:lnTo>
                    <a:lnTo>
                      <a:pt x="740732" y="1132107"/>
                    </a:lnTo>
                    <a:lnTo>
                      <a:pt x="732198" y="1098500"/>
                    </a:lnTo>
                    <a:lnTo>
                      <a:pt x="696860" y="1089403"/>
                    </a:lnTo>
                    <a:lnTo>
                      <a:pt x="683147" y="1088212"/>
                    </a:lnTo>
                    <a:lnTo>
                      <a:pt x="663965" y="1094457"/>
                    </a:lnTo>
                    <a:lnTo>
                      <a:pt x="659213" y="1092020"/>
                    </a:lnTo>
                    <a:lnTo>
                      <a:pt x="636249" y="1046121"/>
                    </a:lnTo>
                    <a:lnTo>
                      <a:pt x="640031" y="995476"/>
                    </a:lnTo>
                    <a:lnTo>
                      <a:pt x="627773" y="969918"/>
                    </a:lnTo>
                    <a:lnTo>
                      <a:pt x="626086" y="958349"/>
                    </a:lnTo>
                    <a:lnTo>
                      <a:pt x="626377" y="945534"/>
                    </a:lnTo>
                    <a:lnTo>
                      <a:pt x="616310" y="934975"/>
                    </a:lnTo>
                    <a:lnTo>
                      <a:pt x="604091" y="929380"/>
                    </a:lnTo>
                    <a:lnTo>
                      <a:pt x="598156" y="900881"/>
                    </a:lnTo>
                    <a:lnTo>
                      <a:pt x="612199" y="893968"/>
                    </a:lnTo>
                    <a:lnTo>
                      <a:pt x="646916" y="897307"/>
                    </a:lnTo>
                    <a:lnTo>
                      <a:pt x="657060" y="895358"/>
                    </a:lnTo>
                    <a:lnTo>
                      <a:pt x="666351" y="889420"/>
                    </a:lnTo>
                    <a:lnTo>
                      <a:pt x="694435" y="842564"/>
                    </a:lnTo>
                    <a:lnTo>
                      <a:pt x="693621" y="832240"/>
                    </a:lnTo>
                    <a:lnTo>
                      <a:pt x="696627" y="818848"/>
                    </a:lnTo>
                    <a:lnTo>
                      <a:pt x="727020" y="813884"/>
                    </a:lnTo>
                    <a:lnTo>
                      <a:pt x="740558" y="831988"/>
                    </a:lnTo>
                    <a:lnTo>
                      <a:pt x="737842" y="860974"/>
                    </a:lnTo>
                    <a:lnTo>
                      <a:pt x="739569" y="898119"/>
                    </a:lnTo>
                    <a:lnTo>
                      <a:pt x="757975" y="908227"/>
                    </a:lnTo>
                    <a:lnTo>
                      <a:pt x="765151" y="909707"/>
                    </a:lnTo>
                    <a:lnTo>
                      <a:pt x="772813" y="882272"/>
                    </a:lnTo>
                    <a:lnTo>
                      <a:pt x="778185" y="868934"/>
                    </a:lnTo>
                    <a:lnTo>
                      <a:pt x="785478" y="861498"/>
                    </a:lnTo>
                    <a:lnTo>
                      <a:pt x="787960" y="836428"/>
                    </a:lnTo>
                    <a:lnTo>
                      <a:pt x="783635" y="821122"/>
                    </a:lnTo>
                    <a:lnTo>
                      <a:pt x="774422" y="809715"/>
                    </a:lnTo>
                    <a:lnTo>
                      <a:pt x="808830" y="778671"/>
                    </a:lnTo>
                    <a:lnTo>
                      <a:pt x="844440" y="754088"/>
                    </a:lnTo>
                    <a:lnTo>
                      <a:pt x="865154" y="752806"/>
                    </a:lnTo>
                    <a:lnTo>
                      <a:pt x="886005" y="758817"/>
                    </a:lnTo>
                    <a:lnTo>
                      <a:pt x="905381" y="767119"/>
                    </a:lnTo>
                    <a:lnTo>
                      <a:pt x="915893" y="774267"/>
                    </a:lnTo>
                    <a:lnTo>
                      <a:pt x="921789" y="785746"/>
                    </a:lnTo>
                    <a:lnTo>
                      <a:pt x="908794" y="813108"/>
                    </a:lnTo>
                    <a:lnTo>
                      <a:pt x="905187" y="828089"/>
                    </a:lnTo>
                    <a:lnTo>
                      <a:pt x="913915" y="8773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7" name="ph39">
                <a:extLst>
                  <a:ext uri="{FF2B5EF4-FFF2-40B4-BE49-F238E27FC236}">
                    <a16:creationId xmlns:a16="http://schemas.microsoft.com/office/drawing/2014/main" id="{0B1B5BC1-1453-109C-24C8-7D9CCCBBA779}"/>
                  </a:ext>
                </a:extLst>
              </p:cNvPr>
              <p:cNvSpPr/>
              <p:nvPr/>
            </p:nvSpPr>
            <p:spPr>
              <a:xfrm>
                <a:off x="3941165" y="1784037"/>
                <a:ext cx="1046890" cy="1566168"/>
              </a:xfrm>
              <a:custGeom>
                <a:avLst/>
                <a:gdLst/>
                <a:ahLst/>
                <a:cxnLst/>
                <a:rect l="0" t="0" r="0" b="0"/>
                <a:pathLst>
                  <a:path w="1046890" h="1566168">
                    <a:moveTo>
                      <a:pt x="914400" y="914400"/>
                    </a:moveTo>
                    <a:lnTo>
                      <a:pt x="968862" y="870649"/>
                    </a:lnTo>
                    <a:lnTo>
                      <a:pt x="984087" y="870089"/>
                    </a:lnTo>
                    <a:lnTo>
                      <a:pt x="958466" y="902704"/>
                    </a:lnTo>
                    <a:lnTo>
                      <a:pt x="954354" y="915320"/>
                    </a:lnTo>
                    <a:lnTo>
                      <a:pt x="951251" y="934669"/>
                    </a:lnTo>
                    <a:lnTo>
                      <a:pt x="969618" y="976687"/>
                    </a:lnTo>
                    <a:lnTo>
                      <a:pt x="965739" y="1002262"/>
                    </a:lnTo>
                    <a:lnTo>
                      <a:pt x="967039" y="1052583"/>
                    </a:lnTo>
                    <a:lnTo>
                      <a:pt x="949719" y="1078808"/>
                    </a:lnTo>
                    <a:lnTo>
                      <a:pt x="930168" y="1134598"/>
                    </a:lnTo>
                    <a:lnTo>
                      <a:pt x="921750" y="1142810"/>
                    </a:lnTo>
                    <a:lnTo>
                      <a:pt x="919947" y="1207931"/>
                    </a:lnTo>
                    <a:lnTo>
                      <a:pt x="921867" y="1223471"/>
                    </a:lnTo>
                    <a:lnTo>
                      <a:pt x="919093" y="1282762"/>
                    </a:lnTo>
                    <a:lnTo>
                      <a:pt x="939129" y="1307038"/>
                    </a:lnTo>
                    <a:lnTo>
                      <a:pt x="960309" y="1319727"/>
                    </a:lnTo>
                    <a:lnTo>
                      <a:pt x="1030947" y="1319275"/>
                    </a:lnTo>
                    <a:lnTo>
                      <a:pt x="1038278" y="1329942"/>
                    </a:lnTo>
                    <a:lnTo>
                      <a:pt x="1046890" y="1348280"/>
                    </a:lnTo>
                    <a:lnTo>
                      <a:pt x="1040586" y="1379415"/>
                    </a:lnTo>
                    <a:lnTo>
                      <a:pt x="1033042" y="1402897"/>
                    </a:lnTo>
                    <a:lnTo>
                      <a:pt x="1012579" y="1422678"/>
                    </a:lnTo>
                    <a:lnTo>
                      <a:pt x="986318" y="1437424"/>
                    </a:lnTo>
                    <a:lnTo>
                      <a:pt x="969987" y="1438074"/>
                    </a:lnTo>
                    <a:lnTo>
                      <a:pt x="947740" y="1410044"/>
                    </a:lnTo>
                    <a:lnTo>
                      <a:pt x="937170" y="1419141"/>
                    </a:lnTo>
                    <a:lnTo>
                      <a:pt x="926250" y="1433436"/>
                    </a:lnTo>
                    <a:lnTo>
                      <a:pt x="907960" y="1510144"/>
                    </a:lnTo>
                    <a:lnTo>
                      <a:pt x="899290" y="1561963"/>
                    </a:lnTo>
                    <a:lnTo>
                      <a:pt x="894597" y="1566168"/>
                    </a:lnTo>
                    <a:lnTo>
                      <a:pt x="884259" y="1558533"/>
                    </a:lnTo>
                    <a:lnTo>
                      <a:pt x="866396" y="1557938"/>
                    </a:lnTo>
                    <a:lnTo>
                      <a:pt x="862943" y="1559817"/>
                    </a:lnTo>
                    <a:lnTo>
                      <a:pt x="862943" y="92604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8" name="ph40">
                <a:extLst>
                  <a:ext uri="{FF2B5EF4-FFF2-40B4-BE49-F238E27FC236}">
                    <a16:creationId xmlns:a16="http://schemas.microsoft.com/office/drawing/2014/main" id="{64869F7D-F3C0-9B4A-EE08-E115BD48319B}"/>
                  </a:ext>
                </a:extLst>
              </p:cNvPr>
              <p:cNvSpPr/>
              <p:nvPr/>
            </p:nvSpPr>
            <p:spPr>
              <a:xfrm>
                <a:off x="3894402" y="2469955"/>
                <a:ext cx="914399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399" h="923586">
                    <a:moveTo>
                      <a:pt x="914399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89" name="ph41">
                <a:extLst>
                  <a:ext uri="{FF2B5EF4-FFF2-40B4-BE49-F238E27FC236}">
                    <a16:creationId xmlns:a16="http://schemas.microsoft.com/office/drawing/2014/main" id="{6DE4EDF0-C27A-2E01-1C1E-728D78B881C9}"/>
                  </a:ext>
                </a:extLst>
              </p:cNvPr>
              <p:cNvSpPr/>
              <p:nvPr/>
            </p:nvSpPr>
            <p:spPr>
              <a:xfrm>
                <a:off x="4026117" y="2545292"/>
                <a:ext cx="940700" cy="1102488"/>
              </a:xfrm>
              <a:custGeom>
                <a:avLst/>
                <a:gdLst/>
                <a:ahLst/>
                <a:cxnLst/>
                <a:rect l="0" t="0" r="0" b="0"/>
                <a:pathLst>
                  <a:path w="940700" h="1102488">
                    <a:moveTo>
                      <a:pt x="914400" y="914399"/>
                    </a:moveTo>
                    <a:lnTo>
                      <a:pt x="924582" y="955533"/>
                    </a:lnTo>
                    <a:lnTo>
                      <a:pt x="940700" y="1001540"/>
                    </a:lnTo>
                    <a:lnTo>
                      <a:pt x="933970" y="1020799"/>
                    </a:lnTo>
                    <a:lnTo>
                      <a:pt x="938547" y="1045472"/>
                    </a:lnTo>
                    <a:lnTo>
                      <a:pt x="933950" y="1071210"/>
                    </a:lnTo>
                    <a:lnTo>
                      <a:pt x="901889" y="1101135"/>
                    </a:lnTo>
                    <a:lnTo>
                      <a:pt x="865930" y="1102488"/>
                    </a:lnTo>
                    <a:lnTo>
                      <a:pt x="828555" y="1088031"/>
                    </a:lnTo>
                    <a:lnTo>
                      <a:pt x="777991" y="1061375"/>
                    </a:lnTo>
                    <a:lnTo>
                      <a:pt x="777991" y="922097"/>
                    </a:lnTo>
                    <a:lnTo>
                      <a:pt x="834820" y="894726"/>
                    </a:lnTo>
                    <a:lnTo>
                      <a:pt x="848222" y="899112"/>
                    </a:lnTo>
                    <a:lnTo>
                      <a:pt x="862206" y="913389"/>
                    </a:lnTo>
                    <a:lnTo>
                      <a:pt x="878305" y="914237"/>
                    </a:lnTo>
                    <a:lnTo>
                      <a:pt x="901676" y="893986"/>
                    </a:lnTo>
                    <a:lnTo>
                      <a:pt x="906118" y="8951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0" name="ph42">
                <a:extLst>
                  <a:ext uri="{FF2B5EF4-FFF2-40B4-BE49-F238E27FC236}">
                    <a16:creationId xmlns:a16="http://schemas.microsoft.com/office/drawing/2014/main" id="{4738449B-E845-A389-79DA-55AF38E3151D}"/>
                  </a:ext>
                </a:extLst>
              </p:cNvPr>
              <p:cNvSpPr/>
              <p:nvPr/>
            </p:nvSpPr>
            <p:spPr>
              <a:xfrm>
                <a:off x="4195246" y="2814403"/>
                <a:ext cx="959591" cy="988599"/>
              </a:xfrm>
              <a:custGeom>
                <a:avLst/>
                <a:gdLst/>
                <a:ahLst/>
                <a:cxnLst/>
                <a:rect l="0" t="0" r="0" b="0"/>
                <a:pathLst>
                  <a:path w="959591" h="988599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4" y="922594"/>
                    </a:lnTo>
                    <a:lnTo>
                      <a:pt x="958214" y="937286"/>
                    </a:lnTo>
                    <a:lnTo>
                      <a:pt x="959591" y="969900"/>
                    </a:lnTo>
                    <a:lnTo>
                      <a:pt x="942601" y="979412"/>
                    </a:lnTo>
                    <a:lnTo>
                      <a:pt x="923845" y="976181"/>
                    </a:lnTo>
                    <a:lnTo>
                      <a:pt x="898321" y="988599"/>
                    </a:lnTo>
                    <a:lnTo>
                      <a:pt x="814532" y="935282"/>
                    </a:lnTo>
                    <a:lnTo>
                      <a:pt x="815754" y="890827"/>
                    </a:lnTo>
                    <a:lnTo>
                      <a:pt x="819110" y="873374"/>
                    </a:lnTo>
                    <a:lnTo>
                      <a:pt x="858812" y="869223"/>
                    </a:lnTo>
                    <a:lnTo>
                      <a:pt x="879255" y="8914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1" name="ph43">
                <a:extLst>
                  <a:ext uri="{FF2B5EF4-FFF2-40B4-BE49-F238E27FC236}">
                    <a16:creationId xmlns:a16="http://schemas.microsoft.com/office/drawing/2014/main" id="{B6800155-45A2-DABF-B4F6-129F5D103517}"/>
                  </a:ext>
                </a:extLst>
              </p:cNvPr>
              <p:cNvSpPr/>
              <p:nvPr/>
            </p:nvSpPr>
            <p:spPr>
              <a:xfrm>
                <a:off x="4026699" y="2845646"/>
                <a:ext cx="96630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2" h="914400">
                    <a:moveTo>
                      <a:pt x="914400" y="914400"/>
                    </a:moveTo>
                    <a:lnTo>
                      <a:pt x="902432" y="884456"/>
                    </a:lnTo>
                    <a:lnTo>
                      <a:pt x="900881" y="875089"/>
                    </a:lnTo>
                    <a:lnTo>
                      <a:pt x="914943" y="855921"/>
                    </a:lnTo>
                    <a:lnTo>
                      <a:pt x="924039" y="834208"/>
                    </a:lnTo>
                    <a:lnTo>
                      <a:pt x="947566" y="800871"/>
                    </a:lnTo>
                    <a:lnTo>
                      <a:pt x="961123" y="761813"/>
                    </a:lnTo>
                    <a:lnTo>
                      <a:pt x="966302" y="762427"/>
                    </a:lnTo>
                    <a:lnTo>
                      <a:pt x="960289" y="797207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2" name="ph44">
                <a:extLst>
                  <a:ext uri="{FF2B5EF4-FFF2-40B4-BE49-F238E27FC236}">
                    <a16:creationId xmlns:a16="http://schemas.microsoft.com/office/drawing/2014/main" id="{35EA91F4-4448-2BAD-0002-474D167F33C2}"/>
                  </a:ext>
                </a:extLst>
              </p:cNvPr>
              <p:cNvSpPr/>
              <p:nvPr/>
            </p:nvSpPr>
            <p:spPr>
              <a:xfrm>
                <a:off x="4388425" y="2769569"/>
                <a:ext cx="921983" cy="935986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6">
                    <a:moveTo>
                      <a:pt x="914400" y="914400"/>
                    </a:moveTo>
                    <a:lnTo>
                      <a:pt x="883910" y="910357"/>
                    </a:lnTo>
                    <a:lnTo>
                      <a:pt x="849541" y="935986"/>
                    </a:lnTo>
                    <a:lnTo>
                      <a:pt x="836507" y="927882"/>
                    </a:lnTo>
                    <a:lnTo>
                      <a:pt x="841434" y="911512"/>
                    </a:lnTo>
                    <a:lnTo>
                      <a:pt x="845022" y="905555"/>
                    </a:lnTo>
                    <a:lnTo>
                      <a:pt x="856582" y="898607"/>
                    </a:lnTo>
                    <a:lnTo>
                      <a:pt x="864301" y="888445"/>
                    </a:lnTo>
                    <a:lnTo>
                      <a:pt x="867327" y="872544"/>
                    </a:lnTo>
                    <a:lnTo>
                      <a:pt x="874484" y="881117"/>
                    </a:lnTo>
                    <a:lnTo>
                      <a:pt x="895760" y="884709"/>
                    </a:lnTo>
                    <a:lnTo>
                      <a:pt x="906156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3" name="ph45">
                <a:extLst>
                  <a:ext uri="{FF2B5EF4-FFF2-40B4-BE49-F238E27FC236}">
                    <a16:creationId xmlns:a16="http://schemas.microsoft.com/office/drawing/2014/main" id="{7BDE898C-B32A-00F5-4CF6-E932B902DFFE}"/>
                  </a:ext>
                </a:extLst>
              </p:cNvPr>
              <p:cNvSpPr/>
              <p:nvPr/>
            </p:nvSpPr>
            <p:spPr>
              <a:xfrm>
                <a:off x="4400450" y="2546627"/>
                <a:ext cx="9330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7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79"/>
                    </a:lnTo>
                    <a:lnTo>
                      <a:pt x="919888" y="867743"/>
                    </a:lnTo>
                    <a:lnTo>
                      <a:pt x="924020" y="868068"/>
                    </a:lnTo>
                    <a:lnTo>
                      <a:pt x="929664" y="880106"/>
                    </a:lnTo>
                    <a:lnTo>
                      <a:pt x="933097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4" name="ph46">
                <a:extLst>
                  <a:ext uri="{FF2B5EF4-FFF2-40B4-BE49-F238E27FC236}">
                    <a16:creationId xmlns:a16="http://schemas.microsoft.com/office/drawing/2014/main" id="{21E579FB-0BCC-7E4F-C1C1-B8E76E76A268}"/>
                  </a:ext>
                </a:extLst>
              </p:cNvPr>
              <p:cNvSpPr/>
              <p:nvPr/>
            </p:nvSpPr>
            <p:spPr>
              <a:xfrm>
                <a:off x="3972586" y="2811605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8" y="876027"/>
                    </a:lnTo>
                    <a:lnTo>
                      <a:pt x="871225" y="867977"/>
                    </a:lnTo>
                    <a:lnTo>
                      <a:pt x="884259" y="873121"/>
                    </a:lnTo>
                    <a:lnTo>
                      <a:pt x="900435" y="888968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5" name="ph47">
                <a:extLst>
                  <a:ext uri="{FF2B5EF4-FFF2-40B4-BE49-F238E27FC236}">
                    <a16:creationId xmlns:a16="http://schemas.microsoft.com/office/drawing/2014/main" id="{346E76EA-4A4B-547A-5324-DF38F215E5D4}"/>
                  </a:ext>
                </a:extLst>
              </p:cNvPr>
              <p:cNvSpPr/>
              <p:nvPr/>
            </p:nvSpPr>
            <p:spPr>
              <a:xfrm>
                <a:off x="3889709" y="2796437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1"/>
                    </a:lnTo>
                    <a:lnTo>
                      <a:pt x="925862" y="903414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6" name="ph48">
                <a:extLst>
                  <a:ext uri="{FF2B5EF4-FFF2-40B4-BE49-F238E27FC236}">
                    <a16:creationId xmlns:a16="http://schemas.microsoft.com/office/drawing/2014/main" id="{B867F69E-144C-4279-4E43-39D50EF71481}"/>
                  </a:ext>
                </a:extLst>
              </p:cNvPr>
              <p:cNvSpPr/>
              <p:nvPr/>
            </p:nvSpPr>
            <p:spPr>
              <a:xfrm>
                <a:off x="4006954" y="2468601"/>
                <a:ext cx="92857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8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2"/>
                    </a:lnTo>
                    <a:lnTo>
                      <a:pt x="905264" y="862093"/>
                    </a:lnTo>
                    <a:lnTo>
                      <a:pt x="899659" y="842889"/>
                    </a:lnTo>
                    <a:lnTo>
                      <a:pt x="905827" y="830544"/>
                    </a:lnTo>
                    <a:lnTo>
                      <a:pt x="923535" y="859296"/>
                    </a:lnTo>
                    <a:lnTo>
                      <a:pt x="928578" y="872815"/>
                    </a:lnTo>
                    <a:lnTo>
                      <a:pt x="921750" y="888968"/>
                    </a:lnTo>
                    <a:lnTo>
                      <a:pt x="917774" y="90775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7" name="ph49">
                <a:extLst>
                  <a:ext uri="{FF2B5EF4-FFF2-40B4-BE49-F238E27FC236}">
                    <a16:creationId xmlns:a16="http://schemas.microsoft.com/office/drawing/2014/main" id="{EB87C3F0-3044-F7A5-0BA2-123817855CE5}"/>
                  </a:ext>
                </a:extLst>
              </p:cNvPr>
              <p:cNvSpPr/>
              <p:nvPr/>
            </p:nvSpPr>
            <p:spPr>
              <a:xfrm>
                <a:off x="4090588" y="1927437"/>
                <a:ext cx="94679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90" h="914400">
                    <a:moveTo>
                      <a:pt x="914400" y="914400"/>
                    </a:moveTo>
                    <a:lnTo>
                      <a:pt x="887071" y="902144"/>
                    </a:lnTo>
                    <a:lnTo>
                      <a:pt x="899135" y="885016"/>
                    </a:lnTo>
                    <a:lnTo>
                      <a:pt x="929159" y="877128"/>
                    </a:lnTo>
                    <a:lnTo>
                      <a:pt x="946790" y="879727"/>
                    </a:lnTo>
                    <a:lnTo>
                      <a:pt x="927394" y="896729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8" name="ph50">
                <a:extLst>
                  <a:ext uri="{FF2B5EF4-FFF2-40B4-BE49-F238E27FC236}">
                    <a16:creationId xmlns:a16="http://schemas.microsoft.com/office/drawing/2014/main" id="{36FC88BD-CC47-2F44-32CB-D4D18ED0EDDC}"/>
                  </a:ext>
                </a:extLst>
              </p:cNvPr>
              <p:cNvSpPr/>
              <p:nvPr/>
            </p:nvSpPr>
            <p:spPr>
              <a:xfrm>
                <a:off x="4892843" y="2749589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400" y="914400"/>
                    </a:moveTo>
                    <a:lnTo>
                      <a:pt x="881582" y="904039"/>
                    </a:lnTo>
                    <a:lnTo>
                      <a:pt x="841589" y="878428"/>
                    </a:lnTo>
                    <a:lnTo>
                      <a:pt x="847446" y="828233"/>
                    </a:lnTo>
                    <a:lnTo>
                      <a:pt x="857707" y="806538"/>
                    </a:lnTo>
                    <a:lnTo>
                      <a:pt x="930653" y="862797"/>
                    </a:lnTo>
                    <a:lnTo>
                      <a:pt x="931545" y="884005"/>
                    </a:lnTo>
                    <a:lnTo>
                      <a:pt x="921731" y="9081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099" name="pt51">
                <a:extLst>
                  <a:ext uri="{FF2B5EF4-FFF2-40B4-BE49-F238E27FC236}">
                    <a16:creationId xmlns:a16="http://schemas.microsoft.com/office/drawing/2014/main" id="{682A3BB2-6050-0620-4C6A-1B84F63D842C}"/>
                  </a:ext>
                </a:extLst>
              </p:cNvPr>
              <p:cNvSpPr/>
              <p:nvPr/>
            </p:nvSpPr>
            <p:spPr>
              <a:xfrm>
                <a:off x="5321750" y="3327924"/>
                <a:ext cx="117405" cy="117405"/>
              </a:xfrm>
              <a:prstGeom prst="ellipse">
                <a:avLst/>
              </a:prstGeom>
              <a:solidFill>
                <a:srgbClr val="E8646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0" name="pt52">
                <a:extLst>
                  <a:ext uri="{FF2B5EF4-FFF2-40B4-BE49-F238E27FC236}">
                    <a16:creationId xmlns:a16="http://schemas.microsoft.com/office/drawing/2014/main" id="{9ECD25C6-58E3-0789-985E-1763041EC950}"/>
                  </a:ext>
                </a:extLst>
              </p:cNvPr>
              <p:cNvSpPr/>
              <p:nvPr/>
            </p:nvSpPr>
            <p:spPr>
              <a:xfrm>
                <a:off x="6548520" y="1819937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1" name="pt53">
                <a:extLst>
                  <a:ext uri="{FF2B5EF4-FFF2-40B4-BE49-F238E27FC236}">
                    <a16:creationId xmlns:a16="http://schemas.microsoft.com/office/drawing/2014/main" id="{1AAD5A53-305E-E94B-5680-6C745EB427CB}"/>
                  </a:ext>
                </a:extLst>
              </p:cNvPr>
              <p:cNvSpPr/>
              <p:nvPr/>
            </p:nvSpPr>
            <p:spPr>
              <a:xfrm>
                <a:off x="5252141" y="3164682"/>
                <a:ext cx="117405" cy="117405"/>
              </a:xfrm>
              <a:prstGeom prst="ellipse">
                <a:avLst/>
              </a:prstGeom>
              <a:solidFill>
                <a:srgbClr val="FFA975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2" name="pt54">
                <a:extLst>
                  <a:ext uri="{FF2B5EF4-FFF2-40B4-BE49-F238E27FC236}">
                    <a16:creationId xmlns:a16="http://schemas.microsoft.com/office/drawing/2014/main" id="{854E4D90-AC7B-FCB2-2222-2808A3DED297}"/>
                  </a:ext>
                </a:extLst>
              </p:cNvPr>
              <p:cNvSpPr/>
              <p:nvPr/>
            </p:nvSpPr>
            <p:spPr>
              <a:xfrm>
                <a:off x="6082174" y="2610862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3" name="pt55">
                <a:extLst>
                  <a:ext uri="{FF2B5EF4-FFF2-40B4-BE49-F238E27FC236}">
                    <a16:creationId xmlns:a16="http://schemas.microsoft.com/office/drawing/2014/main" id="{23D8447C-4DE3-4D48-958B-222F0B694A4A}"/>
                  </a:ext>
                </a:extLst>
              </p:cNvPr>
              <p:cNvSpPr/>
              <p:nvPr/>
            </p:nvSpPr>
            <p:spPr>
              <a:xfrm>
                <a:off x="6006957" y="2995558"/>
                <a:ext cx="117405" cy="117405"/>
              </a:xfrm>
              <a:prstGeom prst="ellipse">
                <a:avLst/>
              </a:prstGeom>
              <a:solidFill>
                <a:srgbClr val="ED716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4" name="pt56">
                <a:extLst>
                  <a:ext uri="{FF2B5EF4-FFF2-40B4-BE49-F238E27FC236}">
                    <a16:creationId xmlns:a16="http://schemas.microsoft.com/office/drawing/2014/main" id="{1158CC51-743F-2F3C-889E-EE0631D92FE3}"/>
                  </a:ext>
                </a:extLst>
              </p:cNvPr>
              <p:cNvSpPr/>
              <p:nvPr/>
            </p:nvSpPr>
            <p:spPr>
              <a:xfrm>
                <a:off x="5337831" y="3460740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5" name="pt57">
                <a:extLst>
                  <a:ext uri="{FF2B5EF4-FFF2-40B4-BE49-F238E27FC236}">
                    <a16:creationId xmlns:a16="http://schemas.microsoft.com/office/drawing/2014/main" id="{28492ABD-B1DC-0990-0829-2E321185A9FF}"/>
                  </a:ext>
                </a:extLst>
              </p:cNvPr>
              <p:cNvSpPr/>
              <p:nvPr/>
            </p:nvSpPr>
            <p:spPr>
              <a:xfrm>
                <a:off x="4966984" y="2173890"/>
                <a:ext cx="117405" cy="117405"/>
              </a:xfrm>
              <a:prstGeom prst="ellipse">
                <a:avLst/>
              </a:prstGeom>
              <a:solidFill>
                <a:srgbClr val="E3566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6" name="pt58">
                <a:extLst>
                  <a:ext uri="{FF2B5EF4-FFF2-40B4-BE49-F238E27FC236}">
                    <a16:creationId xmlns:a16="http://schemas.microsoft.com/office/drawing/2014/main" id="{5C2E6551-940E-03B2-43DD-F56071DC30A8}"/>
                  </a:ext>
                </a:extLst>
              </p:cNvPr>
              <p:cNvSpPr/>
              <p:nvPr/>
            </p:nvSpPr>
            <p:spPr>
              <a:xfrm>
                <a:off x="5056887" y="2478760"/>
                <a:ext cx="117405" cy="117405"/>
              </a:xfrm>
              <a:prstGeom prst="ellipse">
                <a:avLst/>
              </a:prstGeom>
              <a:solidFill>
                <a:srgbClr val="FE9F6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7" name="pg59">
                <a:extLst>
                  <a:ext uri="{FF2B5EF4-FFF2-40B4-BE49-F238E27FC236}">
                    <a16:creationId xmlns:a16="http://schemas.microsoft.com/office/drawing/2014/main" id="{6FD815E9-C810-C0D9-1651-1585EC1D8041}"/>
                  </a:ext>
                </a:extLst>
              </p:cNvPr>
              <p:cNvSpPr/>
              <p:nvPr/>
            </p:nvSpPr>
            <p:spPr>
              <a:xfrm>
                <a:off x="5436148" y="3255520"/>
                <a:ext cx="37947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6" h="191749">
                    <a:moveTo>
                      <a:pt x="27431" y="191749"/>
                    </a:moveTo>
                    <a:lnTo>
                      <a:pt x="352044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6" y="164317"/>
                    </a:lnTo>
                    <a:lnTo>
                      <a:pt x="379476" y="27431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08" name="tx60">
                <a:extLst>
                  <a:ext uri="{FF2B5EF4-FFF2-40B4-BE49-F238E27FC236}">
                    <a16:creationId xmlns:a16="http://schemas.microsoft.com/office/drawing/2014/main" id="{C8295245-7AE5-E76D-ABC5-55DAA94AADA1}"/>
                  </a:ext>
                </a:extLst>
              </p:cNvPr>
              <p:cNvSpPr/>
              <p:nvPr/>
            </p:nvSpPr>
            <p:spPr>
              <a:xfrm>
                <a:off x="5481868" y="3301240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1109" name="pg61">
                <a:extLst>
                  <a:ext uri="{FF2B5EF4-FFF2-40B4-BE49-F238E27FC236}">
                    <a16:creationId xmlns:a16="http://schemas.microsoft.com/office/drawing/2014/main" id="{4C8872C4-AE11-4C0B-AE38-904A45A776A2}"/>
                  </a:ext>
                </a:extLst>
              </p:cNvPr>
              <p:cNvSpPr/>
              <p:nvPr/>
            </p:nvSpPr>
            <p:spPr>
              <a:xfrm>
                <a:off x="6479859" y="1627078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2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1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10" name="tx62">
                <a:extLst>
                  <a:ext uri="{FF2B5EF4-FFF2-40B4-BE49-F238E27FC236}">
                    <a16:creationId xmlns:a16="http://schemas.microsoft.com/office/drawing/2014/main" id="{23E682D4-81D3-106A-CCD7-D140BDAB207F}"/>
                  </a:ext>
                </a:extLst>
              </p:cNvPr>
              <p:cNvSpPr/>
              <p:nvPr/>
            </p:nvSpPr>
            <p:spPr>
              <a:xfrm>
                <a:off x="6525579" y="1672798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1111" name="pg63">
                <a:extLst>
                  <a:ext uri="{FF2B5EF4-FFF2-40B4-BE49-F238E27FC236}">
                    <a16:creationId xmlns:a16="http://schemas.microsoft.com/office/drawing/2014/main" id="{D9FB2AE4-1D07-34BD-D55E-F167F197203E}"/>
                  </a:ext>
                </a:extLst>
              </p:cNvPr>
              <p:cNvSpPr/>
              <p:nvPr/>
            </p:nvSpPr>
            <p:spPr>
              <a:xfrm>
                <a:off x="4986238" y="2972174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2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12" name="tx64">
                <a:extLst>
                  <a:ext uri="{FF2B5EF4-FFF2-40B4-BE49-F238E27FC236}">
                    <a16:creationId xmlns:a16="http://schemas.microsoft.com/office/drawing/2014/main" id="{D1CE87B9-DC4E-C706-CC68-BAD68FC981F6}"/>
                  </a:ext>
                </a:extLst>
              </p:cNvPr>
              <p:cNvSpPr/>
              <p:nvPr/>
            </p:nvSpPr>
            <p:spPr>
              <a:xfrm>
                <a:off x="5031958" y="3017894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1113" name="pg65">
                <a:extLst>
                  <a:ext uri="{FF2B5EF4-FFF2-40B4-BE49-F238E27FC236}">
                    <a16:creationId xmlns:a16="http://schemas.microsoft.com/office/drawing/2014/main" id="{D9F3446B-F275-B5C9-8C72-0098FA9732C7}"/>
                  </a:ext>
                </a:extLst>
              </p:cNvPr>
              <p:cNvSpPr/>
              <p:nvPr/>
            </p:nvSpPr>
            <p:spPr>
              <a:xfrm>
                <a:off x="5820431" y="2728944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2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2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14" name="tx66">
                <a:extLst>
                  <a:ext uri="{FF2B5EF4-FFF2-40B4-BE49-F238E27FC236}">
                    <a16:creationId xmlns:a16="http://schemas.microsoft.com/office/drawing/2014/main" id="{35B54BD4-C56E-A13E-E452-25F3ECDF548C}"/>
                  </a:ext>
                </a:extLst>
              </p:cNvPr>
              <p:cNvSpPr/>
              <p:nvPr/>
            </p:nvSpPr>
            <p:spPr>
              <a:xfrm>
                <a:off x="5866151" y="2774664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1115" name="pg67">
                <a:extLst>
                  <a:ext uri="{FF2B5EF4-FFF2-40B4-BE49-F238E27FC236}">
                    <a16:creationId xmlns:a16="http://schemas.microsoft.com/office/drawing/2014/main" id="{EAFEB6E2-5FF3-39E5-888F-B4F33757353A}"/>
                  </a:ext>
                </a:extLst>
              </p:cNvPr>
              <p:cNvSpPr/>
              <p:nvPr/>
            </p:nvSpPr>
            <p:spPr>
              <a:xfrm>
                <a:off x="6007225" y="3114309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1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16" name="tx68">
                <a:extLst>
                  <a:ext uri="{FF2B5EF4-FFF2-40B4-BE49-F238E27FC236}">
                    <a16:creationId xmlns:a16="http://schemas.microsoft.com/office/drawing/2014/main" id="{1AB03AD4-87E7-CA36-4267-317AD52F5C87}"/>
                  </a:ext>
                </a:extLst>
              </p:cNvPr>
              <p:cNvSpPr/>
              <p:nvPr/>
            </p:nvSpPr>
            <p:spPr>
              <a:xfrm>
                <a:off x="6052945" y="3160029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1117" name="pg69">
                <a:extLst>
                  <a:ext uri="{FF2B5EF4-FFF2-40B4-BE49-F238E27FC236}">
                    <a16:creationId xmlns:a16="http://schemas.microsoft.com/office/drawing/2014/main" id="{C50C495F-0A34-4491-96B7-FB3D2BF0FE44}"/>
                  </a:ext>
                </a:extLst>
              </p:cNvPr>
              <p:cNvSpPr/>
              <p:nvPr/>
            </p:nvSpPr>
            <p:spPr>
              <a:xfrm>
                <a:off x="5322242" y="3578906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1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18" name="tx70">
                <a:extLst>
                  <a:ext uri="{FF2B5EF4-FFF2-40B4-BE49-F238E27FC236}">
                    <a16:creationId xmlns:a16="http://schemas.microsoft.com/office/drawing/2014/main" id="{3D5D1B11-6730-331B-5533-EB8D3AC049A1}"/>
                  </a:ext>
                </a:extLst>
              </p:cNvPr>
              <p:cNvSpPr/>
              <p:nvPr/>
            </p:nvSpPr>
            <p:spPr>
              <a:xfrm>
                <a:off x="5367962" y="3624626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1119" name="pg73">
                <a:extLst>
                  <a:ext uri="{FF2B5EF4-FFF2-40B4-BE49-F238E27FC236}">
                    <a16:creationId xmlns:a16="http://schemas.microsoft.com/office/drawing/2014/main" id="{55FAC4B9-FBEC-2B96-9EE3-70DCBB151DAE}"/>
                  </a:ext>
                </a:extLst>
              </p:cNvPr>
              <p:cNvSpPr/>
              <p:nvPr/>
            </p:nvSpPr>
            <p:spPr>
              <a:xfrm>
                <a:off x="5080427" y="2286096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1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20" name="tx74">
                <a:extLst>
                  <a:ext uri="{FF2B5EF4-FFF2-40B4-BE49-F238E27FC236}">
                    <a16:creationId xmlns:a16="http://schemas.microsoft.com/office/drawing/2014/main" id="{E8F0EED4-3801-D4D2-C64B-F31D9E967044}"/>
                  </a:ext>
                </a:extLst>
              </p:cNvPr>
              <p:cNvSpPr/>
              <p:nvPr/>
            </p:nvSpPr>
            <p:spPr>
              <a:xfrm>
                <a:off x="5126147" y="2331816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1121" name="rc75">
                <a:extLst>
                  <a:ext uri="{FF2B5EF4-FFF2-40B4-BE49-F238E27FC236}">
                    <a16:creationId xmlns:a16="http://schemas.microsoft.com/office/drawing/2014/main" id="{FA2778AC-3E5A-6036-2917-EEFE2055620B}"/>
                  </a:ext>
                </a:extLst>
              </p:cNvPr>
              <p:cNvSpPr/>
              <p:nvPr/>
            </p:nvSpPr>
            <p:spPr>
              <a:xfrm>
                <a:off x="4704804" y="1318571"/>
                <a:ext cx="2184706" cy="2846260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22" name="tx76">
                <a:extLst>
                  <a:ext uri="{FF2B5EF4-FFF2-40B4-BE49-F238E27FC236}">
                    <a16:creationId xmlns:a16="http://schemas.microsoft.com/office/drawing/2014/main" id="{003AB014-FF15-B968-FE76-0BE68193932F}"/>
                  </a:ext>
                </a:extLst>
              </p:cNvPr>
              <p:cNvSpPr/>
              <p:nvPr/>
            </p:nvSpPr>
            <p:spPr>
              <a:xfrm>
                <a:off x="4392451" y="3994765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1123" name="tx77">
                <a:extLst>
                  <a:ext uri="{FF2B5EF4-FFF2-40B4-BE49-F238E27FC236}">
                    <a16:creationId xmlns:a16="http://schemas.microsoft.com/office/drawing/2014/main" id="{88B8C7CC-423B-4E5B-21F6-10FEC6FAF9C0}"/>
                  </a:ext>
                </a:extLst>
              </p:cNvPr>
              <p:cNvSpPr/>
              <p:nvPr/>
            </p:nvSpPr>
            <p:spPr>
              <a:xfrm>
                <a:off x="4516809" y="3976294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24" name="tx78">
                <a:extLst>
                  <a:ext uri="{FF2B5EF4-FFF2-40B4-BE49-F238E27FC236}">
                    <a16:creationId xmlns:a16="http://schemas.microsoft.com/office/drawing/2014/main" id="{765A7C83-BD6C-5365-A243-DC375A9AB109}"/>
                  </a:ext>
                </a:extLst>
              </p:cNvPr>
              <p:cNvSpPr/>
              <p:nvPr/>
            </p:nvSpPr>
            <p:spPr>
              <a:xfrm>
                <a:off x="4561524" y="3994765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125" name="tx79">
                <a:extLst>
                  <a:ext uri="{FF2B5EF4-FFF2-40B4-BE49-F238E27FC236}">
                    <a16:creationId xmlns:a16="http://schemas.microsoft.com/office/drawing/2014/main" id="{4E751E4A-0C4A-FE53-9282-B35002DFC1C1}"/>
                  </a:ext>
                </a:extLst>
              </p:cNvPr>
              <p:cNvSpPr/>
              <p:nvPr/>
            </p:nvSpPr>
            <p:spPr>
              <a:xfrm>
                <a:off x="4392451" y="362512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1126" name="tx80">
                <a:extLst>
                  <a:ext uri="{FF2B5EF4-FFF2-40B4-BE49-F238E27FC236}">
                    <a16:creationId xmlns:a16="http://schemas.microsoft.com/office/drawing/2014/main" id="{8DE6DD01-FF04-EC63-6C0F-B2D9117C276B}"/>
                  </a:ext>
                </a:extLst>
              </p:cNvPr>
              <p:cNvSpPr/>
              <p:nvPr/>
            </p:nvSpPr>
            <p:spPr>
              <a:xfrm>
                <a:off x="4516809" y="360665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27" name="tx81">
                <a:extLst>
                  <a:ext uri="{FF2B5EF4-FFF2-40B4-BE49-F238E27FC236}">
                    <a16:creationId xmlns:a16="http://schemas.microsoft.com/office/drawing/2014/main" id="{725A0A28-3FB3-8064-9720-4F879519EA0A}"/>
                  </a:ext>
                </a:extLst>
              </p:cNvPr>
              <p:cNvSpPr/>
              <p:nvPr/>
            </p:nvSpPr>
            <p:spPr>
              <a:xfrm>
                <a:off x="4561524" y="362512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128" name="tx82">
                <a:extLst>
                  <a:ext uri="{FF2B5EF4-FFF2-40B4-BE49-F238E27FC236}">
                    <a16:creationId xmlns:a16="http://schemas.microsoft.com/office/drawing/2014/main" id="{BE796D27-D5DF-10E9-93EA-AE837B2A0F81}"/>
                  </a:ext>
                </a:extLst>
              </p:cNvPr>
              <p:cNvSpPr/>
              <p:nvPr/>
            </p:nvSpPr>
            <p:spPr>
              <a:xfrm>
                <a:off x="4392451" y="325565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1129" name="tx83">
                <a:extLst>
                  <a:ext uri="{FF2B5EF4-FFF2-40B4-BE49-F238E27FC236}">
                    <a16:creationId xmlns:a16="http://schemas.microsoft.com/office/drawing/2014/main" id="{09B800ED-C25B-46CB-6665-F8D6273AD3D5}"/>
                  </a:ext>
                </a:extLst>
              </p:cNvPr>
              <p:cNvSpPr/>
              <p:nvPr/>
            </p:nvSpPr>
            <p:spPr>
              <a:xfrm>
                <a:off x="4516809" y="32371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30" name="tx84">
                <a:extLst>
                  <a:ext uri="{FF2B5EF4-FFF2-40B4-BE49-F238E27FC236}">
                    <a16:creationId xmlns:a16="http://schemas.microsoft.com/office/drawing/2014/main" id="{302A166B-E866-446F-0410-ED72304F2EFE}"/>
                  </a:ext>
                </a:extLst>
              </p:cNvPr>
              <p:cNvSpPr/>
              <p:nvPr/>
            </p:nvSpPr>
            <p:spPr>
              <a:xfrm>
                <a:off x="4561524" y="325565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131" name="tx85">
                <a:extLst>
                  <a:ext uri="{FF2B5EF4-FFF2-40B4-BE49-F238E27FC236}">
                    <a16:creationId xmlns:a16="http://schemas.microsoft.com/office/drawing/2014/main" id="{52295482-A557-8B30-79BE-4ECBB71629B9}"/>
                  </a:ext>
                </a:extLst>
              </p:cNvPr>
              <p:cNvSpPr/>
              <p:nvPr/>
            </p:nvSpPr>
            <p:spPr>
              <a:xfrm>
                <a:off x="4392451" y="288583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1132" name="tx86">
                <a:extLst>
                  <a:ext uri="{FF2B5EF4-FFF2-40B4-BE49-F238E27FC236}">
                    <a16:creationId xmlns:a16="http://schemas.microsoft.com/office/drawing/2014/main" id="{0F993D27-A147-34E0-14AC-AB1934854B17}"/>
                  </a:ext>
                </a:extLst>
              </p:cNvPr>
              <p:cNvSpPr/>
              <p:nvPr/>
            </p:nvSpPr>
            <p:spPr>
              <a:xfrm>
                <a:off x="4516809" y="286736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33" name="tx87">
                <a:extLst>
                  <a:ext uri="{FF2B5EF4-FFF2-40B4-BE49-F238E27FC236}">
                    <a16:creationId xmlns:a16="http://schemas.microsoft.com/office/drawing/2014/main" id="{1128CF54-4C07-7877-A1F3-C2946B3739E4}"/>
                  </a:ext>
                </a:extLst>
              </p:cNvPr>
              <p:cNvSpPr/>
              <p:nvPr/>
            </p:nvSpPr>
            <p:spPr>
              <a:xfrm>
                <a:off x="4561524" y="288583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134" name="tx88">
                <a:extLst>
                  <a:ext uri="{FF2B5EF4-FFF2-40B4-BE49-F238E27FC236}">
                    <a16:creationId xmlns:a16="http://schemas.microsoft.com/office/drawing/2014/main" id="{E2F974D1-DDE5-E479-7939-2AEBFC3E050B}"/>
                  </a:ext>
                </a:extLst>
              </p:cNvPr>
              <p:cNvSpPr/>
              <p:nvPr/>
            </p:nvSpPr>
            <p:spPr>
              <a:xfrm>
                <a:off x="4392451" y="251637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1135" name="tx89">
                <a:extLst>
                  <a:ext uri="{FF2B5EF4-FFF2-40B4-BE49-F238E27FC236}">
                    <a16:creationId xmlns:a16="http://schemas.microsoft.com/office/drawing/2014/main" id="{11D62B75-B40F-7E88-4C79-A54411779EB7}"/>
                  </a:ext>
                </a:extLst>
              </p:cNvPr>
              <p:cNvSpPr/>
              <p:nvPr/>
            </p:nvSpPr>
            <p:spPr>
              <a:xfrm>
                <a:off x="4516809" y="249790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36" name="tx90">
                <a:extLst>
                  <a:ext uri="{FF2B5EF4-FFF2-40B4-BE49-F238E27FC236}">
                    <a16:creationId xmlns:a16="http://schemas.microsoft.com/office/drawing/2014/main" id="{ABF00A13-7460-8DD0-D4A6-5EAF564DFAA0}"/>
                  </a:ext>
                </a:extLst>
              </p:cNvPr>
              <p:cNvSpPr/>
              <p:nvPr/>
            </p:nvSpPr>
            <p:spPr>
              <a:xfrm>
                <a:off x="4561524" y="251637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137" name="tx91">
                <a:extLst>
                  <a:ext uri="{FF2B5EF4-FFF2-40B4-BE49-F238E27FC236}">
                    <a16:creationId xmlns:a16="http://schemas.microsoft.com/office/drawing/2014/main" id="{4BE2AF97-35FE-C915-EC02-409143000888}"/>
                  </a:ext>
                </a:extLst>
              </p:cNvPr>
              <p:cNvSpPr/>
              <p:nvPr/>
            </p:nvSpPr>
            <p:spPr>
              <a:xfrm>
                <a:off x="4392451" y="21467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1138" name="tx92">
                <a:extLst>
                  <a:ext uri="{FF2B5EF4-FFF2-40B4-BE49-F238E27FC236}">
                    <a16:creationId xmlns:a16="http://schemas.microsoft.com/office/drawing/2014/main" id="{2C9220D3-ECC0-D901-FAF8-79688957DD6D}"/>
                  </a:ext>
                </a:extLst>
              </p:cNvPr>
              <p:cNvSpPr/>
              <p:nvPr/>
            </p:nvSpPr>
            <p:spPr>
              <a:xfrm>
                <a:off x="4516809" y="21282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39" name="tx93">
                <a:extLst>
                  <a:ext uri="{FF2B5EF4-FFF2-40B4-BE49-F238E27FC236}">
                    <a16:creationId xmlns:a16="http://schemas.microsoft.com/office/drawing/2014/main" id="{6A57C50E-2F1A-3BAC-8479-FD2423F80552}"/>
                  </a:ext>
                </a:extLst>
              </p:cNvPr>
              <p:cNvSpPr/>
              <p:nvPr/>
            </p:nvSpPr>
            <p:spPr>
              <a:xfrm>
                <a:off x="4561524" y="214672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140" name="tx94">
                <a:extLst>
                  <a:ext uri="{FF2B5EF4-FFF2-40B4-BE49-F238E27FC236}">
                    <a16:creationId xmlns:a16="http://schemas.microsoft.com/office/drawing/2014/main" id="{64E7CE94-EDA6-FD13-ACAC-F394E5E24FFD}"/>
                  </a:ext>
                </a:extLst>
              </p:cNvPr>
              <p:cNvSpPr/>
              <p:nvPr/>
            </p:nvSpPr>
            <p:spPr>
              <a:xfrm>
                <a:off x="4392451" y="177708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1141" name="tx95">
                <a:extLst>
                  <a:ext uri="{FF2B5EF4-FFF2-40B4-BE49-F238E27FC236}">
                    <a16:creationId xmlns:a16="http://schemas.microsoft.com/office/drawing/2014/main" id="{0EFB26AE-7744-AF14-D549-3183C1B6C371}"/>
                  </a:ext>
                </a:extLst>
              </p:cNvPr>
              <p:cNvSpPr/>
              <p:nvPr/>
            </p:nvSpPr>
            <p:spPr>
              <a:xfrm>
                <a:off x="4516809" y="175861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42" name="tx96">
                <a:extLst>
                  <a:ext uri="{FF2B5EF4-FFF2-40B4-BE49-F238E27FC236}">
                    <a16:creationId xmlns:a16="http://schemas.microsoft.com/office/drawing/2014/main" id="{6D6F4661-F7E7-35D8-64C5-2A61C4A05B7A}"/>
                  </a:ext>
                </a:extLst>
              </p:cNvPr>
              <p:cNvSpPr/>
              <p:nvPr/>
            </p:nvSpPr>
            <p:spPr>
              <a:xfrm>
                <a:off x="4561524" y="177708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143" name="tx97">
                <a:extLst>
                  <a:ext uri="{FF2B5EF4-FFF2-40B4-BE49-F238E27FC236}">
                    <a16:creationId xmlns:a16="http://schemas.microsoft.com/office/drawing/2014/main" id="{B505D4F0-DB4E-E517-B444-B89CBF6A9C33}"/>
                  </a:ext>
                </a:extLst>
              </p:cNvPr>
              <p:cNvSpPr/>
              <p:nvPr/>
            </p:nvSpPr>
            <p:spPr>
              <a:xfrm>
                <a:off x="4392451" y="140743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1144" name="tx98">
                <a:extLst>
                  <a:ext uri="{FF2B5EF4-FFF2-40B4-BE49-F238E27FC236}">
                    <a16:creationId xmlns:a16="http://schemas.microsoft.com/office/drawing/2014/main" id="{9AA10AE4-33BD-EF09-C701-8CE4A942BAAB}"/>
                  </a:ext>
                </a:extLst>
              </p:cNvPr>
              <p:cNvSpPr/>
              <p:nvPr/>
            </p:nvSpPr>
            <p:spPr>
              <a:xfrm>
                <a:off x="4516809" y="138896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45" name="tx99">
                <a:extLst>
                  <a:ext uri="{FF2B5EF4-FFF2-40B4-BE49-F238E27FC236}">
                    <a16:creationId xmlns:a16="http://schemas.microsoft.com/office/drawing/2014/main" id="{18432CD1-685D-CBB3-ADB1-2665134A7E6B}"/>
                  </a:ext>
                </a:extLst>
              </p:cNvPr>
              <p:cNvSpPr/>
              <p:nvPr/>
            </p:nvSpPr>
            <p:spPr>
              <a:xfrm>
                <a:off x="4561524" y="140743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146" name="pl100">
                <a:extLst>
                  <a:ext uri="{FF2B5EF4-FFF2-40B4-BE49-F238E27FC236}">
                    <a16:creationId xmlns:a16="http://schemas.microsoft.com/office/drawing/2014/main" id="{A3BD9DCB-4627-604C-718B-3BA69AA9AFD0}"/>
                  </a:ext>
                </a:extLst>
              </p:cNvPr>
              <p:cNvSpPr/>
              <p:nvPr/>
            </p:nvSpPr>
            <p:spPr>
              <a:xfrm>
                <a:off x="4670009" y="403545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47" name="pl101">
                <a:extLst>
                  <a:ext uri="{FF2B5EF4-FFF2-40B4-BE49-F238E27FC236}">
                    <a16:creationId xmlns:a16="http://schemas.microsoft.com/office/drawing/2014/main" id="{7B380161-6B69-EFF1-5F2C-2008146757D9}"/>
                  </a:ext>
                </a:extLst>
              </p:cNvPr>
              <p:cNvSpPr/>
              <p:nvPr/>
            </p:nvSpPr>
            <p:spPr>
              <a:xfrm>
                <a:off x="4670009" y="3665812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48" name="pl102">
                <a:extLst>
                  <a:ext uri="{FF2B5EF4-FFF2-40B4-BE49-F238E27FC236}">
                    <a16:creationId xmlns:a16="http://schemas.microsoft.com/office/drawing/2014/main" id="{1F06E844-AE52-648E-8F58-085C29ECD687}"/>
                  </a:ext>
                </a:extLst>
              </p:cNvPr>
              <p:cNvSpPr/>
              <p:nvPr/>
            </p:nvSpPr>
            <p:spPr>
              <a:xfrm>
                <a:off x="4670009" y="329616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49" name="pl103">
                <a:extLst>
                  <a:ext uri="{FF2B5EF4-FFF2-40B4-BE49-F238E27FC236}">
                    <a16:creationId xmlns:a16="http://schemas.microsoft.com/office/drawing/2014/main" id="{99A72509-4B6F-8E52-F54C-96D9AB15E8AD}"/>
                  </a:ext>
                </a:extLst>
              </p:cNvPr>
              <p:cNvSpPr/>
              <p:nvPr/>
            </p:nvSpPr>
            <p:spPr>
              <a:xfrm>
                <a:off x="4670009" y="292652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0" name="pl104">
                <a:extLst>
                  <a:ext uri="{FF2B5EF4-FFF2-40B4-BE49-F238E27FC236}">
                    <a16:creationId xmlns:a16="http://schemas.microsoft.com/office/drawing/2014/main" id="{69B33B12-246B-94C8-FEF5-870A3A7AB235}"/>
                  </a:ext>
                </a:extLst>
              </p:cNvPr>
              <p:cNvSpPr/>
              <p:nvPr/>
            </p:nvSpPr>
            <p:spPr>
              <a:xfrm>
                <a:off x="4670009" y="255687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1" name="pl105">
                <a:extLst>
                  <a:ext uri="{FF2B5EF4-FFF2-40B4-BE49-F238E27FC236}">
                    <a16:creationId xmlns:a16="http://schemas.microsoft.com/office/drawing/2014/main" id="{D80D310F-D2E9-25CB-3DF9-D99678ACC692}"/>
                  </a:ext>
                </a:extLst>
              </p:cNvPr>
              <p:cNvSpPr/>
              <p:nvPr/>
            </p:nvSpPr>
            <p:spPr>
              <a:xfrm>
                <a:off x="4670009" y="2187235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2" name="pl106">
                <a:extLst>
                  <a:ext uri="{FF2B5EF4-FFF2-40B4-BE49-F238E27FC236}">
                    <a16:creationId xmlns:a16="http://schemas.microsoft.com/office/drawing/2014/main" id="{613EBBA9-1278-4DEF-DACE-A57B958F9AB7}"/>
                  </a:ext>
                </a:extLst>
              </p:cNvPr>
              <p:cNvSpPr/>
              <p:nvPr/>
            </p:nvSpPr>
            <p:spPr>
              <a:xfrm>
                <a:off x="4670009" y="181759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3" name="pl107">
                <a:extLst>
                  <a:ext uri="{FF2B5EF4-FFF2-40B4-BE49-F238E27FC236}">
                    <a16:creationId xmlns:a16="http://schemas.microsoft.com/office/drawing/2014/main" id="{10DD134B-895B-896E-E82F-6E010283F471}"/>
                  </a:ext>
                </a:extLst>
              </p:cNvPr>
              <p:cNvSpPr/>
              <p:nvPr/>
            </p:nvSpPr>
            <p:spPr>
              <a:xfrm>
                <a:off x="4670009" y="144794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4" name="pl108">
                <a:extLst>
                  <a:ext uri="{FF2B5EF4-FFF2-40B4-BE49-F238E27FC236}">
                    <a16:creationId xmlns:a16="http://schemas.microsoft.com/office/drawing/2014/main" id="{C0AC35C7-39A8-01E2-C200-5DEEEB4FE5BC}"/>
                  </a:ext>
                </a:extLst>
              </p:cNvPr>
              <p:cNvSpPr/>
              <p:nvPr/>
            </p:nvSpPr>
            <p:spPr>
              <a:xfrm>
                <a:off x="4804109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5" name="pl109">
                <a:extLst>
                  <a:ext uri="{FF2B5EF4-FFF2-40B4-BE49-F238E27FC236}">
                    <a16:creationId xmlns:a16="http://schemas.microsoft.com/office/drawing/2014/main" id="{5420CC41-10F7-44C6-904D-789E75EE1791}"/>
                  </a:ext>
                </a:extLst>
              </p:cNvPr>
              <p:cNvSpPr/>
              <p:nvPr/>
            </p:nvSpPr>
            <p:spPr>
              <a:xfrm>
                <a:off x="5201328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6" name="pl110">
                <a:extLst>
                  <a:ext uri="{FF2B5EF4-FFF2-40B4-BE49-F238E27FC236}">
                    <a16:creationId xmlns:a16="http://schemas.microsoft.com/office/drawing/2014/main" id="{C7874B7C-4BF3-AB6B-20C1-67C5AB7C0523}"/>
                  </a:ext>
                </a:extLst>
              </p:cNvPr>
              <p:cNvSpPr/>
              <p:nvPr/>
            </p:nvSpPr>
            <p:spPr>
              <a:xfrm>
                <a:off x="5598548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7" name="pl111">
                <a:extLst>
                  <a:ext uri="{FF2B5EF4-FFF2-40B4-BE49-F238E27FC236}">
                    <a16:creationId xmlns:a16="http://schemas.microsoft.com/office/drawing/2014/main" id="{5D34FEBA-3A4E-AB0A-4C00-62E6CEF70BA8}"/>
                  </a:ext>
                </a:extLst>
              </p:cNvPr>
              <p:cNvSpPr/>
              <p:nvPr/>
            </p:nvSpPr>
            <p:spPr>
              <a:xfrm>
                <a:off x="5995767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8" name="pl112">
                <a:extLst>
                  <a:ext uri="{FF2B5EF4-FFF2-40B4-BE49-F238E27FC236}">
                    <a16:creationId xmlns:a16="http://schemas.microsoft.com/office/drawing/2014/main" id="{91622C3D-508D-3955-6660-B5A16CCFCEDA}"/>
                  </a:ext>
                </a:extLst>
              </p:cNvPr>
              <p:cNvSpPr/>
              <p:nvPr/>
            </p:nvSpPr>
            <p:spPr>
              <a:xfrm>
                <a:off x="6392986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59" name="pl113">
                <a:extLst>
                  <a:ext uri="{FF2B5EF4-FFF2-40B4-BE49-F238E27FC236}">
                    <a16:creationId xmlns:a16="http://schemas.microsoft.com/office/drawing/2014/main" id="{A173389F-7036-A04F-604E-CA2526B72860}"/>
                  </a:ext>
                </a:extLst>
              </p:cNvPr>
              <p:cNvSpPr/>
              <p:nvPr/>
            </p:nvSpPr>
            <p:spPr>
              <a:xfrm>
                <a:off x="6790206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60" name="tx114">
                <a:extLst>
                  <a:ext uri="{FF2B5EF4-FFF2-40B4-BE49-F238E27FC236}">
                    <a16:creationId xmlns:a16="http://schemas.microsoft.com/office/drawing/2014/main" id="{22AC5FB7-368F-9367-15C8-B0D950123C99}"/>
                  </a:ext>
                </a:extLst>
              </p:cNvPr>
              <p:cNvSpPr/>
              <p:nvPr/>
            </p:nvSpPr>
            <p:spPr>
              <a:xfrm>
                <a:off x="4682311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1161" name="tx115">
                <a:extLst>
                  <a:ext uri="{FF2B5EF4-FFF2-40B4-BE49-F238E27FC236}">
                    <a16:creationId xmlns:a16="http://schemas.microsoft.com/office/drawing/2014/main" id="{8F8AE30C-4F4A-331B-8B92-B7134AB01846}"/>
                  </a:ext>
                </a:extLst>
              </p:cNvPr>
              <p:cNvSpPr/>
              <p:nvPr/>
            </p:nvSpPr>
            <p:spPr>
              <a:xfrm>
                <a:off x="4806669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62" name="tx116">
                <a:extLst>
                  <a:ext uri="{FF2B5EF4-FFF2-40B4-BE49-F238E27FC236}">
                    <a16:creationId xmlns:a16="http://schemas.microsoft.com/office/drawing/2014/main" id="{5330A711-3A37-8F19-C7DE-1A22D75A7294}"/>
                  </a:ext>
                </a:extLst>
              </p:cNvPr>
              <p:cNvSpPr/>
              <p:nvPr/>
            </p:nvSpPr>
            <p:spPr>
              <a:xfrm>
                <a:off x="4851383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163" name="tx117">
                <a:extLst>
                  <a:ext uri="{FF2B5EF4-FFF2-40B4-BE49-F238E27FC236}">
                    <a16:creationId xmlns:a16="http://schemas.microsoft.com/office/drawing/2014/main" id="{3EC321CA-4BED-0A92-5671-E9B1EE6043F1}"/>
                  </a:ext>
                </a:extLst>
              </p:cNvPr>
              <p:cNvSpPr/>
              <p:nvPr/>
            </p:nvSpPr>
            <p:spPr>
              <a:xfrm>
                <a:off x="5079530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1164" name="tx118">
                <a:extLst>
                  <a:ext uri="{FF2B5EF4-FFF2-40B4-BE49-F238E27FC236}">
                    <a16:creationId xmlns:a16="http://schemas.microsoft.com/office/drawing/2014/main" id="{9C7AFF1A-7E21-8CF2-E235-97695FCFE3A6}"/>
                  </a:ext>
                </a:extLst>
              </p:cNvPr>
              <p:cNvSpPr/>
              <p:nvPr/>
            </p:nvSpPr>
            <p:spPr>
              <a:xfrm>
                <a:off x="5203888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65" name="tx119">
                <a:extLst>
                  <a:ext uri="{FF2B5EF4-FFF2-40B4-BE49-F238E27FC236}">
                    <a16:creationId xmlns:a16="http://schemas.microsoft.com/office/drawing/2014/main" id="{4300544A-A581-97CF-7180-C34C0570812A}"/>
                  </a:ext>
                </a:extLst>
              </p:cNvPr>
              <p:cNvSpPr/>
              <p:nvPr/>
            </p:nvSpPr>
            <p:spPr>
              <a:xfrm>
                <a:off x="5248603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166" name="tx120">
                <a:extLst>
                  <a:ext uri="{FF2B5EF4-FFF2-40B4-BE49-F238E27FC236}">
                    <a16:creationId xmlns:a16="http://schemas.microsoft.com/office/drawing/2014/main" id="{84BD2F08-5DE2-5363-2C74-2112A63CB16A}"/>
                  </a:ext>
                </a:extLst>
              </p:cNvPr>
              <p:cNvSpPr/>
              <p:nvPr/>
            </p:nvSpPr>
            <p:spPr>
              <a:xfrm>
                <a:off x="5476749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1167" name="tx121">
                <a:extLst>
                  <a:ext uri="{FF2B5EF4-FFF2-40B4-BE49-F238E27FC236}">
                    <a16:creationId xmlns:a16="http://schemas.microsoft.com/office/drawing/2014/main" id="{D98C2AC0-3B39-369B-AF66-C2D7E3363FF1}"/>
                  </a:ext>
                </a:extLst>
              </p:cNvPr>
              <p:cNvSpPr/>
              <p:nvPr/>
            </p:nvSpPr>
            <p:spPr>
              <a:xfrm>
                <a:off x="5601108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68" name="tx122">
                <a:extLst>
                  <a:ext uri="{FF2B5EF4-FFF2-40B4-BE49-F238E27FC236}">
                    <a16:creationId xmlns:a16="http://schemas.microsoft.com/office/drawing/2014/main" id="{6C340ED7-E783-CC8F-566C-B9E3D79B6B25}"/>
                  </a:ext>
                </a:extLst>
              </p:cNvPr>
              <p:cNvSpPr/>
              <p:nvPr/>
            </p:nvSpPr>
            <p:spPr>
              <a:xfrm>
                <a:off x="5645822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169" name="tx123">
                <a:extLst>
                  <a:ext uri="{FF2B5EF4-FFF2-40B4-BE49-F238E27FC236}">
                    <a16:creationId xmlns:a16="http://schemas.microsoft.com/office/drawing/2014/main" id="{3809C112-103E-2C2A-D474-A5A8F10E8E65}"/>
                  </a:ext>
                </a:extLst>
              </p:cNvPr>
              <p:cNvSpPr/>
              <p:nvPr/>
            </p:nvSpPr>
            <p:spPr>
              <a:xfrm>
                <a:off x="5873969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1170" name="tx124">
                <a:extLst>
                  <a:ext uri="{FF2B5EF4-FFF2-40B4-BE49-F238E27FC236}">
                    <a16:creationId xmlns:a16="http://schemas.microsoft.com/office/drawing/2014/main" id="{1CEDAFE0-907C-C2B3-D509-81980443651E}"/>
                  </a:ext>
                </a:extLst>
              </p:cNvPr>
              <p:cNvSpPr/>
              <p:nvPr/>
            </p:nvSpPr>
            <p:spPr>
              <a:xfrm>
                <a:off x="5998327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71" name="tx125">
                <a:extLst>
                  <a:ext uri="{FF2B5EF4-FFF2-40B4-BE49-F238E27FC236}">
                    <a16:creationId xmlns:a16="http://schemas.microsoft.com/office/drawing/2014/main" id="{59ADED83-BD94-480A-BEC5-33BB1786E596}"/>
                  </a:ext>
                </a:extLst>
              </p:cNvPr>
              <p:cNvSpPr/>
              <p:nvPr/>
            </p:nvSpPr>
            <p:spPr>
              <a:xfrm>
                <a:off x="6043041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172" name="tx126">
                <a:extLst>
                  <a:ext uri="{FF2B5EF4-FFF2-40B4-BE49-F238E27FC236}">
                    <a16:creationId xmlns:a16="http://schemas.microsoft.com/office/drawing/2014/main" id="{5566EE05-AEF9-D518-22B6-2D596DB8C422}"/>
                  </a:ext>
                </a:extLst>
              </p:cNvPr>
              <p:cNvSpPr/>
              <p:nvPr/>
            </p:nvSpPr>
            <p:spPr>
              <a:xfrm>
                <a:off x="6271188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1173" name="tx127">
                <a:extLst>
                  <a:ext uri="{FF2B5EF4-FFF2-40B4-BE49-F238E27FC236}">
                    <a16:creationId xmlns:a16="http://schemas.microsoft.com/office/drawing/2014/main" id="{01A6A984-C6FF-223C-D87C-3EDC9BB3605C}"/>
                  </a:ext>
                </a:extLst>
              </p:cNvPr>
              <p:cNvSpPr/>
              <p:nvPr/>
            </p:nvSpPr>
            <p:spPr>
              <a:xfrm>
                <a:off x="6395547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74" name="tx128">
                <a:extLst>
                  <a:ext uri="{FF2B5EF4-FFF2-40B4-BE49-F238E27FC236}">
                    <a16:creationId xmlns:a16="http://schemas.microsoft.com/office/drawing/2014/main" id="{B047EF8F-3D27-F6B1-C4F3-1FF4C01F5A29}"/>
                  </a:ext>
                </a:extLst>
              </p:cNvPr>
              <p:cNvSpPr/>
              <p:nvPr/>
            </p:nvSpPr>
            <p:spPr>
              <a:xfrm>
                <a:off x="6440261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175" name="tx129">
                <a:extLst>
                  <a:ext uri="{FF2B5EF4-FFF2-40B4-BE49-F238E27FC236}">
                    <a16:creationId xmlns:a16="http://schemas.microsoft.com/office/drawing/2014/main" id="{F4056E6E-DBC6-DFA6-8010-F3983F374F4C}"/>
                  </a:ext>
                </a:extLst>
              </p:cNvPr>
              <p:cNvSpPr/>
              <p:nvPr/>
            </p:nvSpPr>
            <p:spPr>
              <a:xfrm>
                <a:off x="6668408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1176" name="tx130">
                <a:extLst>
                  <a:ext uri="{FF2B5EF4-FFF2-40B4-BE49-F238E27FC236}">
                    <a16:creationId xmlns:a16="http://schemas.microsoft.com/office/drawing/2014/main" id="{B386647B-1EBA-A2D8-FFB9-FF3D288A26CE}"/>
                  </a:ext>
                </a:extLst>
              </p:cNvPr>
              <p:cNvSpPr/>
              <p:nvPr/>
            </p:nvSpPr>
            <p:spPr>
              <a:xfrm>
                <a:off x="6792766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 dirty="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177" name="tx131">
                <a:extLst>
                  <a:ext uri="{FF2B5EF4-FFF2-40B4-BE49-F238E27FC236}">
                    <a16:creationId xmlns:a16="http://schemas.microsoft.com/office/drawing/2014/main" id="{9792A26A-C4A3-474F-04FB-7701A0C30BB0}"/>
                  </a:ext>
                </a:extLst>
              </p:cNvPr>
              <p:cNvSpPr/>
              <p:nvPr/>
            </p:nvSpPr>
            <p:spPr>
              <a:xfrm>
                <a:off x="6837480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178" name="tx132">
                <a:extLst>
                  <a:ext uri="{FF2B5EF4-FFF2-40B4-BE49-F238E27FC236}">
                    <a16:creationId xmlns:a16="http://schemas.microsoft.com/office/drawing/2014/main" id="{B59B352F-939A-09E5-5CC3-C86EF0FF42CF}"/>
                  </a:ext>
                </a:extLst>
              </p:cNvPr>
              <p:cNvSpPr/>
              <p:nvPr/>
            </p:nvSpPr>
            <p:spPr>
              <a:xfrm>
                <a:off x="5490193" y="4371641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1179" name="tx133">
                <a:extLst>
                  <a:ext uri="{FF2B5EF4-FFF2-40B4-BE49-F238E27FC236}">
                    <a16:creationId xmlns:a16="http://schemas.microsoft.com/office/drawing/2014/main" id="{544D5029-0FF1-8CA5-4767-0117BF5942BC}"/>
                  </a:ext>
                </a:extLst>
              </p:cNvPr>
              <p:cNvSpPr/>
              <p:nvPr/>
            </p:nvSpPr>
            <p:spPr>
              <a:xfrm rot="16200000">
                <a:off x="4022610" y="2691683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1180" name="rc134">
                <a:extLst>
                  <a:ext uri="{FF2B5EF4-FFF2-40B4-BE49-F238E27FC236}">
                    <a16:creationId xmlns:a16="http://schemas.microsoft.com/office/drawing/2014/main" id="{9C813B98-4689-C4DA-09F5-F878243C6CF0}"/>
                  </a:ext>
                </a:extLst>
              </p:cNvPr>
              <p:cNvSpPr/>
              <p:nvPr/>
            </p:nvSpPr>
            <p:spPr>
              <a:xfrm>
                <a:off x="7028689" y="2023158"/>
                <a:ext cx="1094446" cy="1437085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81" name="tx135">
                <a:extLst>
                  <a:ext uri="{FF2B5EF4-FFF2-40B4-BE49-F238E27FC236}">
                    <a16:creationId xmlns:a16="http://schemas.microsoft.com/office/drawing/2014/main" id="{01308D9B-F48C-A820-3B58-7B6B8DB1963F}"/>
                  </a:ext>
                </a:extLst>
              </p:cNvPr>
              <p:cNvSpPr/>
              <p:nvPr/>
            </p:nvSpPr>
            <p:spPr>
              <a:xfrm>
                <a:off x="7098278" y="2108249"/>
                <a:ext cx="95582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Length Change</a:t>
                </a:r>
              </a:p>
            </p:txBody>
          </p:sp>
          <p:pic>
            <p:nvPicPr>
              <p:cNvPr id="1182" name="pic136">
                <a:extLst>
                  <a:ext uri="{FF2B5EF4-FFF2-40B4-BE49-F238E27FC236}">
                    <a16:creationId xmlns:a16="http://schemas.microsoft.com/office/drawing/2014/main" id="{697381D4-3E77-85EC-72BA-3E051835EACA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098278" y="2293375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1183" name="pl137">
                <a:extLst>
                  <a:ext uri="{FF2B5EF4-FFF2-40B4-BE49-F238E27FC236}">
                    <a16:creationId xmlns:a16="http://schemas.microsoft.com/office/drawing/2014/main" id="{F7B16B4D-EB4B-6E24-B5E0-C4EB03689914}"/>
                  </a:ext>
                </a:extLst>
              </p:cNvPr>
              <p:cNvSpPr/>
              <p:nvPr/>
            </p:nvSpPr>
            <p:spPr>
              <a:xfrm>
                <a:off x="7273843" y="338882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84" name="pl138">
                <a:extLst>
                  <a:ext uri="{FF2B5EF4-FFF2-40B4-BE49-F238E27FC236}">
                    <a16:creationId xmlns:a16="http://schemas.microsoft.com/office/drawing/2014/main" id="{108ECE1A-329A-6035-6879-A3890A49F1D9}"/>
                  </a:ext>
                </a:extLst>
              </p:cNvPr>
              <p:cNvSpPr/>
              <p:nvPr/>
            </p:nvSpPr>
            <p:spPr>
              <a:xfrm>
                <a:off x="7273843" y="311542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85" name="pl139">
                <a:extLst>
                  <a:ext uri="{FF2B5EF4-FFF2-40B4-BE49-F238E27FC236}">
                    <a16:creationId xmlns:a16="http://schemas.microsoft.com/office/drawing/2014/main" id="{F678E26A-A0B9-F725-DB56-06053E839719}"/>
                  </a:ext>
                </a:extLst>
              </p:cNvPr>
              <p:cNvSpPr/>
              <p:nvPr/>
            </p:nvSpPr>
            <p:spPr>
              <a:xfrm>
                <a:off x="7273843" y="284201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86" name="pl140">
                <a:extLst>
                  <a:ext uri="{FF2B5EF4-FFF2-40B4-BE49-F238E27FC236}">
                    <a16:creationId xmlns:a16="http://schemas.microsoft.com/office/drawing/2014/main" id="{727F3B3E-28F2-7476-2C71-7CE258148DD1}"/>
                  </a:ext>
                </a:extLst>
              </p:cNvPr>
              <p:cNvSpPr/>
              <p:nvPr/>
            </p:nvSpPr>
            <p:spPr>
              <a:xfrm>
                <a:off x="7273843" y="256860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87" name="pl141">
                <a:extLst>
                  <a:ext uri="{FF2B5EF4-FFF2-40B4-BE49-F238E27FC236}">
                    <a16:creationId xmlns:a16="http://schemas.microsoft.com/office/drawing/2014/main" id="{F1AABE76-7BA0-1A17-CE92-0C4FCC7C3B7D}"/>
                  </a:ext>
                </a:extLst>
              </p:cNvPr>
              <p:cNvSpPr/>
              <p:nvPr/>
            </p:nvSpPr>
            <p:spPr>
              <a:xfrm>
                <a:off x="7273843" y="229520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88" name="pl142">
                <a:extLst>
                  <a:ext uri="{FF2B5EF4-FFF2-40B4-BE49-F238E27FC236}">
                    <a16:creationId xmlns:a16="http://schemas.microsoft.com/office/drawing/2014/main" id="{B812F4AF-C1DA-F533-BC11-FA101339C36B}"/>
                  </a:ext>
                </a:extLst>
              </p:cNvPr>
              <p:cNvSpPr/>
              <p:nvPr/>
            </p:nvSpPr>
            <p:spPr>
              <a:xfrm>
                <a:off x="7098278" y="338882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89" name="pl143">
                <a:extLst>
                  <a:ext uri="{FF2B5EF4-FFF2-40B4-BE49-F238E27FC236}">
                    <a16:creationId xmlns:a16="http://schemas.microsoft.com/office/drawing/2014/main" id="{BC1791C0-7A17-B25C-4DA9-81AADD9EBC04}"/>
                  </a:ext>
                </a:extLst>
              </p:cNvPr>
              <p:cNvSpPr/>
              <p:nvPr/>
            </p:nvSpPr>
            <p:spPr>
              <a:xfrm>
                <a:off x="7098278" y="311542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90" name="pl144">
                <a:extLst>
                  <a:ext uri="{FF2B5EF4-FFF2-40B4-BE49-F238E27FC236}">
                    <a16:creationId xmlns:a16="http://schemas.microsoft.com/office/drawing/2014/main" id="{6574F1D5-E112-B7D7-7A19-F7A3463B5DD7}"/>
                  </a:ext>
                </a:extLst>
              </p:cNvPr>
              <p:cNvSpPr/>
              <p:nvPr/>
            </p:nvSpPr>
            <p:spPr>
              <a:xfrm>
                <a:off x="7098278" y="284201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91" name="pl145">
                <a:extLst>
                  <a:ext uri="{FF2B5EF4-FFF2-40B4-BE49-F238E27FC236}">
                    <a16:creationId xmlns:a16="http://schemas.microsoft.com/office/drawing/2014/main" id="{2971160F-1646-5230-2073-A15C0E1FA161}"/>
                  </a:ext>
                </a:extLst>
              </p:cNvPr>
              <p:cNvSpPr/>
              <p:nvPr/>
            </p:nvSpPr>
            <p:spPr>
              <a:xfrm>
                <a:off x="7098278" y="256860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92" name="pl146">
                <a:extLst>
                  <a:ext uri="{FF2B5EF4-FFF2-40B4-BE49-F238E27FC236}">
                    <a16:creationId xmlns:a16="http://schemas.microsoft.com/office/drawing/2014/main" id="{BFAC6BEF-B021-3EA9-9716-A91EAF7EFC2C}"/>
                  </a:ext>
                </a:extLst>
              </p:cNvPr>
              <p:cNvSpPr/>
              <p:nvPr/>
            </p:nvSpPr>
            <p:spPr>
              <a:xfrm>
                <a:off x="7098278" y="229520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93" name="tx147">
                <a:extLst>
                  <a:ext uri="{FF2B5EF4-FFF2-40B4-BE49-F238E27FC236}">
                    <a16:creationId xmlns:a16="http://schemas.microsoft.com/office/drawing/2014/main" id="{73B47DF5-FFA9-3498-5679-2594FEA38C79}"/>
                  </a:ext>
                </a:extLst>
              </p:cNvPr>
              <p:cNvSpPr/>
              <p:nvPr/>
            </p:nvSpPr>
            <p:spPr>
              <a:xfrm>
                <a:off x="7387323" y="3348821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</a:t>
                </a:r>
              </a:p>
            </p:txBody>
          </p:sp>
          <p:sp>
            <p:nvSpPr>
              <p:cNvPr id="1194" name="tx148">
                <a:extLst>
                  <a:ext uri="{FF2B5EF4-FFF2-40B4-BE49-F238E27FC236}">
                    <a16:creationId xmlns:a16="http://schemas.microsoft.com/office/drawing/2014/main" id="{9E5A18EC-A7F0-D063-ED4A-D48B60B3849D}"/>
                  </a:ext>
                </a:extLst>
              </p:cNvPr>
              <p:cNvSpPr/>
              <p:nvPr/>
            </p:nvSpPr>
            <p:spPr>
              <a:xfrm>
                <a:off x="7387323" y="3075415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0.5</a:t>
                </a:r>
              </a:p>
            </p:txBody>
          </p:sp>
          <p:sp>
            <p:nvSpPr>
              <p:cNvPr id="1195" name="tx149">
                <a:extLst>
                  <a:ext uri="{FF2B5EF4-FFF2-40B4-BE49-F238E27FC236}">
                    <a16:creationId xmlns:a16="http://schemas.microsoft.com/office/drawing/2014/main" id="{CD15BB78-3640-015D-79DD-40561D2CE8E3}"/>
                  </a:ext>
                </a:extLst>
              </p:cNvPr>
              <p:cNvSpPr/>
              <p:nvPr/>
            </p:nvSpPr>
            <p:spPr>
              <a:xfrm>
                <a:off x="7387323" y="2802010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1.0</a:t>
                </a:r>
              </a:p>
            </p:txBody>
          </p:sp>
          <p:sp>
            <p:nvSpPr>
              <p:cNvPr id="1196" name="tx150">
                <a:extLst>
                  <a:ext uri="{FF2B5EF4-FFF2-40B4-BE49-F238E27FC236}">
                    <a16:creationId xmlns:a16="http://schemas.microsoft.com/office/drawing/2014/main" id="{CB3B1F99-7057-822E-B415-1C4828395C60}"/>
                  </a:ext>
                </a:extLst>
              </p:cNvPr>
              <p:cNvSpPr/>
              <p:nvPr/>
            </p:nvSpPr>
            <p:spPr>
              <a:xfrm>
                <a:off x="7387323" y="2528604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1.5</a:t>
                </a:r>
              </a:p>
            </p:txBody>
          </p:sp>
          <p:sp>
            <p:nvSpPr>
              <p:cNvPr id="1197" name="tx151">
                <a:extLst>
                  <a:ext uri="{FF2B5EF4-FFF2-40B4-BE49-F238E27FC236}">
                    <a16:creationId xmlns:a16="http://schemas.microsoft.com/office/drawing/2014/main" id="{DE0CC363-405E-8C96-45CF-D19F2EAF90A5}"/>
                  </a:ext>
                </a:extLst>
              </p:cNvPr>
              <p:cNvSpPr/>
              <p:nvPr/>
            </p:nvSpPr>
            <p:spPr>
              <a:xfrm>
                <a:off x="7387323" y="2255199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2.0</a:t>
                </a:r>
              </a:p>
            </p:txBody>
          </p:sp>
          <p:sp>
            <p:nvSpPr>
              <p:cNvPr id="1198" name="ph177">
                <a:extLst>
                  <a:ext uri="{FF2B5EF4-FFF2-40B4-BE49-F238E27FC236}">
                    <a16:creationId xmlns:a16="http://schemas.microsoft.com/office/drawing/2014/main" id="{A6B505B5-8CCF-2C91-17E2-DFFE04D784FD}"/>
                  </a:ext>
                </a:extLst>
              </p:cNvPr>
              <p:cNvSpPr/>
              <p:nvPr/>
            </p:nvSpPr>
            <p:spPr>
              <a:xfrm>
                <a:off x="4349419" y="573599"/>
                <a:ext cx="968823" cy="1653363"/>
              </a:xfrm>
              <a:custGeom>
                <a:avLst/>
                <a:gdLst/>
                <a:ahLst/>
                <a:cxnLst/>
                <a:rect l="0" t="0" r="0" b="0"/>
                <a:pathLst>
                  <a:path w="968823" h="1653363">
                    <a:moveTo>
                      <a:pt x="914400" y="914400"/>
                    </a:moveTo>
                    <a:lnTo>
                      <a:pt x="940351" y="989249"/>
                    </a:lnTo>
                    <a:lnTo>
                      <a:pt x="961899" y="1042475"/>
                    </a:lnTo>
                    <a:lnTo>
                      <a:pt x="968823" y="1077563"/>
                    </a:lnTo>
                    <a:lnTo>
                      <a:pt x="961705" y="1113137"/>
                    </a:lnTo>
                    <a:lnTo>
                      <a:pt x="954354" y="1131349"/>
                    </a:lnTo>
                    <a:lnTo>
                      <a:pt x="954121" y="1155878"/>
                    </a:lnTo>
                    <a:lnTo>
                      <a:pt x="948458" y="1204700"/>
                    </a:lnTo>
                    <a:lnTo>
                      <a:pt x="931758" y="1229373"/>
                    </a:lnTo>
                    <a:lnTo>
                      <a:pt x="909900" y="1256284"/>
                    </a:lnTo>
                    <a:lnTo>
                      <a:pt x="885520" y="1276373"/>
                    </a:lnTo>
                    <a:lnTo>
                      <a:pt x="866182" y="1282022"/>
                    </a:lnTo>
                    <a:lnTo>
                      <a:pt x="849580" y="1284351"/>
                    </a:lnTo>
                    <a:lnTo>
                      <a:pt x="838427" y="1294566"/>
                    </a:lnTo>
                    <a:lnTo>
                      <a:pt x="828322" y="1324582"/>
                    </a:lnTo>
                    <a:lnTo>
                      <a:pt x="818993" y="1356114"/>
                    </a:lnTo>
                    <a:lnTo>
                      <a:pt x="788503" y="1394883"/>
                    </a:lnTo>
                    <a:lnTo>
                      <a:pt x="789318" y="1408384"/>
                    </a:lnTo>
                    <a:lnTo>
                      <a:pt x="800936" y="1454336"/>
                    </a:lnTo>
                    <a:lnTo>
                      <a:pt x="811817" y="1506661"/>
                    </a:lnTo>
                    <a:lnTo>
                      <a:pt x="802623" y="1555573"/>
                    </a:lnTo>
                    <a:lnTo>
                      <a:pt x="794749" y="1606923"/>
                    </a:lnTo>
                    <a:lnTo>
                      <a:pt x="780959" y="1641144"/>
                    </a:lnTo>
                    <a:lnTo>
                      <a:pt x="761253" y="1653363"/>
                    </a:lnTo>
                    <a:lnTo>
                      <a:pt x="746784" y="1647263"/>
                    </a:lnTo>
                    <a:lnTo>
                      <a:pt x="730414" y="1600317"/>
                    </a:lnTo>
                    <a:lnTo>
                      <a:pt x="730045" y="1589524"/>
                    </a:lnTo>
                    <a:lnTo>
                      <a:pt x="725972" y="1575175"/>
                    </a:lnTo>
                    <a:lnTo>
                      <a:pt x="679540" y="1560880"/>
                    </a:lnTo>
                    <a:lnTo>
                      <a:pt x="671335" y="1561403"/>
                    </a:lnTo>
                    <a:lnTo>
                      <a:pt x="653084" y="1553029"/>
                    </a:lnTo>
                    <a:lnTo>
                      <a:pt x="642378" y="1550664"/>
                    </a:lnTo>
                    <a:lnTo>
                      <a:pt x="620422" y="1545827"/>
                    </a:lnTo>
                    <a:lnTo>
                      <a:pt x="602171" y="1504404"/>
                    </a:lnTo>
                    <a:lnTo>
                      <a:pt x="582776" y="1469949"/>
                    </a:lnTo>
                    <a:lnTo>
                      <a:pt x="580021" y="1455546"/>
                    </a:lnTo>
                    <a:lnTo>
                      <a:pt x="580681" y="1391111"/>
                    </a:lnTo>
                    <a:lnTo>
                      <a:pt x="574746" y="1362449"/>
                    </a:lnTo>
                    <a:lnTo>
                      <a:pt x="572923" y="1331206"/>
                    </a:lnTo>
                    <a:lnTo>
                      <a:pt x="560723" y="1356619"/>
                    </a:lnTo>
                    <a:lnTo>
                      <a:pt x="567802" y="1396796"/>
                    </a:lnTo>
                    <a:lnTo>
                      <a:pt x="552751" y="1413654"/>
                    </a:lnTo>
                    <a:lnTo>
                      <a:pt x="533763" y="1421848"/>
                    </a:lnTo>
                    <a:lnTo>
                      <a:pt x="535548" y="1445384"/>
                    </a:lnTo>
                    <a:lnTo>
                      <a:pt x="543345" y="1449842"/>
                    </a:lnTo>
                    <a:lnTo>
                      <a:pt x="544974" y="1474281"/>
                    </a:lnTo>
                    <a:lnTo>
                      <a:pt x="540358" y="1510451"/>
                    </a:lnTo>
                    <a:lnTo>
                      <a:pt x="502983" y="1590877"/>
                    </a:lnTo>
                    <a:lnTo>
                      <a:pt x="495438" y="1599523"/>
                    </a:lnTo>
                    <a:lnTo>
                      <a:pt x="490317" y="1610388"/>
                    </a:lnTo>
                    <a:lnTo>
                      <a:pt x="471193" y="1603169"/>
                    </a:lnTo>
                    <a:lnTo>
                      <a:pt x="454688" y="1618237"/>
                    </a:lnTo>
                    <a:lnTo>
                      <a:pt x="454688" y="874529"/>
                    </a:lnTo>
                    <a:lnTo>
                      <a:pt x="910425" y="874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199" name="pg71">
                <a:extLst>
                  <a:ext uri="{FF2B5EF4-FFF2-40B4-BE49-F238E27FC236}">
                    <a16:creationId xmlns:a16="http://schemas.microsoft.com/office/drawing/2014/main" id="{94BDE0C8-3789-0FE2-F296-9FBA5B5121CA}"/>
                  </a:ext>
                </a:extLst>
              </p:cNvPr>
              <p:cNvSpPr/>
              <p:nvPr/>
            </p:nvSpPr>
            <p:spPr>
              <a:xfrm>
                <a:off x="4973300" y="1981484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1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200" name="tx72">
                <a:extLst>
                  <a:ext uri="{FF2B5EF4-FFF2-40B4-BE49-F238E27FC236}">
                    <a16:creationId xmlns:a16="http://schemas.microsoft.com/office/drawing/2014/main" id="{D412CC0E-CB1F-44C3-ECF2-13CD42A03A0E}"/>
                  </a:ext>
                </a:extLst>
              </p:cNvPr>
              <p:cNvSpPr/>
              <p:nvPr/>
            </p:nvSpPr>
            <p:spPr>
              <a:xfrm>
                <a:off x="5019020" y="2027204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</p:grpSp>
        <p:grpSp>
          <p:nvGrpSpPr>
            <p:cNvPr id="1349" name="Group 1348">
              <a:extLst>
                <a:ext uri="{FF2B5EF4-FFF2-40B4-BE49-F238E27FC236}">
                  <a16:creationId xmlns:a16="http://schemas.microsoft.com/office/drawing/2014/main" id="{CE515EF7-E90C-1973-16C1-4FE93DD31011}"/>
                </a:ext>
              </a:extLst>
            </p:cNvPr>
            <p:cNvGrpSpPr/>
            <p:nvPr/>
          </p:nvGrpSpPr>
          <p:grpSpPr>
            <a:xfrm>
              <a:off x="4026126" y="241694"/>
              <a:ext cx="4164391" cy="3898259"/>
              <a:chOff x="9833309" y="573417"/>
              <a:chExt cx="4164391" cy="3898259"/>
            </a:xfrm>
          </p:grpSpPr>
          <p:sp>
            <p:nvSpPr>
              <p:cNvPr id="1350" name="rc154">
                <a:extLst>
                  <a:ext uri="{FF2B5EF4-FFF2-40B4-BE49-F238E27FC236}">
                    <a16:creationId xmlns:a16="http://schemas.microsoft.com/office/drawing/2014/main" id="{FB14E82A-D3BB-0B58-1E6A-AA0B4CE09DBA}"/>
                  </a:ext>
                </a:extLst>
              </p:cNvPr>
              <p:cNvSpPr/>
              <p:nvPr/>
            </p:nvSpPr>
            <p:spPr>
              <a:xfrm>
                <a:off x="10648404" y="1318571"/>
                <a:ext cx="2184706" cy="284626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1" name="pl155">
                <a:extLst>
                  <a:ext uri="{FF2B5EF4-FFF2-40B4-BE49-F238E27FC236}">
                    <a16:creationId xmlns:a16="http://schemas.microsoft.com/office/drawing/2014/main" id="{DA81722F-7AF2-B1FE-BBA8-D99CA6ABAAA9}"/>
                  </a:ext>
                </a:extLst>
              </p:cNvPr>
              <p:cNvSpPr/>
              <p:nvPr/>
            </p:nvSpPr>
            <p:spPr>
              <a:xfrm>
                <a:off x="10747709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2" name="pl156">
                <a:extLst>
                  <a:ext uri="{FF2B5EF4-FFF2-40B4-BE49-F238E27FC236}">
                    <a16:creationId xmlns:a16="http://schemas.microsoft.com/office/drawing/2014/main" id="{EC3B748D-BB3F-F510-703F-10BDAA36C20C}"/>
                  </a:ext>
                </a:extLst>
              </p:cNvPr>
              <p:cNvSpPr/>
              <p:nvPr/>
            </p:nvSpPr>
            <p:spPr>
              <a:xfrm>
                <a:off x="11144928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3" name="pl157">
                <a:extLst>
                  <a:ext uri="{FF2B5EF4-FFF2-40B4-BE49-F238E27FC236}">
                    <a16:creationId xmlns:a16="http://schemas.microsoft.com/office/drawing/2014/main" id="{C19789C1-3E77-0263-C26E-3707EA398E39}"/>
                  </a:ext>
                </a:extLst>
              </p:cNvPr>
              <p:cNvSpPr/>
              <p:nvPr/>
            </p:nvSpPr>
            <p:spPr>
              <a:xfrm>
                <a:off x="11542148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4" name="pl158">
                <a:extLst>
                  <a:ext uri="{FF2B5EF4-FFF2-40B4-BE49-F238E27FC236}">
                    <a16:creationId xmlns:a16="http://schemas.microsoft.com/office/drawing/2014/main" id="{4DEEDFF9-AE75-DCCC-6B24-CE38A39EB3C3}"/>
                  </a:ext>
                </a:extLst>
              </p:cNvPr>
              <p:cNvSpPr/>
              <p:nvPr/>
            </p:nvSpPr>
            <p:spPr>
              <a:xfrm>
                <a:off x="11939367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5" name="pl159">
                <a:extLst>
                  <a:ext uri="{FF2B5EF4-FFF2-40B4-BE49-F238E27FC236}">
                    <a16:creationId xmlns:a16="http://schemas.microsoft.com/office/drawing/2014/main" id="{0758D8D4-2FBD-37A7-3B69-1A31AF13CD46}"/>
                  </a:ext>
                </a:extLst>
              </p:cNvPr>
              <p:cNvSpPr/>
              <p:nvPr/>
            </p:nvSpPr>
            <p:spPr>
              <a:xfrm>
                <a:off x="12336586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6" name="pl160">
                <a:extLst>
                  <a:ext uri="{FF2B5EF4-FFF2-40B4-BE49-F238E27FC236}">
                    <a16:creationId xmlns:a16="http://schemas.microsoft.com/office/drawing/2014/main" id="{FE2D9E8A-9173-F111-9C2C-44273E9E2C10}"/>
                  </a:ext>
                </a:extLst>
              </p:cNvPr>
              <p:cNvSpPr/>
              <p:nvPr/>
            </p:nvSpPr>
            <p:spPr>
              <a:xfrm>
                <a:off x="12733806" y="1318571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7" name="pl161">
                <a:extLst>
                  <a:ext uri="{FF2B5EF4-FFF2-40B4-BE49-F238E27FC236}">
                    <a16:creationId xmlns:a16="http://schemas.microsoft.com/office/drawing/2014/main" id="{EC4A8075-9182-41F8-826D-D7CC0E949B1C}"/>
                  </a:ext>
                </a:extLst>
              </p:cNvPr>
              <p:cNvSpPr/>
              <p:nvPr/>
            </p:nvSpPr>
            <p:spPr>
              <a:xfrm>
                <a:off x="10648404" y="403545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8" name="pl162">
                <a:extLst>
                  <a:ext uri="{FF2B5EF4-FFF2-40B4-BE49-F238E27FC236}">
                    <a16:creationId xmlns:a16="http://schemas.microsoft.com/office/drawing/2014/main" id="{F703C08B-8F98-CC9D-4697-BFEFEADC70A0}"/>
                  </a:ext>
                </a:extLst>
              </p:cNvPr>
              <p:cNvSpPr/>
              <p:nvPr/>
            </p:nvSpPr>
            <p:spPr>
              <a:xfrm>
                <a:off x="10648404" y="3665812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59" name="pl163">
                <a:extLst>
                  <a:ext uri="{FF2B5EF4-FFF2-40B4-BE49-F238E27FC236}">
                    <a16:creationId xmlns:a16="http://schemas.microsoft.com/office/drawing/2014/main" id="{D46E1868-4B1B-045C-7DE3-E3694348648B}"/>
                  </a:ext>
                </a:extLst>
              </p:cNvPr>
              <p:cNvSpPr/>
              <p:nvPr/>
            </p:nvSpPr>
            <p:spPr>
              <a:xfrm>
                <a:off x="10648404" y="3296167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0" name="pl164">
                <a:extLst>
                  <a:ext uri="{FF2B5EF4-FFF2-40B4-BE49-F238E27FC236}">
                    <a16:creationId xmlns:a16="http://schemas.microsoft.com/office/drawing/2014/main" id="{6BB649B2-E37E-1E56-5FAD-A71CD65ECDCE}"/>
                  </a:ext>
                </a:extLst>
              </p:cNvPr>
              <p:cNvSpPr/>
              <p:nvPr/>
            </p:nvSpPr>
            <p:spPr>
              <a:xfrm>
                <a:off x="10648404" y="2926523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1" name="pl165">
                <a:extLst>
                  <a:ext uri="{FF2B5EF4-FFF2-40B4-BE49-F238E27FC236}">
                    <a16:creationId xmlns:a16="http://schemas.microsoft.com/office/drawing/2014/main" id="{1ADBAAE9-32AF-F7F9-A482-28F7F44C52A4}"/>
                  </a:ext>
                </a:extLst>
              </p:cNvPr>
              <p:cNvSpPr/>
              <p:nvPr/>
            </p:nvSpPr>
            <p:spPr>
              <a:xfrm>
                <a:off x="10648404" y="2556879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2" name="pl166">
                <a:extLst>
                  <a:ext uri="{FF2B5EF4-FFF2-40B4-BE49-F238E27FC236}">
                    <a16:creationId xmlns:a16="http://schemas.microsoft.com/office/drawing/2014/main" id="{CF091065-A21C-41F7-CA2F-F8442C324FDF}"/>
                  </a:ext>
                </a:extLst>
              </p:cNvPr>
              <p:cNvSpPr/>
              <p:nvPr/>
            </p:nvSpPr>
            <p:spPr>
              <a:xfrm>
                <a:off x="10648404" y="2187235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3" name="pl167">
                <a:extLst>
                  <a:ext uri="{FF2B5EF4-FFF2-40B4-BE49-F238E27FC236}">
                    <a16:creationId xmlns:a16="http://schemas.microsoft.com/office/drawing/2014/main" id="{AF076477-BFBD-3E43-791E-23A112737480}"/>
                  </a:ext>
                </a:extLst>
              </p:cNvPr>
              <p:cNvSpPr/>
              <p:nvPr/>
            </p:nvSpPr>
            <p:spPr>
              <a:xfrm>
                <a:off x="10648404" y="1817590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4" name="pl168">
                <a:extLst>
                  <a:ext uri="{FF2B5EF4-FFF2-40B4-BE49-F238E27FC236}">
                    <a16:creationId xmlns:a16="http://schemas.microsoft.com/office/drawing/2014/main" id="{1EA0B2A4-3B08-B49E-CA58-56E0A40BE744}"/>
                  </a:ext>
                </a:extLst>
              </p:cNvPr>
              <p:cNvSpPr/>
              <p:nvPr/>
            </p:nvSpPr>
            <p:spPr>
              <a:xfrm>
                <a:off x="10648404" y="144794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5" name="ph169">
                <a:extLst>
                  <a:ext uri="{FF2B5EF4-FFF2-40B4-BE49-F238E27FC236}">
                    <a16:creationId xmlns:a16="http://schemas.microsoft.com/office/drawing/2014/main" id="{25A0DA0D-9752-ADBA-0316-A9078547A6EB}"/>
                  </a:ext>
                </a:extLst>
              </p:cNvPr>
              <p:cNvSpPr/>
              <p:nvPr/>
            </p:nvSpPr>
            <p:spPr>
              <a:xfrm>
                <a:off x="11619555" y="1711932"/>
                <a:ext cx="930827" cy="1243975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75">
                    <a:moveTo>
                      <a:pt x="914400" y="914400"/>
                    </a:moveTo>
                    <a:lnTo>
                      <a:pt x="904741" y="940462"/>
                    </a:lnTo>
                    <a:lnTo>
                      <a:pt x="891435" y="944866"/>
                    </a:lnTo>
                    <a:lnTo>
                      <a:pt x="878673" y="953548"/>
                    </a:lnTo>
                    <a:lnTo>
                      <a:pt x="874115" y="1036014"/>
                    </a:lnTo>
                    <a:lnTo>
                      <a:pt x="897351" y="1067347"/>
                    </a:lnTo>
                    <a:lnTo>
                      <a:pt x="884589" y="1071733"/>
                    </a:lnTo>
                    <a:lnTo>
                      <a:pt x="872913" y="1081118"/>
                    </a:lnTo>
                    <a:lnTo>
                      <a:pt x="864573" y="1094998"/>
                    </a:lnTo>
                    <a:lnTo>
                      <a:pt x="856039" y="1124869"/>
                    </a:lnTo>
                    <a:lnTo>
                      <a:pt x="823978" y="1141799"/>
                    </a:lnTo>
                    <a:lnTo>
                      <a:pt x="811836" y="1154325"/>
                    </a:lnTo>
                    <a:lnTo>
                      <a:pt x="793934" y="1182193"/>
                    </a:lnTo>
                    <a:lnTo>
                      <a:pt x="784605" y="1222641"/>
                    </a:lnTo>
                    <a:lnTo>
                      <a:pt x="766470" y="1239896"/>
                    </a:lnTo>
                    <a:lnTo>
                      <a:pt x="746105" y="1243975"/>
                    </a:lnTo>
                    <a:lnTo>
                      <a:pt x="758053" y="1210837"/>
                    </a:lnTo>
                    <a:lnTo>
                      <a:pt x="773705" y="1183835"/>
                    </a:lnTo>
                    <a:lnTo>
                      <a:pt x="758654" y="1165317"/>
                    </a:lnTo>
                    <a:lnTo>
                      <a:pt x="749596" y="1136330"/>
                    </a:lnTo>
                    <a:lnTo>
                      <a:pt x="737901" y="1114094"/>
                    </a:lnTo>
                    <a:lnTo>
                      <a:pt x="747210" y="1089259"/>
                    </a:lnTo>
                    <a:lnTo>
                      <a:pt x="742633" y="1048558"/>
                    </a:lnTo>
                    <a:lnTo>
                      <a:pt x="744146" y="1008832"/>
                    </a:lnTo>
                    <a:lnTo>
                      <a:pt x="757723" y="988780"/>
                    </a:lnTo>
                    <a:lnTo>
                      <a:pt x="773278" y="972427"/>
                    </a:lnTo>
                    <a:lnTo>
                      <a:pt x="797503" y="934831"/>
                    </a:lnTo>
                    <a:lnTo>
                      <a:pt x="823764" y="907577"/>
                    </a:lnTo>
                    <a:lnTo>
                      <a:pt x="860402" y="895322"/>
                    </a:lnTo>
                    <a:lnTo>
                      <a:pt x="876947" y="906620"/>
                    </a:lnTo>
                    <a:lnTo>
                      <a:pt x="884084" y="881839"/>
                    </a:lnTo>
                    <a:lnTo>
                      <a:pt x="895896" y="876190"/>
                    </a:lnTo>
                    <a:lnTo>
                      <a:pt x="906990" y="881911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6" name="ph170">
                <a:extLst>
                  <a:ext uri="{FF2B5EF4-FFF2-40B4-BE49-F238E27FC236}">
                    <a16:creationId xmlns:a16="http://schemas.microsoft.com/office/drawing/2014/main" id="{EFCA7712-12ED-D413-C0D5-822615E8F5A8}"/>
                  </a:ext>
                </a:extLst>
              </p:cNvPr>
              <p:cNvSpPr/>
              <p:nvPr/>
            </p:nvSpPr>
            <p:spPr>
              <a:xfrm>
                <a:off x="11119733" y="2292984"/>
                <a:ext cx="104161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4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29" y="888264"/>
                    </a:lnTo>
                    <a:lnTo>
                      <a:pt x="897913" y="824407"/>
                    </a:lnTo>
                    <a:lnTo>
                      <a:pt x="901521" y="792857"/>
                    </a:lnTo>
                    <a:lnTo>
                      <a:pt x="944831" y="679058"/>
                    </a:lnTo>
                    <a:lnTo>
                      <a:pt x="964168" y="669763"/>
                    </a:lnTo>
                    <a:lnTo>
                      <a:pt x="991361" y="600021"/>
                    </a:lnTo>
                    <a:lnTo>
                      <a:pt x="998692" y="568995"/>
                    </a:lnTo>
                    <a:lnTo>
                      <a:pt x="1010485" y="541055"/>
                    </a:lnTo>
                    <a:lnTo>
                      <a:pt x="1017448" y="516075"/>
                    </a:lnTo>
                    <a:lnTo>
                      <a:pt x="1023286" y="505986"/>
                    </a:lnTo>
                    <a:lnTo>
                      <a:pt x="1035970" y="510715"/>
                    </a:lnTo>
                    <a:lnTo>
                      <a:pt x="1041614" y="515317"/>
                    </a:lnTo>
                    <a:lnTo>
                      <a:pt x="1028251" y="529865"/>
                    </a:lnTo>
                    <a:lnTo>
                      <a:pt x="1029803" y="548798"/>
                    </a:lnTo>
                    <a:lnTo>
                      <a:pt x="1028872" y="556650"/>
                    </a:lnTo>
                    <a:lnTo>
                      <a:pt x="995143" y="639007"/>
                    </a:lnTo>
                    <a:lnTo>
                      <a:pt x="986124" y="692487"/>
                    </a:lnTo>
                    <a:lnTo>
                      <a:pt x="974157" y="705536"/>
                    </a:lnTo>
                    <a:lnTo>
                      <a:pt x="924602" y="89579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7" name="ph171">
                <a:extLst>
                  <a:ext uri="{FF2B5EF4-FFF2-40B4-BE49-F238E27FC236}">
                    <a16:creationId xmlns:a16="http://schemas.microsoft.com/office/drawing/2014/main" id="{50D2FC6C-14E0-A98E-39F3-2148D22BD97C}"/>
                  </a:ext>
                </a:extLst>
              </p:cNvPr>
              <p:cNvSpPr/>
              <p:nvPr/>
            </p:nvSpPr>
            <p:spPr>
              <a:xfrm>
                <a:off x="10125405" y="1306280"/>
                <a:ext cx="2407890" cy="2231492"/>
              </a:xfrm>
              <a:custGeom>
                <a:avLst/>
                <a:gdLst/>
                <a:ahLst/>
                <a:cxnLst/>
                <a:rect l="0" t="0" r="0" b="0"/>
                <a:pathLst>
                  <a:path w="2407890" h="2231492">
                    <a:moveTo>
                      <a:pt x="914400" y="914400"/>
                    </a:moveTo>
                    <a:lnTo>
                      <a:pt x="928869" y="920500"/>
                    </a:lnTo>
                    <a:lnTo>
                      <a:pt x="948574" y="908281"/>
                    </a:lnTo>
                    <a:lnTo>
                      <a:pt x="962365" y="874060"/>
                    </a:lnTo>
                    <a:lnTo>
                      <a:pt x="970239" y="822710"/>
                    </a:lnTo>
                    <a:lnTo>
                      <a:pt x="979433" y="773798"/>
                    </a:lnTo>
                    <a:lnTo>
                      <a:pt x="968552" y="721473"/>
                    </a:lnTo>
                    <a:lnTo>
                      <a:pt x="956934" y="675521"/>
                    </a:lnTo>
                    <a:lnTo>
                      <a:pt x="956119" y="662020"/>
                    </a:lnTo>
                    <a:lnTo>
                      <a:pt x="986609" y="623251"/>
                    </a:lnTo>
                    <a:lnTo>
                      <a:pt x="995938" y="591719"/>
                    </a:lnTo>
                    <a:lnTo>
                      <a:pt x="1006043" y="561703"/>
                    </a:lnTo>
                    <a:lnTo>
                      <a:pt x="1017196" y="551488"/>
                    </a:lnTo>
                    <a:lnTo>
                      <a:pt x="1033798" y="549159"/>
                    </a:lnTo>
                    <a:lnTo>
                      <a:pt x="1053135" y="543510"/>
                    </a:lnTo>
                    <a:lnTo>
                      <a:pt x="1077515" y="523421"/>
                    </a:lnTo>
                    <a:lnTo>
                      <a:pt x="1099374" y="496510"/>
                    </a:lnTo>
                    <a:lnTo>
                      <a:pt x="1116074" y="471837"/>
                    </a:lnTo>
                    <a:lnTo>
                      <a:pt x="1121737" y="423015"/>
                    </a:lnTo>
                    <a:lnTo>
                      <a:pt x="1121970" y="398486"/>
                    </a:lnTo>
                    <a:lnTo>
                      <a:pt x="1129321" y="380274"/>
                    </a:lnTo>
                    <a:lnTo>
                      <a:pt x="1136439" y="344700"/>
                    </a:lnTo>
                    <a:lnTo>
                      <a:pt x="1129515" y="309612"/>
                    </a:lnTo>
                    <a:lnTo>
                      <a:pt x="1107966" y="256386"/>
                    </a:lnTo>
                    <a:lnTo>
                      <a:pt x="1082015" y="181536"/>
                    </a:lnTo>
                    <a:lnTo>
                      <a:pt x="1078041" y="141666"/>
                    </a:lnTo>
                    <a:lnTo>
                      <a:pt x="2054379" y="141666"/>
                    </a:lnTo>
                    <a:lnTo>
                      <a:pt x="2054854" y="146900"/>
                    </a:lnTo>
                    <a:lnTo>
                      <a:pt x="2052875" y="159463"/>
                    </a:lnTo>
                    <a:lnTo>
                      <a:pt x="2067965" y="211101"/>
                    </a:lnTo>
                    <a:lnTo>
                      <a:pt x="2064454" y="229204"/>
                    </a:lnTo>
                    <a:lnTo>
                      <a:pt x="2062418" y="252271"/>
                    </a:lnTo>
                    <a:lnTo>
                      <a:pt x="2084044" y="274435"/>
                    </a:lnTo>
                    <a:lnTo>
                      <a:pt x="2103342" y="274074"/>
                    </a:lnTo>
                    <a:lnTo>
                      <a:pt x="2122893" y="273731"/>
                    </a:lnTo>
                    <a:lnTo>
                      <a:pt x="2130360" y="279290"/>
                    </a:lnTo>
                    <a:lnTo>
                      <a:pt x="2137847" y="294975"/>
                    </a:lnTo>
                    <a:lnTo>
                      <a:pt x="2143879" y="313493"/>
                    </a:lnTo>
                    <a:lnTo>
                      <a:pt x="2159977" y="311959"/>
                    </a:lnTo>
                    <a:lnTo>
                      <a:pt x="2185676" y="296888"/>
                    </a:lnTo>
                    <a:lnTo>
                      <a:pt x="2202395" y="293296"/>
                    </a:lnTo>
                    <a:lnTo>
                      <a:pt x="2213431" y="322265"/>
                    </a:lnTo>
                    <a:lnTo>
                      <a:pt x="2243455" y="360529"/>
                    </a:lnTo>
                    <a:lnTo>
                      <a:pt x="2260931" y="377675"/>
                    </a:lnTo>
                    <a:lnTo>
                      <a:pt x="2290625" y="386700"/>
                    </a:lnTo>
                    <a:lnTo>
                      <a:pt x="2321910" y="417582"/>
                    </a:lnTo>
                    <a:lnTo>
                      <a:pt x="2317527" y="454799"/>
                    </a:lnTo>
                    <a:lnTo>
                      <a:pt x="2330580" y="467235"/>
                    </a:lnTo>
                    <a:lnTo>
                      <a:pt x="2367489" y="481927"/>
                    </a:lnTo>
                    <a:lnTo>
                      <a:pt x="2380543" y="501744"/>
                    </a:lnTo>
                    <a:lnTo>
                      <a:pt x="2386807" y="518638"/>
                    </a:lnTo>
                    <a:lnTo>
                      <a:pt x="2396524" y="532644"/>
                    </a:lnTo>
                    <a:lnTo>
                      <a:pt x="2407890" y="574969"/>
                    </a:lnTo>
                    <a:lnTo>
                      <a:pt x="2403933" y="601050"/>
                    </a:lnTo>
                    <a:lnTo>
                      <a:pt x="2389057" y="610021"/>
                    </a:lnTo>
                    <a:lnTo>
                      <a:pt x="2353932" y="637960"/>
                    </a:lnTo>
                    <a:lnTo>
                      <a:pt x="2338280" y="658825"/>
                    </a:lnTo>
                    <a:lnTo>
                      <a:pt x="2326002" y="671820"/>
                    </a:lnTo>
                    <a:lnTo>
                      <a:pt x="2291110" y="699688"/>
                    </a:lnTo>
                    <a:lnTo>
                      <a:pt x="2278328" y="704688"/>
                    </a:lnTo>
                    <a:lnTo>
                      <a:pt x="2266090" y="719181"/>
                    </a:lnTo>
                    <a:lnTo>
                      <a:pt x="2254259" y="725516"/>
                    </a:lnTo>
                    <a:lnTo>
                      <a:pt x="2243669" y="721870"/>
                    </a:lnTo>
                    <a:lnTo>
                      <a:pt x="2204082" y="748114"/>
                    </a:lnTo>
                    <a:lnTo>
                      <a:pt x="2207166" y="759322"/>
                    </a:lnTo>
                    <a:lnTo>
                      <a:pt x="2237520" y="764069"/>
                    </a:lnTo>
                    <a:lnTo>
                      <a:pt x="2252998" y="758438"/>
                    </a:lnTo>
                    <a:lnTo>
                      <a:pt x="2264907" y="745244"/>
                    </a:lnTo>
                    <a:lnTo>
                      <a:pt x="2277921" y="742212"/>
                    </a:lnTo>
                    <a:lnTo>
                      <a:pt x="2289791" y="744702"/>
                    </a:lnTo>
                    <a:lnTo>
                      <a:pt x="2302379" y="734306"/>
                    </a:lnTo>
                    <a:lnTo>
                      <a:pt x="2312251" y="730155"/>
                    </a:lnTo>
                    <a:lnTo>
                      <a:pt x="2322453" y="735136"/>
                    </a:lnTo>
                    <a:lnTo>
                      <a:pt x="2333838" y="760062"/>
                    </a:lnTo>
                    <a:lnTo>
                      <a:pt x="2310215" y="773039"/>
                    </a:lnTo>
                    <a:lnTo>
                      <a:pt x="2293457" y="773635"/>
                    </a:lnTo>
                    <a:lnTo>
                      <a:pt x="2285272" y="814516"/>
                    </a:lnTo>
                    <a:lnTo>
                      <a:pt x="2275128" y="832078"/>
                    </a:lnTo>
                    <a:lnTo>
                      <a:pt x="2267855" y="840525"/>
                    </a:lnTo>
                    <a:lnTo>
                      <a:pt x="2230674" y="857924"/>
                    </a:lnTo>
                    <a:lnTo>
                      <a:pt x="2206138" y="879980"/>
                    </a:lnTo>
                    <a:lnTo>
                      <a:pt x="2177220" y="897740"/>
                    </a:lnTo>
                    <a:lnTo>
                      <a:pt x="2164593" y="893878"/>
                    </a:lnTo>
                    <a:lnTo>
                      <a:pt x="2145566" y="911927"/>
                    </a:lnTo>
                    <a:lnTo>
                      <a:pt x="2103284" y="933297"/>
                    </a:lnTo>
                    <a:lnTo>
                      <a:pt x="2081619" y="962085"/>
                    </a:lnTo>
                    <a:lnTo>
                      <a:pt x="2032995" y="987841"/>
                    </a:lnTo>
                    <a:lnTo>
                      <a:pt x="2008227" y="1008796"/>
                    </a:lnTo>
                    <a:lnTo>
                      <a:pt x="1940944" y="1009897"/>
                    </a:lnTo>
                    <a:lnTo>
                      <a:pt x="1876687" y="1005294"/>
                    </a:lnTo>
                    <a:lnTo>
                      <a:pt x="1856515" y="1015258"/>
                    </a:lnTo>
                    <a:lnTo>
                      <a:pt x="1877133" y="1018344"/>
                    </a:lnTo>
                    <a:lnTo>
                      <a:pt x="1891583" y="1028126"/>
                    </a:lnTo>
                    <a:lnTo>
                      <a:pt x="1908903" y="1024047"/>
                    </a:lnTo>
                    <a:lnTo>
                      <a:pt x="1949614" y="1028939"/>
                    </a:lnTo>
                    <a:lnTo>
                      <a:pt x="1970561" y="1034263"/>
                    </a:lnTo>
                    <a:lnTo>
                      <a:pt x="1997443" y="1068520"/>
                    </a:lnTo>
                    <a:lnTo>
                      <a:pt x="1977679" y="1080703"/>
                    </a:lnTo>
                    <a:lnTo>
                      <a:pt x="1943446" y="1090053"/>
                    </a:lnTo>
                    <a:lnTo>
                      <a:pt x="1956286" y="1138641"/>
                    </a:lnTo>
                    <a:lnTo>
                      <a:pt x="1966876" y="1171400"/>
                    </a:lnTo>
                    <a:lnTo>
                      <a:pt x="1953008" y="1191163"/>
                    </a:lnTo>
                    <a:lnTo>
                      <a:pt x="1951980" y="1281084"/>
                    </a:lnTo>
                    <a:lnTo>
                      <a:pt x="1932526" y="1282798"/>
                    </a:lnTo>
                    <a:lnTo>
                      <a:pt x="1924264" y="1319997"/>
                    </a:lnTo>
                    <a:lnTo>
                      <a:pt x="1930393" y="1338967"/>
                    </a:lnTo>
                    <a:lnTo>
                      <a:pt x="1929908" y="1383025"/>
                    </a:lnTo>
                    <a:lnTo>
                      <a:pt x="1933962" y="1410170"/>
                    </a:lnTo>
                    <a:lnTo>
                      <a:pt x="1943504" y="1435168"/>
                    </a:lnTo>
                    <a:lnTo>
                      <a:pt x="1939257" y="1461231"/>
                    </a:lnTo>
                    <a:lnTo>
                      <a:pt x="1908495" y="1522237"/>
                    </a:lnTo>
                    <a:lnTo>
                      <a:pt x="1909194" y="1550863"/>
                    </a:lnTo>
                    <a:lnTo>
                      <a:pt x="1914721" y="1567865"/>
                    </a:lnTo>
                    <a:lnTo>
                      <a:pt x="1918814" y="1595047"/>
                    </a:lnTo>
                    <a:lnTo>
                      <a:pt x="1904830" y="1647299"/>
                    </a:lnTo>
                    <a:lnTo>
                      <a:pt x="1894957" y="1690959"/>
                    </a:lnTo>
                    <a:lnTo>
                      <a:pt x="1883223" y="1727707"/>
                    </a:lnTo>
                    <a:lnTo>
                      <a:pt x="1856962" y="1771801"/>
                    </a:lnTo>
                    <a:lnTo>
                      <a:pt x="1843889" y="1804758"/>
                    </a:lnTo>
                    <a:lnTo>
                      <a:pt x="1813302" y="1907602"/>
                    </a:lnTo>
                    <a:lnTo>
                      <a:pt x="1798135" y="1928015"/>
                    </a:lnTo>
                    <a:lnTo>
                      <a:pt x="1779535" y="1943700"/>
                    </a:lnTo>
                    <a:lnTo>
                      <a:pt x="1758801" y="1929188"/>
                    </a:lnTo>
                    <a:lnTo>
                      <a:pt x="1739794" y="1921283"/>
                    </a:lnTo>
                    <a:lnTo>
                      <a:pt x="1716577" y="1922240"/>
                    </a:lnTo>
                    <a:lnTo>
                      <a:pt x="1680211" y="1934134"/>
                    </a:lnTo>
                    <a:lnTo>
                      <a:pt x="1625515" y="1926228"/>
                    </a:lnTo>
                    <a:lnTo>
                      <a:pt x="1572061" y="1930037"/>
                    </a:lnTo>
                    <a:lnTo>
                      <a:pt x="1558543" y="1940307"/>
                    </a:lnTo>
                    <a:lnTo>
                      <a:pt x="1566650" y="1977632"/>
                    </a:lnTo>
                    <a:lnTo>
                      <a:pt x="1546944" y="1982523"/>
                    </a:lnTo>
                    <a:lnTo>
                      <a:pt x="1527685" y="1971911"/>
                    </a:lnTo>
                    <a:lnTo>
                      <a:pt x="1510733" y="1984581"/>
                    </a:lnTo>
                    <a:lnTo>
                      <a:pt x="1496574" y="1998479"/>
                    </a:lnTo>
                    <a:lnTo>
                      <a:pt x="1468761" y="2031454"/>
                    </a:lnTo>
                    <a:lnTo>
                      <a:pt x="1459451" y="2051759"/>
                    </a:lnTo>
                    <a:lnTo>
                      <a:pt x="1457046" y="2090005"/>
                    </a:lnTo>
                    <a:lnTo>
                      <a:pt x="1471651" y="2124299"/>
                    </a:lnTo>
                    <a:lnTo>
                      <a:pt x="1484607" y="2164458"/>
                    </a:lnTo>
                    <a:lnTo>
                      <a:pt x="1451247" y="2212919"/>
                    </a:lnTo>
                    <a:lnTo>
                      <a:pt x="1432627" y="2214562"/>
                    </a:lnTo>
                    <a:lnTo>
                      <a:pt x="1378281" y="2201115"/>
                    </a:lnTo>
                    <a:lnTo>
                      <a:pt x="1281963" y="2231492"/>
                    </a:lnTo>
                    <a:lnTo>
                      <a:pt x="1195459" y="2207468"/>
                    </a:lnTo>
                    <a:lnTo>
                      <a:pt x="1206340" y="2181514"/>
                    </a:lnTo>
                    <a:lnTo>
                      <a:pt x="1205972" y="2162436"/>
                    </a:lnTo>
                    <a:lnTo>
                      <a:pt x="1210859" y="2133088"/>
                    </a:lnTo>
                    <a:lnTo>
                      <a:pt x="1213769" y="2103073"/>
                    </a:lnTo>
                    <a:lnTo>
                      <a:pt x="1212954" y="2082984"/>
                    </a:lnTo>
                    <a:lnTo>
                      <a:pt x="1206612" y="2061578"/>
                    </a:lnTo>
                    <a:lnTo>
                      <a:pt x="1185277" y="2033566"/>
                    </a:lnTo>
                    <a:lnTo>
                      <a:pt x="1137215" y="1939025"/>
                    </a:lnTo>
                    <a:lnTo>
                      <a:pt x="1122998" y="1899119"/>
                    </a:lnTo>
                    <a:lnTo>
                      <a:pt x="1113106" y="1882496"/>
                    </a:lnTo>
                    <a:lnTo>
                      <a:pt x="1120224" y="1881593"/>
                    </a:lnTo>
                    <a:lnTo>
                      <a:pt x="1159810" y="1903017"/>
                    </a:lnTo>
                    <a:lnTo>
                      <a:pt x="1169043" y="1900382"/>
                    </a:lnTo>
                    <a:lnTo>
                      <a:pt x="1178740" y="1892332"/>
                    </a:lnTo>
                    <a:lnTo>
                      <a:pt x="1166929" y="1861667"/>
                    </a:lnTo>
                    <a:lnTo>
                      <a:pt x="1156785" y="1847787"/>
                    </a:lnTo>
                    <a:lnTo>
                      <a:pt x="1149899" y="1827031"/>
                    </a:lnTo>
                    <a:lnTo>
                      <a:pt x="1173077" y="1821418"/>
                    </a:lnTo>
                    <a:lnTo>
                      <a:pt x="1189815" y="1822663"/>
                    </a:lnTo>
                    <a:lnTo>
                      <a:pt x="1202151" y="1799308"/>
                    </a:lnTo>
                    <a:lnTo>
                      <a:pt x="1195033" y="1761549"/>
                    </a:lnTo>
                    <a:lnTo>
                      <a:pt x="1177053" y="1749925"/>
                    </a:lnTo>
                    <a:lnTo>
                      <a:pt x="1162041" y="1744872"/>
                    </a:lnTo>
                    <a:lnTo>
                      <a:pt x="1133258" y="1685563"/>
                    </a:lnTo>
                    <a:lnTo>
                      <a:pt x="1103234" y="1654843"/>
                    </a:lnTo>
                    <a:lnTo>
                      <a:pt x="1049683" y="1536351"/>
                    </a:lnTo>
                    <a:lnTo>
                      <a:pt x="1030094" y="1455022"/>
                    </a:lnTo>
                    <a:lnTo>
                      <a:pt x="1011881" y="1462747"/>
                    </a:lnTo>
                    <a:lnTo>
                      <a:pt x="1003037" y="1427317"/>
                    </a:lnTo>
                    <a:lnTo>
                      <a:pt x="996695" y="1393764"/>
                    </a:lnTo>
                    <a:lnTo>
                      <a:pt x="995434" y="1369091"/>
                    </a:lnTo>
                    <a:lnTo>
                      <a:pt x="966884" y="1354958"/>
                    </a:lnTo>
                    <a:lnTo>
                      <a:pt x="965720" y="1337667"/>
                    </a:lnTo>
                    <a:lnTo>
                      <a:pt x="960580" y="1260508"/>
                    </a:lnTo>
                    <a:lnTo>
                      <a:pt x="929955" y="1250148"/>
                    </a:lnTo>
                    <a:lnTo>
                      <a:pt x="910152" y="1206848"/>
                    </a:lnTo>
                    <a:lnTo>
                      <a:pt x="906622" y="1124923"/>
                    </a:lnTo>
                    <a:lnTo>
                      <a:pt x="886451" y="1110015"/>
                    </a:lnTo>
                    <a:lnTo>
                      <a:pt x="870217" y="1114148"/>
                    </a:lnTo>
                    <a:lnTo>
                      <a:pt x="870973" y="1093843"/>
                    </a:lnTo>
                    <a:lnTo>
                      <a:pt x="874852" y="1074783"/>
                    </a:lnTo>
                    <a:lnTo>
                      <a:pt x="865368" y="999266"/>
                    </a:lnTo>
                    <a:lnTo>
                      <a:pt x="862206" y="930337"/>
                    </a:lnTo>
                    <a:lnTo>
                      <a:pt x="854506" y="909526"/>
                    </a:lnTo>
                    <a:lnTo>
                      <a:pt x="850142" y="885160"/>
                    </a:lnTo>
                    <a:lnTo>
                      <a:pt x="854060" y="864115"/>
                    </a:lnTo>
                    <a:lnTo>
                      <a:pt x="859801" y="852022"/>
                    </a:lnTo>
                    <a:lnTo>
                      <a:pt x="879565" y="848845"/>
                    </a:lnTo>
                    <a:lnTo>
                      <a:pt x="898030" y="8674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8" name="ph172">
                <a:extLst>
                  <a:ext uri="{FF2B5EF4-FFF2-40B4-BE49-F238E27FC236}">
                    <a16:creationId xmlns:a16="http://schemas.microsoft.com/office/drawing/2014/main" id="{010B7745-764B-3E8F-318A-556CD7C6FCC2}"/>
                  </a:ext>
                </a:extLst>
              </p:cNvPr>
              <p:cNvSpPr/>
              <p:nvPr/>
            </p:nvSpPr>
            <p:spPr>
              <a:xfrm>
                <a:off x="11648279" y="1694135"/>
                <a:ext cx="95274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4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3" y="895629"/>
                    </a:lnTo>
                    <a:lnTo>
                      <a:pt x="913701" y="869638"/>
                    </a:lnTo>
                    <a:lnTo>
                      <a:pt x="942756" y="871046"/>
                    </a:lnTo>
                    <a:lnTo>
                      <a:pt x="952744" y="876460"/>
                    </a:lnTo>
                    <a:lnTo>
                      <a:pt x="917968" y="8913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69" name="ph173">
                <a:extLst>
                  <a:ext uri="{FF2B5EF4-FFF2-40B4-BE49-F238E27FC236}">
                    <a16:creationId xmlns:a16="http://schemas.microsoft.com/office/drawing/2014/main" id="{8C79A86D-16FA-F289-84C1-A0B416197E0B}"/>
                  </a:ext>
                </a:extLst>
              </p:cNvPr>
              <p:cNvSpPr/>
              <p:nvPr/>
            </p:nvSpPr>
            <p:spPr>
              <a:xfrm>
                <a:off x="11496044" y="1265597"/>
                <a:ext cx="93697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6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1" y="888698"/>
                    </a:lnTo>
                    <a:lnTo>
                      <a:pt x="932883" y="881767"/>
                    </a:lnTo>
                    <a:lnTo>
                      <a:pt x="936976" y="882976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0" name="ph174">
                <a:extLst>
                  <a:ext uri="{FF2B5EF4-FFF2-40B4-BE49-F238E27FC236}">
                    <a16:creationId xmlns:a16="http://schemas.microsoft.com/office/drawing/2014/main" id="{B4C2B15D-A874-6993-87B3-6275D4680AEF}"/>
                  </a:ext>
                </a:extLst>
              </p:cNvPr>
              <p:cNvSpPr/>
              <p:nvPr/>
            </p:nvSpPr>
            <p:spPr>
              <a:xfrm>
                <a:off x="11535456" y="1111206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5" y="899401"/>
                    </a:lnTo>
                    <a:lnTo>
                      <a:pt x="911393" y="896459"/>
                    </a:lnTo>
                    <a:lnTo>
                      <a:pt x="914807" y="881659"/>
                    </a:lnTo>
                    <a:lnTo>
                      <a:pt x="924446" y="873536"/>
                    </a:lnTo>
                    <a:lnTo>
                      <a:pt x="939846" y="878410"/>
                    </a:lnTo>
                    <a:lnTo>
                      <a:pt x="939749" y="882110"/>
                    </a:lnTo>
                    <a:lnTo>
                      <a:pt x="925028" y="894094"/>
                    </a:lnTo>
                    <a:lnTo>
                      <a:pt x="919384" y="9021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1" name="ph175">
                <a:extLst>
                  <a:ext uri="{FF2B5EF4-FFF2-40B4-BE49-F238E27FC236}">
                    <a16:creationId xmlns:a16="http://schemas.microsoft.com/office/drawing/2014/main" id="{226A78B8-53A4-3F22-4914-19E072FC2A22}"/>
                  </a:ext>
                </a:extLst>
              </p:cNvPr>
              <p:cNvSpPr/>
              <p:nvPr/>
            </p:nvSpPr>
            <p:spPr>
              <a:xfrm>
                <a:off x="11804374" y="2960636"/>
                <a:ext cx="929431" cy="915704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4">
                    <a:moveTo>
                      <a:pt x="914400" y="914400"/>
                    </a:moveTo>
                    <a:lnTo>
                      <a:pt x="858773" y="909562"/>
                    </a:lnTo>
                    <a:lnTo>
                      <a:pt x="850860" y="905086"/>
                    </a:lnTo>
                    <a:lnTo>
                      <a:pt x="881466" y="873428"/>
                    </a:lnTo>
                    <a:lnTo>
                      <a:pt x="901405" y="840525"/>
                    </a:lnTo>
                    <a:lnTo>
                      <a:pt x="918337" y="797586"/>
                    </a:lnTo>
                    <a:lnTo>
                      <a:pt x="920141" y="767841"/>
                    </a:lnTo>
                    <a:lnTo>
                      <a:pt x="924369" y="734306"/>
                    </a:lnTo>
                    <a:lnTo>
                      <a:pt x="929431" y="731807"/>
                    </a:lnTo>
                    <a:lnTo>
                      <a:pt x="929431" y="915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2" name="ph176">
                <a:extLst>
                  <a:ext uri="{FF2B5EF4-FFF2-40B4-BE49-F238E27FC236}">
                    <a16:creationId xmlns:a16="http://schemas.microsoft.com/office/drawing/2014/main" id="{E05546C8-8E85-2431-6F0E-2C5DE7180257}"/>
                  </a:ext>
                </a:extLst>
              </p:cNvPr>
              <p:cNvSpPr/>
              <p:nvPr/>
            </p:nvSpPr>
            <p:spPr>
              <a:xfrm>
                <a:off x="10769897" y="3114287"/>
                <a:ext cx="1963908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908" h="921168">
                    <a:moveTo>
                      <a:pt x="914400" y="914400"/>
                    </a:moveTo>
                    <a:lnTo>
                      <a:pt x="1028135" y="869457"/>
                    </a:lnTo>
                    <a:lnTo>
                      <a:pt x="1149608" y="827295"/>
                    </a:lnTo>
                    <a:lnTo>
                      <a:pt x="1177965" y="822710"/>
                    </a:lnTo>
                    <a:lnTo>
                      <a:pt x="1206476" y="813830"/>
                    </a:lnTo>
                    <a:lnTo>
                      <a:pt x="1217008" y="798055"/>
                    </a:lnTo>
                    <a:lnTo>
                      <a:pt x="1227520" y="787497"/>
                    </a:lnTo>
                    <a:lnTo>
                      <a:pt x="1244064" y="759683"/>
                    </a:lnTo>
                    <a:lnTo>
                      <a:pt x="1280644" y="716456"/>
                    </a:lnTo>
                    <a:lnTo>
                      <a:pt x="1345328" y="700717"/>
                    </a:lnTo>
                    <a:lnTo>
                      <a:pt x="1369476" y="680213"/>
                    </a:lnTo>
                    <a:lnTo>
                      <a:pt x="1420098" y="651497"/>
                    </a:lnTo>
                    <a:lnTo>
                      <a:pt x="1535501" y="619280"/>
                    </a:lnTo>
                    <a:lnTo>
                      <a:pt x="1583699" y="612205"/>
                    </a:lnTo>
                    <a:lnTo>
                      <a:pt x="1630927" y="611338"/>
                    </a:lnTo>
                    <a:lnTo>
                      <a:pt x="1672976" y="636751"/>
                    </a:lnTo>
                    <a:lnTo>
                      <a:pt x="1717489" y="668120"/>
                    </a:lnTo>
                    <a:lnTo>
                      <a:pt x="1725499" y="687054"/>
                    </a:lnTo>
                    <a:lnTo>
                      <a:pt x="1701410" y="675250"/>
                    </a:lnTo>
                    <a:lnTo>
                      <a:pt x="1666304" y="647075"/>
                    </a:lnTo>
                    <a:lnTo>
                      <a:pt x="1653328" y="645884"/>
                    </a:lnTo>
                    <a:lnTo>
                      <a:pt x="1683294" y="731581"/>
                    </a:lnTo>
                    <a:lnTo>
                      <a:pt x="1699684" y="761885"/>
                    </a:lnTo>
                    <a:lnTo>
                      <a:pt x="1732811" y="784555"/>
                    </a:lnTo>
                    <a:lnTo>
                      <a:pt x="1760585" y="792189"/>
                    </a:lnTo>
                    <a:lnTo>
                      <a:pt x="1846158" y="778454"/>
                    </a:lnTo>
                    <a:lnTo>
                      <a:pt x="1876551" y="760513"/>
                    </a:lnTo>
                    <a:lnTo>
                      <a:pt x="1885337" y="751435"/>
                    </a:lnTo>
                    <a:lnTo>
                      <a:pt x="1893251" y="755911"/>
                    </a:lnTo>
                    <a:lnTo>
                      <a:pt x="1948877" y="760748"/>
                    </a:lnTo>
                    <a:lnTo>
                      <a:pt x="1963908" y="762052"/>
                    </a:lnTo>
                    <a:lnTo>
                      <a:pt x="1963908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3" name="ph177">
                <a:extLst>
                  <a:ext uri="{FF2B5EF4-FFF2-40B4-BE49-F238E27FC236}">
                    <a16:creationId xmlns:a16="http://schemas.microsoft.com/office/drawing/2014/main" id="{CCA501E7-74AE-FE73-1411-9E289B26ABE4}"/>
                  </a:ext>
                </a:extLst>
              </p:cNvPr>
              <p:cNvSpPr/>
              <p:nvPr/>
            </p:nvSpPr>
            <p:spPr>
              <a:xfrm>
                <a:off x="10293020" y="573417"/>
                <a:ext cx="968823" cy="1653363"/>
              </a:xfrm>
              <a:custGeom>
                <a:avLst/>
                <a:gdLst/>
                <a:ahLst/>
                <a:cxnLst/>
                <a:rect l="0" t="0" r="0" b="0"/>
                <a:pathLst>
                  <a:path w="968823" h="1653363">
                    <a:moveTo>
                      <a:pt x="914400" y="914400"/>
                    </a:moveTo>
                    <a:lnTo>
                      <a:pt x="940351" y="989249"/>
                    </a:lnTo>
                    <a:lnTo>
                      <a:pt x="961899" y="1042475"/>
                    </a:lnTo>
                    <a:lnTo>
                      <a:pt x="968823" y="1077563"/>
                    </a:lnTo>
                    <a:lnTo>
                      <a:pt x="961705" y="1113137"/>
                    </a:lnTo>
                    <a:lnTo>
                      <a:pt x="954354" y="1131349"/>
                    </a:lnTo>
                    <a:lnTo>
                      <a:pt x="954121" y="1155878"/>
                    </a:lnTo>
                    <a:lnTo>
                      <a:pt x="948458" y="1204700"/>
                    </a:lnTo>
                    <a:lnTo>
                      <a:pt x="931758" y="1229373"/>
                    </a:lnTo>
                    <a:lnTo>
                      <a:pt x="909900" y="1256284"/>
                    </a:lnTo>
                    <a:lnTo>
                      <a:pt x="885520" y="1276373"/>
                    </a:lnTo>
                    <a:lnTo>
                      <a:pt x="866182" y="1282022"/>
                    </a:lnTo>
                    <a:lnTo>
                      <a:pt x="849580" y="1284351"/>
                    </a:lnTo>
                    <a:lnTo>
                      <a:pt x="838427" y="1294566"/>
                    </a:lnTo>
                    <a:lnTo>
                      <a:pt x="828322" y="1324582"/>
                    </a:lnTo>
                    <a:lnTo>
                      <a:pt x="818993" y="1356114"/>
                    </a:lnTo>
                    <a:lnTo>
                      <a:pt x="788503" y="1394883"/>
                    </a:lnTo>
                    <a:lnTo>
                      <a:pt x="789318" y="1408384"/>
                    </a:lnTo>
                    <a:lnTo>
                      <a:pt x="800936" y="1454336"/>
                    </a:lnTo>
                    <a:lnTo>
                      <a:pt x="811817" y="1506661"/>
                    </a:lnTo>
                    <a:lnTo>
                      <a:pt x="802623" y="1555573"/>
                    </a:lnTo>
                    <a:lnTo>
                      <a:pt x="794749" y="1606923"/>
                    </a:lnTo>
                    <a:lnTo>
                      <a:pt x="780959" y="1641144"/>
                    </a:lnTo>
                    <a:lnTo>
                      <a:pt x="761253" y="1653363"/>
                    </a:lnTo>
                    <a:lnTo>
                      <a:pt x="746784" y="1647263"/>
                    </a:lnTo>
                    <a:lnTo>
                      <a:pt x="730414" y="1600317"/>
                    </a:lnTo>
                    <a:lnTo>
                      <a:pt x="730045" y="1589524"/>
                    </a:lnTo>
                    <a:lnTo>
                      <a:pt x="725972" y="1575175"/>
                    </a:lnTo>
                    <a:lnTo>
                      <a:pt x="679540" y="1560880"/>
                    </a:lnTo>
                    <a:lnTo>
                      <a:pt x="671335" y="1561403"/>
                    </a:lnTo>
                    <a:lnTo>
                      <a:pt x="653084" y="1553029"/>
                    </a:lnTo>
                    <a:lnTo>
                      <a:pt x="642378" y="1550664"/>
                    </a:lnTo>
                    <a:lnTo>
                      <a:pt x="620422" y="1545827"/>
                    </a:lnTo>
                    <a:lnTo>
                      <a:pt x="602171" y="1504404"/>
                    </a:lnTo>
                    <a:lnTo>
                      <a:pt x="582776" y="1469949"/>
                    </a:lnTo>
                    <a:lnTo>
                      <a:pt x="580021" y="1455546"/>
                    </a:lnTo>
                    <a:lnTo>
                      <a:pt x="580681" y="1391111"/>
                    </a:lnTo>
                    <a:lnTo>
                      <a:pt x="574746" y="1362449"/>
                    </a:lnTo>
                    <a:lnTo>
                      <a:pt x="572923" y="1331206"/>
                    </a:lnTo>
                    <a:lnTo>
                      <a:pt x="560723" y="1356619"/>
                    </a:lnTo>
                    <a:lnTo>
                      <a:pt x="567802" y="1396796"/>
                    </a:lnTo>
                    <a:lnTo>
                      <a:pt x="552751" y="1413654"/>
                    </a:lnTo>
                    <a:lnTo>
                      <a:pt x="533763" y="1421848"/>
                    </a:lnTo>
                    <a:lnTo>
                      <a:pt x="535548" y="1445384"/>
                    </a:lnTo>
                    <a:lnTo>
                      <a:pt x="543345" y="1449842"/>
                    </a:lnTo>
                    <a:lnTo>
                      <a:pt x="544974" y="1474281"/>
                    </a:lnTo>
                    <a:lnTo>
                      <a:pt x="540358" y="1510451"/>
                    </a:lnTo>
                    <a:lnTo>
                      <a:pt x="502983" y="1590877"/>
                    </a:lnTo>
                    <a:lnTo>
                      <a:pt x="495438" y="1599523"/>
                    </a:lnTo>
                    <a:lnTo>
                      <a:pt x="490317" y="1610388"/>
                    </a:lnTo>
                    <a:lnTo>
                      <a:pt x="471193" y="1603169"/>
                    </a:lnTo>
                    <a:lnTo>
                      <a:pt x="454688" y="1618237"/>
                    </a:lnTo>
                    <a:lnTo>
                      <a:pt x="454688" y="874529"/>
                    </a:lnTo>
                    <a:lnTo>
                      <a:pt x="910425" y="874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4" name="ph178">
                <a:extLst>
                  <a:ext uri="{FF2B5EF4-FFF2-40B4-BE49-F238E27FC236}">
                    <a16:creationId xmlns:a16="http://schemas.microsoft.com/office/drawing/2014/main" id="{638BD8F0-A57F-ECFB-B9EE-AD4DDD320D32}"/>
                  </a:ext>
                </a:extLst>
              </p:cNvPr>
              <p:cNvSpPr/>
              <p:nvPr/>
            </p:nvSpPr>
            <p:spPr>
              <a:xfrm>
                <a:off x="9837711" y="2871943"/>
                <a:ext cx="915718" cy="956750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50">
                    <a:moveTo>
                      <a:pt x="914400" y="914399"/>
                    </a:moveTo>
                    <a:lnTo>
                      <a:pt x="915718" y="948639"/>
                    </a:lnTo>
                    <a:lnTo>
                      <a:pt x="909997" y="956750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5" name="ph179">
                <a:extLst>
                  <a:ext uri="{FF2B5EF4-FFF2-40B4-BE49-F238E27FC236}">
                    <a16:creationId xmlns:a16="http://schemas.microsoft.com/office/drawing/2014/main" id="{C68A1D00-47EF-5AB4-390D-8F8290CA6FB0}"/>
                  </a:ext>
                </a:extLst>
              </p:cNvPr>
              <p:cNvSpPr/>
              <p:nvPr/>
            </p:nvSpPr>
            <p:spPr>
              <a:xfrm>
                <a:off x="9861801" y="2940511"/>
                <a:ext cx="1097299" cy="1094944"/>
              </a:xfrm>
              <a:custGeom>
                <a:avLst/>
                <a:gdLst/>
                <a:ahLst/>
                <a:cxnLst/>
                <a:rect l="0" t="0" r="0" b="0"/>
                <a:pathLst>
                  <a:path w="1097299" h="1094944">
                    <a:moveTo>
                      <a:pt x="914400" y="914399"/>
                    </a:moveTo>
                    <a:lnTo>
                      <a:pt x="919830" y="928532"/>
                    </a:lnTo>
                    <a:lnTo>
                      <a:pt x="928093" y="943783"/>
                    </a:lnTo>
                    <a:lnTo>
                      <a:pt x="957496" y="932918"/>
                    </a:lnTo>
                    <a:lnTo>
                      <a:pt x="1031199" y="978040"/>
                    </a:lnTo>
                    <a:lnTo>
                      <a:pt x="1075770" y="956075"/>
                    </a:lnTo>
                    <a:lnTo>
                      <a:pt x="1087174" y="954793"/>
                    </a:lnTo>
                    <a:lnTo>
                      <a:pt x="1097299" y="991252"/>
                    </a:lnTo>
                    <a:lnTo>
                      <a:pt x="1086224" y="1027982"/>
                    </a:lnTo>
                    <a:lnTo>
                      <a:pt x="1046929" y="1067167"/>
                    </a:lnTo>
                    <a:lnTo>
                      <a:pt x="1055637" y="1091316"/>
                    </a:lnTo>
                    <a:lnTo>
                      <a:pt x="1064130" y="1094944"/>
                    </a:lnTo>
                    <a:lnTo>
                      <a:pt x="885908" y="1094944"/>
                    </a:lnTo>
                    <a:lnTo>
                      <a:pt x="885908" y="9174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6" name="ph180">
                <a:extLst>
                  <a:ext uri="{FF2B5EF4-FFF2-40B4-BE49-F238E27FC236}">
                    <a16:creationId xmlns:a16="http://schemas.microsoft.com/office/drawing/2014/main" id="{1892A30E-6621-2327-C6F6-CC874944838C}"/>
                  </a:ext>
                </a:extLst>
              </p:cNvPr>
              <p:cNvSpPr/>
              <p:nvPr/>
            </p:nvSpPr>
            <p:spPr>
              <a:xfrm>
                <a:off x="10052633" y="3117663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7" name="ph181">
                <a:extLst>
                  <a:ext uri="{FF2B5EF4-FFF2-40B4-BE49-F238E27FC236}">
                    <a16:creationId xmlns:a16="http://schemas.microsoft.com/office/drawing/2014/main" id="{6A49988F-5F14-0637-6A12-1AF92DB2D011}"/>
                  </a:ext>
                </a:extLst>
              </p:cNvPr>
              <p:cNvSpPr/>
              <p:nvPr/>
            </p:nvSpPr>
            <p:spPr>
              <a:xfrm>
                <a:off x="10171062" y="3079092"/>
                <a:ext cx="1336773" cy="956364"/>
              </a:xfrm>
              <a:custGeom>
                <a:avLst/>
                <a:gdLst/>
                <a:ahLst/>
                <a:cxnLst/>
                <a:rect l="0" t="0" r="0" b="0"/>
                <a:pathLst>
                  <a:path w="1336773" h="956364">
                    <a:moveTo>
                      <a:pt x="914400" y="914400"/>
                    </a:moveTo>
                    <a:lnTo>
                      <a:pt x="933407" y="902595"/>
                    </a:lnTo>
                    <a:lnTo>
                      <a:pt x="995977" y="894148"/>
                    </a:lnTo>
                    <a:lnTo>
                      <a:pt x="1007362" y="872869"/>
                    </a:lnTo>
                    <a:lnTo>
                      <a:pt x="1032712" y="851463"/>
                    </a:lnTo>
                    <a:lnTo>
                      <a:pt x="1049043" y="828089"/>
                    </a:lnTo>
                    <a:lnTo>
                      <a:pt x="1088144" y="783598"/>
                    </a:lnTo>
                    <a:lnTo>
                      <a:pt x="1128603" y="791612"/>
                    </a:lnTo>
                    <a:lnTo>
                      <a:pt x="1152227" y="800131"/>
                    </a:lnTo>
                    <a:lnTo>
                      <a:pt x="1178159" y="804427"/>
                    </a:lnTo>
                    <a:lnTo>
                      <a:pt x="1201763" y="851860"/>
                    </a:lnTo>
                    <a:lnTo>
                      <a:pt x="1261462" y="904292"/>
                    </a:lnTo>
                    <a:lnTo>
                      <a:pt x="1316313" y="899726"/>
                    </a:lnTo>
                    <a:lnTo>
                      <a:pt x="1335786" y="949324"/>
                    </a:lnTo>
                    <a:lnTo>
                      <a:pt x="1336773" y="956364"/>
                    </a:lnTo>
                    <a:lnTo>
                      <a:pt x="878111" y="9563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8" name="ph182">
                <a:extLst>
                  <a:ext uri="{FF2B5EF4-FFF2-40B4-BE49-F238E27FC236}">
                    <a16:creationId xmlns:a16="http://schemas.microsoft.com/office/drawing/2014/main" id="{1399D34F-B0B8-2D71-ACC7-0F30EBB35554}"/>
                  </a:ext>
                </a:extLst>
              </p:cNvPr>
              <p:cNvSpPr/>
              <p:nvPr/>
            </p:nvSpPr>
            <p:spPr>
              <a:xfrm>
                <a:off x="10574953" y="3004459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0" y="906277"/>
                    </a:lnTo>
                    <a:lnTo>
                      <a:pt x="850918" y="938748"/>
                    </a:lnTo>
                    <a:lnTo>
                      <a:pt x="840949" y="940119"/>
                    </a:lnTo>
                    <a:lnTo>
                      <a:pt x="806328" y="910627"/>
                    </a:lnTo>
                    <a:lnTo>
                      <a:pt x="800781" y="896242"/>
                    </a:lnTo>
                    <a:lnTo>
                      <a:pt x="799636" y="884276"/>
                    </a:lnTo>
                    <a:lnTo>
                      <a:pt x="804582" y="842853"/>
                    </a:lnTo>
                    <a:lnTo>
                      <a:pt x="803671" y="829822"/>
                    </a:lnTo>
                    <a:lnTo>
                      <a:pt x="814552" y="815581"/>
                    </a:lnTo>
                    <a:lnTo>
                      <a:pt x="816239" y="795005"/>
                    </a:lnTo>
                    <a:lnTo>
                      <a:pt x="835479" y="773310"/>
                    </a:lnTo>
                    <a:lnTo>
                      <a:pt x="852547" y="772498"/>
                    </a:lnTo>
                    <a:lnTo>
                      <a:pt x="857978" y="790872"/>
                    </a:lnTo>
                    <a:lnTo>
                      <a:pt x="866144" y="803524"/>
                    </a:lnTo>
                    <a:lnTo>
                      <a:pt x="894907" y="817711"/>
                    </a:lnTo>
                    <a:lnTo>
                      <a:pt x="899193" y="824154"/>
                    </a:lnTo>
                    <a:lnTo>
                      <a:pt x="901792" y="833071"/>
                    </a:lnTo>
                    <a:lnTo>
                      <a:pt x="888410" y="850542"/>
                    </a:lnTo>
                    <a:lnTo>
                      <a:pt x="883871" y="859494"/>
                    </a:lnTo>
                    <a:lnTo>
                      <a:pt x="888119" y="873843"/>
                    </a:lnTo>
                    <a:lnTo>
                      <a:pt x="909434" y="88952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79" name="ph183">
                <a:extLst>
                  <a:ext uri="{FF2B5EF4-FFF2-40B4-BE49-F238E27FC236}">
                    <a16:creationId xmlns:a16="http://schemas.microsoft.com/office/drawing/2014/main" id="{D458A61E-A46D-07A2-873A-0B9687628222}"/>
                  </a:ext>
                </a:extLst>
              </p:cNvPr>
              <p:cNvSpPr/>
              <p:nvPr/>
            </p:nvSpPr>
            <p:spPr>
              <a:xfrm>
                <a:off x="10602417" y="3107645"/>
                <a:ext cx="961516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6" h="927810">
                    <a:moveTo>
                      <a:pt x="914400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6" y="880774"/>
                    </a:lnTo>
                    <a:lnTo>
                      <a:pt x="947449" y="915031"/>
                    </a:lnTo>
                    <a:lnTo>
                      <a:pt x="961516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0" name="ph184">
                <a:extLst>
                  <a:ext uri="{FF2B5EF4-FFF2-40B4-BE49-F238E27FC236}">
                    <a16:creationId xmlns:a16="http://schemas.microsoft.com/office/drawing/2014/main" id="{E8710320-501F-52C7-90A9-F8B0823DE737}"/>
                  </a:ext>
                </a:extLst>
              </p:cNvPr>
              <p:cNvSpPr/>
              <p:nvPr/>
            </p:nvSpPr>
            <p:spPr>
              <a:xfrm>
                <a:off x="10057598" y="2967278"/>
                <a:ext cx="9448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9" h="914400">
                    <a:moveTo>
                      <a:pt x="914400" y="914400"/>
                    </a:moveTo>
                    <a:lnTo>
                      <a:pt x="902762" y="899617"/>
                    </a:lnTo>
                    <a:lnTo>
                      <a:pt x="891047" y="895863"/>
                    </a:lnTo>
                    <a:lnTo>
                      <a:pt x="897351" y="877634"/>
                    </a:lnTo>
                    <a:lnTo>
                      <a:pt x="905594" y="871010"/>
                    </a:lnTo>
                    <a:lnTo>
                      <a:pt x="935114" y="882886"/>
                    </a:lnTo>
                    <a:lnTo>
                      <a:pt x="944385" y="906133"/>
                    </a:lnTo>
                    <a:lnTo>
                      <a:pt x="944889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1" name="ph185">
                <a:extLst>
                  <a:ext uri="{FF2B5EF4-FFF2-40B4-BE49-F238E27FC236}">
                    <a16:creationId xmlns:a16="http://schemas.microsoft.com/office/drawing/2014/main" id="{6ED35C66-D8AC-43ED-9149-1A27CFFB288F}"/>
                  </a:ext>
                </a:extLst>
              </p:cNvPr>
              <p:cNvSpPr/>
              <p:nvPr/>
            </p:nvSpPr>
            <p:spPr>
              <a:xfrm>
                <a:off x="11819406" y="773419"/>
                <a:ext cx="914400" cy="1013957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7">
                    <a:moveTo>
                      <a:pt x="914400" y="914400"/>
                    </a:moveTo>
                    <a:lnTo>
                      <a:pt x="914400" y="1010223"/>
                    </a:lnTo>
                    <a:lnTo>
                      <a:pt x="874639" y="1013957"/>
                    </a:lnTo>
                    <a:lnTo>
                      <a:pt x="863952" y="1007586"/>
                    </a:lnTo>
                    <a:lnTo>
                      <a:pt x="849308" y="958041"/>
                    </a:lnTo>
                    <a:lnTo>
                      <a:pt x="852218" y="945244"/>
                    </a:lnTo>
                    <a:lnTo>
                      <a:pt x="862070" y="939794"/>
                    </a:lnTo>
                    <a:lnTo>
                      <a:pt x="870508" y="938621"/>
                    </a:lnTo>
                    <a:lnTo>
                      <a:pt x="871749" y="965297"/>
                    </a:lnTo>
                    <a:lnTo>
                      <a:pt x="884143" y="962644"/>
                    </a:lnTo>
                    <a:lnTo>
                      <a:pt x="888022" y="945064"/>
                    </a:lnTo>
                    <a:lnTo>
                      <a:pt x="888894" y="932682"/>
                    </a:lnTo>
                    <a:lnTo>
                      <a:pt x="885539" y="926437"/>
                    </a:lnTo>
                    <a:lnTo>
                      <a:pt x="877121" y="921600"/>
                    </a:lnTo>
                    <a:lnTo>
                      <a:pt x="872253" y="913298"/>
                    </a:lnTo>
                    <a:lnTo>
                      <a:pt x="879255" y="899941"/>
                    </a:lnTo>
                    <a:lnTo>
                      <a:pt x="892211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2" name="ph186">
                <a:extLst>
                  <a:ext uri="{FF2B5EF4-FFF2-40B4-BE49-F238E27FC236}">
                    <a16:creationId xmlns:a16="http://schemas.microsoft.com/office/drawing/2014/main" id="{D4E181AC-6D41-2DE4-33DC-E48CBCFAB02D}"/>
                  </a:ext>
                </a:extLst>
              </p:cNvPr>
              <p:cNvSpPr/>
              <p:nvPr/>
            </p:nvSpPr>
            <p:spPr>
              <a:xfrm>
                <a:off x="11753364" y="842293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6" y="912324"/>
                    </a:lnTo>
                    <a:lnTo>
                      <a:pt x="900958" y="915158"/>
                    </a:lnTo>
                    <a:lnTo>
                      <a:pt x="897002" y="925373"/>
                    </a:lnTo>
                    <a:lnTo>
                      <a:pt x="888390" y="921709"/>
                    </a:lnTo>
                    <a:lnTo>
                      <a:pt x="884918" y="907072"/>
                    </a:lnTo>
                    <a:lnTo>
                      <a:pt x="891338" y="885160"/>
                    </a:lnTo>
                    <a:lnTo>
                      <a:pt x="906719" y="884330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3" name="ph187">
                <a:extLst>
                  <a:ext uri="{FF2B5EF4-FFF2-40B4-BE49-F238E27FC236}">
                    <a16:creationId xmlns:a16="http://schemas.microsoft.com/office/drawing/2014/main" id="{4F6CE67D-F8D4-03F0-82C4-289F599B83E4}"/>
                  </a:ext>
                </a:extLst>
              </p:cNvPr>
              <p:cNvSpPr/>
              <p:nvPr/>
            </p:nvSpPr>
            <p:spPr>
              <a:xfrm>
                <a:off x="10343972" y="2498220"/>
                <a:ext cx="921789" cy="1251646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46">
                    <a:moveTo>
                      <a:pt x="914400" y="914399"/>
                    </a:moveTo>
                    <a:lnTo>
                      <a:pt x="909240" y="925175"/>
                    </a:lnTo>
                    <a:lnTo>
                      <a:pt x="901657" y="932268"/>
                    </a:lnTo>
                    <a:lnTo>
                      <a:pt x="881815" y="939794"/>
                    </a:lnTo>
                    <a:lnTo>
                      <a:pt x="864631" y="950299"/>
                    </a:lnTo>
                    <a:lnTo>
                      <a:pt x="849308" y="968763"/>
                    </a:lnTo>
                    <a:lnTo>
                      <a:pt x="843664" y="995151"/>
                    </a:lnTo>
                    <a:lnTo>
                      <a:pt x="855651" y="1014463"/>
                    </a:lnTo>
                    <a:lnTo>
                      <a:pt x="877451" y="1025040"/>
                    </a:lnTo>
                    <a:lnTo>
                      <a:pt x="882998" y="1061806"/>
                    </a:lnTo>
                    <a:lnTo>
                      <a:pt x="864999" y="1079945"/>
                    </a:lnTo>
                    <a:lnTo>
                      <a:pt x="818819" y="1098048"/>
                    </a:lnTo>
                    <a:lnTo>
                      <a:pt x="813970" y="1141745"/>
                    </a:lnTo>
                    <a:lnTo>
                      <a:pt x="815463" y="1176183"/>
                    </a:lnTo>
                    <a:lnTo>
                      <a:pt x="814629" y="1201217"/>
                    </a:lnTo>
                    <a:lnTo>
                      <a:pt x="810963" y="1235853"/>
                    </a:lnTo>
                    <a:lnTo>
                      <a:pt x="773608" y="1251646"/>
                    </a:lnTo>
                    <a:lnTo>
                      <a:pt x="749499" y="1198888"/>
                    </a:lnTo>
                    <a:lnTo>
                      <a:pt x="749286" y="1177771"/>
                    </a:lnTo>
                    <a:lnTo>
                      <a:pt x="742090" y="1153116"/>
                    </a:lnTo>
                    <a:lnTo>
                      <a:pt x="740732" y="1132107"/>
                    </a:lnTo>
                    <a:lnTo>
                      <a:pt x="732198" y="1098500"/>
                    </a:lnTo>
                    <a:lnTo>
                      <a:pt x="696860" y="1089403"/>
                    </a:lnTo>
                    <a:lnTo>
                      <a:pt x="683147" y="1088212"/>
                    </a:lnTo>
                    <a:lnTo>
                      <a:pt x="663965" y="1094457"/>
                    </a:lnTo>
                    <a:lnTo>
                      <a:pt x="659213" y="1092020"/>
                    </a:lnTo>
                    <a:lnTo>
                      <a:pt x="636249" y="1046121"/>
                    </a:lnTo>
                    <a:lnTo>
                      <a:pt x="640031" y="995476"/>
                    </a:lnTo>
                    <a:lnTo>
                      <a:pt x="627773" y="969918"/>
                    </a:lnTo>
                    <a:lnTo>
                      <a:pt x="626086" y="958349"/>
                    </a:lnTo>
                    <a:lnTo>
                      <a:pt x="626377" y="945534"/>
                    </a:lnTo>
                    <a:lnTo>
                      <a:pt x="616310" y="934975"/>
                    </a:lnTo>
                    <a:lnTo>
                      <a:pt x="604091" y="929380"/>
                    </a:lnTo>
                    <a:lnTo>
                      <a:pt x="598156" y="900881"/>
                    </a:lnTo>
                    <a:lnTo>
                      <a:pt x="612199" y="893968"/>
                    </a:lnTo>
                    <a:lnTo>
                      <a:pt x="646916" y="897307"/>
                    </a:lnTo>
                    <a:lnTo>
                      <a:pt x="657060" y="895358"/>
                    </a:lnTo>
                    <a:lnTo>
                      <a:pt x="666351" y="889420"/>
                    </a:lnTo>
                    <a:lnTo>
                      <a:pt x="694435" y="842564"/>
                    </a:lnTo>
                    <a:lnTo>
                      <a:pt x="693621" y="832240"/>
                    </a:lnTo>
                    <a:lnTo>
                      <a:pt x="696627" y="818848"/>
                    </a:lnTo>
                    <a:lnTo>
                      <a:pt x="727020" y="813884"/>
                    </a:lnTo>
                    <a:lnTo>
                      <a:pt x="740558" y="831988"/>
                    </a:lnTo>
                    <a:lnTo>
                      <a:pt x="737842" y="860974"/>
                    </a:lnTo>
                    <a:lnTo>
                      <a:pt x="739569" y="898119"/>
                    </a:lnTo>
                    <a:lnTo>
                      <a:pt x="757975" y="908227"/>
                    </a:lnTo>
                    <a:lnTo>
                      <a:pt x="765151" y="909707"/>
                    </a:lnTo>
                    <a:lnTo>
                      <a:pt x="772813" y="882272"/>
                    </a:lnTo>
                    <a:lnTo>
                      <a:pt x="778185" y="868934"/>
                    </a:lnTo>
                    <a:lnTo>
                      <a:pt x="785478" y="861498"/>
                    </a:lnTo>
                    <a:lnTo>
                      <a:pt x="787960" y="836428"/>
                    </a:lnTo>
                    <a:lnTo>
                      <a:pt x="783635" y="821122"/>
                    </a:lnTo>
                    <a:lnTo>
                      <a:pt x="774422" y="809715"/>
                    </a:lnTo>
                    <a:lnTo>
                      <a:pt x="808830" y="778671"/>
                    </a:lnTo>
                    <a:lnTo>
                      <a:pt x="844440" y="754088"/>
                    </a:lnTo>
                    <a:lnTo>
                      <a:pt x="865154" y="752806"/>
                    </a:lnTo>
                    <a:lnTo>
                      <a:pt x="886005" y="758817"/>
                    </a:lnTo>
                    <a:lnTo>
                      <a:pt x="905381" y="767119"/>
                    </a:lnTo>
                    <a:lnTo>
                      <a:pt x="915893" y="774267"/>
                    </a:lnTo>
                    <a:lnTo>
                      <a:pt x="921789" y="785746"/>
                    </a:lnTo>
                    <a:lnTo>
                      <a:pt x="908794" y="813108"/>
                    </a:lnTo>
                    <a:lnTo>
                      <a:pt x="905187" y="828089"/>
                    </a:lnTo>
                    <a:lnTo>
                      <a:pt x="913915" y="8773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4" name="ph188">
                <a:extLst>
                  <a:ext uri="{FF2B5EF4-FFF2-40B4-BE49-F238E27FC236}">
                    <a16:creationId xmlns:a16="http://schemas.microsoft.com/office/drawing/2014/main" id="{F67E914C-141E-C595-EFF4-D228803F6FC3}"/>
                  </a:ext>
                </a:extLst>
              </p:cNvPr>
              <p:cNvSpPr/>
              <p:nvPr/>
            </p:nvSpPr>
            <p:spPr>
              <a:xfrm>
                <a:off x="9884765" y="1784037"/>
                <a:ext cx="1046890" cy="1566168"/>
              </a:xfrm>
              <a:custGeom>
                <a:avLst/>
                <a:gdLst/>
                <a:ahLst/>
                <a:cxnLst/>
                <a:rect l="0" t="0" r="0" b="0"/>
                <a:pathLst>
                  <a:path w="1046890" h="1566168">
                    <a:moveTo>
                      <a:pt x="914400" y="914400"/>
                    </a:moveTo>
                    <a:lnTo>
                      <a:pt x="968862" y="870649"/>
                    </a:lnTo>
                    <a:lnTo>
                      <a:pt x="984087" y="870089"/>
                    </a:lnTo>
                    <a:lnTo>
                      <a:pt x="958466" y="902704"/>
                    </a:lnTo>
                    <a:lnTo>
                      <a:pt x="954354" y="915320"/>
                    </a:lnTo>
                    <a:lnTo>
                      <a:pt x="951251" y="934669"/>
                    </a:lnTo>
                    <a:lnTo>
                      <a:pt x="969618" y="976687"/>
                    </a:lnTo>
                    <a:lnTo>
                      <a:pt x="965739" y="1002262"/>
                    </a:lnTo>
                    <a:lnTo>
                      <a:pt x="967039" y="1052583"/>
                    </a:lnTo>
                    <a:lnTo>
                      <a:pt x="949719" y="1078808"/>
                    </a:lnTo>
                    <a:lnTo>
                      <a:pt x="930168" y="1134598"/>
                    </a:lnTo>
                    <a:lnTo>
                      <a:pt x="921750" y="1142810"/>
                    </a:lnTo>
                    <a:lnTo>
                      <a:pt x="919947" y="1207931"/>
                    </a:lnTo>
                    <a:lnTo>
                      <a:pt x="921867" y="1223471"/>
                    </a:lnTo>
                    <a:lnTo>
                      <a:pt x="919093" y="1282762"/>
                    </a:lnTo>
                    <a:lnTo>
                      <a:pt x="939129" y="1307038"/>
                    </a:lnTo>
                    <a:lnTo>
                      <a:pt x="960309" y="1319727"/>
                    </a:lnTo>
                    <a:lnTo>
                      <a:pt x="1030947" y="1319275"/>
                    </a:lnTo>
                    <a:lnTo>
                      <a:pt x="1038278" y="1329942"/>
                    </a:lnTo>
                    <a:lnTo>
                      <a:pt x="1046890" y="1348280"/>
                    </a:lnTo>
                    <a:lnTo>
                      <a:pt x="1040586" y="1379415"/>
                    </a:lnTo>
                    <a:lnTo>
                      <a:pt x="1033042" y="1402897"/>
                    </a:lnTo>
                    <a:lnTo>
                      <a:pt x="1012579" y="1422678"/>
                    </a:lnTo>
                    <a:lnTo>
                      <a:pt x="986318" y="1437424"/>
                    </a:lnTo>
                    <a:lnTo>
                      <a:pt x="969987" y="1438074"/>
                    </a:lnTo>
                    <a:lnTo>
                      <a:pt x="947740" y="1410044"/>
                    </a:lnTo>
                    <a:lnTo>
                      <a:pt x="937170" y="1419141"/>
                    </a:lnTo>
                    <a:lnTo>
                      <a:pt x="926250" y="1433436"/>
                    </a:lnTo>
                    <a:lnTo>
                      <a:pt x="907960" y="1510144"/>
                    </a:lnTo>
                    <a:lnTo>
                      <a:pt x="899290" y="1561963"/>
                    </a:lnTo>
                    <a:lnTo>
                      <a:pt x="894597" y="1566168"/>
                    </a:lnTo>
                    <a:lnTo>
                      <a:pt x="884259" y="1558533"/>
                    </a:lnTo>
                    <a:lnTo>
                      <a:pt x="866396" y="1557938"/>
                    </a:lnTo>
                    <a:lnTo>
                      <a:pt x="862943" y="1559817"/>
                    </a:lnTo>
                    <a:lnTo>
                      <a:pt x="862943" y="92604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5" name="ph189">
                <a:extLst>
                  <a:ext uri="{FF2B5EF4-FFF2-40B4-BE49-F238E27FC236}">
                    <a16:creationId xmlns:a16="http://schemas.microsoft.com/office/drawing/2014/main" id="{42CCE6BF-F42F-CDF4-7668-3D92EC970CBF}"/>
                  </a:ext>
                </a:extLst>
              </p:cNvPr>
              <p:cNvSpPr/>
              <p:nvPr/>
            </p:nvSpPr>
            <p:spPr>
              <a:xfrm>
                <a:off x="9838002" y="2469955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6" name="ph190">
                <a:extLst>
                  <a:ext uri="{FF2B5EF4-FFF2-40B4-BE49-F238E27FC236}">
                    <a16:creationId xmlns:a16="http://schemas.microsoft.com/office/drawing/2014/main" id="{27AA9255-FF45-898C-48D7-49846D288F4E}"/>
                  </a:ext>
                </a:extLst>
              </p:cNvPr>
              <p:cNvSpPr/>
              <p:nvPr/>
            </p:nvSpPr>
            <p:spPr>
              <a:xfrm>
                <a:off x="9969717" y="2545292"/>
                <a:ext cx="940700" cy="1102488"/>
              </a:xfrm>
              <a:custGeom>
                <a:avLst/>
                <a:gdLst/>
                <a:ahLst/>
                <a:cxnLst/>
                <a:rect l="0" t="0" r="0" b="0"/>
                <a:pathLst>
                  <a:path w="940700" h="1102488">
                    <a:moveTo>
                      <a:pt x="914400" y="914399"/>
                    </a:moveTo>
                    <a:lnTo>
                      <a:pt x="924582" y="955533"/>
                    </a:lnTo>
                    <a:lnTo>
                      <a:pt x="940700" y="1001540"/>
                    </a:lnTo>
                    <a:lnTo>
                      <a:pt x="933970" y="1020799"/>
                    </a:lnTo>
                    <a:lnTo>
                      <a:pt x="938547" y="1045472"/>
                    </a:lnTo>
                    <a:lnTo>
                      <a:pt x="933950" y="1071210"/>
                    </a:lnTo>
                    <a:lnTo>
                      <a:pt x="901889" y="1101135"/>
                    </a:lnTo>
                    <a:lnTo>
                      <a:pt x="865930" y="1102488"/>
                    </a:lnTo>
                    <a:lnTo>
                      <a:pt x="828555" y="1088031"/>
                    </a:lnTo>
                    <a:lnTo>
                      <a:pt x="777991" y="1061375"/>
                    </a:lnTo>
                    <a:lnTo>
                      <a:pt x="777991" y="922097"/>
                    </a:lnTo>
                    <a:lnTo>
                      <a:pt x="834820" y="894726"/>
                    </a:lnTo>
                    <a:lnTo>
                      <a:pt x="848222" y="899112"/>
                    </a:lnTo>
                    <a:lnTo>
                      <a:pt x="862206" y="913389"/>
                    </a:lnTo>
                    <a:lnTo>
                      <a:pt x="878305" y="914237"/>
                    </a:lnTo>
                    <a:lnTo>
                      <a:pt x="901676" y="893986"/>
                    </a:lnTo>
                    <a:lnTo>
                      <a:pt x="906118" y="8951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7" name="ph191">
                <a:extLst>
                  <a:ext uri="{FF2B5EF4-FFF2-40B4-BE49-F238E27FC236}">
                    <a16:creationId xmlns:a16="http://schemas.microsoft.com/office/drawing/2014/main" id="{DB02BD9E-5147-06CA-CA9B-7BBA8DD25A2E}"/>
                  </a:ext>
                </a:extLst>
              </p:cNvPr>
              <p:cNvSpPr/>
              <p:nvPr/>
            </p:nvSpPr>
            <p:spPr>
              <a:xfrm>
                <a:off x="10138846" y="2814403"/>
                <a:ext cx="959591" cy="988599"/>
              </a:xfrm>
              <a:custGeom>
                <a:avLst/>
                <a:gdLst/>
                <a:ahLst/>
                <a:cxnLst/>
                <a:rect l="0" t="0" r="0" b="0"/>
                <a:pathLst>
                  <a:path w="959591" h="988599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4" y="922594"/>
                    </a:lnTo>
                    <a:lnTo>
                      <a:pt x="958214" y="937286"/>
                    </a:lnTo>
                    <a:lnTo>
                      <a:pt x="959591" y="969900"/>
                    </a:lnTo>
                    <a:lnTo>
                      <a:pt x="942601" y="979412"/>
                    </a:lnTo>
                    <a:lnTo>
                      <a:pt x="923845" y="976181"/>
                    </a:lnTo>
                    <a:lnTo>
                      <a:pt x="898321" y="988599"/>
                    </a:lnTo>
                    <a:lnTo>
                      <a:pt x="814532" y="935282"/>
                    </a:lnTo>
                    <a:lnTo>
                      <a:pt x="815754" y="890827"/>
                    </a:lnTo>
                    <a:lnTo>
                      <a:pt x="819110" y="873374"/>
                    </a:lnTo>
                    <a:lnTo>
                      <a:pt x="858812" y="869223"/>
                    </a:lnTo>
                    <a:lnTo>
                      <a:pt x="879255" y="8914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8" name="ph192">
                <a:extLst>
                  <a:ext uri="{FF2B5EF4-FFF2-40B4-BE49-F238E27FC236}">
                    <a16:creationId xmlns:a16="http://schemas.microsoft.com/office/drawing/2014/main" id="{C156C7FB-AB60-34BA-D25A-A2C270FA2130}"/>
                  </a:ext>
                </a:extLst>
              </p:cNvPr>
              <p:cNvSpPr/>
              <p:nvPr/>
            </p:nvSpPr>
            <p:spPr>
              <a:xfrm>
                <a:off x="9970299" y="2845646"/>
                <a:ext cx="96630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2" h="914400">
                    <a:moveTo>
                      <a:pt x="914400" y="914400"/>
                    </a:moveTo>
                    <a:lnTo>
                      <a:pt x="902432" y="884456"/>
                    </a:lnTo>
                    <a:lnTo>
                      <a:pt x="900881" y="875089"/>
                    </a:lnTo>
                    <a:lnTo>
                      <a:pt x="914943" y="855921"/>
                    </a:lnTo>
                    <a:lnTo>
                      <a:pt x="924039" y="834208"/>
                    </a:lnTo>
                    <a:lnTo>
                      <a:pt x="947566" y="800871"/>
                    </a:lnTo>
                    <a:lnTo>
                      <a:pt x="961123" y="761813"/>
                    </a:lnTo>
                    <a:lnTo>
                      <a:pt x="966302" y="762427"/>
                    </a:lnTo>
                    <a:lnTo>
                      <a:pt x="960289" y="797207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89" name="ph193">
                <a:extLst>
                  <a:ext uri="{FF2B5EF4-FFF2-40B4-BE49-F238E27FC236}">
                    <a16:creationId xmlns:a16="http://schemas.microsoft.com/office/drawing/2014/main" id="{60AE5EC9-E3C8-8F1E-0BC0-D1E76C60A61B}"/>
                  </a:ext>
                </a:extLst>
              </p:cNvPr>
              <p:cNvSpPr/>
              <p:nvPr/>
            </p:nvSpPr>
            <p:spPr>
              <a:xfrm>
                <a:off x="10332025" y="2769569"/>
                <a:ext cx="921983" cy="935986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6">
                    <a:moveTo>
                      <a:pt x="914400" y="914400"/>
                    </a:moveTo>
                    <a:lnTo>
                      <a:pt x="883910" y="910357"/>
                    </a:lnTo>
                    <a:lnTo>
                      <a:pt x="849541" y="935986"/>
                    </a:lnTo>
                    <a:lnTo>
                      <a:pt x="836507" y="927882"/>
                    </a:lnTo>
                    <a:lnTo>
                      <a:pt x="841434" y="911512"/>
                    </a:lnTo>
                    <a:lnTo>
                      <a:pt x="845022" y="905555"/>
                    </a:lnTo>
                    <a:lnTo>
                      <a:pt x="856582" y="898607"/>
                    </a:lnTo>
                    <a:lnTo>
                      <a:pt x="864301" y="888445"/>
                    </a:lnTo>
                    <a:lnTo>
                      <a:pt x="867327" y="872544"/>
                    </a:lnTo>
                    <a:lnTo>
                      <a:pt x="874484" y="881117"/>
                    </a:lnTo>
                    <a:lnTo>
                      <a:pt x="895760" y="884709"/>
                    </a:lnTo>
                    <a:lnTo>
                      <a:pt x="906156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0" name="ph194">
                <a:extLst>
                  <a:ext uri="{FF2B5EF4-FFF2-40B4-BE49-F238E27FC236}">
                    <a16:creationId xmlns:a16="http://schemas.microsoft.com/office/drawing/2014/main" id="{B4C4F40E-CB1B-C0C9-EF70-F4BE7F12478E}"/>
                  </a:ext>
                </a:extLst>
              </p:cNvPr>
              <p:cNvSpPr/>
              <p:nvPr/>
            </p:nvSpPr>
            <p:spPr>
              <a:xfrm>
                <a:off x="10344050" y="2546627"/>
                <a:ext cx="9330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7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79"/>
                    </a:lnTo>
                    <a:lnTo>
                      <a:pt x="919888" y="867743"/>
                    </a:lnTo>
                    <a:lnTo>
                      <a:pt x="924020" y="868068"/>
                    </a:lnTo>
                    <a:lnTo>
                      <a:pt x="929664" y="880106"/>
                    </a:lnTo>
                    <a:lnTo>
                      <a:pt x="933097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1" name="ph195">
                <a:extLst>
                  <a:ext uri="{FF2B5EF4-FFF2-40B4-BE49-F238E27FC236}">
                    <a16:creationId xmlns:a16="http://schemas.microsoft.com/office/drawing/2014/main" id="{F106201F-98A6-7F8A-ECBD-E58D75385205}"/>
                  </a:ext>
                </a:extLst>
              </p:cNvPr>
              <p:cNvSpPr/>
              <p:nvPr/>
            </p:nvSpPr>
            <p:spPr>
              <a:xfrm>
                <a:off x="9916186" y="2811605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8" y="876027"/>
                    </a:lnTo>
                    <a:lnTo>
                      <a:pt x="871225" y="867977"/>
                    </a:lnTo>
                    <a:lnTo>
                      <a:pt x="884259" y="873121"/>
                    </a:lnTo>
                    <a:lnTo>
                      <a:pt x="900435" y="888968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2" name="ph196">
                <a:extLst>
                  <a:ext uri="{FF2B5EF4-FFF2-40B4-BE49-F238E27FC236}">
                    <a16:creationId xmlns:a16="http://schemas.microsoft.com/office/drawing/2014/main" id="{6CC43516-9756-5105-FAD7-A91E9813B77F}"/>
                  </a:ext>
                </a:extLst>
              </p:cNvPr>
              <p:cNvSpPr/>
              <p:nvPr/>
            </p:nvSpPr>
            <p:spPr>
              <a:xfrm>
                <a:off x="9833309" y="2796437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1"/>
                    </a:lnTo>
                    <a:lnTo>
                      <a:pt x="925862" y="903414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3" name="ph197">
                <a:extLst>
                  <a:ext uri="{FF2B5EF4-FFF2-40B4-BE49-F238E27FC236}">
                    <a16:creationId xmlns:a16="http://schemas.microsoft.com/office/drawing/2014/main" id="{8B448593-52A3-FD84-582B-C50964618496}"/>
                  </a:ext>
                </a:extLst>
              </p:cNvPr>
              <p:cNvSpPr/>
              <p:nvPr/>
            </p:nvSpPr>
            <p:spPr>
              <a:xfrm>
                <a:off x="9950554" y="2468601"/>
                <a:ext cx="92857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8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2"/>
                    </a:lnTo>
                    <a:lnTo>
                      <a:pt x="905264" y="862093"/>
                    </a:lnTo>
                    <a:lnTo>
                      <a:pt x="899659" y="842889"/>
                    </a:lnTo>
                    <a:lnTo>
                      <a:pt x="905827" y="830544"/>
                    </a:lnTo>
                    <a:lnTo>
                      <a:pt x="923535" y="859296"/>
                    </a:lnTo>
                    <a:lnTo>
                      <a:pt x="928578" y="872815"/>
                    </a:lnTo>
                    <a:lnTo>
                      <a:pt x="921750" y="888968"/>
                    </a:lnTo>
                    <a:lnTo>
                      <a:pt x="917774" y="90775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4" name="ph198">
                <a:extLst>
                  <a:ext uri="{FF2B5EF4-FFF2-40B4-BE49-F238E27FC236}">
                    <a16:creationId xmlns:a16="http://schemas.microsoft.com/office/drawing/2014/main" id="{DB19D956-6539-B6CF-6F19-795AE48452FA}"/>
                  </a:ext>
                </a:extLst>
              </p:cNvPr>
              <p:cNvSpPr/>
              <p:nvPr/>
            </p:nvSpPr>
            <p:spPr>
              <a:xfrm>
                <a:off x="10034188" y="1927437"/>
                <a:ext cx="94679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90" h="914400">
                    <a:moveTo>
                      <a:pt x="914400" y="914400"/>
                    </a:moveTo>
                    <a:lnTo>
                      <a:pt x="887071" y="902144"/>
                    </a:lnTo>
                    <a:lnTo>
                      <a:pt x="899135" y="885016"/>
                    </a:lnTo>
                    <a:lnTo>
                      <a:pt x="929159" y="877128"/>
                    </a:lnTo>
                    <a:lnTo>
                      <a:pt x="946790" y="879727"/>
                    </a:lnTo>
                    <a:lnTo>
                      <a:pt x="927394" y="896729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5" name="ph199">
                <a:extLst>
                  <a:ext uri="{FF2B5EF4-FFF2-40B4-BE49-F238E27FC236}">
                    <a16:creationId xmlns:a16="http://schemas.microsoft.com/office/drawing/2014/main" id="{E5503F6E-6A6D-0674-201E-CDBE3B883F04}"/>
                  </a:ext>
                </a:extLst>
              </p:cNvPr>
              <p:cNvSpPr/>
              <p:nvPr/>
            </p:nvSpPr>
            <p:spPr>
              <a:xfrm>
                <a:off x="10836443" y="2749589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400" y="914400"/>
                    </a:moveTo>
                    <a:lnTo>
                      <a:pt x="881582" y="904039"/>
                    </a:lnTo>
                    <a:lnTo>
                      <a:pt x="841589" y="878428"/>
                    </a:lnTo>
                    <a:lnTo>
                      <a:pt x="847446" y="828233"/>
                    </a:lnTo>
                    <a:lnTo>
                      <a:pt x="857707" y="806538"/>
                    </a:lnTo>
                    <a:lnTo>
                      <a:pt x="930653" y="862797"/>
                    </a:lnTo>
                    <a:lnTo>
                      <a:pt x="931545" y="884005"/>
                    </a:lnTo>
                    <a:lnTo>
                      <a:pt x="921731" y="9081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6" name="pt200">
                <a:extLst>
                  <a:ext uri="{FF2B5EF4-FFF2-40B4-BE49-F238E27FC236}">
                    <a16:creationId xmlns:a16="http://schemas.microsoft.com/office/drawing/2014/main" id="{CD73D883-EEE7-682D-0064-6C09C5637A3B}"/>
                  </a:ext>
                </a:extLst>
              </p:cNvPr>
              <p:cNvSpPr/>
              <p:nvPr/>
            </p:nvSpPr>
            <p:spPr>
              <a:xfrm>
                <a:off x="11265350" y="3327924"/>
                <a:ext cx="117405" cy="117405"/>
              </a:xfrm>
              <a:prstGeom prst="ellipse">
                <a:avLst/>
              </a:prstGeom>
              <a:solidFill>
                <a:srgbClr val="A7327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7" name="pt201">
                <a:extLst>
                  <a:ext uri="{FF2B5EF4-FFF2-40B4-BE49-F238E27FC236}">
                    <a16:creationId xmlns:a16="http://schemas.microsoft.com/office/drawing/2014/main" id="{A815752C-37E7-02D9-4FD6-7B7FD3EB4E2E}"/>
                  </a:ext>
                </a:extLst>
              </p:cNvPr>
              <p:cNvSpPr/>
              <p:nvPr/>
            </p:nvSpPr>
            <p:spPr>
              <a:xfrm>
                <a:off x="12492120" y="1819937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8" name="pt202">
                <a:extLst>
                  <a:ext uri="{FF2B5EF4-FFF2-40B4-BE49-F238E27FC236}">
                    <a16:creationId xmlns:a16="http://schemas.microsoft.com/office/drawing/2014/main" id="{B0797464-56C2-0983-6602-2AECA996FDDF}"/>
                  </a:ext>
                </a:extLst>
              </p:cNvPr>
              <p:cNvSpPr/>
              <p:nvPr/>
            </p:nvSpPr>
            <p:spPr>
              <a:xfrm>
                <a:off x="11195741" y="3164682"/>
                <a:ext cx="117405" cy="117405"/>
              </a:xfrm>
              <a:prstGeom prst="ellipse">
                <a:avLst/>
              </a:prstGeom>
              <a:solidFill>
                <a:srgbClr val="FC9B6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399" name="pt203">
                <a:extLst>
                  <a:ext uri="{FF2B5EF4-FFF2-40B4-BE49-F238E27FC236}">
                    <a16:creationId xmlns:a16="http://schemas.microsoft.com/office/drawing/2014/main" id="{58FB56D1-ACEE-0D3B-C7A6-E05ED8FA7F27}"/>
                  </a:ext>
                </a:extLst>
              </p:cNvPr>
              <p:cNvSpPr/>
              <p:nvPr/>
            </p:nvSpPr>
            <p:spPr>
              <a:xfrm>
                <a:off x="12025774" y="2610862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00" name="pt204">
                <a:extLst>
                  <a:ext uri="{FF2B5EF4-FFF2-40B4-BE49-F238E27FC236}">
                    <a16:creationId xmlns:a16="http://schemas.microsoft.com/office/drawing/2014/main" id="{9A78DF53-EF46-0597-02B0-204912A238CF}"/>
                  </a:ext>
                </a:extLst>
              </p:cNvPr>
              <p:cNvSpPr/>
              <p:nvPr/>
            </p:nvSpPr>
            <p:spPr>
              <a:xfrm>
                <a:off x="11950557" y="2995558"/>
                <a:ext cx="117405" cy="117405"/>
              </a:xfrm>
              <a:prstGeom prst="ellipse">
                <a:avLst/>
              </a:prstGeom>
              <a:solidFill>
                <a:srgbClr val="B9397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01" name="pt205">
                <a:extLst>
                  <a:ext uri="{FF2B5EF4-FFF2-40B4-BE49-F238E27FC236}">
                    <a16:creationId xmlns:a16="http://schemas.microsoft.com/office/drawing/2014/main" id="{0A01B657-20D5-6684-AB06-5A8AC295E7A1}"/>
                  </a:ext>
                </a:extLst>
              </p:cNvPr>
              <p:cNvSpPr/>
              <p:nvPr/>
            </p:nvSpPr>
            <p:spPr>
              <a:xfrm>
                <a:off x="11281431" y="3460740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02" name="pt206">
                <a:extLst>
                  <a:ext uri="{FF2B5EF4-FFF2-40B4-BE49-F238E27FC236}">
                    <a16:creationId xmlns:a16="http://schemas.microsoft.com/office/drawing/2014/main" id="{E47588A3-0177-301E-D6F9-848527B56CC4}"/>
                  </a:ext>
                </a:extLst>
              </p:cNvPr>
              <p:cNvSpPr/>
              <p:nvPr/>
            </p:nvSpPr>
            <p:spPr>
              <a:xfrm>
                <a:off x="10910584" y="2173890"/>
                <a:ext cx="117405" cy="117405"/>
              </a:xfrm>
              <a:prstGeom prst="ellipse">
                <a:avLst/>
              </a:prstGeom>
              <a:solidFill>
                <a:srgbClr val="AE357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03" name="pt207">
                <a:extLst>
                  <a:ext uri="{FF2B5EF4-FFF2-40B4-BE49-F238E27FC236}">
                    <a16:creationId xmlns:a16="http://schemas.microsoft.com/office/drawing/2014/main" id="{C5CAFC09-D914-ACBE-5EAF-93A0B989B0D6}"/>
                  </a:ext>
                </a:extLst>
              </p:cNvPr>
              <p:cNvSpPr/>
              <p:nvPr/>
            </p:nvSpPr>
            <p:spPr>
              <a:xfrm>
                <a:off x="11000487" y="2478760"/>
                <a:ext cx="117405" cy="117405"/>
              </a:xfrm>
              <a:prstGeom prst="ellipse">
                <a:avLst/>
              </a:prstGeom>
              <a:solidFill>
                <a:srgbClr val="E04E6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04" name="pg208">
                <a:extLst>
                  <a:ext uri="{FF2B5EF4-FFF2-40B4-BE49-F238E27FC236}">
                    <a16:creationId xmlns:a16="http://schemas.microsoft.com/office/drawing/2014/main" id="{5BF2F86C-76B7-CA90-8D06-F70C6129A7BD}"/>
                  </a:ext>
                </a:extLst>
              </p:cNvPr>
              <p:cNvSpPr/>
              <p:nvPr/>
            </p:nvSpPr>
            <p:spPr>
              <a:xfrm>
                <a:off x="11379729" y="3255550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4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1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05" name="tx209">
                <a:extLst>
                  <a:ext uri="{FF2B5EF4-FFF2-40B4-BE49-F238E27FC236}">
                    <a16:creationId xmlns:a16="http://schemas.microsoft.com/office/drawing/2014/main" id="{03EBCEF0-7472-F7F8-B567-E65C4762C682}"/>
                  </a:ext>
                </a:extLst>
              </p:cNvPr>
              <p:cNvSpPr/>
              <p:nvPr/>
            </p:nvSpPr>
            <p:spPr>
              <a:xfrm>
                <a:off x="11425449" y="3301270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1406" name="pg210">
                <a:extLst>
                  <a:ext uri="{FF2B5EF4-FFF2-40B4-BE49-F238E27FC236}">
                    <a16:creationId xmlns:a16="http://schemas.microsoft.com/office/drawing/2014/main" id="{09E1B610-79F3-BEE8-84BE-6FA04685F042}"/>
                  </a:ext>
                </a:extLst>
              </p:cNvPr>
              <p:cNvSpPr/>
              <p:nvPr/>
            </p:nvSpPr>
            <p:spPr>
              <a:xfrm>
                <a:off x="12423459" y="1626776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1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1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07" name="tx211">
                <a:extLst>
                  <a:ext uri="{FF2B5EF4-FFF2-40B4-BE49-F238E27FC236}">
                    <a16:creationId xmlns:a16="http://schemas.microsoft.com/office/drawing/2014/main" id="{3B13703A-C92F-C68F-8B88-63D9E6D3B713}"/>
                  </a:ext>
                </a:extLst>
              </p:cNvPr>
              <p:cNvSpPr/>
              <p:nvPr/>
            </p:nvSpPr>
            <p:spPr>
              <a:xfrm>
                <a:off x="12469179" y="1672496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1408" name="pg212">
                <a:extLst>
                  <a:ext uri="{FF2B5EF4-FFF2-40B4-BE49-F238E27FC236}">
                    <a16:creationId xmlns:a16="http://schemas.microsoft.com/office/drawing/2014/main" id="{7422D500-06B9-EEC8-9737-47295FB54C85}"/>
                  </a:ext>
                </a:extLst>
              </p:cNvPr>
              <p:cNvSpPr/>
              <p:nvPr/>
            </p:nvSpPr>
            <p:spPr>
              <a:xfrm>
                <a:off x="10929749" y="2971920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2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09" name="tx213">
                <a:extLst>
                  <a:ext uri="{FF2B5EF4-FFF2-40B4-BE49-F238E27FC236}">
                    <a16:creationId xmlns:a16="http://schemas.microsoft.com/office/drawing/2014/main" id="{0884E11B-3B69-32D7-33EA-64E5629D1C33}"/>
                  </a:ext>
                </a:extLst>
              </p:cNvPr>
              <p:cNvSpPr/>
              <p:nvPr/>
            </p:nvSpPr>
            <p:spPr>
              <a:xfrm>
                <a:off x="10975469" y="3017640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1410" name="pg214">
                <a:extLst>
                  <a:ext uri="{FF2B5EF4-FFF2-40B4-BE49-F238E27FC236}">
                    <a16:creationId xmlns:a16="http://schemas.microsoft.com/office/drawing/2014/main" id="{F0E85E13-5CCB-AF14-58CA-6ACFDB052ACA}"/>
                  </a:ext>
                </a:extLst>
              </p:cNvPr>
              <p:cNvSpPr/>
              <p:nvPr/>
            </p:nvSpPr>
            <p:spPr>
              <a:xfrm>
                <a:off x="11763480" y="2729654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1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1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11" name="tx215">
                <a:extLst>
                  <a:ext uri="{FF2B5EF4-FFF2-40B4-BE49-F238E27FC236}">
                    <a16:creationId xmlns:a16="http://schemas.microsoft.com/office/drawing/2014/main" id="{EC6C0EC3-55D5-D0FD-AB35-79E10495C331}"/>
                  </a:ext>
                </a:extLst>
              </p:cNvPr>
              <p:cNvSpPr/>
              <p:nvPr/>
            </p:nvSpPr>
            <p:spPr>
              <a:xfrm>
                <a:off x="11809200" y="2775374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1412" name="pg216">
                <a:extLst>
                  <a:ext uri="{FF2B5EF4-FFF2-40B4-BE49-F238E27FC236}">
                    <a16:creationId xmlns:a16="http://schemas.microsoft.com/office/drawing/2014/main" id="{948A4134-A0DD-3280-81A7-14CDA2037BE9}"/>
                  </a:ext>
                </a:extLst>
              </p:cNvPr>
              <p:cNvSpPr/>
              <p:nvPr/>
            </p:nvSpPr>
            <p:spPr>
              <a:xfrm>
                <a:off x="11950412" y="3113631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1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13" name="tx217">
                <a:extLst>
                  <a:ext uri="{FF2B5EF4-FFF2-40B4-BE49-F238E27FC236}">
                    <a16:creationId xmlns:a16="http://schemas.microsoft.com/office/drawing/2014/main" id="{353AA695-7765-AFEE-5E6F-AB2E1CC736C8}"/>
                  </a:ext>
                </a:extLst>
              </p:cNvPr>
              <p:cNvSpPr/>
              <p:nvPr/>
            </p:nvSpPr>
            <p:spPr>
              <a:xfrm>
                <a:off x="11996132" y="3159351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1414" name="pg218">
                <a:extLst>
                  <a:ext uri="{FF2B5EF4-FFF2-40B4-BE49-F238E27FC236}">
                    <a16:creationId xmlns:a16="http://schemas.microsoft.com/office/drawing/2014/main" id="{7D8B79AE-FC86-211B-9BBB-9226748D5113}"/>
                  </a:ext>
                </a:extLst>
              </p:cNvPr>
              <p:cNvSpPr/>
              <p:nvPr/>
            </p:nvSpPr>
            <p:spPr>
              <a:xfrm>
                <a:off x="11265843" y="3578909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2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15" name="tx219">
                <a:extLst>
                  <a:ext uri="{FF2B5EF4-FFF2-40B4-BE49-F238E27FC236}">
                    <a16:creationId xmlns:a16="http://schemas.microsoft.com/office/drawing/2014/main" id="{411D3F08-25E8-9E91-F7F6-A732B1632BA8}"/>
                  </a:ext>
                </a:extLst>
              </p:cNvPr>
              <p:cNvSpPr/>
              <p:nvPr/>
            </p:nvSpPr>
            <p:spPr>
              <a:xfrm>
                <a:off x="11311563" y="3624629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1416" name="pg220">
                <a:extLst>
                  <a:ext uri="{FF2B5EF4-FFF2-40B4-BE49-F238E27FC236}">
                    <a16:creationId xmlns:a16="http://schemas.microsoft.com/office/drawing/2014/main" id="{71DCC230-5888-CA98-43C7-E5122A8186D1}"/>
                  </a:ext>
                </a:extLst>
              </p:cNvPr>
              <p:cNvSpPr/>
              <p:nvPr/>
            </p:nvSpPr>
            <p:spPr>
              <a:xfrm>
                <a:off x="10916958" y="1981408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1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17" name="tx221">
                <a:extLst>
                  <a:ext uri="{FF2B5EF4-FFF2-40B4-BE49-F238E27FC236}">
                    <a16:creationId xmlns:a16="http://schemas.microsoft.com/office/drawing/2014/main" id="{96211EF4-7AF7-37BB-464C-D78447753D6E}"/>
                  </a:ext>
                </a:extLst>
              </p:cNvPr>
              <p:cNvSpPr/>
              <p:nvPr/>
            </p:nvSpPr>
            <p:spPr>
              <a:xfrm>
                <a:off x="10962678" y="2027128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  <p:sp>
            <p:nvSpPr>
              <p:cNvPr id="1418" name="pg222">
                <a:extLst>
                  <a:ext uri="{FF2B5EF4-FFF2-40B4-BE49-F238E27FC236}">
                    <a16:creationId xmlns:a16="http://schemas.microsoft.com/office/drawing/2014/main" id="{D7F13AFB-768E-DAA2-9F38-BAD3E640438F}"/>
                  </a:ext>
                </a:extLst>
              </p:cNvPr>
              <p:cNvSpPr/>
              <p:nvPr/>
            </p:nvSpPr>
            <p:spPr>
              <a:xfrm>
                <a:off x="10781519" y="2596798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2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19" name="tx223">
                <a:extLst>
                  <a:ext uri="{FF2B5EF4-FFF2-40B4-BE49-F238E27FC236}">
                    <a16:creationId xmlns:a16="http://schemas.microsoft.com/office/drawing/2014/main" id="{391B5DF5-E33D-C168-5344-8B28E4DABA1E}"/>
                  </a:ext>
                </a:extLst>
              </p:cNvPr>
              <p:cNvSpPr/>
              <p:nvPr/>
            </p:nvSpPr>
            <p:spPr>
              <a:xfrm>
                <a:off x="10827239" y="2642518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1420" name="rc224">
                <a:extLst>
                  <a:ext uri="{FF2B5EF4-FFF2-40B4-BE49-F238E27FC236}">
                    <a16:creationId xmlns:a16="http://schemas.microsoft.com/office/drawing/2014/main" id="{497926D1-D846-122B-6DAB-3B5D8DE701F6}"/>
                  </a:ext>
                </a:extLst>
              </p:cNvPr>
              <p:cNvSpPr/>
              <p:nvPr/>
            </p:nvSpPr>
            <p:spPr>
              <a:xfrm>
                <a:off x="10648404" y="1318571"/>
                <a:ext cx="2184706" cy="2846260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21" name="tx225">
                <a:extLst>
                  <a:ext uri="{FF2B5EF4-FFF2-40B4-BE49-F238E27FC236}">
                    <a16:creationId xmlns:a16="http://schemas.microsoft.com/office/drawing/2014/main" id="{C834DDEF-BFEB-651F-2F16-CD2985BE5E31}"/>
                  </a:ext>
                </a:extLst>
              </p:cNvPr>
              <p:cNvSpPr/>
              <p:nvPr/>
            </p:nvSpPr>
            <p:spPr>
              <a:xfrm>
                <a:off x="10336051" y="3994765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1422" name="tx226">
                <a:extLst>
                  <a:ext uri="{FF2B5EF4-FFF2-40B4-BE49-F238E27FC236}">
                    <a16:creationId xmlns:a16="http://schemas.microsoft.com/office/drawing/2014/main" id="{1517456D-C335-66D3-8FE2-268A7E087135}"/>
                  </a:ext>
                </a:extLst>
              </p:cNvPr>
              <p:cNvSpPr/>
              <p:nvPr/>
            </p:nvSpPr>
            <p:spPr>
              <a:xfrm>
                <a:off x="10460409" y="3976294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23" name="tx227">
                <a:extLst>
                  <a:ext uri="{FF2B5EF4-FFF2-40B4-BE49-F238E27FC236}">
                    <a16:creationId xmlns:a16="http://schemas.microsoft.com/office/drawing/2014/main" id="{ED54EE05-5670-3E3D-BE43-AEA9A7817918}"/>
                  </a:ext>
                </a:extLst>
              </p:cNvPr>
              <p:cNvSpPr/>
              <p:nvPr/>
            </p:nvSpPr>
            <p:spPr>
              <a:xfrm>
                <a:off x="10505124" y="3994765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424" name="tx228">
                <a:extLst>
                  <a:ext uri="{FF2B5EF4-FFF2-40B4-BE49-F238E27FC236}">
                    <a16:creationId xmlns:a16="http://schemas.microsoft.com/office/drawing/2014/main" id="{054EE69D-CA1A-A7BB-93FB-1C90D6C2F8A0}"/>
                  </a:ext>
                </a:extLst>
              </p:cNvPr>
              <p:cNvSpPr/>
              <p:nvPr/>
            </p:nvSpPr>
            <p:spPr>
              <a:xfrm>
                <a:off x="10336051" y="362512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1425" name="tx229">
                <a:extLst>
                  <a:ext uri="{FF2B5EF4-FFF2-40B4-BE49-F238E27FC236}">
                    <a16:creationId xmlns:a16="http://schemas.microsoft.com/office/drawing/2014/main" id="{3D447C28-6AAA-C402-DA48-56FB0A622C0E}"/>
                  </a:ext>
                </a:extLst>
              </p:cNvPr>
              <p:cNvSpPr/>
              <p:nvPr/>
            </p:nvSpPr>
            <p:spPr>
              <a:xfrm>
                <a:off x="10460409" y="360665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26" name="tx230">
                <a:extLst>
                  <a:ext uri="{FF2B5EF4-FFF2-40B4-BE49-F238E27FC236}">
                    <a16:creationId xmlns:a16="http://schemas.microsoft.com/office/drawing/2014/main" id="{EF8DEECA-8866-41B7-6029-936B4576A000}"/>
                  </a:ext>
                </a:extLst>
              </p:cNvPr>
              <p:cNvSpPr/>
              <p:nvPr/>
            </p:nvSpPr>
            <p:spPr>
              <a:xfrm>
                <a:off x="10505124" y="362512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427" name="tx231">
                <a:extLst>
                  <a:ext uri="{FF2B5EF4-FFF2-40B4-BE49-F238E27FC236}">
                    <a16:creationId xmlns:a16="http://schemas.microsoft.com/office/drawing/2014/main" id="{10AE0818-4000-63FA-53ED-7A7ADB2BCB26}"/>
                  </a:ext>
                </a:extLst>
              </p:cNvPr>
              <p:cNvSpPr/>
              <p:nvPr/>
            </p:nvSpPr>
            <p:spPr>
              <a:xfrm>
                <a:off x="10336051" y="325565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1428" name="tx232">
                <a:extLst>
                  <a:ext uri="{FF2B5EF4-FFF2-40B4-BE49-F238E27FC236}">
                    <a16:creationId xmlns:a16="http://schemas.microsoft.com/office/drawing/2014/main" id="{63EA6E8D-2342-FDBC-264B-69F929367F6D}"/>
                  </a:ext>
                </a:extLst>
              </p:cNvPr>
              <p:cNvSpPr/>
              <p:nvPr/>
            </p:nvSpPr>
            <p:spPr>
              <a:xfrm>
                <a:off x="10460409" y="32371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29" name="tx233">
                <a:extLst>
                  <a:ext uri="{FF2B5EF4-FFF2-40B4-BE49-F238E27FC236}">
                    <a16:creationId xmlns:a16="http://schemas.microsoft.com/office/drawing/2014/main" id="{1976C48B-C1A6-49C7-56CC-BB19330E2ECE}"/>
                  </a:ext>
                </a:extLst>
              </p:cNvPr>
              <p:cNvSpPr/>
              <p:nvPr/>
            </p:nvSpPr>
            <p:spPr>
              <a:xfrm>
                <a:off x="10505124" y="325565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430" name="tx234">
                <a:extLst>
                  <a:ext uri="{FF2B5EF4-FFF2-40B4-BE49-F238E27FC236}">
                    <a16:creationId xmlns:a16="http://schemas.microsoft.com/office/drawing/2014/main" id="{A2A393AE-292A-E3C0-148B-116D26B690FE}"/>
                  </a:ext>
                </a:extLst>
              </p:cNvPr>
              <p:cNvSpPr/>
              <p:nvPr/>
            </p:nvSpPr>
            <p:spPr>
              <a:xfrm>
                <a:off x="10336051" y="288583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1431" name="tx235">
                <a:extLst>
                  <a:ext uri="{FF2B5EF4-FFF2-40B4-BE49-F238E27FC236}">
                    <a16:creationId xmlns:a16="http://schemas.microsoft.com/office/drawing/2014/main" id="{E6E2BF2E-F451-1716-8E36-C40FB78C2200}"/>
                  </a:ext>
                </a:extLst>
              </p:cNvPr>
              <p:cNvSpPr/>
              <p:nvPr/>
            </p:nvSpPr>
            <p:spPr>
              <a:xfrm>
                <a:off x="10460409" y="286736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32" name="tx236">
                <a:extLst>
                  <a:ext uri="{FF2B5EF4-FFF2-40B4-BE49-F238E27FC236}">
                    <a16:creationId xmlns:a16="http://schemas.microsoft.com/office/drawing/2014/main" id="{603C76A6-8EA2-717B-6079-1898DC565CFB}"/>
                  </a:ext>
                </a:extLst>
              </p:cNvPr>
              <p:cNvSpPr/>
              <p:nvPr/>
            </p:nvSpPr>
            <p:spPr>
              <a:xfrm>
                <a:off x="10505124" y="288583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433" name="tx237">
                <a:extLst>
                  <a:ext uri="{FF2B5EF4-FFF2-40B4-BE49-F238E27FC236}">
                    <a16:creationId xmlns:a16="http://schemas.microsoft.com/office/drawing/2014/main" id="{8CD3F53A-A180-09F1-FFE5-C651BAEBB568}"/>
                  </a:ext>
                </a:extLst>
              </p:cNvPr>
              <p:cNvSpPr/>
              <p:nvPr/>
            </p:nvSpPr>
            <p:spPr>
              <a:xfrm>
                <a:off x="10336051" y="251637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 dirty="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1434" name="tx238">
                <a:extLst>
                  <a:ext uri="{FF2B5EF4-FFF2-40B4-BE49-F238E27FC236}">
                    <a16:creationId xmlns:a16="http://schemas.microsoft.com/office/drawing/2014/main" id="{B4D1F0FC-F94E-025A-2CF4-AFD3DC4D11E4}"/>
                  </a:ext>
                </a:extLst>
              </p:cNvPr>
              <p:cNvSpPr/>
              <p:nvPr/>
            </p:nvSpPr>
            <p:spPr>
              <a:xfrm>
                <a:off x="10460409" y="249790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35" name="tx239">
                <a:extLst>
                  <a:ext uri="{FF2B5EF4-FFF2-40B4-BE49-F238E27FC236}">
                    <a16:creationId xmlns:a16="http://schemas.microsoft.com/office/drawing/2014/main" id="{9B7A4BB7-30B0-469D-A045-1B6F932935F1}"/>
                  </a:ext>
                </a:extLst>
              </p:cNvPr>
              <p:cNvSpPr/>
              <p:nvPr/>
            </p:nvSpPr>
            <p:spPr>
              <a:xfrm>
                <a:off x="10505124" y="251637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436" name="tx240">
                <a:extLst>
                  <a:ext uri="{FF2B5EF4-FFF2-40B4-BE49-F238E27FC236}">
                    <a16:creationId xmlns:a16="http://schemas.microsoft.com/office/drawing/2014/main" id="{97F3AEA3-6BCE-F729-DC5E-B0F89B06AF04}"/>
                  </a:ext>
                </a:extLst>
              </p:cNvPr>
              <p:cNvSpPr/>
              <p:nvPr/>
            </p:nvSpPr>
            <p:spPr>
              <a:xfrm>
                <a:off x="10336051" y="21467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1437" name="tx241">
                <a:extLst>
                  <a:ext uri="{FF2B5EF4-FFF2-40B4-BE49-F238E27FC236}">
                    <a16:creationId xmlns:a16="http://schemas.microsoft.com/office/drawing/2014/main" id="{EFF4DFCC-3A69-9441-8DE3-2279F0117812}"/>
                  </a:ext>
                </a:extLst>
              </p:cNvPr>
              <p:cNvSpPr/>
              <p:nvPr/>
            </p:nvSpPr>
            <p:spPr>
              <a:xfrm>
                <a:off x="10460409" y="21282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38" name="tx242">
                <a:extLst>
                  <a:ext uri="{FF2B5EF4-FFF2-40B4-BE49-F238E27FC236}">
                    <a16:creationId xmlns:a16="http://schemas.microsoft.com/office/drawing/2014/main" id="{B82E99E1-552C-F108-2044-28CC42C11957}"/>
                  </a:ext>
                </a:extLst>
              </p:cNvPr>
              <p:cNvSpPr/>
              <p:nvPr/>
            </p:nvSpPr>
            <p:spPr>
              <a:xfrm>
                <a:off x="10505124" y="214672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439" name="tx243">
                <a:extLst>
                  <a:ext uri="{FF2B5EF4-FFF2-40B4-BE49-F238E27FC236}">
                    <a16:creationId xmlns:a16="http://schemas.microsoft.com/office/drawing/2014/main" id="{248D09ED-8963-99C9-74FC-9F79EDDA168A}"/>
                  </a:ext>
                </a:extLst>
              </p:cNvPr>
              <p:cNvSpPr/>
              <p:nvPr/>
            </p:nvSpPr>
            <p:spPr>
              <a:xfrm>
                <a:off x="10336051" y="177708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1440" name="tx244">
                <a:extLst>
                  <a:ext uri="{FF2B5EF4-FFF2-40B4-BE49-F238E27FC236}">
                    <a16:creationId xmlns:a16="http://schemas.microsoft.com/office/drawing/2014/main" id="{07F9E12B-08D7-203A-5288-C8E307BA9A82}"/>
                  </a:ext>
                </a:extLst>
              </p:cNvPr>
              <p:cNvSpPr/>
              <p:nvPr/>
            </p:nvSpPr>
            <p:spPr>
              <a:xfrm>
                <a:off x="10460409" y="175861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41" name="tx245">
                <a:extLst>
                  <a:ext uri="{FF2B5EF4-FFF2-40B4-BE49-F238E27FC236}">
                    <a16:creationId xmlns:a16="http://schemas.microsoft.com/office/drawing/2014/main" id="{DEBFC0F1-C2C8-D2FB-B1E9-1636FC98D80D}"/>
                  </a:ext>
                </a:extLst>
              </p:cNvPr>
              <p:cNvSpPr/>
              <p:nvPr/>
            </p:nvSpPr>
            <p:spPr>
              <a:xfrm>
                <a:off x="10505124" y="177708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442" name="tx246">
                <a:extLst>
                  <a:ext uri="{FF2B5EF4-FFF2-40B4-BE49-F238E27FC236}">
                    <a16:creationId xmlns:a16="http://schemas.microsoft.com/office/drawing/2014/main" id="{70F65467-874F-943C-88A3-EF17FBBF228B}"/>
                  </a:ext>
                </a:extLst>
              </p:cNvPr>
              <p:cNvSpPr/>
              <p:nvPr/>
            </p:nvSpPr>
            <p:spPr>
              <a:xfrm>
                <a:off x="10336051" y="140743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1443" name="tx247">
                <a:extLst>
                  <a:ext uri="{FF2B5EF4-FFF2-40B4-BE49-F238E27FC236}">
                    <a16:creationId xmlns:a16="http://schemas.microsoft.com/office/drawing/2014/main" id="{C9E85BDE-FCD8-96D4-C84C-8F0DF419F2D0}"/>
                  </a:ext>
                </a:extLst>
              </p:cNvPr>
              <p:cNvSpPr/>
              <p:nvPr/>
            </p:nvSpPr>
            <p:spPr>
              <a:xfrm>
                <a:off x="10460409" y="138896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44" name="tx248">
                <a:extLst>
                  <a:ext uri="{FF2B5EF4-FFF2-40B4-BE49-F238E27FC236}">
                    <a16:creationId xmlns:a16="http://schemas.microsoft.com/office/drawing/2014/main" id="{CC6A0C22-1C73-0D62-857C-4DEDF1A167DB}"/>
                  </a:ext>
                </a:extLst>
              </p:cNvPr>
              <p:cNvSpPr/>
              <p:nvPr/>
            </p:nvSpPr>
            <p:spPr>
              <a:xfrm>
                <a:off x="10505124" y="140743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445" name="pl249">
                <a:extLst>
                  <a:ext uri="{FF2B5EF4-FFF2-40B4-BE49-F238E27FC236}">
                    <a16:creationId xmlns:a16="http://schemas.microsoft.com/office/drawing/2014/main" id="{237E8FF0-D4B1-2AC7-203C-93732AD114EF}"/>
                  </a:ext>
                </a:extLst>
              </p:cNvPr>
              <p:cNvSpPr/>
              <p:nvPr/>
            </p:nvSpPr>
            <p:spPr>
              <a:xfrm>
                <a:off x="10613609" y="403545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46" name="pl250">
                <a:extLst>
                  <a:ext uri="{FF2B5EF4-FFF2-40B4-BE49-F238E27FC236}">
                    <a16:creationId xmlns:a16="http://schemas.microsoft.com/office/drawing/2014/main" id="{825452A9-BE32-B445-8969-FD249FB3A63E}"/>
                  </a:ext>
                </a:extLst>
              </p:cNvPr>
              <p:cNvSpPr/>
              <p:nvPr/>
            </p:nvSpPr>
            <p:spPr>
              <a:xfrm>
                <a:off x="10613609" y="3665812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47" name="pl251">
                <a:extLst>
                  <a:ext uri="{FF2B5EF4-FFF2-40B4-BE49-F238E27FC236}">
                    <a16:creationId xmlns:a16="http://schemas.microsoft.com/office/drawing/2014/main" id="{1B6045CE-7255-E94E-D2E7-7A846D1944A8}"/>
                  </a:ext>
                </a:extLst>
              </p:cNvPr>
              <p:cNvSpPr/>
              <p:nvPr/>
            </p:nvSpPr>
            <p:spPr>
              <a:xfrm>
                <a:off x="10613609" y="329616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48" name="pl252">
                <a:extLst>
                  <a:ext uri="{FF2B5EF4-FFF2-40B4-BE49-F238E27FC236}">
                    <a16:creationId xmlns:a16="http://schemas.microsoft.com/office/drawing/2014/main" id="{0EA54460-4E45-7011-AE04-E2390D655585}"/>
                  </a:ext>
                </a:extLst>
              </p:cNvPr>
              <p:cNvSpPr/>
              <p:nvPr/>
            </p:nvSpPr>
            <p:spPr>
              <a:xfrm>
                <a:off x="10613609" y="292652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49" name="pl253">
                <a:extLst>
                  <a:ext uri="{FF2B5EF4-FFF2-40B4-BE49-F238E27FC236}">
                    <a16:creationId xmlns:a16="http://schemas.microsoft.com/office/drawing/2014/main" id="{1ECB6F0A-78C4-25D4-9912-A12A397C25E3}"/>
                  </a:ext>
                </a:extLst>
              </p:cNvPr>
              <p:cNvSpPr/>
              <p:nvPr/>
            </p:nvSpPr>
            <p:spPr>
              <a:xfrm>
                <a:off x="10613609" y="255687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0" name="pl254">
                <a:extLst>
                  <a:ext uri="{FF2B5EF4-FFF2-40B4-BE49-F238E27FC236}">
                    <a16:creationId xmlns:a16="http://schemas.microsoft.com/office/drawing/2014/main" id="{C1C15C5E-E20C-AC03-4FA8-61E8A9D28974}"/>
                  </a:ext>
                </a:extLst>
              </p:cNvPr>
              <p:cNvSpPr/>
              <p:nvPr/>
            </p:nvSpPr>
            <p:spPr>
              <a:xfrm>
                <a:off x="10613609" y="2187235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1" name="pl255">
                <a:extLst>
                  <a:ext uri="{FF2B5EF4-FFF2-40B4-BE49-F238E27FC236}">
                    <a16:creationId xmlns:a16="http://schemas.microsoft.com/office/drawing/2014/main" id="{28453664-D057-8E07-D221-71B1968D4473}"/>
                  </a:ext>
                </a:extLst>
              </p:cNvPr>
              <p:cNvSpPr/>
              <p:nvPr/>
            </p:nvSpPr>
            <p:spPr>
              <a:xfrm>
                <a:off x="10613609" y="181759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2" name="pl256">
                <a:extLst>
                  <a:ext uri="{FF2B5EF4-FFF2-40B4-BE49-F238E27FC236}">
                    <a16:creationId xmlns:a16="http://schemas.microsoft.com/office/drawing/2014/main" id="{80850105-B3AF-3683-D88F-2DD2BFF2E184}"/>
                  </a:ext>
                </a:extLst>
              </p:cNvPr>
              <p:cNvSpPr/>
              <p:nvPr/>
            </p:nvSpPr>
            <p:spPr>
              <a:xfrm>
                <a:off x="10613609" y="144794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3" name="pl257">
                <a:extLst>
                  <a:ext uri="{FF2B5EF4-FFF2-40B4-BE49-F238E27FC236}">
                    <a16:creationId xmlns:a16="http://schemas.microsoft.com/office/drawing/2014/main" id="{CE53A200-80EF-B27E-762E-45260C45CC45}"/>
                  </a:ext>
                </a:extLst>
              </p:cNvPr>
              <p:cNvSpPr/>
              <p:nvPr/>
            </p:nvSpPr>
            <p:spPr>
              <a:xfrm>
                <a:off x="10747709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4" name="pl258">
                <a:extLst>
                  <a:ext uri="{FF2B5EF4-FFF2-40B4-BE49-F238E27FC236}">
                    <a16:creationId xmlns:a16="http://schemas.microsoft.com/office/drawing/2014/main" id="{4CBE4E55-4A52-6097-2516-F7129478D907}"/>
                  </a:ext>
                </a:extLst>
              </p:cNvPr>
              <p:cNvSpPr/>
              <p:nvPr/>
            </p:nvSpPr>
            <p:spPr>
              <a:xfrm>
                <a:off x="11144928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5" name="pl259">
                <a:extLst>
                  <a:ext uri="{FF2B5EF4-FFF2-40B4-BE49-F238E27FC236}">
                    <a16:creationId xmlns:a16="http://schemas.microsoft.com/office/drawing/2014/main" id="{95A973E5-312A-35DF-F1CC-A5B013BCAA46}"/>
                  </a:ext>
                </a:extLst>
              </p:cNvPr>
              <p:cNvSpPr/>
              <p:nvPr/>
            </p:nvSpPr>
            <p:spPr>
              <a:xfrm>
                <a:off x="11542148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6" name="pl260">
                <a:extLst>
                  <a:ext uri="{FF2B5EF4-FFF2-40B4-BE49-F238E27FC236}">
                    <a16:creationId xmlns:a16="http://schemas.microsoft.com/office/drawing/2014/main" id="{DA324C68-C872-E5B0-A8ED-775ECB4BBF81}"/>
                  </a:ext>
                </a:extLst>
              </p:cNvPr>
              <p:cNvSpPr/>
              <p:nvPr/>
            </p:nvSpPr>
            <p:spPr>
              <a:xfrm>
                <a:off x="11939367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7" name="pl261">
                <a:extLst>
                  <a:ext uri="{FF2B5EF4-FFF2-40B4-BE49-F238E27FC236}">
                    <a16:creationId xmlns:a16="http://schemas.microsoft.com/office/drawing/2014/main" id="{50776E99-6500-DA53-F2E7-8C7F7A7795A1}"/>
                  </a:ext>
                </a:extLst>
              </p:cNvPr>
              <p:cNvSpPr/>
              <p:nvPr/>
            </p:nvSpPr>
            <p:spPr>
              <a:xfrm>
                <a:off x="12336586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8" name="pl262">
                <a:extLst>
                  <a:ext uri="{FF2B5EF4-FFF2-40B4-BE49-F238E27FC236}">
                    <a16:creationId xmlns:a16="http://schemas.microsoft.com/office/drawing/2014/main" id="{8C47C40D-3E43-0248-6402-F992FD6C6B4F}"/>
                  </a:ext>
                </a:extLst>
              </p:cNvPr>
              <p:cNvSpPr/>
              <p:nvPr/>
            </p:nvSpPr>
            <p:spPr>
              <a:xfrm>
                <a:off x="12733806" y="41648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59" name="tx263">
                <a:extLst>
                  <a:ext uri="{FF2B5EF4-FFF2-40B4-BE49-F238E27FC236}">
                    <a16:creationId xmlns:a16="http://schemas.microsoft.com/office/drawing/2014/main" id="{358C0FD3-D097-ACCC-BF09-BDC60F2B5DFB}"/>
                  </a:ext>
                </a:extLst>
              </p:cNvPr>
              <p:cNvSpPr/>
              <p:nvPr/>
            </p:nvSpPr>
            <p:spPr>
              <a:xfrm>
                <a:off x="10625911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1460" name="tx264">
                <a:extLst>
                  <a:ext uri="{FF2B5EF4-FFF2-40B4-BE49-F238E27FC236}">
                    <a16:creationId xmlns:a16="http://schemas.microsoft.com/office/drawing/2014/main" id="{0D7E2D75-6DAC-DA99-8D02-A8D90C418F48}"/>
                  </a:ext>
                </a:extLst>
              </p:cNvPr>
              <p:cNvSpPr/>
              <p:nvPr/>
            </p:nvSpPr>
            <p:spPr>
              <a:xfrm>
                <a:off x="10750269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61" name="tx265">
                <a:extLst>
                  <a:ext uri="{FF2B5EF4-FFF2-40B4-BE49-F238E27FC236}">
                    <a16:creationId xmlns:a16="http://schemas.microsoft.com/office/drawing/2014/main" id="{7AD1E5B7-A749-FDF4-9B0A-338B85C16F37}"/>
                  </a:ext>
                </a:extLst>
              </p:cNvPr>
              <p:cNvSpPr/>
              <p:nvPr/>
            </p:nvSpPr>
            <p:spPr>
              <a:xfrm>
                <a:off x="10794983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462" name="tx266">
                <a:extLst>
                  <a:ext uri="{FF2B5EF4-FFF2-40B4-BE49-F238E27FC236}">
                    <a16:creationId xmlns:a16="http://schemas.microsoft.com/office/drawing/2014/main" id="{1E0F5454-9ECE-8E53-FCD0-794821C03FDA}"/>
                  </a:ext>
                </a:extLst>
              </p:cNvPr>
              <p:cNvSpPr/>
              <p:nvPr/>
            </p:nvSpPr>
            <p:spPr>
              <a:xfrm>
                <a:off x="11023130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1463" name="tx267">
                <a:extLst>
                  <a:ext uri="{FF2B5EF4-FFF2-40B4-BE49-F238E27FC236}">
                    <a16:creationId xmlns:a16="http://schemas.microsoft.com/office/drawing/2014/main" id="{F40EF651-BF9B-0C85-0A74-D51C11CD9144}"/>
                  </a:ext>
                </a:extLst>
              </p:cNvPr>
              <p:cNvSpPr/>
              <p:nvPr/>
            </p:nvSpPr>
            <p:spPr>
              <a:xfrm>
                <a:off x="11147488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64" name="tx268">
                <a:extLst>
                  <a:ext uri="{FF2B5EF4-FFF2-40B4-BE49-F238E27FC236}">
                    <a16:creationId xmlns:a16="http://schemas.microsoft.com/office/drawing/2014/main" id="{FC94C5DD-FD8C-872F-3909-A7A11E5ECA8D}"/>
                  </a:ext>
                </a:extLst>
              </p:cNvPr>
              <p:cNvSpPr/>
              <p:nvPr/>
            </p:nvSpPr>
            <p:spPr>
              <a:xfrm>
                <a:off x="11192203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465" name="tx269">
                <a:extLst>
                  <a:ext uri="{FF2B5EF4-FFF2-40B4-BE49-F238E27FC236}">
                    <a16:creationId xmlns:a16="http://schemas.microsoft.com/office/drawing/2014/main" id="{22A53230-B1E2-11F8-6167-D51902A2DC39}"/>
                  </a:ext>
                </a:extLst>
              </p:cNvPr>
              <p:cNvSpPr/>
              <p:nvPr/>
            </p:nvSpPr>
            <p:spPr>
              <a:xfrm>
                <a:off x="11420349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1466" name="tx270">
                <a:extLst>
                  <a:ext uri="{FF2B5EF4-FFF2-40B4-BE49-F238E27FC236}">
                    <a16:creationId xmlns:a16="http://schemas.microsoft.com/office/drawing/2014/main" id="{B17B37E7-6DCE-F994-E6A4-71B569977C15}"/>
                  </a:ext>
                </a:extLst>
              </p:cNvPr>
              <p:cNvSpPr/>
              <p:nvPr/>
            </p:nvSpPr>
            <p:spPr>
              <a:xfrm>
                <a:off x="11544708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67" name="tx271">
                <a:extLst>
                  <a:ext uri="{FF2B5EF4-FFF2-40B4-BE49-F238E27FC236}">
                    <a16:creationId xmlns:a16="http://schemas.microsoft.com/office/drawing/2014/main" id="{6419DCAA-D871-8F84-3D20-E05994BBBA89}"/>
                  </a:ext>
                </a:extLst>
              </p:cNvPr>
              <p:cNvSpPr/>
              <p:nvPr/>
            </p:nvSpPr>
            <p:spPr>
              <a:xfrm>
                <a:off x="11589422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468" name="tx272">
                <a:extLst>
                  <a:ext uri="{FF2B5EF4-FFF2-40B4-BE49-F238E27FC236}">
                    <a16:creationId xmlns:a16="http://schemas.microsoft.com/office/drawing/2014/main" id="{0F06A918-13CE-48C2-A172-A25F45A79D68}"/>
                  </a:ext>
                </a:extLst>
              </p:cNvPr>
              <p:cNvSpPr/>
              <p:nvPr/>
            </p:nvSpPr>
            <p:spPr>
              <a:xfrm>
                <a:off x="11817569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1469" name="tx273">
                <a:extLst>
                  <a:ext uri="{FF2B5EF4-FFF2-40B4-BE49-F238E27FC236}">
                    <a16:creationId xmlns:a16="http://schemas.microsoft.com/office/drawing/2014/main" id="{751368C8-46E4-9F91-17FA-4A6168FF458E}"/>
                  </a:ext>
                </a:extLst>
              </p:cNvPr>
              <p:cNvSpPr/>
              <p:nvPr/>
            </p:nvSpPr>
            <p:spPr>
              <a:xfrm>
                <a:off x="11941927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0" name="tx274">
                <a:extLst>
                  <a:ext uri="{FF2B5EF4-FFF2-40B4-BE49-F238E27FC236}">
                    <a16:creationId xmlns:a16="http://schemas.microsoft.com/office/drawing/2014/main" id="{C76C2F2E-DF59-D182-885A-5066007C8247}"/>
                  </a:ext>
                </a:extLst>
              </p:cNvPr>
              <p:cNvSpPr/>
              <p:nvPr/>
            </p:nvSpPr>
            <p:spPr>
              <a:xfrm>
                <a:off x="11986641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471" name="tx275">
                <a:extLst>
                  <a:ext uri="{FF2B5EF4-FFF2-40B4-BE49-F238E27FC236}">
                    <a16:creationId xmlns:a16="http://schemas.microsoft.com/office/drawing/2014/main" id="{78184101-D817-4A8E-E321-2D80D8BC4690}"/>
                  </a:ext>
                </a:extLst>
              </p:cNvPr>
              <p:cNvSpPr/>
              <p:nvPr/>
            </p:nvSpPr>
            <p:spPr>
              <a:xfrm>
                <a:off x="12214788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1472" name="tx276">
                <a:extLst>
                  <a:ext uri="{FF2B5EF4-FFF2-40B4-BE49-F238E27FC236}">
                    <a16:creationId xmlns:a16="http://schemas.microsoft.com/office/drawing/2014/main" id="{ED9B2180-2A5E-F887-8329-4B9F8164C11C}"/>
                  </a:ext>
                </a:extLst>
              </p:cNvPr>
              <p:cNvSpPr/>
              <p:nvPr/>
            </p:nvSpPr>
            <p:spPr>
              <a:xfrm>
                <a:off x="12339147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3" name="tx277">
                <a:extLst>
                  <a:ext uri="{FF2B5EF4-FFF2-40B4-BE49-F238E27FC236}">
                    <a16:creationId xmlns:a16="http://schemas.microsoft.com/office/drawing/2014/main" id="{E2B7D276-7243-9AD9-1FDF-9639A0D39F4D}"/>
                  </a:ext>
                </a:extLst>
              </p:cNvPr>
              <p:cNvSpPr/>
              <p:nvPr/>
            </p:nvSpPr>
            <p:spPr>
              <a:xfrm>
                <a:off x="12383861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474" name="tx278">
                <a:extLst>
                  <a:ext uri="{FF2B5EF4-FFF2-40B4-BE49-F238E27FC236}">
                    <a16:creationId xmlns:a16="http://schemas.microsoft.com/office/drawing/2014/main" id="{3B16281D-9F02-F8B1-0B59-9FED99FE06F1}"/>
                  </a:ext>
                </a:extLst>
              </p:cNvPr>
              <p:cNvSpPr/>
              <p:nvPr/>
            </p:nvSpPr>
            <p:spPr>
              <a:xfrm>
                <a:off x="12612008" y="42278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1475" name="tx279">
                <a:extLst>
                  <a:ext uri="{FF2B5EF4-FFF2-40B4-BE49-F238E27FC236}">
                    <a16:creationId xmlns:a16="http://schemas.microsoft.com/office/drawing/2014/main" id="{653BAA8E-7F18-01CF-189F-AE3B56153154}"/>
                  </a:ext>
                </a:extLst>
              </p:cNvPr>
              <p:cNvSpPr/>
              <p:nvPr/>
            </p:nvSpPr>
            <p:spPr>
              <a:xfrm>
                <a:off x="12736366" y="42093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476" name="tx280">
                <a:extLst>
                  <a:ext uri="{FF2B5EF4-FFF2-40B4-BE49-F238E27FC236}">
                    <a16:creationId xmlns:a16="http://schemas.microsoft.com/office/drawing/2014/main" id="{27FDE916-51F5-E02C-CD77-D97F4C3C7890}"/>
                  </a:ext>
                </a:extLst>
              </p:cNvPr>
              <p:cNvSpPr/>
              <p:nvPr/>
            </p:nvSpPr>
            <p:spPr>
              <a:xfrm>
                <a:off x="12781080" y="42278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477" name="tx281">
                <a:extLst>
                  <a:ext uri="{FF2B5EF4-FFF2-40B4-BE49-F238E27FC236}">
                    <a16:creationId xmlns:a16="http://schemas.microsoft.com/office/drawing/2014/main" id="{3844470A-B436-30BC-9048-3B0E30692E37}"/>
                  </a:ext>
                </a:extLst>
              </p:cNvPr>
              <p:cNvSpPr/>
              <p:nvPr/>
            </p:nvSpPr>
            <p:spPr>
              <a:xfrm>
                <a:off x="11433793" y="4371641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1478" name="tx282">
                <a:extLst>
                  <a:ext uri="{FF2B5EF4-FFF2-40B4-BE49-F238E27FC236}">
                    <a16:creationId xmlns:a16="http://schemas.microsoft.com/office/drawing/2014/main" id="{A1FB8FA4-2DD4-C75C-B7CF-F87ADB703392}"/>
                  </a:ext>
                </a:extLst>
              </p:cNvPr>
              <p:cNvSpPr/>
              <p:nvPr/>
            </p:nvSpPr>
            <p:spPr>
              <a:xfrm rot="16200000">
                <a:off x="9966210" y="2691683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1479" name="tx284">
                <a:extLst>
                  <a:ext uri="{FF2B5EF4-FFF2-40B4-BE49-F238E27FC236}">
                    <a16:creationId xmlns:a16="http://schemas.microsoft.com/office/drawing/2014/main" id="{AB4E7F97-84CF-CDD9-FD49-623C484942B8}"/>
                  </a:ext>
                </a:extLst>
              </p:cNvPr>
              <p:cNvSpPr/>
              <p:nvPr/>
            </p:nvSpPr>
            <p:spPr>
              <a:xfrm>
                <a:off x="13041878" y="2032811"/>
                <a:ext cx="543610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Relative </a:t>
                </a:r>
              </a:p>
            </p:txBody>
          </p:sp>
          <p:sp>
            <p:nvSpPr>
              <p:cNvPr id="1480" name="tx285">
                <a:extLst>
                  <a:ext uri="{FF2B5EF4-FFF2-40B4-BE49-F238E27FC236}">
                    <a16:creationId xmlns:a16="http://schemas.microsoft.com/office/drawing/2014/main" id="{052CD576-4051-AC33-A81D-47255EF7B3C5}"/>
                  </a:ext>
                </a:extLst>
              </p:cNvPr>
              <p:cNvSpPr/>
              <p:nvPr/>
            </p:nvSpPr>
            <p:spPr>
              <a:xfrm>
                <a:off x="13041878" y="2183687"/>
                <a:ext cx="95582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Length Change</a:t>
                </a:r>
              </a:p>
            </p:txBody>
          </p:sp>
          <p:pic>
            <p:nvPicPr>
              <p:cNvPr id="1481" name="pic286">
                <a:extLst>
                  <a:ext uri="{FF2B5EF4-FFF2-40B4-BE49-F238E27FC236}">
                    <a16:creationId xmlns:a16="http://schemas.microsoft.com/office/drawing/2014/main" id="{09D33087-FE42-BAFC-D5F3-9E9CF857EEBA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3041878" y="2368813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1482" name="pl287">
                <a:extLst>
                  <a:ext uri="{FF2B5EF4-FFF2-40B4-BE49-F238E27FC236}">
                    <a16:creationId xmlns:a16="http://schemas.microsoft.com/office/drawing/2014/main" id="{3FCD5222-D5A9-C4C2-94FA-F0B2159DFB40}"/>
                  </a:ext>
                </a:extLst>
              </p:cNvPr>
              <p:cNvSpPr/>
              <p:nvPr/>
            </p:nvSpPr>
            <p:spPr>
              <a:xfrm>
                <a:off x="13217443" y="346426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83" name="pl288">
                <a:extLst>
                  <a:ext uri="{FF2B5EF4-FFF2-40B4-BE49-F238E27FC236}">
                    <a16:creationId xmlns:a16="http://schemas.microsoft.com/office/drawing/2014/main" id="{118C6DAE-01BE-66B7-04F9-81260A82DDAB}"/>
                  </a:ext>
                </a:extLst>
              </p:cNvPr>
              <p:cNvSpPr/>
              <p:nvPr/>
            </p:nvSpPr>
            <p:spPr>
              <a:xfrm>
                <a:off x="13217443" y="319085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84" name="pl289">
                <a:extLst>
                  <a:ext uri="{FF2B5EF4-FFF2-40B4-BE49-F238E27FC236}">
                    <a16:creationId xmlns:a16="http://schemas.microsoft.com/office/drawing/2014/main" id="{FCC812CA-46C3-DA6F-2B17-B80FE4CCC6B7}"/>
                  </a:ext>
                </a:extLst>
              </p:cNvPr>
              <p:cNvSpPr/>
              <p:nvPr/>
            </p:nvSpPr>
            <p:spPr>
              <a:xfrm>
                <a:off x="13217443" y="291745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85" name="pl290">
                <a:extLst>
                  <a:ext uri="{FF2B5EF4-FFF2-40B4-BE49-F238E27FC236}">
                    <a16:creationId xmlns:a16="http://schemas.microsoft.com/office/drawing/2014/main" id="{B3A8213A-A9EA-FBCD-E33C-A41309478CD9}"/>
                  </a:ext>
                </a:extLst>
              </p:cNvPr>
              <p:cNvSpPr/>
              <p:nvPr/>
            </p:nvSpPr>
            <p:spPr>
              <a:xfrm>
                <a:off x="13217443" y="264404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86" name="pl291">
                <a:extLst>
                  <a:ext uri="{FF2B5EF4-FFF2-40B4-BE49-F238E27FC236}">
                    <a16:creationId xmlns:a16="http://schemas.microsoft.com/office/drawing/2014/main" id="{FF5B97D8-263A-2471-A13D-54F13CA24B74}"/>
                  </a:ext>
                </a:extLst>
              </p:cNvPr>
              <p:cNvSpPr/>
              <p:nvPr/>
            </p:nvSpPr>
            <p:spPr>
              <a:xfrm>
                <a:off x="13217443" y="237064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87" name="pl292">
                <a:extLst>
                  <a:ext uri="{FF2B5EF4-FFF2-40B4-BE49-F238E27FC236}">
                    <a16:creationId xmlns:a16="http://schemas.microsoft.com/office/drawing/2014/main" id="{7C6EC4D5-5675-D517-111A-627ECCEEB20A}"/>
                  </a:ext>
                </a:extLst>
              </p:cNvPr>
              <p:cNvSpPr/>
              <p:nvPr/>
            </p:nvSpPr>
            <p:spPr>
              <a:xfrm>
                <a:off x="13041878" y="346426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88" name="pl293">
                <a:extLst>
                  <a:ext uri="{FF2B5EF4-FFF2-40B4-BE49-F238E27FC236}">
                    <a16:creationId xmlns:a16="http://schemas.microsoft.com/office/drawing/2014/main" id="{6902A962-5296-CDB1-24B9-F1C10AA321FB}"/>
                  </a:ext>
                </a:extLst>
              </p:cNvPr>
              <p:cNvSpPr/>
              <p:nvPr/>
            </p:nvSpPr>
            <p:spPr>
              <a:xfrm>
                <a:off x="13041878" y="319085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89" name="pl294">
                <a:extLst>
                  <a:ext uri="{FF2B5EF4-FFF2-40B4-BE49-F238E27FC236}">
                    <a16:creationId xmlns:a16="http://schemas.microsoft.com/office/drawing/2014/main" id="{80FF47F8-4FED-5737-74C8-D9013CE6A8A9}"/>
                  </a:ext>
                </a:extLst>
              </p:cNvPr>
              <p:cNvSpPr/>
              <p:nvPr/>
            </p:nvSpPr>
            <p:spPr>
              <a:xfrm>
                <a:off x="13041878" y="291745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90" name="pl295">
                <a:extLst>
                  <a:ext uri="{FF2B5EF4-FFF2-40B4-BE49-F238E27FC236}">
                    <a16:creationId xmlns:a16="http://schemas.microsoft.com/office/drawing/2014/main" id="{0D0FBB88-F7C2-6FF9-C248-5404B10D88AA}"/>
                  </a:ext>
                </a:extLst>
              </p:cNvPr>
              <p:cNvSpPr/>
              <p:nvPr/>
            </p:nvSpPr>
            <p:spPr>
              <a:xfrm>
                <a:off x="13041878" y="264404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91" name="pl296">
                <a:extLst>
                  <a:ext uri="{FF2B5EF4-FFF2-40B4-BE49-F238E27FC236}">
                    <a16:creationId xmlns:a16="http://schemas.microsoft.com/office/drawing/2014/main" id="{358A6D28-6630-699C-0DE0-61A1F56BCFD7}"/>
                  </a:ext>
                </a:extLst>
              </p:cNvPr>
              <p:cNvSpPr/>
              <p:nvPr/>
            </p:nvSpPr>
            <p:spPr>
              <a:xfrm>
                <a:off x="13041878" y="237064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492" name="tx297">
                <a:extLst>
                  <a:ext uri="{FF2B5EF4-FFF2-40B4-BE49-F238E27FC236}">
                    <a16:creationId xmlns:a16="http://schemas.microsoft.com/office/drawing/2014/main" id="{46410EC9-D051-850A-1EA8-5E60B5430E0B}"/>
                  </a:ext>
                </a:extLst>
              </p:cNvPr>
              <p:cNvSpPr/>
              <p:nvPr/>
            </p:nvSpPr>
            <p:spPr>
              <a:xfrm>
                <a:off x="13330923" y="3424259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0.00</a:t>
                </a:r>
              </a:p>
            </p:txBody>
          </p:sp>
          <p:sp>
            <p:nvSpPr>
              <p:cNvPr id="1493" name="tx298">
                <a:extLst>
                  <a:ext uri="{FF2B5EF4-FFF2-40B4-BE49-F238E27FC236}">
                    <a16:creationId xmlns:a16="http://schemas.microsoft.com/office/drawing/2014/main" id="{F5F42B51-F6E4-331F-37F0-2384C07C7693}"/>
                  </a:ext>
                </a:extLst>
              </p:cNvPr>
              <p:cNvSpPr/>
              <p:nvPr/>
            </p:nvSpPr>
            <p:spPr>
              <a:xfrm>
                <a:off x="13330923" y="3150853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0.25</a:t>
                </a:r>
              </a:p>
            </p:txBody>
          </p:sp>
          <p:sp>
            <p:nvSpPr>
              <p:cNvPr id="1494" name="tx299">
                <a:extLst>
                  <a:ext uri="{FF2B5EF4-FFF2-40B4-BE49-F238E27FC236}">
                    <a16:creationId xmlns:a16="http://schemas.microsoft.com/office/drawing/2014/main" id="{66446D02-D63B-4F28-0B22-39F38752AB1A}"/>
                  </a:ext>
                </a:extLst>
              </p:cNvPr>
              <p:cNvSpPr/>
              <p:nvPr/>
            </p:nvSpPr>
            <p:spPr>
              <a:xfrm>
                <a:off x="13330923" y="2877448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0.50</a:t>
                </a:r>
              </a:p>
            </p:txBody>
          </p:sp>
          <p:sp>
            <p:nvSpPr>
              <p:cNvPr id="1495" name="tx300">
                <a:extLst>
                  <a:ext uri="{FF2B5EF4-FFF2-40B4-BE49-F238E27FC236}">
                    <a16:creationId xmlns:a16="http://schemas.microsoft.com/office/drawing/2014/main" id="{AE4A83B2-F458-A744-10A7-6502A2EBC69D}"/>
                  </a:ext>
                </a:extLst>
              </p:cNvPr>
              <p:cNvSpPr/>
              <p:nvPr/>
            </p:nvSpPr>
            <p:spPr>
              <a:xfrm>
                <a:off x="13330923" y="2604042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0.75</a:t>
                </a:r>
              </a:p>
            </p:txBody>
          </p:sp>
          <p:sp>
            <p:nvSpPr>
              <p:cNvPr id="1496" name="tx301">
                <a:extLst>
                  <a:ext uri="{FF2B5EF4-FFF2-40B4-BE49-F238E27FC236}">
                    <a16:creationId xmlns:a16="http://schemas.microsoft.com/office/drawing/2014/main" id="{CB1624A2-0532-4EF9-7DCD-C6A77C026AA0}"/>
                  </a:ext>
                </a:extLst>
              </p:cNvPr>
              <p:cNvSpPr/>
              <p:nvPr/>
            </p:nvSpPr>
            <p:spPr>
              <a:xfrm>
                <a:off x="13330923" y="2330637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1.00</a:t>
                </a:r>
              </a:p>
            </p:txBody>
          </p:sp>
        </p:grpSp>
        <p:grpSp>
          <p:nvGrpSpPr>
            <p:cNvPr id="1645" name="Group 1644">
              <a:extLst>
                <a:ext uri="{FF2B5EF4-FFF2-40B4-BE49-F238E27FC236}">
                  <a16:creationId xmlns:a16="http://schemas.microsoft.com/office/drawing/2014/main" id="{60B1EC01-AE33-B55F-6CB6-972FEB97AA8C}"/>
                </a:ext>
              </a:extLst>
            </p:cNvPr>
            <p:cNvGrpSpPr/>
            <p:nvPr/>
          </p:nvGrpSpPr>
          <p:grpSpPr>
            <a:xfrm>
              <a:off x="-502920" y="4471417"/>
              <a:ext cx="4139900" cy="3898173"/>
              <a:chOff x="3936470" y="4231103"/>
              <a:chExt cx="4139900" cy="3898173"/>
            </a:xfrm>
          </p:grpSpPr>
          <p:sp>
            <p:nvSpPr>
              <p:cNvPr id="1646" name="rc305">
                <a:extLst>
                  <a:ext uri="{FF2B5EF4-FFF2-40B4-BE49-F238E27FC236}">
                    <a16:creationId xmlns:a16="http://schemas.microsoft.com/office/drawing/2014/main" id="{F3291943-DF89-D53C-5E34-77086F60EA34}"/>
                  </a:ext>
                </a:extLst>
              </p:cNvPr>
              <p:cNvSpPr/>
              <p:nvPr/>
            </p:nvSpPr>
            <p:spPr>
              <a:xfrm>
                <a:off x="4751569" y="4976262"/>
                <a:ext cx="2184636" cy="2846169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47" name="pl306">
                <a:extLst>
                  <a:ext uri="{FF2B5EF4-FFF2-40B4-BE49-F238E27FC236}">
                    <a16:creationId xmlns:a16="http://schemas.microsoft.com/office/drawing/2014/main" id="{CEBAB90C-F7D8-8C7A-86C9-17BC62089C6F}"/>
                  </a:ext>
                </a:extLst>
              </p:cNvPr>
              <p:cNvSpPr/>
              <p:nvPr/>
            </p:nvSpPr>
            <p:spPr>
              <a:xfrm>
                <a:off x="4850870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48" name="pl307">
                <a:extLst>
                  <a:ext uri="{FF2B5EF4-FFF2-40B4-BE49-F238E27FC236}">
                    <a16:creationId xmlns:a16="http://schemas.microsoft.com/office/drawing/2014/main" id="{A77BFF0C-4BE9-7A00-7ECB-CC65E34A8D27}"/>
                  </a:ext>
                </a:extLst>
              </p:cNvPr>
              <p:cNvSpPr/>
              <p:nvPr/>
            </p:nvSpPr>
            <p:spPr>
              <a:xfrm>
                <a:off x="5248077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49" name="pl308">
                <a:extLst>
                  <a:ext uri="{FF2B5EF4-FFF2-40B4-BE49-F238E27FC236}">
                    <a16:creationId xmlns:a16="http://schemas.microsoft.com/office/drawing/2014/main" id="{2A6F7673-EB9B-4A84-0751-D239516B6D3C}"/>
                  </a:ext>
                </a:extLst>
              </p:cNvPr>
              <p:cNvSpPr/>
              <p:nvPr/>
            </p:nvSpPr>
            <p:spPr>
              <a:xfrm>
                <a:off x="5645284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0" name="pl309">
                <a:extLst>
                  <a:ext uri="{FF2B5EF4-FFF2-40B4-BE49-F238E27FC236}">
                    <a16:creationId xmlns:a16="http://schemas.microsoft.com/office/drawing/2014/main" id="{231FC7B5-A7B0-297C-5E61-D6EBF64CCFC4}"/>
                  </a:ext>
                </a:extLst>
              </p:cNvPr>
              <p:cNvSpPr/>
              <p:nvPr/>
            </p:nvSpPr>
            <p:spPr>
              <a:xfrm>
                <a:off x="6042490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1" name="pl310">
                <a:extLst>
                  <a:ext uri="{FF2B5EF4-FFF2-40B4-BE49-F238E27FC236}">
                    <a16:creationId xmlns:a16="http://schemas.microsoft.com/office/drawing/2014/main" id="{74B16ADF-5E41-8B91-8BF0-ACA5DE56DBE2}"/>
                  </a:ext>
                </a:extLst>
              </p:cNvPr>
              <p:cNvSpPr/>
              <p:nvPr/>
            </p:nvSpPr>
            <p:spPr>
              <a:xfrm>
                <a:off x="6439697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2" name="pl311">
                <a:extLst>
                  <a:ext uri="{FF2B5EF4-FFF2-40B4-BE49-F238E27FC236}">
                    <a16:creationId xmlns:a16="http://schemas.microsoft.com/office/drawing/2014/main" id="{F71DEA5F-7D22-3F64-7515-4C7996099591}"/>
                  </a:ext>
                </a:extLst>
              </p:cNvPr>
              <p:cNvSpPr/>
              <p:nvPr/>
            </p:nvSpPr>
            <p:spPr>
              <a:xfrm>
                <a:off x="6836903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3" name="pl312">
                <a:extLst>
                  <a:ext uri="{FF2B5EF4-FFF2-40B4-BE49-F238E27FC236}">
                    <a16:creationId xmlns:a16="http://schemas.microsoft.com/office/drawing/2014/main" id="{3BBC6932-C330-A255-CCFB-373799672110}"/>
                  </a:ext>
                </a:extLst>
              </p:cNvPr>
              <p:cNvSpPr/>
              <p:nvPr/>
            </p:nvSpPr>
            <p:spPr>
              <a:xfrm>
                <a:off x="4751569" y="7693060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4" name="pl313">
                <a:extLst>
                  <a:ext uri="{FF2B5EF4-FFF2-40B4-BE49-F238E27FC236}">
                    <a16:creationId xmlns:a16="http://schemas.microsoft.com/office/drawing/2014/main" id="{98A62AD9-EA1B-777E-7554-09A8760AC90C}"/>
                  </a:ext>
                </a:extLst>
              </p:cNvPr>
              <p:cNvSpPr/>
              <p:nvPr/>
            </p:nvSpPr>
            <p:spPr>
              <a:xfrm>
                <a:off x="4751569" y="7323428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5" name="pl314">
                <a:extLst>
                  <a:ext uri="{FF2B5EF4-FFF2-40B4-BE49-F238E27FC236}">
                    <a16:creationId xmlns:a16="http://schemas.microsoft.com/office/drawing/2014/main" id="{C534EAD0-6CF7-110E-5AEF-877615F7D2B6}"/>
                  </a:ext>
                </a:extLst>
              </p:cNvPr>
              <p:cNvSpPr/>
              <p:nvPr/>
            </p:nvSpPr>
            <p:spPr>
              <a:xfrm>
                <a:off x="4751569" y="6953795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6" name="pl315">
                <a:extLst>
                  <a:ext uri="{FF2B5EF4-FFF2-40B4-BE49-F238E27FC236}">
                    <a16:creationId xmlns:a16="http://schemas.microsoft.com/office/drawing/2014/main" id="{1E660070-B3F5-E46C-D952-CDA9F1CAD664}"/>
                  </a:ext>
                </a:extLst>
              </p:cNvPr>
              <p:cNvSpPr/>
              <p:nvPr/>
            </p:nvSpPr>
            <p:spPr>
              <a:xfrm>
                <a:off x="4751569" y="6584163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7" name="pl316">
                <a:extLst>
                  <a:ext uri="{FF2B5EF4-FFF2-40B4-BE49-F238E27FC236}">
                    <a16:creationId xmlns:a16="http://schemas.microsoft.com/office/drawing/2014/main" id="{5951514E-1EA2-FB80-FDC9-DA35269DF75B}"/>
                  </a:ext>
                </a:extLst>
              </p:cNvPr>
              <p:cNvSpPr/>
              <p:nvPr/>
            </p:nvSpPr>
            <p:spPr>
              <a:xfrm>
                <a:off x="4751569" y="6214531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8" name="pl317">
                <a:extLst>
                  <a:ext uri="{FF2B5EF4-FFF2-40B4-BE49-F238E27FC236}">
                    <a16:creationId xmlns:a16="http://schemas.microsoft.com/office/drawing/2014/main" id="{7E5000E8-48DF-E059-D570-882CBFAEC341}"/>
                  </a:ext>
                </a:extLst>
              </p:cNvPr>
              <p:cNvSpPr/>
              <p:nvPr/>
            </p:nvSpPr>
            <p:spPr>
              <a:xfrm>
                <a:off x="4751569" y="5844898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59" name="pl318">
                <a:extLst>
                  <a:ext uri="{FF2B5EF4-FFF2-40B4-BE49-F238E27FC236}">
                    <a16:creationId xmlns:a16="http://schemas.microsoft.com/office/drawing/2014/main" id="{AD21A1E2-6DB0-18C3-C529-F975C9C5642A}"/>
                  </a:ext>
                </a:extLst>
              </p:cNvPr>
              <p:cNvSpPr/>
              <p:nvPr/>
            </p:nvSpPr>
            <p:spPr>
              <a:xfrm>
                <a:off x="4751569" y="5475266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0" name="pl319">
                <a:extLst>
                  <a:ext uri="{FF2B5EF4-FFF2-40B4-BE49-F238E27FC236}">
                    <a16:creationId xmlns:a16="http://schemas.microsoft.com/office/drawing/2014/main" id="{681A2EA6-C5BC-B7D5-F1BC-9D70FFFF03B7}"/>
                  </a:ext>
                </a:extLst>
              </p:cNvPr>
              <p:cNvSpPr/>
              <p:nvPr/>
            </p:nvSpPr>
            <p:spPr>
              <a:xfrm>
                <a:off x="4751569" y="5105633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1" name="ph320">
                <a:extLst>
                  <a:ext uri="{FF2B5EF4-FFF2-40B4-BE49-F238E27FC236}">
                    <a16:creationId xmlns:a16="http://schemas.microsoft.com/office/drawing/2014/main" id="{FC131EEC-B2BD-0403-9F23-DD115E885B88}"/>
                  </a:ext>
                </a:extLst>
              </p:cNvPr>
              <p:cNvSpPr/>
              <p:nvPr/>
            </p:nvSpPr>
            <p:spPr>
              <a:xfrm>
                <a:off x="5722659" y="5369581"/>
                <a:ext cx="930827" cy="1243964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64">
                    <a:moveTo>
                      <a:pt x="914400" y="914400"/>
                    </a:moveTo>
                    <a:lnTo>
                      <a:pt x="904741" y="940461"/>
                    </a:lnTo>
                    <a:lnTo>
                      <a:pt x="891436" y="944865"/>
                    </a:lnTo>
                    <a:lnTo>
                      <a:pt x="878674" y="953547"/>
                    </a:lnTo>
                    <a:lnTo>
                      <a:pt x="874116" y="1036010"/>
                    </a:lnTo>
                    <a:lnTo>
                      <a:pt x="897351" y="1067342"/>
                    </a:lnTo>
                    <a:lnTo>
                      <a:pt x="884590" y="1071728"/>
                    </a:lnTo>
                    <a:lnTo>
                      <a:pt x="872914" y="1081113"/>
                    </a:lnTo>
                    <a:lnTo>
                      <a:pt x="864574" y="1094992"/>
                    </a:lnTo>
                    <a:lnTo>
                      <a:pt x="856040" y="1124863"/>
                    </a:lnTo>
                    <a:lnTo>
                      <a:pt x="823981" y="1141792"/>
                    </a:lnTo>
                    <a:lnTo>
                      <a:pt x="811840" y="1154318"/>
                    </a:lnTo>
                    <a:lnTo>
                      <a:pt x="793938" y="1182184"/>
                    </a:lnTo>
                    <a:lnTo>
                      <a:pt x="784609" y="1222631"/>
                    </a:lnTo>
                    <a:lnTo>
                      <a:pt x="766475" y="1239885"/>
                    </a:lnTo>
                    <a:lnTo>
                      <a:pt x="746110" y="1243964"/>
                    </a:lnTo>
                    <a:lnTo>
                      <a:pt x="758058" y="1210827"/>
                    </a:lnTo>
                    <a:lnTo>
                      <a:pt x="773709" y="1183827"/>
                    </a:lnTo>
                    <a:lnTo>
                      <a:pt x="758659" y="1165309"/>
                    </a:lnTo>
                    <a:lnTo>
                      <a:pt x="749601" y="1136323"/>
                    </a:lnTo>
                    <a:lnTo>
                      <a:pt x="737906" y="1114088"/>
                    </a:lnTo>
                    <a:lnTo>
                      <a:pt x="747216" y="1089253"/>
                    </a:lnTo>
                    <a:lnTo>
                      <a:pt x="742639" y="1048554"/>
                    </a:lnTo>
                    <a:lnTo>
                      <a:pt x="744151" y="1008829"/>
                    </a:lnTo>
                    <a:lnTo>
                      <a:pt x="757728" y="988777"/>
                    </a:lnTo>
                    <a:lnTo>
                      <a:pt x="773283" y="972425"/>
                    </a:lnTo>
                    <a:lnTo>
                      <a:pt x="797507" y="934830"/>
                    </a:lnTo>
                    <a:lnTo>
                      <a:pt x="823767" y="907577"/>
                    </a:lnTo>
                    <a:lnTo>
                      <a:pt x="860404" y="895322"/>
                    </a:lnTo>
                    <a:lnTo>
                      <a:pt x="876948" y="906621"/>
                    </a:lnTo>
                    <a:lnTo>
                      <a:pt x="884085" y="881840"/>
                    </a:lnTo>
                    <a:lnTo>
                      <a:pt x="895897" y="876191"/>
                    </a:lnTo>
                    <a:lnTo>
                      <a:pt x="906991" y="881912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2" name="ph321">
                <a:extLst>
                  <a:ext uri="{FF2B5EF4-FFF2-40B4-BE49-F238E27FC236}">
                    <a16:creationId xmlns:a16="http://schemas.microsoft.com/office/drawing/2014/main" id="{7269C422-1E33-3DE5-E659-C1D958696C7D}"/>
                  </a:ext>
                </a:extLst>
              </p:cNvPr>
              <p:cNvSpPr/>
              <p:nvPr/>
            </p:nvSpPr>
            <p:spPr>
              <a:xfrm>
                <a:off x="5222853" y="5950615"/>
                <a:ext cx="104161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0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30" y="888265"/>
                    </a:lnTo>
                    <a:lnTo>
                      <a:pt x="897914" y="824410"/>
                    </a:lnTo>
                    <a:lnTo>
                      <a:pt x="901521" y="792861"/>
                    </a:lnTo>
                    <a:lnTo>
                      <a:pt x="944830" y="679066"/>
                    </a:lnTo>
                    <a:lnTo>
                      <a:pt x="964167" y="669771"/>
                    </a:lnTo>
                    <a:lnTo>
                      <a:pt x="991358" y="600032"/>
                    </a:lnTo>
                    <a:lnTo>
                      <a:pt x="998690" y="569006"/>
                    </a:lnTo>
                    <a:lnTo>
                      <a:pt x="1010482" y="541067"/>
                    </a:lnTo>
                    <a:lnTo>
                      <a:pt x="1017444" y="516088"/>
                    </a:lnTo>
                    <a:lnTo>
                      <a:pt x="1023282" y="505999"/>
                    </a:lnTo>
                    <a:lnTo>
                      <a:pt x="1035966" y="510728"/>
                    </a:lnTo>
                    <a:lnTo>
                      <a:pt x="1041610" y="515330"/>
                    </a:lnTo>
                    <a:lnTo>
                      <a:pt x="1028247" y="529877"/>
                    </a:lnTo>
                    <a:lnTo>
                      <a:pt x="1029799" y="548810"/>
                    </a:lnTo>
                    <a:lnTo>
                      <a:pt x="1028868" y="556661"/>
                    </a:lnTo>
                    <a:lnTo>
                      <a:pt x="995140" y="639016"/>
                    </a:lnTo>
                    <a:lnTo>
                      <a:pt x="986122" y="692494"/>
                    </a:lnTo>
                    <a:lnTo>
                      <a:pt x="974155" y="705543"/>
                    </a:lnTo>
                    <a:lnTo>
                      <a:pt x="924601" y="8957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3" name="ph322">
                <a:extLst>
                  <a:ext uri="{FF2B5EF4-FFF2-40B4-BE49-F238E27FC236}">
                    <a16:creationId xmlns:a16="http://schemas.microsoft.com/office/drawing/2014/main" id="{44268FDF-304C-4CA3-359E-FC51EEF76FC9}"/>
                  </a:ext>
                </a:extLst>
              </p:cNvPr>
              <p:cNvSpPr/>
              <p:nvPr/>
            </p:nvSpPr>
            <p:spPr>
              <a:xfrm>
                <a:off x="4228557" y="4963942"/>
                <a:ext cx="2407842" cy="2231449"/>
              </a:xfrm>
              <a:custGeom>
                <a:avLst/>
                <a:gdLst/>
                <a:ahLst/>
                <a:cxnLst/>
                <a:rect l="0" t="0" r="0" b="0"/>
                <a:pathLst>
                  <a:path w="2407842" h="2231449">
                    <a:moveTo>
                      <a:pt x="914400" y="914400"/>
                    </a:moveTo>
                    <a:lnTo>
                      <a:pt x="928868" y="920500"/>
                    </a:lnTo>
                    <a:lnTo>
                      <a:pt x="948573" y="908281"/>
                    </a:lnTo>
                    <a:lnTo>
                      <a:pt x="962363" y="874061"/>
                    </a:lnTo>
                    <a:lnTo>
                      <a:pt x="970237" y="822713"/>
                    </a:lnTo>
                    <a:lnTo>
                      <a:pt x="979430" y="773802"/>
                    </a:lnTo>
                    <a:lnTo>
                      <a:pt x="968550" y="721480"/>
                    </a:lnTo>
                    <a:lnTo>
                      <a:pt x="956932" y="675528"/>
                    </a:lnTo>
                    <a:lnTo>
                      <a:pt x="956118" y="662028"/>
                    </a:lnTo>
                    <a:lnTo>
                      <a:pt x="986607" y="623260"/>
                    </a:lnTo>
                    <a:lnTo>
                      <a:pt x="995935" y="591729"/>
                    </a:lnTo>
                    <a:lnTo>
                      <a:pt x="1006040" y="561715"/>
                    </a:lnTo>
                    <a:lnTo>
                      <a:pt x="1017192" y="551499"/>
                    </a:lnTo>
                    <a:lnTo>
                      <a:pt x="1033794" y="549171"/>
                    </a:lnTo>
                    <a:lnTo>
                      <a:pt x="1053131" y="543522"/>
                    </a:lnTo>
                    <a:lnTo>
                      <a:pt x="1077510" y="523434"/>
                    </a:lnTo>
                    <a:lnTo>
                      <a:pt x="1099368" y="496524"/>
                    </a:lnTo>
                    <a:lnTo>
                      <a:pt x="1116067" y="471851"/>
                    </a:lnTo>
                    <a:lnTo>
                      <a:pt x="1121731" y="423030"/>
                    </a:lnTo>
                    <a:lnTo>
                      <a:pt x="1121963" y="398502"/>
                    </a:lnTo>
                    <a:lnTo>
                      <a:pt x="1129314" y="380292"/>
                    </a:lnTo>
                    <a:lnTo>
                      <a:pt x="1136432" y="344718"/>
                    </a:lnTo>
                    <a:lnTo>
                      <a:pt x="1129508" y="309632"/>
                    </a:lnTo>
                    <a:lnTo>
                      <a:pt x="1107960" y="256407"/>
                    </a:lnTo>
                    <a:lnTo>
                      <a:pt x="1082010" y="181560"/>
                    </a:lnTo>
                    <a:lnTo>
                      <a:pt x="1078036" y="141691"/>
                    </a:lnTo>
                    <a:lnTo>
                      <a:pt x="2054342" y="141691"/>
                    </a:lnTo>
                    <a:lnTo>
                      <a:pt x="2054817" y="146925"/>
                    </a:lnTo>
                    <a:lnTo>
                      <a:pt x="2052839" y="159487"/>
                    </a:lnTo>
                    <a:lnTo>
                      <a:pt x="2067928" y="211123"/>
                    </a:lnTo>
                    <a:lnTo>
                      <a:pt x="2064417" y="229226"/>
                    </a:lnTo>
                    <a:lnTo>
                      <a:pt x="2062381" y="252292"/>
                    </a:lnTo>
                    <a:lnTo>
                      <a:pt x="2084006" y="274455"/>
                    </a:lnTo>
                    <a:lnTo>
                      <a:pt x="2103304" y="274094"/>
                    </a:lnTo>
                    <a:lnTo>
                      <a:pt x="2122854" y="273752"/>
                    </a:lnTo>
                    <a:lnTo>
                      <a:pt x="2130321" y="279310"/>
                    </a:lnTo>
                    <a:lnTo>
                      <a:pt x="2137808" y="294995"/>
                    </a:lnTo>
                    <a:lnTo>
                      <a:pt x="2143839" y="313512"/>
                    </a:lnTo>
                    <a:lnTo>
                      <a:pt x="2159937" y="311978"/>
                    </a:lnTo>
                    <a:lnTo>
                      <a:pt x="2185635" y="296908"/>
                    </a:lnTo>
                    <a:lnTo>
                      <a:pt x="2202354" y="293316"/>
                    </a:lnTo>
                    <a:lnTo>
                      <a:pt x="2213389" y="322284"/>
                    </a:lnTo>
                    <a:lnTo>
                      <a:pt x="2243413" y="360547"/>
                    </a:lnTo>
                    <a:lnTo>
                      <a:pt x="2260887" y="377693"/>
                    </a:lnTo>
                    <a:lnTo>
                      <a:pt x="2290581" y="386717"/>
                    </a:lnTo>
                    <a:lnTo>
                      <a:pt x="2321865" y="417598"/>
                    </a:lnTo>
                    <a:lnTo>
                      <a:pt x="2317482" y="454814"/>
                    </a:lnTo>
                    <a:lnTo>
                      <a:pt x="2330534" y="467249"/>
                    </a:lnTo>
                    <a:lnTo>
                      <a:pt x="2367443" y="481940"/>
                    </a:lnTo>
                    <a:lnTo>
                      <a:pt x="2380495" y="501758"/>
                    </a:lnTo>
                    <a:lnTo>
                      <a:pt x="2386760" y="518651"/>
                    </a:lnTo>
                    <a:lnTo>
                      <a:pt x="2396477" y="532657"/>
                    </a:lnTo>
                    <a:lnTo>
                      <a:pt x="2407842" y="574980"/>
                    </a:lnTo>
                    <a:lnTo>
                      <a:pt x="2403886" y="601060"/>
                    </a:lnTo>
                    <a:lnTo>
                      <a:pt x="2389010" y="610030"/>
                    </a:lnTo>
                    <a:lnTo>
                      <a:pt x="2353886" y="637969"/>
                    </a:lnTo>
                    <a:lnTo>
                      <a:pt x="2338234" y="658833"/>
                    </a:lnTo>
                    <a:lnTo>
                      <a:pt x="2325957" y="671828"/>
                    </a:lnTo>
                    <a:lnTo>
                      <a:pt x="2291066" y="699695"/>
                    </a:lnTo>
                    <a:lnTo>
                      <a:pt x="2278285" y="704694"/>
                    </a:lnTo>
                    <a:lnTo>
                      <a:pt x="2266046" y="719187"/>
                    </a:lnTo>
                    <a:lnTo>
                      <a:pt x="2254216" y="725522"/>
                    </a:lnTo>
                    <a:lnTo>
                      <a:pt x="2243626" y="721877"/>
                    </a:lnTo>
                    <a:lnTo>
                      <a:pt x="2204041" y="748119"/>
                    </a:lnTo>
                    <a:lnTo>
                      <a:pt x="2207125" y="759327"/>
                    </a:lnTo>
                    <a:lnTo>
                      <a:pt x="2237478" y="764074"/>
                    </a:lnTo>
                    <a:lnTo>
                      <a:pt x="2252955" y="758443"/>
                    </a:lnTo>
                    <a:lnTo>
                      <a:pt x="2264863" y="745249"/>
                    </a:lnTo>
                    <a:lnTo>
                      <a:pt x="2277877" y="742217"/>
                    </a:lnTo>
                    <a:lnTo>
                      <a:pt x="2289747" y="744708"/>
                    </a:lnTo>
                    <a:lnTo>
                      <a:pt x="2302334" y="734312"/>
                    </a:lnTo>
                    <a:lnTo>
                      <a:pt x="2312206" y="730161"/>
                    </a:lnTo>
                    <a:lnTo>
                      <a:pt x="2322408" y="735142"/>
                    </a:lnTo>
                    <a:lnTo>
                      <a:pt x="2333793" y="760067"/>
                    </a:lnTo>
                    <a:lnTo>
                      <a:pt x="2310170" y="773044"/>
                    </a:lnTo>
                    <a:lnTo>
                      <a:pt x="2293413" y="773640"/>
                    </a:lnTo>
                    <a:lnTo>
                      <a:pt x="2285228" y="814519"/>
                    </a:lnTo>
                    <a:lnTo>
                      <a:pt x="2275084" y="832080"/>
                    </a:lnTo>
                    <a:lnTo>
                      <a:pt x="2267811" y="840527"/>
                    </a:lnTo>
                    <a:lnTo>
                      <a:pt x="2230631" y="857926"/>
                    </a:lnTo>
                    <a:lnTo>
                      <a:pt x="2206097" y="879981"/>
                    </a:lnTo>
                    <a:lnTo>
                      <a:pt x="2177179" y="897741"/>
                    </a:lnTo>
                    <a:lnTo>
                      <a:pt x="2164553" y="893878"/>
                    </a:lnTo>
                    <a:lnTo>
                      <a:pt x="2145527" y="911927"/>
                    </a:lnTo>
                    <a:lnTo>
                      <a:pt x="2103246" y="933296"/>
                    </a:lnTo>
                    <a:lnTo>
                      <a:pt x="2081582" y="962084"/>
                    </a:lnTo>
                    <a:lnTo>
                      <a:pt x="2032959" y="987839"/>
                    </a:lnTo>
                    <a:lnTo>
                      <a:pt x="2008192" y="1008793"/>
                    </a:lnTo>
                    <a:lnTo>
                      <a:pt x="1940911" y="1009894"/>
                    </a:lnTo>
                    <a:lnTo>
                      <a:pt x="1876656" y="1005292"/>
                    </a:lnTo>
                    <a:lnTo>
                      <a:pt x="1856485" y="1015254"/>
                    </a:lnTo>
                    <a:lnTo>
                      <a:pt x="1877102" y="1018341"/>
                    </a:lnTo>
                    <a:lnTo>
                      <a:pt x="1891551" y="1028123"/>
                    </a:lnTo>
                    <a:lnTo>
                      <a:pt x="1908871" y="1024044"/>
                    </a:lnTo>
                    <a:lnTo>
                      <a:pt x="1949581" y="1028935"/>
                    </a:lnTo>
                    <a:lnTo>
                      <a:pt x="1970527" y="1034259"/>
                    </a:lnTo>
                    <a:lnTo>
                      <a:pt x="1997408" y="1068515"/>
                    </a:lnTo>
                    <a:lnTo>
                      <a:pt x="1977645" y="1080698"/>
                    </a:lnTo>
                    <a:lnTo>
                      <a:pt x="1943413" y="1090047"/>
                    </a:lnTo>
                    <a:lnTo>
                      <a:pt x="1956252" y="1138634"/>
                    </a:lnTo>
                    <a:lnTo>
                      <a:pt x="1966842" y="1171391"/>
                    </a:lnTo>
                    <a:lnTo>
                      <a:pt x="1952975" y="1191155"/>
                    </a:lnTo>
                    <a:lnTo>
                      <a:pt x="1951947" y="1281072"/>
                    </a:lnTo>
                    <a:lnTo>
                      <a:pt x="1932494" y="1282787"/>
                    </a:lnTo>
                    <a:lnTo>
                      <a:pt x="1924231" y="1319984"/>
                    </a:lnTo>
                    <a:lnTo>
                      <a:pt x="1930360" y="1338953"/>
                    </a:lnTo>
                    <a:lnTo>
                      <a:pt x="1929875" y="1383010"/>
                    </a:lnTo>
                    <a:lnTo>
                      <a:pt x="1933929" y="1410154"/>
                    </a:lnTo>
                    <a:lnTo>
                      <a:pt x="1943471" y="1435152"/>
                    </a:lnTo>
                    <a:lnTo>
                      <a:pt x="1939224" y="1461214"/>
                    </a:lnTo>
                    <a:lnTo>
                      <a:pt x="1908463" y="1522217"/>
                    </a:lnTo>
                    <a:lnTo>
                      <a:pt x="1909162" y="1550842"/>
                    </a:lnTo>
                    <a:lnTo>
                      <a:pt x="1914689" y="1567844"/>
                    </a:lnTo>
                    <a:lnTo>
                      <a:pt x="1918782" y="1595025"/>
                    </a:lnTo>
                    <a:lnTo>
                      <a:pt x="1904798" y="1647275"/>
                    </a:lnTo>
                    <a:lnTo>
                      <a:pt x="1894926" y="1690934"/>
                    </a:lnTo>
                    <a:lnTo>
                      <a:pt x="1883192" y="1727681"/>
                    </a:lnTo>
                    <a:lnTo>
                      <a:pt x="1856931" y="1771773"/>
                    </a:lnTo>
                    <a:lnTo>
                      <a:pt x="1843859" y="1804730"/>
                    </a:lnTo>
                    <a:lnTo>
                      <a:pt x="1813273" y="1907570"/>
                    </a:lnTo>
                    <a:lnTo>
                      <a:pt x="1798107" y="1927983"/>
                    </a:lnTo>
                    <a:lnTo>
                      <a:pt x="1779507" y="1943667"/>
                    </a:lnTo>
                    <a:lnTo>
                      <a:pt x="1758774" y="1929156"/>
                    </a:lnTo>
                    <a:lnTo>
                      <a:pt x="1739767" y="1921251"/>
                    </a:lnTo>
                    <a:lnTo>
                      <a:pt x="1716551" y="1922207"/>
                    </a:lnTo>
                    <a:lnTo>
                      <a:pt x="1680186" y="1934101"/>
                    </a:lnTo>
                    <a:lnTo>
                      <a:pt x="1625492" y="1926196"/>
                    </a:lnTo>
                    <a:lnTo>
                      <a:pt x="1572040" y="1930004"/>
                    </a:lnTo>
                    <a:lnTo>
                      <a:pt x="1558522" y="1940274"/>
                    </a:lnTo>
                    <a:lnTo>
                      <a:pt x="1566629" y="1977598"/>
                    </a:lnTo>
                    <a:lnTo>
                      <a:pt x="1546924" y="1982489"/>
                    </a:lnTo>
                    <a:lnTo>
                      <a:pt x="1527665" y="1971877"/>
                    </a:lnTo>
                    <a:lnTo>
                      <a:pt x="1510714" y="1984547"/>
                    </a:lnTo>
                    <a:lnTo>
                      <a:pt x="1496555" y="1998444"/>
                    </a:lnTo>
                    <a:lnTo>
                      <a:pt x="1468743" y="2031418"/>
                    </a:lnTo>
                    <a:lnTo>
                      <a:pt x="1459434" y="2051723"/>
                    </a:lnTo>
                    <a:lnTo>
                      <a:pt x="1457029" y="2089968"/>
                    </a:lnTo>
                    <a:lnTo>
                      <a:pt x="1471633" y="2124260"/>
                    </a:lnTo>
                    <a:lnTo>
                      <a:pt x="1484589" y="2164417"/>
                    </a:lnTo>
                    <a:lnTo>
                      <a:pt x="1451230" y="2212878"/>
                    </a:lnTo>
                    <a:lnTo>
                      <a:pt x="1432611" y="2214520"/>
                    </a:lnTo>
                    <a:lnTo>
                      <a:pt x="1378266" y="2201074"/>
                    </a:lnTo>
                    <a:lnTo>
                      <a:pt x="1281951" y="2231449"/>
                    </a:lnTo>
                    <a:lnTo>
                      <a:pt x="1195450" y="2207427"/>
                    </a:lnTo>
                    <a:lnTo>
                      <a:pt x="1206331" y="2181473"/>
                    </a:lnTo>
                    <a:lnTo>
                      <a:pt x="1205962" y="2162396"/>
                    </a:lnTo>
                    <a:lnTo>
                      <a:pt x="1210850" y="2133049"/>
                    </a:lnTo>
                    <a:lnTo>
                      <a:pt x="1213759" y="2103035"/>
                    </a:lnTo>
                    <a:lnTo>
                      <a:pt x="1212945" y="2082947"/>
                    </a:lnTo>
                    <a:lnTo>
                      <a:pt x="1206602" y="2061541"/>
                    </a:lnTo>
                    <a:lnTo>
                      <a:pt x="1185268" y="2033530"/>
                    </a:lnTo>
                    <a:lnTo>
                      <a:pt x="1137208" y="1938992"/>
                    </a:lnTo>
                    <a:lnTo>
                      <a:pt x="1122991" y="1899087"/>
                    </a:lnTo>
                    <a:lnTo>
                      <a:pt x="1113100" y="1882464"/>
                    </a:lnTo>
                    <a:lnTo>
                      <a:pt x="1120218" y="1881562"/>
                    </a:lnTo>
                    <a:lnTo>
                      <a:pt x="1159803" y="1902986"/>
                    </a:lnTo>
                    <a:lnTo>
                      <a:pt x="1169035" y="1900351"/>
                    </a:lnTo>
                    <a:lnTo>
                      <a:pt x="1178732" y="1892301"/>
                    </a:lnTo>
                    <a:lnTo>
                      <a:pt x="1166921" y="1861637"/>
                    </a:lnTo>
                    <a:lnTo>
                      <a:pt x="1156777" y="1847757"/>
                    </a:lnTo>
                    <a:lnTo>
                      <a:pt x="1149892" y="1827002"/>
                    </a:lnTo>
                    <a:lnTo>
                      <a:pt x="1173069" y="1821389"/>
                    </a:lnTo>
                    <a:lnTo>
                      <a:pt x="1189806" y="1822634"/>
                    </a:lnTo>
                    <a:lnTo>
                      <a:pt x="1202142" y="1799279"/>
                    </a:lnTo>
                    <a:lnTo>
                      <a:pt x="1195024" y="1761522"/>
                    </a:lnTo>
                    <a:lnTo>
                      <a:pt x="1177045" y="1749899"/>
                    </a:lnTo>
                    <a:lnTo>
                      <a:pt x="1162033" y="1744845"/>
                    </a:lnTo>
                    <a:lnTo>
                      <a:pt x="1133251" y="1685538"/>
                    </a:lnTo>
                    <a:lnTo>
                      <a:pt x="1103228" y="1654819"/>
                    </a:lnTo>
                    <a:lnTo>
                      <a:pt x="1049679" y="1536331"/>
                    </a:lnTo>
                    <a:lnTo>
                      <a:pt x="1030090" y="1455005"/>
                    </a:lnTo>
                    <a:lnTo>
                      <a:pt x="1011878" y="1462730"/>
                    </a:lnTo>
                    <a:lnTo>
                      <a:pt x="1003034" y="1427301"/>
                    </a:lnTo>
                    <a:lnTo>
                      <a:pt x="996692" y="1393748"/>
                    </a:lnTo>
                    <a:lnTo>
                      <a:pt x="995431" y="1369076"/>
                    </a:lnTo>
                    <a:lnTo>
                      <a:pt x="966882" y="1354944"/>
                    </a:lnTo>
                    <a:lnTo>
                      <a:pt x="965718" y="1337654"/>
                    </a:lnTo>
                    <a:lnTo>
                      <a:pt x="960579" y="1260497"/>
                    </a:lnTo>
                    <a:lnTo>
                      <a:pt x="929954" y="1250137"/>
                    </a:lnTo>
                    <a:lnTo>
                      <a:pt x="910152" y="1206839"/>
                    </a:lnTo>
                    <a:lnTo>
                      <a:pt x="906622" y="1124917"/>
                    </a:lnTo>
                    <a:lnTo>
                      <a:pt x="886452" y="1110009"/>
                    </a:lnTo>
                    <a:lnTo>
                      <a:pt x="870218" y="1114142"/>
                    </a:lnTo>
                    <a:lnTo>
                      <a:pt x="870974" y="1093837"/>
                    </a:lnTo>
                    <a:lnTo>
                      <a:pt x="874853" y="1074778"/>
                    </a:lnTo>
                    <a:lnTo>
                      <a:pt x="865369" y="999263"/>
                    </a:lnTo>
                    <a:lnTo>
                      <a:pt x="862208" y="930336"/>
                    </a:lnTo>
                    <a:lnTo>
                      <a:pt x="854508" y="909526"/>
                    </a:lnTo>
                    <a:lnTo>
                      <a:pt x="850144" y="885161"/>
                    </a:lnTo>
                    <a:lnTo>
                      <a:pt x="854062" y="864117"/>
                    </a:lnTo>
                    <a:lnTo>
                      <a:pt x="859803" y="852024"/>
                    </a:lnTo>
                    <a:lnTo>
                      <a:pt x="879566" y="848848"/>
                    </a:lnTo>
                    <a:lnTo>
                      <a:pt x="898030" y="8674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4" name="ph323">
                <a:extLst>
                  <a:ext uri="{FF2B5EF4-FFF2-40B4-BE49-F238E27FC236}">
                    <a16:creationId xmlns:a16="http://schemas.microsoft.com/office/drawing/2014/main" id="{9D177835-F170-055F-3C8F-723876A95AA0}"/>
                  </a:ext>
                </a:extLst>
              </p:cNvPr>
              <p:cNvSpPr/>
              <p:nvPr/>
            </p:nvSpPr>
            <p:spPr>
              <a:xfrm>
                <a:off x="5751383" y="5351785"/>
                <a:ext cx="95274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3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4" y="895629"/>
                    </a:lnTo>
                    <a:lnTo>
                      <a:pt x="913701" y="869639"/>
                    </a:lnTo>
                    <a:lnTo>
                      <a:pt x="942755" y="871047"/>
                    </a:lnTo>
                    <a:lnTo>
                      <a:pt x="952743" y="876462"/>
                    </a:lnTo>
                    <a:lnTo>
                      <a:pt x="917968" y="8913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5" name="ph324">
                <a:extLst>
                  <a:ext uri="{FF2B5EF4-FFF2-40B4-BE49-F238E27FC236}">
                    <a16:creationId xmlns:a16="http://schemas.microsoft.com/office/drawing/2014/main" id="{2D2ED50A-0889-52F3-F9F7-F5CD9EF4077B}"/>
                  </a:ext>
                </a:extLst>
              </p:cNvPr>
              <p:cNvSpPr/>
              <p:nvPr/>
            </p:nvSpPr>
            <p:spPr>
              <a:xfrm>
                <a:off x="5599152" y="4923261"/>
                <a:ext cx="93697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5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0" y="888698"/>
                    </a:lnTo>
                    <a:lnTo>
                      <a:pt x="932883" y="881768"/>
                    </a:lnTo>
                    <a:lnTo>
                      <a:pt x="936975" y="882977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6" name="ph325">
                <a:extLst>
                  <a:ext uri="{FF2B5EF4-FFF2-40B4-BE49-F238E27FC236}">
                    <a16:creationId xmlns:a16="http://schemas.microsoft.com/office/drawing/2014/main" id="{958DC3BC-A403-6999-301E-31D6EE9DFCBD}"/>
                  </a:ext>
                </a:extLst>
              </p:cNvPr>
              <p:cNvSpPr/>
              <p:nvPr/>
            </p:nvSpPr>
            <p:spPr>
              <a:xfrm>
                <a:off x="5638563" y="4768874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6" y="899401"/>
                    </a:lnTo>
                    <a:lnTo>
                      <a:pt x="911393" y="896459"/>
                    </a:lnTo>
                    <a:lnTo>
                      <a:pt x="914807" y="881660"/>
                    </a:lnTo>
                    <a:lnTo>
                      <a:pt x="924446" y="873538"/>
                    </a:lnTo>
                    <a:lnTo>
                      <a:pt x="939846" y="878411"/>
                    </a:lnTo>
                    <a:lnTo>
                      <a:pt x="939749" y="882111"/>
                    </a:lnTo>
                    <a:lnTo>
                      <a:pt x="925028" y="894095"/>
                    </a:lnTo>
                    <a:lnTo>
                      <a:pt x="919384" y="9021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7" name="ph326">
                <a:extLst>
                  <a:ext uri="{FF2B5EF4-FFF2-40B4-BE49-F238E27FC236}">
                    <a16:creationId xmlns:a16="http://schemas.microsoft.com/office/drawing/2014/main" id="{D754431F-29F1-19E5-CBC6-E96B6017BB21}"/>
                  </a:ext>
                </a:extLst>
              </p:cNvPr>
              <p:cNvSpPr/>
              <p:nvPr/>
            </p:nvSpPr>
            <p:spPr>
              <a:xfrm>
                <a:off x="5907472" y="6618245"/>
                <a:ext cx="929431" cy="915703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3">
                    <a:moveTo>
                      <a:pt x="914400" y="914400"/>
                    </a:moveTo>
                    <a:lnTo>
                      <a:pt x="858775" y="909563"/>
                    </a:lnTo>
                    <a:lnTo>
                      <a:pt x="850862" y="905086"/>
                    </a:lnTo>
                    <a:lnTo>
                      <a:pt x="881467" y="873430"/>
                    </a:lnTo>
                    <a:lnTo>
                      <a:pt x="901405" y="840527"/>
                    </a:lnTo>
                    <a:lnTo>
                      <a:pt x="918337" y="797590"/>
                    </a:lnTo>
                    <a:lnTo>
                      <a:pt x="920140" y="767846"/>
                    </a:lnTo>
                    <a:lnTo>
                      <a:pt x="924368" y="734312"/>
                    </a:lnTo>
                    <a:lnTo>
                      <a:pt x="929431" y="731813"/>
                    </a:lnTo>
                    <a:lnTo>
                      <a:pt x="929431" y="915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8" name="ph327">
                <a:extLst>
                  <a:ext uri="{FF2B5EF4-FFF2-40B4-BE49-F238E27FC236}">
                    <a16:creationId xmlns:a16="http://schemas.microsoft.com/office/drawing/2014/main" id="{6AA6618A-7D77-2F60-CC3E-2CF17204A18E}"/>
                  </a:ext>
                </a:extLst>
              </p:cNvPr>
              <p:cNvSpPr/>
              <p:nvPr/>
            </p:nvSpPr>
            <p:spPr>
              <a:xfrm>
                <a:off x="4873028" y="6771892"/>
                <a:ext cx="1963875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875" h="921168">
                    <a:moveTo>
                      <a:pt x="914400" y="914400"/>
                    </a:moveTo>
                    <a:lnTo>
                      <a:pt x="1028131" y="869459"/>
                    </a:lnTo>
                    <a:lnTo>
                      <a:pt x="1149601" y="827298"/>
                    </a:lnTo>
                    <a:lnTo>
                      <a:pt x="1177956" y="822713"/>
                    </a:lnTo>
                    <a:lnTo>
                      <a:pt x="1206467" y="813834"/>
                    </a:lnTo>
                    <a:lnTo>
                      <a:pt x="1216998" y="798059"/>
                    </a:lnTo>
                    <a:lnTo>
                      <a:pt x="1227510" y="787501"/>
                    </a:lnTo>
                    <a:lnTo>
                      <a:pt x="1244054" y="759688"/>
                    </a:lnTo>
                    <a:lnTo>
                      <a:pt x="1280633" y="716462"/>
                    </a:lnTo>
                    <a:lnTo>
                      <a:pt x="1345314" y="700724"/>
                    </a:lnTo>
                    <a:lnTo>
                      <a:pt x="1369461" y="680221"/>
                    </a:lnTo>
                    <a:lnTo>
                      <a:pt x="1420082" y="651506"/>
                    </a:lnTo>
                    <a:lnTo>
                      <a:pt x="1535481" y="619289"/>
                    </a:lnTo>
                    <a:lnTo>
                      <a:pt x="1583677" y="612214"/>
                    </a:lnTo>
                    <a:lnTo>
                      <a:pt x="1630904" y="611348"/>
                    </a:lnTo>
                    <a:lnTo>
                      <a:pt x="1672952" y="636760"/>
                    </a:lnTo>
                    <a:lnTo>
                      <a:pt x="1717463" y="668128"/>
                    </a:lnTo>
                    <a:lnTo>
                      <a:pt x="1725473" y="687061"/>
                    </a:lnTo>
                    <a:lnTo>
                      <a:pt x="1701385" y="675257"/>
                    </a:lnTo>
                    <a:lnTo>
                      <a:pt x="1666280" y="647084"/>
                    </a:lnTo>
                    <a:lnTo>
                      <a:pt x="1653305" y="645893"/>
                    </a:lnTo>
                    <a:lnTo>
                      <a:pt x="1683270" y="731587"/>
                    </a:lnTo>
                    <a:lnTo>
                      <a:pt x="1699658" y="761890"/>
                    </a:lnTo>
                    <a:lnTo>
                      <a:pt x="1732785" y="784559"/>
                    </a:lnTo>
                    <a:lnTo>
                      <a:pt x="1760558" y="792193"/>
                    </a:lnTo>
                    <a:lnTo>
                      <a:pt x="1846128" y="778459"/>
                    </a:lnTo>
                    <a:lnTo>
                      <a:pt x="1876520" y="760518"/>
                    </a:lnTo>
                    <a:lnTo>
                      <a:pt x="1885306" y="751440"/>
                    </a:lnTo>
                    <a:lnTo>
                      <a:pt x="1893219" y="755916"/>
                    </a:lnTo>
                    <a:lnTo>
                      <a:pt x="1948844" y="760753"/>
                    </a:lnTo>
                    <a:lnTo>
                      <a:pt x="1963875" y="762057"/>
                    </a:lnTo>
                    <a:lnTo>
                      <a:pt x="1963875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69" name="ph328">
                <a:extLst>
                  <a:ext uri="{FF2B5EF4-FFF2-40B4-BE49-F238E27FC236}">
                    <a16:creationId xmlns:a16="http://schemas.microsoft.com/office/drawing/2014/main" id="{56455858-05A5-98F9-2AA0-AC0CB3F26F23}"/>
                  </a:ext>
                </a:extLst>
              </p:cNvPr>
              <p:cNvSpPr/>
              <p:nvPr/>
            </p:nvSpPr>
            <p:spPr>
              <a:xfrm>
                <a:off x="4402814" y="4231103"/>
                <a:ext cx="968821" cy="1653339"/>
              </a:xfrm>
              <a:custGeom>
                <a:avLst/>
                <a:gdLst/>
                <a:ahLst/>
                <a:cxnLst/>
                <a:rect l="0" t="0" r="0" b="0"/>
                <a:pathLst>
                  <a:path w="968821" h="1653339">
                    <a:moveTo>
                      <a:pt x="914400" y="914400"/>
                    </a:moveTo>
                    <a:lnTo>
                      <a:pt x="940350" y="989246"/>
                    </a:lnTo>
                    <a:lnTo>
                      <a:pt x="961898" y="1042471"/>
                    </a:lnTo>
                    <a:lnTo>
                      <a:pt x="968821" y="1077558"/>
                    </a:lnTo>
                    <a:lnTo>
                      <a:pt x="961704" y="1113131"/>
                    </a:lnTo>
                    <a:lnTo>
                      <a:pt x="954353" y="1131342"/>
                    </a:lnTo>
                    <a:lnTo>
                      <a:pt x="954120" y="1155870"/>
                    </a:lnTo>
                    <a:lnTo>
                      <a:pt x="948457" y="1204691"/>
                    </a:lnTo>
                    <a:lnTo>
                      <a:pt x="931758" y="1229363"/>
                    </a:lnTo>
                    <a:lnTo>
                      <a:pt x="909900" y="1256273"/>
                    </a:lnTo>
                    <a:lnTo>
                      <a:pt x="885521" y="1276361"/>
                    </a:lnTo>
                    <a:lnTo>
                      <a:pt x="866184" y="1282010"/>
                    </a:lnTo>
                    <a:lnTo>
                      <a:pt x="849582" y="1284339"/>
                    </a:lnTo>
                    <a:lnTo>
                      <a:pt x="838430" y="1294554"/>
                    </a:lnTo>
                    <a:lnTo>
                      <a:pt x="828325" y="1324569"/>
                    </a:lnTo>
                    <a:lnTo>
                      <a:pt x="818996" y="1356099"/>
                    </a:lnTo>
                    <a:lnTo>
                      <a:pt x="788507" y="1394867"/>
                    </a:lnTo>
                    <a:lnTo>
                      <a:pt x="789322" y="1408368"/>
                    </a:lnTo>
                    <a:lnTo>
                      <a:pt x="800940" y="1454319"/>
                    </a:lnTo>
                    <a:lnTo>
                      <a:pt x="811820" y="1506642"/>
                    </a:lnTo>
                    <a:lnTo>
                      <a:pt x="802627" y="1555553"/>
                    </a:lnTo>
                    <a:lnTo>
                      <a:pt x="794753" y="1606901"/>
                    </a:lnTo>
                    <a:lnTo>
                      <a:pt x="780963" y="1641121"/>
                    </a:lnTo>
                    <a:lnTo>
                      <a:pt x="761258" y="1653339"/>
                    </a:lnTo>
                    <a:lnTo>
                      <a:pt x="746789" y="1647239"/>
                    </a:lnTo>
                    <a:lnTo>
                      <a:pt x="730420" y="1600295"/>
                    </a:lnTo>
                    <a:lnTo>
                      <a:pt x="730051" y="1589502"/>
                    </a:lnTo>
                    <a:lnTo>
                      <a:pt x="725978" y="1575153"/>
                    </a:lnTo>
                    <a:lnTo>
                      <a:pt x="679547" y="1560859"/>
                    </a:lnTo>
                    <a:lnTo>
                      <a:pt x="671343" y="1561382"/>
                    </a:lnTo>
                    <a:lnTo>
                      <a:pt x="653093" y="1553008"/>
                    </a:lnTo>
                    <a:lnTo>
                      <a:pt x="642387" y="1550644"/>
                    </a:lnTo>
                    <a:lnTo>
                      <a:pt x="620432" y="1545807"/>
                    </a:lnTo>
                    <a:lnTo>
                      <a:pt x="602181" y="1504385"/>
                    </a:lnTo>
                    <a:lnTo>
                      <a:pt x="582786" y="1469931"/>
                    </a:lnTo>
                    <a:lnTo>
                      <a:pt x="580032" y="1455528"/>
                    </a:lnTo>
                    <a:lnTo>
                      <a:pt x="580692" y="1391095"/>
                    </a:lnTo>
                    <a:lnTo>
                      <a:pt x="574757" y="1362434"/>
                    </a:lnTo>
                    <a:lnTo>
                      <a:pt x="572934" y="1331192"/>
                    </a:lnTo>
                    <a:lnTo>
                      <a:pt x="560734" y="1356605"/>
                    </a:lnTo>
                    <a:lnTo>
                      <a:pt x="567813" y="1396781"/>
                    </a:lnTo>
                    <a:lnTo>
                      <a:pt x="552763" y="1413638"/>
                    </a:lnTo>
                    <a:lnTo>
                      <a:pt x="533775" y="1421832"/>
                    </a:lnTo>
                    <a:lnTo>
                      <a:pt x="535560" y="1445367"/>
                    </a:lnTo>
                    <a:lnTo>
                      <a:pt x="543357" y="1449825"/>
                    </a:lnTo>
                    <a:lnTo>
                      <a:pt x="544986" y="1474263"/>
                    </a:lnTo>
                    <a:lnTo>
                      <a:pt x="540370" y="1510432"/>
                    </a:lnTo>
                    <a:lnTo>
                      <a:pt x="502996" y="1590856"/>
                    </a:lnTo>
                    <a:lnTo>
                      <a:pt x="495451" y="1599501"/>
                    </a:lnTo>
                    <a:lnTo>
                      <a:pt x="490331" y="1610366"/>
                    </a:lnTo>
                    <a:lnTo>
                      <a:pt x="471208" y="1603147"/>
                    </a:lnTo>
                    <a:lnTo>
                      <a:pt x="454703" y="1618214"/>
                    </a:lnTo>
                    <a:lnTo>
                      <a:pt x="454703" y="874530"/>
                    </a:lnTo>
                    <a:lnTo>
                      <a:pt x="910426" y="87453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0" name="ph329">
                <a:extLst>
                  <a:ext uri="{FF2B5EF4-FFF2-40B4-BE49-F238E27FC236}">
                    <a16:creationId xmlns:a16="http://schemas.microsoft.com/office/drawing/2014/main" id="{EEA9FA63-FCCD-E4DC-1293-04C79BAAF8D2}"/>
                  </a:ext>
                </a:extLst>
              </p:cNvPr>
              <p:cNvSpPr/>
              <p:nvPr/>
            </p:nvSpPr>
            <p:spPr>
              <a:xfrm>
                <a:off x="3940873" y="6529555"/>
                <a:ext cx="915718" cy="956749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49">
                    <a:moveTo>
                      <a:pt x="914400" y="914400"/>
                    </a:moveTo>
                    <a:lnTo>
                      <a:pt x="915718" y="948637"/>
                    </a:lnTo>
                    <a:lnTo>
                      <a:pt x="909997" y="956749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1" name="ph330">
                <a:extLst>
                  <a:ext uri="{FF2B5EF4-FFF2-40B4-BE49-F238E27FC236}">
                    <a16:creationId xmlns:a16="http://schemas.microsoft.com/office/drawing/2014/main" id="{DF6544B6-33C9-C62F-50F7-98AB29B890CA}"/>
                  </a:ext>
                </a:extLst>
              </p:cNvPr>
              <p:cNvSpPr/>
              <p:nvPr/>
            </p:nvSpPr>
            <p:spPr>
              <a:xfrm>
                <a:off x="3964961" y="6598121"/>
                <a:ext cx="1097293" cy="1094938"/>
              </a:xfrm>
              <a:custGeom>
                <a:avLst/>
                <a:gdLst/>
                <a:ahLst/>
                <a:cxnLst/>
                <a:rect l="0" t="0" r="0" b="0"/>
                <a:pathLst>
                  <a:path w="1097293" h="1094938">
                    <a:moveTo>
                      <a:pt x="914400" y="914400"/>
                    </a:moveTo>
                    <a:lnTo>
                      <a:pt x="919830" y="928531"/>
                    </a:lnTo>
                    <a:lnTo>
                      <a:pt x="928092" y="943782"/>
                    </a:lnTo>
                    <a:lnTo>
                      <a:pt x="957495" y="932917"/>
                    </a:lnTo>
                    <a:lnTo>
                      <a:pt x="1031195" y="978038"/>
                    </a:lnTo>
                    <a:lnTo>
                      <a:pt x="1075765" y="956073"/>
                    </a:lnTo>
                    <a:lnTo>
                      <a:pt x="1087169" y="954792"/>
                    </a:lnTo>
                    <a:lnTo>
                      <a:pt x="1097293" y="991250"/>
                    </a:lnTo>
                    <a:lnTo>
                      <a:pt x="1086219" y="1027978"/>
                    </a:lnTo>
                    <a:lnTo>
                      <a:pt x="1046925" y="1067162"/>
                    </a:lnTo>
                    <a:lnTo>
                      <a:pt x="1055633" y="1091310"/>
                    </a:lnTo>
                    <a:lnTo>
                      <a:pt x="1064125" y="1094938"/>
                    </a:lnTo>
                    <a:lnTo>
                      <a:pt x="885908" y="1094938"/>
                    </a:lnTo>
                    <a:lnTo>
                      <a:pt x="885908" y="9174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2" name="ph331">
                <a:extLst>
                  <a:ext uri="{FF2B5EF4-FFF2-40B4-BE49-F238E27FC236}">
                    <a16:creationId xmlns:a16="http://schemas.microsoft.com/office/drawing/2014/main" id="{A046C818-7979-F4D4-20D8-F246129D33E3}"/>
                  </a:ext>
                </a:extLst>
              </p:cNvPr>
              <p:cNvSpPr/>
              <p:nvPr/>
            </p:nvSpPr>
            <p:spPr>
              <a:xfrm>
                <a:off x="4155787" y="6775267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3" name="ph332">
                <a:extLst>
                  <a:ext uri="{FF2B5EF4-FFF2-40B4-BE49-F238E27FC236}">
                    <a16:creationId xmlns:a16="http://schemas.microsoft.com/office/drawing/2014/main" id="{D717452C-A23C-1E96-0D03-CE8651C2F88F}"/>
                  </a:ext>
                </a:extLst>
              </p:cNvPr>
              <p:cNvSpPr/>
              <p:nvPr/>
            </p:nvSpPr>
            <p:spPr>
              <a:xfrm>
                <a:off x="4274212" y="6736697"/>
                <a:ext cx="1336760" cy="956362"/>
              </a:xfrm>
              <a:custGeom>
                <a:avLst/>
                <a:gdLst/>
                <a:ahLst/>
                <a:cxnLst/>
                <a:rect l="0" t="0" r="0" b="0"/>
                <a:pathLst>
                  <a:path w="1336760" h="956362">
                    <a:moveTo>
                      <a:pt x="914400" y="914400"/>
                    </a:moveTo>
                    <a:lnTo>
                      <a:pt x="933406" y="902596"/>
                    </a:lnTo>
                    <a:lnTo>
                      <a:pt x="995974" y="894149"/>
                    </a:lnTo>
                    <a:lnTo>
                      <a:pt x="1007359" y="872870"/>
                    </a:lnTo>
                    <a:lnTo>
                      <a:pt x="1032708" y="851465"/>
                    </a:lnTo>
                    <a:lnTo>
                      <a:pt x="1049039" y="828092"/>
                    </a:lnTo>
                    <a:lnTo>
                      <a:pt x="1088139" y="783602"/>
                    </a:lnTo>
                    <a:lnTo>
                      <a:pt x="1128596" y="791616"/>
                    </a:lnTo>
                    <a:lnTo>
                      <a:pt x="1152219" y="800135"/>
                    </a:lnTo>
                    <a:lnTo>
                      <a:pt x="1178150" y="804430"/>
                    </a:lnTo>
                    <a:lnTo>
                      <a:pt x="1201754" y="851862"/>
                    </a:lnTo>
                    <a:lnTo>
                      <a:pt x="1261451" y="904292"/>
                    </a:lnTo>
                    <a:lnTo>
                      <a:pt x="1316300" y="899726"/>
                    </a:lnTo>
                    <a:lnTo>
                      <a:pt x="1335772" y="949323"/>
                    </a:lnTo>
                    <a:lnTo>
                      <a:pt x="1336760" y="956362"/>
                    </a:lnTo>
                    <a:lnTo>
                      <a:pt x="878112" y="9563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4" name="ph333">
                <a:extLst>
                  <a:ext uri="{FF2B5EF4-FFF2-40B4-BE49-F238E27FC236}">
                    <a16:creationId xmlns:a16="http://schemas.microsoft.com/office/drawing/2014/main" id="{D7F19B6F-FFDF-A2D8-EB7A-0217856D8938}"/>
                  </a:ext>
                </a:extLst>
              </p:cNvPr>
              <p:cNvSpPr/>
              <p:nvPr/>
            </p:nvSpPr>
            <p:spPr>
              <a:xfrm>
                <a:off x="4678091" y="6662067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2" y="906278"/>
                    </a:lnTo>
                    <a:lnTo>
                      <a:pt x="850920" y="938747"/>
                    </a:lnTo>
                    <a:lnTo>
                      <a:pt x="840951" y="940119"/>
                    </a:lnTo>
                    <a:lnTo>
                      <a:pt x="806331" y="910627"/>
                    </a:lnTo>
                    <a:lnTo>
                      <a:pt x="800784" y="896243"/>
                    </a:lnTo>
                    <a:lnTo>
                      <a:pt x="799640" y="884277"/>
                    </a:lnTo>
                    <a:lnTo>
                      <a:pt x="804586" y="842855"/>
                    </a:lnTo>
                    <a:lnTo>
                      <a:pt x="803674" y="829824"/>
                    </a:lnTo>
                    <a:lnTo>
                      <a:pt x="814555" y="815584"/>
                    </a:lnTo>
                    <a:lnTo>
                      <a:pt x="816242" y="795009"/>
                    </a:lnTo>
                    <a:lnTo>
                      <a:pt x="835482" y="773315"/>
                    </a:lnTo>
                    <a:lnTo>
                      <a:pt x="852549" y="772503"/>
                    </a:lnTo>
                    <a:lnTo>
                      <a:pt x="857980" y="790876"/>
                    </a:lnTo>
                    <a:lnTo>
                      <a:pt x="866145" y="803528"/>
                    </a:lnTo>
                    <a:lnTo>
                      <a:pt x="894908" y="817714"/>
                    </a:lnTo>
                    <a:lnTo>
                      <a:pt x="899194" y="824157"/>
                    </a:lnTo>
                    <a:lnTo>
                      <a:pt x="901793" y="833073"/>
                    </a:lnTo>
                    <a:lnTo>
                      <a:pt x="888410" y="850544"/>
                    </a:lnTo>
                    <a:lnTo>
                      <a:pt x="883872" y="859496"/>
                    </a:lnTo>
                    <a:lnTo>
                      <a:pt x="888119" y="873845"/>
                    </a:lnTo>
                    <a:lnTo>
                      <a:pt x="909434" y="889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5" name="ph334">
                <a:extLst>
                  <a:ext uri="{FF2B5EF4-FFF2-40B4-BE49-F238E27FC236}">
                    <a16:creationId xmlns:a16="http://schemas.microsoft.com/office/drawing/2014/main" id="{84C107BA-1837-8559-3A7F-52060270D5F0}"/>
                  </a:ext>
                </a:extLst>
              </p:cNvPr>
              <p:cNvSpPr/>
              <p:nvPr/>
            </p:nvSpPr>
            <p:spPr>
              <a:xfrm>
                <a:off x="4705554" y="6765250"/>
                <a:ext cx="961514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4" h="927810">
                    <a:moveTo>
                      <a:pt x="914399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7" y="880775"/>
                    </a:lnTo>
                    <a:lnTo>
                      <a:pt x="947448" y="915031"/>
                    </a:lnTo>
                    <a:lnTo>
                      <a:pt x="961514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6" name="ph335">
                <a:extLst>
                  <a:ext uri="{FF2B5EF4-FFF2-40B4-BE49-F238E27FC236}">
                    <a16:creationId xmlns:a16="http://schemas.microsoft.com/office/drawing/2014/main" id="{AF9E6E83-649C-30BD-8B75-0AA82260EE7A}"/>
                  </a:ext>
                </a:extLst>
              </p:cNvPr>
              <p:cNvSpPr/>
              <p:nvPr/>
            </p:nvSpPr>
            <p:spPr>
              <a:xfrm>
                <a:off x="4160752" y="6624887"/>
                <a:ext cx="94488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8" h="914400">
                    <a:moveTo>
                      <a:pt x="914400" y="914400"/>
                    </a:moveTo>
                    <a:lnTo>
                      <a:pt x="902763" y="899618"/>
                    </a:lnTo>
                    <a:lnTo>
                      <a:pt x="891048" y="895864"/>
                    </a:lnTo>
                    <a:lnTo>
                      <a:pt x="897351" y="877635"/>
                    </a:lnTo>
                    <a:lnTo>
                      <a:pt x="905594" y="871011"/>
                    </a:lnTo>
                    <a:lnTo>
                      <a:pt x="935113" y="882887"/>
                    </a:lnTo>
                    <a:lnTo>
                      <a:pt x="944384" y="906133"/>
                    </a:lnTo>
                    <a:lnTo>
                      <a:pt x="944888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7" name="ph336">
                <a:extLst>
                  <a:ext uri="{FF2B5EF4-FFF2-40B4-BE49-F238E27FC236}">
                    <a16:creationId xmlns:a16="http://schemas.microsoft.com/office/drawing/2014/main" id="{B31E4F4F-D802-9B23-750F-E64D3E0A4652}"/>
                  </a:ext>
                </a:extLst>
              </p:cNvPr>
              <p:cNvSpPr/>
              <p:nvPr/>
            </p:nvSpPr>
            <p:spPr>
              <a:xfrm>
                <a:off x="5922503" y="4431098"/>
                <a:ext cx="914400" cy="1013954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4">
                    <a:moveTo>
                      <a:pt x="914400" y="914400"/>
                    </a:moveTo>
                    <a:lnTo>
                      <a:pt x="914400" y="1010220"/>
                    </a:lnTo>
                    <a:lnTo>
                      <a:pt x="874640" y="1013954"/>
                    </a:lnTo>
                    <a:lnTo>
                      <a:pt x="863953" y="1007583"/>
                    </a:lnTo>
                    <a:lnTo>
                      <a:pt x="849310" y="958040"/>
                    </a:lnTo>
                    <a:lnTo>
                      <a:pt x="852220" y="945244"/>
                    </a:lnTo>
                    <a:lnTo>
                      <a:pt x="862072" y="939793"/>
                    </a:lnTo>
                    <a:lnTo>
                      <a:pt x="870509" y="938620"/>
                    </a:lnTo>
                    <a:lnTo>
                      <a:pt x="871750" y="965295"/>
                    </a:lnTo>
                    <a:lnTo>
                      <a:pt x="884144" y="962642"/>
                    </a:lnTo>
                    <a:lnTo>
                      <a:pt x="888022" y="945063"/>
                    </a:lnTo>
                    <a:lnTo>
                      <a:pt x="888895" y="932682"/>
                    </a:lnTo>
                    <a:lnTo>
                      <a:pt x="885540" y="926437"/>
                    </a:lnTo>
                    <a:lnTo>
                      <a:pt x="877123" y="921600"/>
                    </a:lnTo>
                    <a:lnTo>
                      <a:pt x="872254" y="913298"/>
                    </a:lnTo>
                    <a:lnTo>
                      <a:pt x="879256" y="899942"/>
                    </a:lnTo>
                    <a:lnTo>
                      <a:pt x="892212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8" name="ph337">
                <a:extLst>
                  <a:ext uri="{FF2B5EF4-FFF2-40B4-BE49-F238E27FC236}">
                    <a16:creationId xmlns:a16="http://schemas.microsoft.com/office/drawing/2014/main" id="{868DE8D1-276C-A847-8748-65A7082F792C}"/>
                  </a:ext>
                </a:extLst>
              </p:cNvPr>
              <p:cNvSpPr/>
              <p:nvPr/>
            </p:nvSpPr>
            <p:spPr>
              <a:xfrm>
                <a:off x="5856464" y="4499970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7" y="912324"/>
                    </a:lnTo>
                    <a:lnTo>
                      <a:pt x="900959" y="915158"/>
                    </a:lnTo>
                    <a:lnTo>
                      <a:pt x="897002" y="925373"/>
                    </a:lnTo>
                    <a:lnTo>
                      <a:pt x="888391" y="921709"/>
                    </a:lnTo>
                    <a:lnTo>
                      <a:pt x="884919" y="907072"/>
                    </a:lnTo>
                    <a:lnTo>
                      <a:pt x="891339" y="885161"/>
                    </a:lnTo>
                    <a:lnTo>
                      <a:pt x="906719" y="884331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79" name="ph338">
                <a:extLst>
                  <a:ext uri="{FF2B5EF4-FFF2-40B4-BE49-F238E27FC236}">
                    <a16:creationId xmlns:a16="http://schemas.microsoft.com/office/drawing/2014/main" id="{74A706F6-C180-B191-D79E-AE098218826D}"/>
                  </a:ext>
                </a:extLst>
              </p:cNvPr>
              <p:cNvSpPr/>
              <p:nvPr/>
            </p:nvSpPr>
            <p:spPr>
              <a:xfrm>
                <a:off x="4447117" y="6155844"/>
                <a:ext cx="921789" cy="1251635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35">
                    <a:moveTo>
                      <a:pt x="914400" y="914400"/>
                    </a:moveTo>
                    <a:lnTo>
                      <a:pt x="909240" y="925174"/>
                    </a:lnTo>
                    <a:lnTo>
                      <a:pt x="901657" y="932267"/>
                    </a:lnTo>
                    <a:lnTo>
                      <a:pt x="881816" y="939794"/>
                    </a:lnTo>
                    <a:lnTo>
                      <a:pt x="864632" y="950298"/>
                    </a:lnTo>
                    <a:lnTo>
                      <a:pt x="849310" y="968761"/>
                    </a:lnTo>
                    <a:lnTo>
                      <a:pt x="843666" y="995148"/>
                    </a:lnTo>
                    <a:lnTo>
                      <a:pt x="855652" y="1014460"/>
                    </a:lnTo>
                    <a:lnTo>
                      <a:pt x="877452" y="1025037"/>
                    </a:lnTo>
                    <a:lnTo>
                      <a:pt x="882999" y="1061801"/>
                    </a:lnTo>
                    <a:lnTo>
                      <a:pt x="865001" y="1079940"/>
                    </a:lnTo>
                    <a:lnTo>
                      <a:pt x="818822" y="1098043"/>
                    </a:lnTo>
                    <a:lnTo>
                      <a:pt x="813973" y="1141738"/>
                    </a:lnTo>
                    <a:lnTo>
                      <a:pt x="815466" y="1176174"/>
                    </a:lnTo>
                    <a:lnTo>
                      <a:pt x="814632" y="1201208"/>
                    </a:lnTo>
                    <a:lnTo>
                      <a:pt x="810967" y="1235842"/>
                    </a:lnTo>
                    <a:lnTo>
                      <a:pt x="773612" y="1251635"/>
                    </a:lnTo>
                    <a:lnTo>
                      <a:pt x="749504" y="1198879"/>
                    </a:lnTo>
                    <a:lnTo>
                      <a:pt x="749291" y="1177763"/>
                    </a:lnTo>
                    <a:lnTo>
                      <a:pt x="742096" y="1153108"/>
                    </a:lnTo>
                    <a:lnTo>
                      <a:pt x="740738" y="1132100"/>
                    </a:lnTo>
                    <a:lnTo>
                      <a:pt x="732204" y="1098494"/>
                    </a:lnTo>
                    <a:lnTo>
                      <a:pt x="696867" y="1089397"/>
                    </a:lnTo>
                    <a:lnTo>
                      <a:pt x="683155" y="1088206"/>
                    </a:lnTo>
                    <a:lnTo>
                      <a:pt x="663973" y="1094451"/>
                    </a:lnTo>
                    <a:lnTo>
                      <a:pt x="659221" y="1092014"/>
                    </a:lnTo>
                    <a:lnTo>
                      <a:pt x="636258" y="1046117"/>
                    </a:lnTo>
                    <a:lnTo>
                      <a:pt x="640040" y="995473"/>
                    </a:lnTo>
                    <a:lnTo>
                      <a:pt x="627782" y="969917"/>
                    </a:lnTo>
                    <a:lnTo>
                      <a:pt x="626095" y="958347"/>
                    </a:lnTo>
                    <a:lnTo>
                      <a:pt x="626386" y="945533"/>
                    </a:lnTo>
                    <a:lnTo>
                      <a:pt x="616320" y="934975"/>
                    </a:lnTo>
                    <a:lnTo>
                      <a:pt x="604101" y="929380"/>
                    </a:lnTo>
                    <a:lnTo>
                      <a:pt x="598166" y="900881"/>
                    </a:lnTo>
                    <a:lnTo>
                      <a:pt x="612208" y="893969"/>
                    </a:lnTo>
                    <a:lnTo>
                      <a:pt x="646925" y="897308"/>
                    </a:lnTo>
                    <a:lnTo>
                      <a:pt x="657069" y="895358"/>
                    </a:lnTo>
                    <a:lnTo>
                      <a:pt x="666359" y="889420"/>
                    </a:lnTo>
                    <a:lnTo>
                      <a:pt x="694442" y="842567"/>
                    </a:lnTo>
                    <a:lnTo>
                      <a:pt x="693628" y="832243"/>
                    </a:lnTo>
                    <a:lnTo>
                      <a:pt x="696634" y="818851"/>
                    </a:lnTo>
                    <a:lnTo>
                      <a:pt x="727026" y="813888"/>
                    </a:lnTo>
                    <a:lnTo>
                      <a:pt x="740563" y="831990"/>
                    </a:lnTo>
                    <a:lnTo>
                      <a:pt x="737848" y="860976"/>
                    </a:lnTo>
                    <a:lnTo>
                      <a:pt x="739574" y="898120"/>
                    </a:lnTo>
                    <a:lnTo>
                      <a:pt x="757980" y="908227"/>
                    </a:lnTo>
                    <a:lnTo>
                      <a:pt x="765156" y="909707"/>
                    </a:lnTo>
                    <a:lnTo>
                      <a:pt x="772817" y="882273"/>
                    </a:lnTo>
                    <a:lnTo>
                      <a:pt x="778189" y="868935"/>
                    </a:lnTo>
                    <a:lnTo>
                      <a:pt x="785482" y="861499"/>
                    </a:lnTo>
                    <a:lnTo>
                      <a:pt x="787964" y="836430"/>
                    </a:lnTo>
                    <a:lnTo>
                      <a:pt x="783639" y="821125"/>
                    </a:lnTo>
                    <a:lnTo>
                      <a:pt x="774427" y="809718"/>
                    </a:lnTo>
                    <a:lnTo>
                      <a:pt x="808833" y="778675"/>
                    </a:lnTo>
                    <a:lnTo>
                      <a:pt x="844442" y="754093"/>
                    </a:lnTo>
                    <a:lnTo>
                      <a:pt x="865156" y="752812"/>
                    </a:lnTo>
                    <a:lnTo>
                      <a:pt x="886005" y="758822"/>
                    </a:lnTo>
                    <a:lnTo>
                      <a:pt x="905381" y="767124"/>
                    </a:lnTo>
                    <a:lnTo>
                      <a:pt x="915893" y="774271"/>
                    </a:lnTo>
                    <a:lnTo>
                      <a:pt x="921789" y="785750"/>
                    </a:lnTo>
                    <a:lnTo>
                      <a:pt x="908794" y="813112"/>
                    </a:lnTo>
                    <a:lnTo>
                      <a:pt x="905187" y="828092"/>
                    </a:lnTo>
                    <a:lnTo>
                      <a:pt x="913915" y="8774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0" name="ph339">
                <a:extLst>
                  <a:ext uri="{FF2B5EF4-FFF2-40B4-BE49-F238E27FC236}">
                    <a16:creationId xmlns:a16="http://schemas.microsoft.com/office/drawing/2014/main" id="{5737A598-34A4-465C-1541-25E20D6FA48F}"/>
                  </a:ext>
                </a:extLst>
              </p:cNvPr>
              <p:cNvSpPr/>
              <p:nvPr/>
            </p:nvSpPr>
            <p:spPr>
              <a:xfrm>
                <a:off x="3987925" y="5441685"/>
                <a:ext cx="1046886" cy="1566147"/>
              </a:xfrm>
              <a:custGeom>
                <a:avLst/>
                <a:gdLst/>
                <a:ahLst/>
                <a:cxnLst/>
                <a:rect l="0" t="0" r="0" b="0"/>
                <a:pathLst>
                  <a:path w="1046886" h="1566147">
                    <a:moveTo>
                      <a:pt x="914400" y="914400"/>
                    </a:moveTo>
                    <a:lnTo>
                      <a:pt x="968860" y="870650"/>
                    </a:lnTo>
                    <a:lnTo>
                      <a:pt x="984085" y="870091"/>
                    </a:lnTo>
                    <a:lnTo>
                      <a:pt x="958465" y="902704"/>
                    </a:lnTo>
                    <a:lnTo>
                      <a:pt x="954353" y="915320"/>
                    </a:lnTo>
                    <a:lnTo>
                      <a:pt x="951250" y="934668"/>
                    </a:lnTo>
                    <a:lnTo>
                      <a:pt x="969617" y="976685"/>
                    </a:lnTo>
                    <a:lnTo>
                      <a:pt x="965738" y="1002259"/>
                    </a:lnTo>
                    <a:lnTo>
                      <a:pt x="967037" y="1052578"/>
                    </a:lnTo>
                    <a:lnTo>
                      <a:pt x="949718" y="1078803"/>
                    </a:lnTo>
                    <a:lnTo>
                      <a:pt x="930168" y="1134591"/>
                    </a:lnTo>
                    <a:lnTo>
                      <a:pt x="921750" y="1142803"/>
                    </a:lnTo>
                    <a:lnTo>
                      <a:pt x="919946" y="1207922"/>
                    </a:lnTo>
                    <a:lnTo>
                      <a:pt x="921867" y="1223461"/>
                    </a:lnTo>
                    <a:lnTo>
                      <a:pt x="919093" y="1282750"/>
                    </a:lnTo>
                    <a:lnTo>
                      <a:pt x="939128" y="1307026"/>
                    </a:lnTo>
                    <a:lnTo>
                      <a:pt x="960307" y="1319714"/>
                    </a:lnTo>
                    <a:lnTo>
                      <a:pt x="1030943" y="1319262"/>
                    </a:lnTo>
                    <a:lnTo>
                      <a:pt x="1038274" y="1329929"/>
                    </a:lnTo>
                    <a:lnTo>
                      <a:pt x="1046886" y="1348266"/>
                    </a:lnTo>
                    <a:lnTo>
                      <a:pt x="1040582" y="1379400"/>
                    </a:lnTo>
                    <a:lnTo>
                      <a:pt x="1033038" y="1402881"/>
                    </a:lnTo>
                    <a:lnTo>
                      <a:pt x="1012576" y="1422662"/>
                    </a:lnTo>
                    <a:lnTo>
                      <a:pt x="986316" y="1437408"/>
                    </a:lnTo>
                    <a:lnTo>
                      <a:pt x="969985" y="1438057"/>
                    </a:lnTo>
                    <a:lnTo>
                      <a:pt x="947739" y="1410028"/>
                    </a:lnTo>
                    <a:lnTo>
                      <a:pt x="937169" y="1419125"/>
                    </a:lnTo>
                    <a:lnTo>
                      <a:pt x="926250" y="1433419"/>
                    </a:lnTo>
                    <a:lnTo>
                      <a:pt x="907960" y="1510125"/>
                    </a:lnTo>
                    <a:lnTo>
                      <a:pt x="899291" y="1561942"/>
                    </a:lnTo>
                    <a:lnTo>
                      <a:pt x="894597" y="1566147"/>
                    </a:lnTo>
                    <a:lnTo>
                      <a:pt x="884260" y="1558513"/>
                    </a:lnTo>
                    <a:lnTo>
                      <a:pt x="866397" y="1557917"/>
                    </a:lnTo>
                    <a:lnTo>
                      <a:pt x="862945" y="1559797"/>
                    </a:lnTo>
                    <a:lnTo>
                      <a:pt x="862945" y="9260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1" name="ph340">
                <a:extLst>
                  <a:ext uri="{FF2B5EF4-FFF2-40B4-BE49-F238E27FC236}">
                    <a16:creationId xmlns:a16="http://schemas.microsoft.com/office/drawing/2014/main" id="{306CFA03-426B-9EDF-910E-8F59367F9124}"/>
                  </a:ext>
                </a:extLst>
              </p:cNvPr>
              <p:cNvSpPr/>
              <p:nvPr/>
            </p:nvSpPr>
            <p:spPr>
              <a:xfrm>
                <a:off x="3941164" y="6127580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2" name="ph341">
                <a:extLst>
                  <a:ext uri="{FF2B5EF4-FFF2-40B4-BE49-F238E27FC236}">
                    <a16:creationId xmlns:a16="http://schemas.microsoft.com/office/drawing/2014/main" id="{64A26A88-7AC1-7AA0-7BE8-8925A3F8688F}"/>
                  </a:ext>
                </a:extLst>
              </p:cNvPr>
              <p:cNvSpPr/>
              <p:nvPr/>
            </p:nvSpPr>
            <p:spPr>
              <a:xfrm>
                <a:off x="4072874" y="6202914"/>
                <a:ext cx="940699" cy="1102482"/>
              </a:xfrm>
              <a:custGeom>
                <a:avLst/>
                <a:gdLst/>
                <a:ahLst/>
                <a:cxnLst/>
                <a:rect l="0" t="0" r="0" b="0"/>
                <a:pathLst>
                  <a:path w="940699" h="1102482">
                    <a:moveTo>
                      <a:pt x="914400" y="914399"/>
                    </a:moveTo>
                    <a:lnTo>
                      <a:pt x="924582" y="955532"/>
                    </a:lnTo>
                    <a:lnTo>
                      <a:pt x="940699" y="1001537"/>
                    </a:lnTo>
                    <a:lnTo>
                      <a:pt x="933969" y="1020795"/>
                    </a:lnTo>
                    <a:lnTo>
                      <a:pt x="938546" y="1045467"/>
                    </a:lnTo>
                    <a:lnTo>
                      <a:pt x="933950" y="1071204"/>
                    </a:lnTo>
                    <a:lnTo>
                      <a:pt x="901890" y="1101129"/>
                    </a:lnTo>
                    <a:lnTo>
                      <a:pt x="865932" y="1102482"/>
                    </a:lnTo>
                    <a:lnTo>
                      <a:pt x="828558" y="1088026"/>
                    </a:lnTo>
                    <a:lnTo>
                      <a:pt x="777995" y="1061371"/>
                    </a:lnTo>
                    <a:lnTo>
                      <a:pt x="777995" y="922097"/>
                    </a:lnTo>
                    <a:lnTo>
                      <a:pt x="834822" y="894727"/>
                    </a:lnTo>
                    <a:lnTo>
                      <a:pt x="848224" y="899112"/>
                    </a:lnTo>
                    <a:lnTo>
                      <a:pt x="862208" y="913389"/>
                    </a:lnTo>
                    <a:lnTo>
                      <a:pt x="878306" y="914237"/>
                    </a:lnTo>
                    <a:lnTo>
                      <a:pt x="901676" y="893987"/>
                    </a:lnTo>
                    <a:lnTo>
                      <a:pt x="906118" y="8951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3" name="ph342">
                <a:extLst>
                  <a:ext uri="{FF2B5EF4-FFF2-40B4-BE49-F238E27FC236}">
                    <a16:creationId xmlns:a16="http://schemas.microsoft.com/office/drawing/2014/main" id="{768C2266-98E5-2550-45B2-54BC2269FD47}"/>
                  </a:ext>
                </a:extLst>
              </p:cNvPr>
              <p:cNvSpPr/>
              <p:nvPr/>
            </p:nvSpPr>
            <p:spPr>
              <a:xfrm>
                <a:off x="4241997" y="6472017"/>
                <a:ext cx="959590" cy="988597"/>
              </a:xfrm>
              <a:custGeom>
                <a:avLst/>
                <a:gdLst/>
                <a:ahLst/>
                <a:cxnLst/>
                <a:rect l="0" t="0" r="0" b="0"/>
                <a:pathLst>
                  <a:path w="959590" h="988597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3" y="922593"/>
                    </a:lnTo>
                    <a:lnTo>
                      <a:pt x="958212" y="937285"/>
                    </a:lnTo>
                    <a:lnTo>
                      <a:pt x="959590" y="969898"/>
                    </a:lnTo>
                    <a:lnTo>
                      <a:pt x="942600" y="979410"/>
                    </a:lnTo>
                    <a:lnTo>
                      <a:pt x="923845" y="976179"/>
                    </a:lnTo>
                    <a:lnTo>
                      <a:pt x="898321" y="988597"/>
                    </a:lnTo>
                    <a:lnTo>
                      <a:pt x="814535" y="935282"/>
                    </a:lnTo>
                    <a:lnTo>
                      <a:pt x="815757" y="890828"/>
                    </a:lnTo>
                    <a:lnTo>
                      <a:pt x="819113" y="873375"/>
                    </a:lnTo>
                    <a:lnTo>
                      <a:pt x="858814" y="869224"/>
                    </a:lnTo>
                    <a:lnTo>
                      <a:pt x="879256" y="8914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4" name="ph343">
                <a:extLst>
                  <a:ext uri="{FF2B5EF4-FFF2-40B4-BE49-F238E27FC236}">
                    <a16:creationId xmlns:a16="http://schemas.microsoft.com/office/drawing/2014/main" id="{51D53A03-1CAB-668A-919F-600FBD0968FD}"/>
                  </a:ext>
                </a:extLst>
              </p:cNvPr>
              <p:cNvSpPr/>
              <p:nvPr/>
            </p:nvSpPr>
            <p:spPr>
              <a:xfrm>
                <a:off x="4073456" y="6503259"/>
                <a:ext cx="9663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0" h="914400">
                    <a:moveTo>
                      <a:pt x="914400" y="914400"/>
                    </a:moveTo>
                    <a:lnTo>
                      <a:pt x="902433" y="884457"/>
                    </a:lnTo>
                    <a:lnTo>
                      <a:pt x="900881" y="875090"/>
                    </a:lnTo>
                    <a:lnTo>
                      <a:pt x="914943" y="855923"/>
                    </a:lnTo>
                    <a:lnTo>
                      <a:pt x="924039" y="834210"/>
                    </a:lnTo>
                    <a:lnTo>
                      <a:pt x="947565" y="800875"/>
                    </a:lnTo>
                    <a:lnTo>
                      <a:pt x="961122" y="761818"/>
                    </a:lnTo>
                    <a:lnTo>
                      <a:pt x="966300" y="762432"/>
                    </a:lnTo>
                    <a:lnTo>
                      <a:pt x="960288" y="797211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5" name="ph344">
                <a:extLst>
                  <a:ext uri="{FF2B5EF4-FFF2-40B4-BE49-F238E27FC236}">
                    <a16:creationId xmlns:a16="http://schemas.microsoft.com/office/drawing/2014/main" id="{ACED856C-6E6F-A873-014F-BCE07392F919}"/>
                  </a:ext>
                </a:extLst>
              </p:cNvPr>
              <p:cNvSpPr/>
              <p:nvPr/>
            </p:nvSpPr>
            <p:spPr>
              <a:xfrm>
                <a:off x="4435170" y="6427184"/>
                <a:ext cx="921983" cy="935985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5">
                    <a:moveTo>
                      <a:pt x="914400" y="914400"/>
                    </a:moveTo>
                    <a:lnTo>
                      <a:pt x="883911" y="910357"/>
                    </a:lnTo>
                    <a:lnTo>
                      <a:pt x="849543" y="935985"/>
                    </a:lnTo>
                    <a:lnTo>
                      <a:pt x="836510" y="927882"/>
                    </a:lnTo>
                    <a:lnTo>
                      <a:pt x="841436" y="911512"/>
                    </a:lnTo>
                    <a:lnTo>
                      <a:pt x="845024" y="905556"/>
                    </a:lnTo>
                    <a:lnTo>
                      <a:pt x="856583" y="898607"/>
                    </a:lnTo>
                    <a:lnTo>
                      <a:pt x="864303" y="888446"/>
                    </a:lnTo>
                    <a:lnTo>
                      <a:pt x="867328" y="872545"/>
                    </a:lnTo>
                    <a:lnTo>
                      <a:pt x="874485" y="881118"/>
                    </a:lnTo>
                    <a:lnTo>
                      <a:pt x="895761" y="884710"/>
                    </a:lnTo>
                    <a:lnTo>
                      <a:pt x="906157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6" name="ph345">
                <a:extLst>
                  <a:ext uri="{FF2B5EF4-FFF2-40B4-BE49-F238E27FC236}">
                    <a16:creationId xmlns:a16="http://schemas.microsoft.com/office/drawing/2014/main" id="{9EE926F3-C567-F667-53B4-FEA2C49B7C6A}"/>
                  </a:ext>
                </a:extLst>
              </p:cNvPr>
              <p:cNvSpPr/>
              <p:nvPr/>
            </p:nvSpPr>
            <p:spPr>
              <a:xfrm>
                <a:off x="4447195" y="6204250"/>
                <a:ext cx="93309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6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80"/>
                    </a:lnTo>
                    <a:lnTo>
                      <a:pt x="919888" y="867744"/>
                    </a:lnTo>
                    <a:lnTo>
                      <a:pt x="924019" y="868069"/>
                    </a:lnTo>
                    <a:lnTo>
                      <a:pt x="929663" y="880107"/>
                    </a:lnTo>
                    <a:lnTo>
                      <a:pt x="933096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7" name="ph346">
                <a:extLst>
                  <a:ext uri="{FF2B5EF4-FFF2-40B4-BE49-F238E27FC236}">
                    <a16:creationId xmlns:a16="http://schemas.microsoft.com/office/drawing/2014/main" id="{81295E63-24FC-DC46-7A85-BA5DC1660C41}"/>
                  </a:ext>
                </a:extLst>
              </p:cNvPr>
              <p:cNvSpPr/>
              <p:nvPr/>
            </p:nvSpPr>
            <p:spPr>
              <a:xfrm>
                <a:off x="4019344" y="6469219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9" y="876028"/>
                    </a:lnTo>
                    <a:lnTo>
                      <a:pt x="871227" y="867979"/>
                    </a:lnTo>
                    <a:lnTo>
                      <a:pt x="884260" y="873123"/>
                    </a:lnTo>
                    <a:lnTo>
                      <a:pt x="900435" y="888969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8" name="ph347">
                <a:extLst>
                  <a:ext uri="{FF2B5EF4-FFF2-40B4-BE49-F238E27FC236}">
                    <a16:creationId xmlns:a16="http://schemas.microsoft.com/office/drawing/2014/main" id="{4B5BB81C-9C31-8FC0-D903-DE26F88E4C4E}"/>
                  </a:ext>
                </a:extLst>
              </p:cNvPr>
              <p:cNvSpPr/>
              <p:nvPr/>
            </p:nvSpPr>
            <p:spPr>
              <a:xfrm>
                <a:off x="3936470" y="6454052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3"/>
                    </a:lnTo>
                    <a:lnTo>
                      <a:pt x="925862" y="903415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89" name="ph348">
                <a:extLst>
                  <a:ext uri="{FF2B5EF4-FFF2-40B4-BE49-F238E27FC236}">
                    <a16:creationId xmlns:a16="http://schemas.microsoft.com/office/drawing/2014/main" id="{11B605EB-651C-2EC8-BE77-71D32C0DDF3C}"/>
                  </a:ext>
                </a:extLst>
              </p:cNvPr>
              <p:cNvSpPr/>
              <p:nvPr/>
            </p:nvSpPr>
            <p:spPr>
              <a:xfrm>
                <a:off x="4053712" y="6126226"/>
                <a:ext cx="92857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7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3"/>
                    </a:lnTo>
                    <a:lnTo>
                      <a:pt x="905265" y="862095"/>
                    </a:lnTo>
                    <a:lnTo>
                      <a:pt x="899659" y="842892"/>
                    </a:lnTo>
                    <a:lnTo>
                      <a:pt x="905827" y="830546"/>
                    </a:lnTo>
                    <a:lnTo>
                      <a:pt x="923534" y="859298"/>
                    </a:lnTo>
                    <a:lnTo>
                      <a:pt x="928577" y="872816"/>
                    </a:lnTo>
                    <a:lnTo>
                      <a:pt x="921750" y="888969"/>
                    </a:lnTo>
                    <a:lnTo>
                      <a:pt x="917774" y="90775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0" name="ph349">
                <a:extLst>
                  <a:ext uri="{FF2B5EF4-FFF2-40B4-BE49-F238E27FC236}">
                    <a16:creationId xmlns:a16="http://schemas.microsoft.com/office/drawing/2014/main" id="{7856D3B6-4066-A835-4152-38A61D973C2E}"/>
                  </a:ext>
                </a:extLst>
              </p:cNvPr>
              <p:cNvSpPr/>
              <p:nvPr/>
            </p:nvSpPr>
            <p:spPr>
              <a:xfrm>
                <a:off x="4137343" y="5585080"/>
                <a:ext cx="9467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89" h="914400">
                    <a:moveTo>
                      <a:pt x="914400" y="914400"/>
                    </a:moveTo>
                    <a:lnTo>
                      <a:pt x="887072" y="902145"/>
                    </a:lnTo>
                    <a:lnTo>
                      <a:pt x="899136" y="885017"/>
                    </a:lnTo>
                    <a:lnTo>
                      <a:pt x="929159" y="877129"/>
                    </a:lnTo>
                    <a:lnTo>
                      <a:pt x="946789" y="879728"/>
                    </a:lnTo>
                    <a:lnTo>
                      <a:pt x="927394" y="896730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1" name="ph350">
                <a:extLst>
                  <a:ext uri="{FF2B5EF4-FFF2-40B4-BE49-F238E27FC236}">
                    <a16:creationId xmlns:a16="http://schemas.microsoft.com/office/drawing/2014/main" id="{680ECC1C-44E7-AFFB-1CED-F5381385026D}"/>
                  </a:ext>
                </a:extLst>
              </p:cNvPr>
              <p:cNvSpPr/>
              <p:nvPr/>
            </p:nvSpPr>
            <p:spPr>
              <a:xfrm>
                <a:off x="4939572" y="6407205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399" y="914400"/>
                    </a:moveTo>
                    <a:lnTo>
                      <a:pt x="881583" y="904040"/>
                    </a:lnTo>
                    <a:lnTo>
                      <a:pt x="841591" y="878429"/>
                    </a:lnTo>
                    <a:lnTo>
                      <a:pt x="847448" y="828236"/>
                    </a:lnTo>
                    <a:lnTo>
                      <a:pt x="857708" y="806542"/>
                    </a:lnTo>
                    <a:lnTo>
                      <a:pt x="930652" y="862799"/>
                    </a:lnTo>
                    <a:lnTo>
                      <a:pt x="931545" y="884006"/>
                    </a:lnTo>
                    <a:lnTo>
                      <a:pt x="921731" y="90813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2" name="pt351">
                <a:extLst>
                  <a:ext uri="{FF2B5EF4-FFF2-40B4-BE49-F238E27FC236}">
                    <a16:creationId xmlns:a16="http://schemas.microsoft.com/office/drawing/2014/main" id="{B2358EBD-F13C-A535-CA22-1E0DF0589C08}"/>
                  </a:ext>
                </a:extLst>
              </p:cNvPr>
              <p:cNvSpPr/>
              <p:nvPr/>
            </p:nvSpPr>
            <p:spPr>
              <a:xfrm>
                <a:off x="5368493" y="6985549"/>
                <a:ext cx="117405" cy="117405"/>
              </a:xfrm>
              <a:prstGeom prst="ellipse">
                <a:avLst/>
              </a:prstGeom>
              <a:solidFill>
                <a:srgbClr val="4C137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3" name="pt352">
                <a:extLst>
                  <a:ext uri="{FF2B5EF4-FFF2-40B4-BE49-F238E27FC236}">
                    <a16:creationId xmlns:a16="http://schemas.microsoft.com/office/drawing/2014/main" id="{E98D135E-14B9-E6D2-6BBD-864B418440B8}"/>
                  </a:ext>
                </a:extLst>
              </p:cNvPr>
              <p:cNvSpPr/>
              <p:nvPr/>
            </p:nvSpPr>
            <p:spPr>
              <a:xfrm>
                <a:off x="6595224" y="5477611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4" name="pt353">
                <a:extLst>
                  <a:ext uri="{FF2B5EF4-FFF2-40B4-BE49-F238E27FC236}">
                    <a16:creationId xmlns:a16="http://schemas.microsoft.com/office/drawing/2014/main" id="{772D8595-7FCC-AB20-911E-F604AE51DB4C}"/>
                  </a:ext>
                </a:extLst>
              </p:cNvPr>
              <p:cNvSpPr/>
              <p:nvPr/>
            </p:nvSpPr>
            <p:spPr>
              <a:xfrm>
                <a:off x="5298886" y="6822312"/>
                <a:ext cx="117405" cy="117405"/>
              </a:xfrm>
              <a:prstGeom prst="ellipse">
                <a:avLst/>
              </a:prstGeom>
              <a:solidFill>
                <a:srgbClr val="FB976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5" name="pt354">
                <a:extLst>
                  <a:ext uri="{FF2B5EF4-FFF2-40B4-BE49-F238E27FC236}">
                    <a16:creationId xmlns:a16="http://schemas.microsoft.com/office/drawing/2014/main" id="{D8C5DEF1-57A7-189A-8C23-9EA1C279F926}"/>
                  </a:ext>
                </a:extLst>
              </p:cNvPr>
              <p:cNvSpPr/>
              <p:nvPr/>
            </p:nvSpPr>
            <p:spPr>
              <a:xfrm>
                <a:off x="6128892" y="6268510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6" name="pt355">
                <a:extLst>
                  <a:ext uri="{FF2B5EF4-FFF2-40B4-BE49-F238E27FC236}">
                    <a16:creationId xmlns:a16="http://schemas.microsoft.com/office/drawing/2014/main" id="{86377CD8-1594-4791-99BE-AB69C6D33E01}"/>
                  </a:ext>
                </a:extLst>
              </p:cNvPr>
              <p:cNvSpPr/>
              <p:nvPr/>
            </p:nvSpPr>
            <p:spPr>
              <a:xfrm>
                <a:off x="6053678" y="6653194"/>
                <a:ext cx="117405" cy="117405"/>
              </a:xfrm>
              <a:prstGeom prst="ellipse">
                <a:avLst/>
              </a:prstGeom>
              <a:solidFill>
                <a:srgbClr val="73207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7" name="pt356">
                <a:extLst>
                  <a:ext uri="{FF2B5EF4-FFF2-40B4-BE49-F238E27FC236}">
                    <a16:creationId xmlns:a16="http://schemas.microsoft.com/office/drawing/2014/main" id="{71922399-3A8A-22D0-5029-FF854955F4A4}"/>
                  </a:ext>
                </a:extLst>
              </p:cNvPr>
              <p:cNvSpPr/>
              <p:nvPr/>
            </p:nvSpPr>
            <p:spPr>
              <a:xfrm>
                <a:off x="5384574" y="7118361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8" name="pt357">
                <a:extLst>
                  <a:ext uri="{FF2B5EF4-FFF2-40B4-BE49-F238E27FC236}">
                    <a16:creationId xmlns:a16="http://schemas.microsoft.com/office/drawing/2014/main" id="{367AD28C-43DB-2F80-7815-453DBD192BC7}"/>
                  </a:ext>
                </a:extLst>
              </p:cNvPr>
              <p:cNvSpPr/>
              <p:nvPr/>
            </p:nvSpPr>
            <p:spPr>
              <a:xfrm>
                <a:off x="5013739" y="5831552"/>
                <a:ext cx="117405" cy="117405"/>
              </a:xfrm>
              <a:prstGeom prst="ellipse">
                <a:avLst/>
              </a:prstGeom>
              <a:solidFill>
                <a:srgbClr val="6E1E7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699" name="pt358">
                <a:extLst>
                  <a:ext uri="{FF2B5EF4-FFF2-40B4-BE49-F238E27FC236}">
                    <a16:creationId xmlns:a16="http://schemas.microsoft.com/office/drawing/2014/main" id="{730B6EE1-6D3D-8E9A-5058-901E9B6C0882}"/>
                  </a:ext>
                </a:extLst>
              </p:cNvPr>
              <p:cNvSpPr/>
              <p:nvPr/>
            </p:nvSpPr>
            <p:spPr>
              <a:xfrm>
                <a:off x="5103639" y="6136412"/>
                <a:ext cx="117405" cy="117405"/>
              </a:xfrm>
              <a:prstGeom prst="ellipse">
                <a:avLst/>
              </a:prstGeom>
              <a:solidFill>
                <a:srgbClr val="B2367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00" name="pg359">
                <a:extLst>
                  <a:ext uri="{FF2B5EF4-FFF2-40B4-BE49-F238E27FC236}">
                    <a16:creationId xmlns:a16="http://schemas.microsoft.com/office/drawing/2014/main" id="{90F357E6-335D-AD75-E3B6-627610B9D9B4}"/>
                  </a:ext>
                </a:extLst>
              </p:cNvPr>
              <p:cNvSpPr/>
              <p:nvPr/>
            </p:nvSpPr>
            <p:spPr>
              <a:xfrm>
                <a:off x="5483555" y="6913009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4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1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01" name="tx360">
                <a:extLst>
                  <a:ext uri="{FF2B5EF4-FFF2-40B4-BE49-F238E27FC236}">
                    <a16:creationId xmlns:a16="http://schemas.microsoft.com/office/drawing/2014/main" id="{60984BEF-26D1-AB18-648D-EAC22E49B996}"/>
                  </a:ext>
                </a:extLst>
              </p:cNvPr>
              <p:cNvSpPr/>
              <p:nvPr/>
            </p:nvSpPr>
            <p:spPr>
              <a:xfrm>
                <a:off x="5529275" y="6958729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1702" name="pg361">
                <a:extLst>
                  <a:ext uri="{FF2B5EF4-FFF2-40B4-BE49-F238E27FC236}">
                    <a16:creationId xmlns:a16="http://schemas.microsoft.com/office/drawing/2014/main" id="{4FC1EC11-3DE5-2753-9F6A-4A6B5118A925}"/>
                  </a:ext>
                </a:extLst>
              </p:cNvPr>
              <p:cNvSpPr/>
              <p:nvPr/>
            </p:nvSpPr>
            <p:spPr>
              <a:xfrm>
                <a:off x="6526554" y="5284450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1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2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03" name="tx362">
                <a:extLst>
                  <a:ext uri="{FF2B5EF4-FFF2-40B4-BE49-F238E27FC236}">
                    <a16:creationId xmlns:a16="http://schemas.microsoft.com/office/drawing/2014/main" id="{6F48314E-714B-A598-31BC-DB9C85AD9C98}"/>
                  </a:ext>
                </a:extLst>
              </p:cNvPr>
              <p:cNvSpPr/>
              <p:nvPr/>
            </p:nvSpPr>
            <p:spPr>
              <a:xfrm>
                <a:off x="6572274" y="5330170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1704" name="pg363">
                <a:extLst>
                  <a:ext uri="{FF2B5EF4-FFF2-40B4-BE49-F238E27FC236}">
                    <a16:creationId xmlns:a16="http://schemas.microsoft.com/office/drawing/2014/main" id="{68FB543C-4562-821E-EEAD-B6F79DA069C5}"/>
                  </a:ext>
                </a:extLst>
              </p:cNvPr>
              <p:cNvSpPr/>
              <p:nvPr/>
            </p:nvSpPr>
            <p:spPr>
              <a:xfrm>
                <a:off x="5033048" y="6629878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1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05" name="tx364">
                <a:extLst>
                  <a:ext uri="{FF2B5EF4-FFF2-40B4-BE49-F238E27FC236}">
                    <a16:creationId xmlns:a16="http://schemas.microsoft.com/office/drawing/2014/main" id="{C8A04CB8-13AF-0EDC-443F-F6CA4F4166DD}"/>
                  </a:ext>
                </a:extLst>
              </p:cNvPr>
              <p:cNvSpPr/>
              <p:nvPr/>
            </p:nvSpPr>
            <p:spPr>
              <a:xfrm>
                <a:off x="5078768" y="6675598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1706" name="pg365">
                <a:extLst>
                  <a:ext uri="{FF2B5EF4-FFF2-40B4-BE49-F238E27FC236}">
                    <a16:creationId xmlns:a16="http://schemas.microsoft.com/office/drawing/2014/main" id="{BAA07904-88FC-6FB0-A86A-025C65F1115B}"/>
                  </a:ext>
                </a:extLst>
              </p:cNvPr>
              <p:cNvSpPr/>
              <p:nvPr/>
            </p:nvSpPr>
            <p:spPr>
              <a:xfrm>
                <a:off x="6105419" y="6076218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2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1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07" name="tx366">
                <a:extLst>
                  <a:ext uri="{FF2B5EF4-FFF2-40B4-BE49-F238E27FC236}">
                    <a16:creationId xmlns:a16="http://schemas.microsoft.com/office/drawing/2014/main" id="{085986A6-505A-4B09-80B8-FD973B331CAB}"/>
                  </a:ext>
                </a:extLst>
              </p:cNvPr>
              <p:cNvSpPr/>
              <p:nvPr/>
            </p:nvSpPr>
            <p:spPr>
              <a:xfrm>
                <a:off x="6151139" y="6121938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1708" name="pg367">
                <a:extLst>
                  <a:ext uri="{FF2B5EF4-FFF2-40B4-BE49-F238E27FC236}">
                    <a16:creationId xmlns:a16="http://schemas.microsoft.com/office/drawing/2014/main" id="{1F5085BD-5B51-758D-E99C-1E49468694B3}"/>
                  </a:ext>
                </a:extLst>
              </p:cNvPr>
              <p:cNvSpPr/>
              <p:nvPr/>
            </p:nvSpPr>
            <p:spPr>
              <a:xfrm>
                <a:off x="6053769" y="6771681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2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09" name="tx368">
                <a:extLst>
                  <a:ext uri="{FF2B5EF4-FFF2-40B4-BE49-F238E27FC236}">
                    <a16:creationId xmlns:a16="http://schemas.microsoft.com/office/drawing/2014/main" id="{B32C1592-EF3B-CF57-EC10-48BC2E643E66}"/>
                  </a:ext>
                </a:extLst>
              </p:cNvPr>
              <p:cNvSpPr/>
              <p:nvPr/>
            </p:nvSpPr>
            <p:spPr>
              <a:xfrm>
                <a:off x="6099489" y="6817401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1710" name="pg369">
                <a:extLst>
                  <a:ext uri="{FF2B5EF4-FFF2-40B4-BE49-F238E27FC236}">
                    <a16:creationId xmlns:a16="http://schemas.microsoft.com/office/drawing/2014/main" id="{86A32FEC-B1DC-6859-F5F6-B26447C69FA0}"/>
                  </a:ext>
                </a:extLst>
              </p:cNvPr>
              <p:cNvSpPr/>
              <p:nvPr/>
            </p:nvSpPr>
            <p:spPr>
              <a:xfrm>
                <a:off x="5368835" y="7236522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2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11" name="tx370">
                <a:extLst>
                  <a:ext uri="{FF2B5EF4-FFF2-40B4-BE49-F238E27FC236}">
                    <a16:creationId xmlns:a16="http://schemas.microsoft.com/office/drawing/2014/main" id="{A4E28F25-6B46-1FE6-3A30-2D799FC1465A}"/>
                  </a:ext>
                </a:extLst>
              </p:cNvPr>
              <p:cNvSpPr/>
              <p:nvPr/>
            </p:nvSpPr>
            <p:spPr>
              <a:xfrm>
                <a:off x="5414555" y="7282242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1712" name="pg371">
                <a:extLst>
                  <a:ext uri="{FF2B5EF4-FFF2-40B4-BE49-F238E27FC236}">
                    <a16:creationId xmlns:a16="http://schemas.microsoft.com/office/drawing/2014/main" id="{3561BB7F-F23C-6819-FF7E-92C99D6B102F}"/>
                  </a:ext>
                </a:extLst>
              </p:cNvPr>
              <p:cNvSpPr/>
              <p:nvPr/>
            </p:nvSpPr>
            <p:spPr>
              <a:xfrm>
                <a:off x="4797289" y="5949896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1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13" name="tx372">
                <a:extLst>
                  <a:ext uri="{FF2B5EF4-FFF2-40B4-BE49-F238E27FC236}">
                    <a16:creationId xmlns:a16="http://schemas.microsoft.com/office/drawing/2014/main" id="{EFFAE3A1-4D55-F4DD-87F5-4640BFCA2644}"/>
                  </a:ext>
                </a:extLst>
              </p:cNvPr>
              <p:cNvSpPr/>
              <p:nvPr/>
            </p:nvSpPr>
            <p:spPr>
              <a:xfrm>
                <a:off x="4843009" y="5995616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  <p:sp>
            <p:nvSpPr>
              <p:cNvPr id="1714" name="pg373">
                <a:extLst>
                  <a:ext uri="{FF2B5EF4-FFF2-40B4-BE49-F238E27FC236}">
                    <a16:creationId xmlns:a16="http://schemas.microsoft.com/office/drawing/2014/main" id="{E012FC1C-5EA1-27AA-8678-E1B88A2EF58D}"/>
                  </a:ext>
                </a:extLst>
              </p:cNvPr>
              <p:cNvSpPr/>
              <p:nvPr/>
            </p:nvSpPr>
            <p:spPr>
              <a:xfrm>
                <a:off x="5231224" y="6218121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1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15" name="tx374">
                <a:extLst>
                  <a:ext uri="{FF2B5EF4-FFF2-40B4-BE49-F238E27FC236}">
                    <a16:creationId xmlns:a16="http://schemas.microsoft.com/office/drawing/2014/main" id="{FD8EC42A-748C-0D38-AD13-D9925905A6D7}"/>
                  </a:ext>
                </a:extLst>
              </p:cNvPr>
              <p:cNvSpPr/>
              <p:nvPr/>
            </p:nvSpPr>
            <p:spPr>
              <a:xfrm>
                <a:off x="5276944" y="6263841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1716" name="rc375">
                <a:extLst>
                  <a:ext uri="{FF2B5EF4-FFF2-40B4-BE49-F238E27FC236}">
                    <a16:creationId xmlns:a16="http://schemas.microsoft.com/office/drawing/2014/main" id="{254E29EF-6C8C-CEDE-4EBF-7F16B1BB1C6E}"/>
                  </a:ext>
                </a:extLst>
              </p:cNvPr>
              <p:cNvSpPr/>
              <p:nvPr/>
            </p:nvSpPr>
            <p:spPr>
              <a:xfrm>
                <a:off x="4751569" y="4976262"/>
                <a:ext cx="2184636" cy="2846169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17" name="tx376">
                <a:extLst>
                  <a:ext uri="{FF2B5EF4-FFF2-40B4-BE49-F238E27FC236}">
                    <a16:creationId xmlns:a16="http://schemas.microsoft.com/office/drawing/2014/main" id="{319378E2-1256-28B0-FBA0-0185A0C931A3}"/>
                  </a:ext>
                </a:extLst>
              </p:cNvPr>
              <p:cNvSpPr/>
              <p:nvPr/>
            </p:nvSpPr>
            <p:spPr>
              <a:xfrm>
                <a:off x="4439216" y="765236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1718" name="tx377">
                <a:extLst>
                  <a:ext uri="{FF2B5EF4-FFF2-40B4-BE49-F238E27FC236}">
                    <a16:creationId xmlns:a16="http://schemas.microsoft.com/office/drawing/2014/main" id="{297A8D81-7C70-61CC-5AED-6A2AB91CD182}"/>
                  </a:ext>
                </a:extLst>
              </p:cNvPr>
              <p:cNvSpPr/>
              <p:nvPr/>
            </p:nvSpPr>
            <p:spPr>
              <a:xfrm>
                <a:off x="4563574" y="76338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19" name="tx378">
                <a:extLst>
                  <a:ext uri="{FF2B5EF4-FFF2-40B4-BE49-F238E27FC236}">
                    <a16:creationId xmlns:a16="http://schemas.microsoft.com/office/drawing/2014/main" id="{E2993AA2-136B-B2E4-47CC-F90E72AD6672}"/>
                  </a:ext>
                </a:extLst>
              </p:cNvPr>
              <p:cNvSpPr/>
              <p:nvPr/>
            </p:nvSpPr>
            <p:spPr>
              <a:xfrm>
                <a:off x="4608288" y="765236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720" name="tx379">
                <a:extLst>
                  <a:ext uri="{FF2B5EF4-FFF2-40B4-BE49-F238E27FC236}">
                    <a16:creationId xmlns:a16="http://schemas.microsoft.com/office/drawing/2014/main" id="{B2B9024F-A956-03A3-8454-9ACFA0F24CF0}"/>
                  </a:ext>
                </a:extLst>
              </p:cNvPr>
              <p:cNvSpPr/>
              <p:nvPr/>
            </p:nvSpPr>
            <p:spPr>
              <a:xfrm>
                <a:off x="4439216" y="728273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1721" name="tx380">
                <a:extLst>
                  <a:ext uri="{FF2B5EF4-FFF2-40B4-BE49-F238E27FC236}">
                    <a16:creationId xmlns:a16="http://schemas.microsoft.com/office/drawing/2014/main" id="{559520EA-3C0B-9CC9-B0D1-22A73E475395}"/>
                  </a:ext>
                </a:extLst>
              </p:cNvPr>
              <p:cNvSpPr/>
              <p:nvPr/>
            </p:nvSpPr>
            <p:spPr>
              <a:xfrm>
                <a:off x="4563574" y="726426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22" name="tx381">
                <a:extLst>
                  <a:ext uri="{FF2B5EF4-FFF2-40B4-BE49-F238E27FC236}">
                    <a16:creationId xmlns:a16="http://schemas.microsoft.com/office/drawing/2014/main" id="{842875F1-DBF3-E091-66E6-B230C9D62746}"/>
                  </a:ext>
                </a:extLst>
              </p:cNvPr>
              <p:cNvSpPr/>
              <p:nvPr/>
            </p:nvSpPr>
            <p:spPr>
              <a:xfrm>
                <a:off x="4608288" y="728273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723" name="tx382">
                <a:extLst>
                  <a:ext uri="{FF2B5EF4-FFF2-40B4-BE49-F238E27FC236}">
                    <a16:creationId xmlns:a16="http://schemas.microsoft.com/office/drawing/2014/main" id="{A35041CD-573E-4368-5A55-9FE7491C37F2}"/>
                  </a:ext>
                </a:extLst>
              </p:cNvPr>
              <p:cNvSpPr/>
              <p:nvPr/>
            </p:nvSpPr>
            <p:spPr>
              <a:xfrm>
                <a:off x="4439216" y="691328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1724" name="tx383">
                <a:extLst>
                  <a:ext uri="{FF2B5EF4-FFF2-40B4-BE49-F238E27FC236}">
                    <a16:creationId xmlns:a16="http://schemas.microsoft.com/office/drawing/2014/main" id="{371EDF1D-FBDD-DF74-8F5C-19FADCA141D9}"/>
                  </a:ext>
                </a:extLst>
              </p:cNvPr>
              <p:cNvSpPr/>
              <p:nvPr/>
            </p:nvSpPr>
            <p:spPr>
              <a:xfrm>
                <a:off x="4563574" y="689481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25" name="tx384">
                <a:extLst>
                  <a:ext uri="{FF2B5EF4-FFF2-40B4-BE49-F238E27FC236}">
                    <a16:creationId xmlns:a16="http://schemas.microsoft.com/office/drawing/2014/main" id="{F527F26C-D353-9E74-84C8-0C29AF10FBDD}"/>
                  </a:ext>
                </a:extLst>
              </p:cNvPr>
              <p:cNvSpPr/>
              <p:nvPr/>
            </p:nvSpPr>
            <p:spPr>
              <a:xfrm>
                <a:off x="4608288" y="691328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726" name="tx385">
                <a:extLst>
                  <a:ext uri="{FF2B5EF4-FFF2-40B4-BE49-F238E27FC236}">
                    <a16:creationId xmlns:a16="http://schemas.microsoft.com/office/drawing/2014/main" id="{56D918E7-003A-2D00-5B79-EC154E894609}"/>
                  </a:ext>
                </a:extLst>
              </p:cNvPr>
              <p:cNvSpPr/>
              <p:nvPr/>
            </p:nvSpPr>
            <p:spPr>
              <a:xfrm>
                <a:off x="4439216" y="654347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1727" name="tx386">
                <a:extLst>
                  <a:ext uri="{FF2B5EF4-FFF2-40B4-BE49-F238E27FC236}">
                    <a16:creationId xmlns:a16="http://schemas.microsoft.com/office/drawing/2014/main" id="{5771C567-7FFB-6AB8-5237-12DC5FFF2E4C}"/>
                  </a:ext>
                </a:extLst>
              </p:cNvPr>
              <p:cNvSpPr/>
              <p:nvPr/>
            </p:nvSpPr>
            <p:spPr>
              <a:xfrm>
                <a:off x="4563574" y="652500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28" name="tx387">
                <a:extLst>
                  <a:ext uri="{FF2B5EF4-FFF2-40B4-BE49-F238E27FC236}">
                    <a16:creationId xmlns:a16="http://schemas.microsoft.com/office/drawing/2014/main" id="{E40B98A3-7360-D2C8-E818-D831C131CC36}"/>
                  </a:ext>
                </a:extLst>
              </p:cNvPr>
              <p:cNvSpPr/>
              <p:nvPr/>
            </p:nvSpPr>
            <p:spPr>
              <a:xfrm>
                <a:off x="4608288" y="654347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729" name="tx388">
                <a:extLst>
                  <a:ext uri="{FF2B5EF4-FFF2-40B4-BE49-F238E27FC236}">
                    <a16:creationId xmlns:a16="http://schemas.microsoft.com/office/drawing/2014/main" id="{C6CB6BB0-E07C-CB71-CE0D-3FDE7568221E}"/>
                  </a:ext>
                </a:extLst>
              </p:cNvPr>
              <p:cNvSpPr/>
              <p:nvPr/>
            </p:nvSpPr>
            <p:spPr>
              <a:xfrm>
                <a:off x="4439216" y="617402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1730" name="tx389">
                <a:extLst>
                  <a:ext uri="{FF2B5EF4-FFF2-40B4-BE49-F238E27FC236}">
                    <a16:creationId xmlns:a16="http://schemas.microsoft.com/office/drawing/2014/main" id="{F83793DA-550C-45D2-1F90-6D1A4A683687}"/>
                  </a:ext>
                </a:extLst>
              </p:cNvPr>
              <p:cNvSpPr/>
              <p:nvPr/>
            </p:nvSpPr>
            <p:spPr>
              <a:xfrm>
                <a:off x="4563574" y="615555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31" name="tx390">
                <a:extLst>
                  <a:ext uri="{FF2B5EF4-FFF2-40B4-BE49-F238E27FC236}">
                    <a16:creationId xmlns:a16="http://schemas.microsoft.com/office/drawing/2014/main" id="{2AD5DEEE-15E3-2542-773D-E56D5FA3A17A}"/>
                  </a:ext>
                </a:extLst>
              </p:cNvPr>
              <p:cNvSpPr/>
              <p:nvPr/>
            </p:nvSpPr>
            <p:spPr>
              <a:xfrm>
                <a:off x="4608288" y="617402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732" name="tx391">
                <a:extLst>
                  <a:ext uri="{FF2B5EF4-FFF2-40B4-BE49-F238E27FC236}">
                    <a16:creationId xmlns:a16="http://schemas.microsoft.com/office/drawing/2014/main" id="{AC63971B-E6B3-C9FE-613D-EC2CD51EB9D1}"/>
                  </a:ext>
                </a:extLst>
              </p:cNvPr>
              <p:cNvSpPr/>
              <p:nvPr/>
            </p:nvSpPr>
            <p:spPr>
              <a:xfrm>
                <a:off x="4439216" y="580439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1733" name="tx392">
                <a:extLst>
                  <a:ext uri="{FF2B5EF4-FFF2-40B4-BE49-F238E27FC236}">
                    <a16:creationId xmlns:a16="http://schemas.microsoft.com/office/drawing/2014/main" id="{2A1938B1-94FF-8028-F6A6-5A4DE47F0647}"/>
                  </a:ext>
                </a:extLst>
              </p:cNvPr>
              <p:cNvSpPr/>
              <p:nvPr/>
            </p:nvSpPr>
            <p:spPr>
              <a:xfrm>
                <a:off x="4563574" y="578591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34" name="tx393">
                <a:extLst>
                  <a:ext uri="{FF2B5EF4-FFF2-40B4-BE49-F238E27FC236}">
                    <a16:creationId xmlns:a16="http://schemas.microsoft.com/office/drawing/2014/main" id="{EC145231-5DBD-BE95-D3D4-CD9C4F682A6C}"/>
                  </a:ext>
                </a:extLst>
              </p:cNvPr>
              <p:cNvSpPr/>
              <p:nvPr/>
            </p:nvSpPr>
            <p:spPr>
              <a:xfrm>
                <a:off x="4608288" y="580439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735" name="tx394">
                <a:extLst>
                  <a:ext uri="{FF2B5EF4-FFF2-40B4-BE49-F238E27FC236}">
                    <a16:creationId xmlns:a16="http://schemas.microsoft.com/office/drawing/2014/main" id="{23D59A84-D226-890C-7557-8FB659155B65}"/>
                  </a:ext>
                </a:extLst>
              </p:cNvPr>
              <p:cNvSpPr/>
              <p:nvPr/>
            </p:nvSpPr>
            <p:spPr>
              <a:xfrm>
                <a:off x="4439216" y="543475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1736" name="tx395">
                <a:extLst>
                  <a:ext uri="{FF2B5EF4-FFF2-40B4-BE49-F238E27FC236}">
                    <a16:creationId xmlns:a16="http://schemas.microsoft.com/office/drawing/2014/main" id="{22669DC4-911F-3226-7185-3DB62013799F}"/>
                  </a:ext>
                </a:extLst>
              </p:cNvPr>
              <p:cNvSpPr/>
              <p:nvPr/>
            </p:nvSpPr>
            <p:spPr>
              <a:xfrm>
                <a:off x="4563574" y="541628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37" name="tx396">
                <a:extLst>
                  <a:ext uri="{FF2B5EF4-FFF2-40B4-BE49-F238E27FC236}">
                    <a16:creationId xmlns:a16="http://schemas.microsoft.com/office/drawing/2014/main" id="{47505371-1623-0286-7427-9710A0FB50AB}"/>
                  </a:ext>
                </a:extLst>
              </p:cNvPr>
              <p:cNvSpPr/>
              <p:nvPr/>
            </p:nvSpPr>
            <p:spPr>
              <a:xfrm>
                <a:off x="4608288" y="543475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738" name="tx397">
                <a:extLst>
                  <a:ext uri="{FF2B5EF4-FFF2-40B4-BE49-F238E27FC236}">
                    <a16:creationId xmlns:a16="http://schemas.microsoft.com/office/drawing/2014/main" id="{0DB487C1-3C2A-BAF4-D9AB-0EB1208C16A7}"/>
                  </a:ext>
                </a:extLst>
              </p:cNvPr>
              <p:cNvSpPr/>
              <p:nvPr/>
            </p:nvSpPr>
            <p:spPr>
              <a:xfrm>
                <a:off x="4439216" y="5065126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1739" name="tx398">
                <a:extLst>
                  <a:ext uri="{FF2B5EF4-FFF2-40B4-BE49-F238E27FC236}">
                    <a16:creationId xmlns:a16="http://schemas.microsoft.com/office/drawing/2014/main" id="{EA96B6D3-3562-B6D8-27F3-36A8E1DBACBA}"/>
                  </a:ext>
                </a:extLst>
              </p:cNvPr>
              <p:cNvSpPr/>
              <p:nvPr/>
            </p:nvSpPr>
            <p:spPr>
              <a:xfrm>
                <a:off x="4563574" y="504665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40" name="tx399">
                <a:extLst>
                  <a:ext uri="{FF2B5EF4-FFF2-40B4-BE49-F238E27FC236}">
                    <a16:creationId xmlns:a16="http://schemas.microsoft.com/office/drawing/2014/main" id="{D7E387E3-5E85-914F-139D-EFCFF34AEA13}"/>
                  </a:ext>
                </a:extLst>
              </p:cNvPr>
              <p:cNvSpPr/>
              <p:nvPr/>
            </p:nvSpPr>
            <p:spPr>
              <a:xfrm>
                <a:off x="4608288" y="5065126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741" name="pl400">
                <a:extLst>
                  <a:ext uri="{FF2B5EF4-FFF2-40B4-BE49-F238E27FC236}">
                    <a16:creationId xmlns:a16="http://schemas.microsoft.com/office/drawing/2014/main" id="{A26999C6-D749-1FA0-AAFB-117E2146C93C}"/>
                  </a:ext>
                </a:extLst>
              </p:cNvPr>
              <p:cNvSpPr/>
              <p:nvPr/>
            </p:nvSpPr>
            <p:spPr>
              <a:xfrm>
                <a:off x="4716774" y="769306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42" name="pl401">
                <a:extLst>
                  <a:ext uri="{FF2B5EF4-FFF2-40B4-BE49-F238E27FC236}">
                    <a16:creationId xmlns:a16="http://schemas.microsoft.com/office/drawing/2014/main" id="{D998FBF3-1E5B-CA34-A80A-2A592C7D5E59}"/>
                  </a:ext>
                </a:extLst>
              </p:cNvPr>
              <p:cNvSpPr/>
              <p:nvPr/>
            </p:nvSpPr>
            <p:spPr>
              <a:xfrm>
                <a:off x="4716774" y="7323428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43" name="pl402">
                <a:extLst>
                  <a:ext uri="{FF2B5EF4-FFF2-40B4-BE49-F238E27FC236}">
                    <a16:creationId xmlns:a16="http://schemas.microsoft.com/office/drawing/2014/main" id="{361416CA-FD27-58CB-17F3-7C08F44A9BBC}"/>
                  </a:ext>
                </a:extLst>
              </p:cNvPr>
              <p:cNvSpPr/>
              <p:nvPr/>
            </p:nvSpPr>
            <p:spPr>
              <a:xfrm>
                <a:off x="4716774" y="6953795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44" name="pl403">
                <a:extLst>
                  <a:ext uri="{FF2B5EF4-FFF2-40B4-BE49-F238E27FC236}">
                    <a16:creationId xmlns:a16="http://schemas.microsoft.com/office/drawing/2014/main" id="{DA010965-CE21-2DEB-EBF5-C017C32E41CE}"/>
                  </a:ext>
                </a:extLst>
              </p:cNvPr>
              <p:cNvSpPr/>
              <p:nvPr/>
            </p:nvSpPr>
            <p:spPr>
              <a:xfrm>
                <a:off x="4716774" y="658416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45" name="pl404">
                <a:extLst>
                  <a:ext uri="{FF2B5EF4-FFF2-40B4-BE49-F238E27FC236}">
                    <a16:creationId xmlns:a16="http://schemas.microsoft.com/office/drawing/2014/main" id="{67C40469-9E5F-0596-768D-457D558A6630}"/>
                  </a:ext>
                </a:extLst>
              </p:cNvPr>
              <p:cNvSpPr/>
              <p:nvPr/>
            </p:nvSpPr>
            <p:spPr>
              <a:xfrm>
                <a:off x="4716774" y="62145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46" name="pl405">
                <a:extLst>
                  <a:ext uri="{FF2B5EF4-FFF2-40B4-BE49-F238E27FC236}">
                    <a16:creationId xmlns:a16="http://schemas.microsoft.com/office/drawing/2014/main" id="{E5A05BF4-948E-12C1-837E-6A89AAB07517}"/>
                  </a:ext>
                </a:extLst>
              </p:cNvPr>
              <p:cNvSpPr/>
              <p:nvPr/>
            </p:nvSpPr>
            <p:spPr>
              <a:xfrm>
                <a:off x="4716774" y="5844898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47" name="pl406">
                <a:extLst>
                  <a:ext uri="{FF2B5EF4-FFF2-40B4-BE49-F238E27FC236}">
                    <a16:creationId xmlns:a16="http://schemas.microsoft.com/office/drawing/2014/main" id="{6417EA88-0DE2-4AF8-2EB6-8BBDFE9C064E}"/>
                  </a:ext>
                </a:extLst>
              </p:cNvPr>
              <p:cNvSpPr/>
              <p:nvPr/>
            </p:nvSpPr>
            <p:spPr>
              <a:xfrm>
                <a:off x="4716774" y="547526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48" name="pl407">
                <a:extLst>
                  <a:ext uri="{FF2B5EF4-FFF2-40B4-BE49-F238E27FC236}">
                    <a16:creationId xmlns:a16="http://schemas.microsoft.com/office/drawing/2014/main" id="{F4A2A85E-E4B4-7250-420C-6C05EAD34A9B}"/>
                  </a:ext>
                </a:extLst>
              </p:cNvPr>
              <p:cNvSpPr/>
              <p:nvPr/>
            </p:nvSpPr>
            <p:spPr>
              <a:xfrm>
                <a:off x="4716774" y="510563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49" name="pl408">
                <a:extLst>
                  <a:ext uri="{FF2B5EF4-FFF2-40B4-BE49-F238E27FC236}">
                    <a16:creationId xmlns:a16="http://schemas.microsoft.com/office/drawing/2014/main" id="{B3D352C6-6D91-FD60-A511-5373D1D70393}"/>
                  </a:ext>
                </a:extLst>
              </p:cNvPr>
              <p:cNvSpPr/>
              <p:nvPr/>
            </p:nvSpPr>
            <p:spPr>
              <a:xfrm>
                <a:off x="4850870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50" name="pl409">
                <a:extLst>
                  <a:ext uri="{FF2B5EF4-FFF2-40B4-BE49-F238E27FC236}">
                    <a16:creationId xmlns:a16="http://schemas.microsoft.com/office/drawing/2014/main" id="{46D2CD52-6CF7-95E6-C60A-4C53518B4D9B}"/>
                  </a:ext>
                </a:extLst>
              </p:cNvPr>
              <p:cNvSpPr/>
              <p:nvPr/>
            </p:nvSpPr>
            <p:spPr>
              <a:xfrm>
                <a:off x="5248077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51" name="pl410">
                <a:extLst>
                  <a:ext uri="{FF2B5EF4-FFF2-40B4-BE49-F238E27FC236}">
                    <a16:creationId xmlns:a16="http://schemas.microsoft.com/office/drawing/2014/main" id="{FB80E406-866A-5452-DC6F-281CBD7C12C2}"/>
                  </a:ext>
                </a:extLst>
              </p:cNvPr>
              <p:cNvSpPr/>
              <p:nvPr/>
            </p:nvSpPr>
            <p:spPr>
              <a:xfrm>
                <a:off x="5645284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52" name="pl411">
                <a:extLst>
                  <a:ext uri="{FF2B5EF4-FFF2-40B4-BE49-F238E27FC236}">
                    <a16:creationId xmlns:a16="http://schemas.microsoft.com/office/drawing/2014/main" id="{A2F13864-A21B-2C64-EB57-01C72AC54E11}"/>
                  </a:ext>
                </a:extLst>
              </p:cNvPr>
              <p:cNvSpPr/>
              <p:nvPr/>
            </p:nvSpPr>
            <p:spPr>
              <a:xfrm>
                <a:off x="6042490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53" name="pl412">
                <a:extLst>
                  <a:ext uri="{FF2B5EF4-FFF2-40B4-BE49-F238E27FC236}">
                    <a16:creationId xmlns:a16="http://schemas.microsoft.com/office/drawing/2014/main" id="{10E7A7EB-19C6-1B15-B440-69BE1D2289C9}"/>
                  </a:ext>
                </a:extLst>
              </p:cNvPr>
              <p:cNvSpPr/>
              <p:nvPr/>
            </p:nvSpPr>
            <p:spPr>
              <a:xfrm>
                <a:off x="6439697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54" name="pl413">
                <a:extLst>
                  <a:ext uri="{FF2B5EF4-FFF2-40B4-BE49-F238E27FC236}">
                    <a16:creationId xmlns:a16="http://schemas.microsoft.com/office/drawing/2014/main" id="{26BA3357-7CE3-A337-E61D-423B5332DADB}"/>
                  </a:ext>
                </a:extLst>
              </p:cNvPr>
              <p:cNvSpPr/>
              <p:nvPr/>
            </p:nvSpPr>
            <p:spPr>
              <a:xfrm>
                <a:off x="6836903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55" name="tx414">
                <a:extLst>
                  <a:ext uri="{FF2B5EF4-FFF2-40B4-BE49-F238E27FC236}">
                    <a16:creationId xmlns:a16="http://schemas.microsoft.com/office/drawing/2014/main" id="{7B057DFA-F08E-19B5-414E-35F677799F9D}"/>
                  </a:ext>
                </a:extLst>
              </p:cNvPr>
              <p:cNvSpPr/>
              <p:nvPr/>
            </p:nvSpPr>
            <p:spPr>
              <a:xfrm>
                <a:off x="4729072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1756" name="tx415">
                <a:extLst>
                  <a:ext uri="{FF2B5EF4-FFF2-40B4-BE49-F238E27FC236}">
                    <a16:creationId xmlns:a16="http://schemas.microsoft.com/office/drawing/2014/main" id="{DD2AA69D-F0DD-F588-F934-612C469B9291}"/>
                  </a:ext>
                </a:extLst>
              </p:cNvPr>
              <p:cNvSpPr/>
              <p:nvPr/>
            </p:nvSpPr>
            <p:spPr>
              <a:xfrm>
                <a:off x="4853431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57" name="tx416">
                <a:extLst>
                  <a:ext uri="{FF2B5EF4-FFF2-40B4-BE49-F238E27FC236}">
                    <a16:creationId xmlns:a16="http://schemas.microsoft.com/office/drawing/2014/main" id="{3C049148-B0DC-92C5-2E61-E43626C840E1}"/>
                  </a:ext>
                </a:extLst>
              </p:cNvPr>
              <p:cNvSpPr/>
              <p:nvPr/>
            </p:nvSpPr>
            <p:spPr>
              <a:xfrm>
                <a:off x="4898145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758" name="tx417">
                <a:extLst>
                  <a:ext uri="{FF2B5EF4-FFF2-40B4-BE49-F238E27FC236}">
                    <a16:creationId xmlns:a16="http://schemas.microsoft.com/office/drawing/2014/main" id="{26AB1762-764D-62C6-DC74-C41B9D76018C}"/>
                  </a:ext>
                </a:extLst>
              </p:cNvPr>
              <p:cNvSpPr/>
              <p:nvPr/>
            </p:nvSpPr>
            <p:spPr>
              <a:xfrm>
                <a:off x="5126279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1759" name="tx418">
                <a:extLst>
                  <a:ext uri="{FF2B5EF4-FFF2-40B4-BE49-F238E27FC236}">
                    <a16:creationId xmlns:a16="http://schemas.microsoft.com/office/drawing/2014/main" id="{CD483D8D-CF8B-8E46-FC68-F70029A16B7D}"/>
                  </a:ext>
                </a:extLst>
              </p:cNvPr>
              <p:cNvSpPr/>
              <p:nvPr/>
            </p:nvSpPr>
            <p:spPr>
              <a:xfrm>
                <a:off x="5250637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60" name="tx419">
                <a:extLst>
                  <a:ext uri="{FF2B5EF4-FFF2-40B4-BE49-F238E27FC236}">
                    <a16:creationId xmlns:a16="http://schemas.microsoft.com/office/drawing/2014/main" id="{6B604E0A-A1E4-5B79-2B00-BC611C8E38D9}"/>
                  </a:ext>
                </a:extLst>
              </p:cNvPr>
              <p:cNvSpPr/>
              <p:nvPr/>
            </p:nvSpPr>
            <p:spPr>
              <a:xfrm>
                <a:off x="5295351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761" name="tx420">
                <a:extLst>
                  <a:ext uri="{FF2B5EF4-FFF2-40B4-BE49-F238E27FC236}">
                    <a16:creationId xmlns:a16="http://schemas.microsoft.com/office/drawing/2014/main" id="{12C22BCD-C074-BFFB-219B-690BA76E22AD}"/>
                  </a:ext>
                </a:extLst>
              </p:cNvPr>
              <p:cNvSpPr/>
              <p:nvPr/>
            </p:nvSpPr>
            <p:spPr>
              <a:xfrm>
                <a:off x="5523485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1762" name="tx421">
                <a:extLst>
                  <a:ext uri="{FF2B5EF4-FFF2-40B4-BE49-F238E27FC236}">
                    <a16:creationId xmlns:a16="http://schemas.microsoft.com/office/drawing/2014/main" id="{7388B771-4CA8-D730-259B-005B6B56ADC8}"/>
                  </a:ext>
                </a:extLst>
              </p:cNvPr>
              <p:cNvSpPr/>
              <p:nvPr/>
            </p:nvSpPr>
            <p:spPr>
              <a:xfrm>
                <a:off x="5647844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63" name="tx422">
                <a:extLst>
                  <a:ext uri="{FF2B5EF4-FFF2-40B4-BE49-F238E27FC236}">
                    <a16:creationId xmlns:a16="http://schemas.microsoft.com/office/drawing/2014/main" id="{55C952CF-AEC1-D02C-5171-7E1E1E47F91C}"/>
                  </a:ext>
                </a:extLst>
              </p:cNvPr>
              <p:cNvSpPr/>
              <p:nvPr/>
            </p:nvSpPr>
            <p:spPr>
              <a:xfrm>
                <a:off x="5692558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764" name="tx423">
                <a:extLst>
                  <a:ext uri="{FF2B5EF4-FFF2-40B4-BE49-F238E27FC236}">
                    <a16:creationId xmlns:a16="http://schemas.microsoft.com/office/drawing/2014/main" id="{930BDE1F-E91A-11C5-4FD8-EE1CAFEBF36F}"/>
                  </a:ext>
                </a:extLst>
              </p:cNvPr>
              <p:cNvSpPr/>
              <p:nvPr/>
            </p:nvSpPr>
            <p:spPr>
              <a:xfrm>
                <a:off x="5920692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1765" name="tx424">
                <a:extLst>
                  <a:ext uri="{FF2B5EF4-FFF2-40B4-BE49-F238E27FC236}">
                    <a16:creationId xmlns:a16="http://schemas.microsoft.com/office/drawing/2014/main" id="{FD78C4E5-A63A-5591-C8EC-F3B23EC117F8}"/>
                  </a:ext>
                </a:extLst>
              </p:cNvPr>
              <p:cNvSpPr/>
              <p:nvPr/>
            </p:nvSpPr>
            <p:spPr>
              <a:xfrm>
                <a:off x="6045051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66" name="tx425">
                <a:extLst>
                  <a:ext uri="{FF2B5EF4-FFF2-40B4-BE49-F238E27FC236}">
                    <a16:creationId xmlns:a16="http://schemas.microsoft.com/office/drawing/2014/main" id="{C68FFA25-ACA6-9129-A175-2BFFA3281CAB}"/>
                  </a:ext>
                </a:extLst>
              </p:cNvPr>
              <p:cNvSpPr/>
              <p:nvPr/>
            </p:nvSpPr>
            <p:spPr>
              <a:xfrm>
                <a:off x="6089765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767" name="tx426">
                <a:extLst>
                  <a:ext uri="{FF2B5EF4-FFF2-40B4-BE49-F238E27FC236}">
                    <a16:creationId xmlns:a16="http://schemas.microsoft.com/office/drawing/2014/main" id="{0F313058-45CF-3F19-5F33-E77D5D3E6777}"/>
                  </a:ext>
                </a:extLst>
              </p:cNvPr>
              <p:cNvSpPr/>
              <p:nvPr/>
            </p:nvSpPr>
            <p:spPr>
              <a:xfrm>
                <a:off x="6317899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1768" name="tx427">
                <a:extLst>
                  <a:ext uri="{FF2B5EF4-FFF2-40B4-BE49-F238E27FC236}">
                    <a16:creationId xmlns:a16="http://schemas.microsoft.com/office/drawing/2014/main" id="{8AD79683-52AB-4DD6-EB4B-4079899468FD}"/>
                  </a:ext>
                </a:extLst>
              </p:cNvPr>
              <p:cNvSpPr/>
              <p:nvPr/>
            </p:nvSpPr>
            <p:spPr>
              <a:xfrm>
                <a:off x="6442257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69" name="tx428">
                <a:extLst>
                  <a:ext uri="{FF2B5EF4-FFF2-40B4-BE49-F238E27FC236}">
                    <a16:creationId xmlns:a16="http://schemas.microsoft.com/office/drawing/2014/main" id="{E0A93412-E81E-AD73-DABD-4197987F88EB}"/>
                  </a:ext>
                </a:extLst>
              </p:cNvPr>
              <p:cNvSpPr/>
              <p:nvPr/>
            </p:nvSpPr>
            <p:spPr>
              <a:xfrm>
                <a:off x="6486971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770" name="tx429">
                <a:extLst>
                  <a:ext uri="{FF2B5EF4-FFF2-40B4-BE49-F238E27FC236}">
                    <a16:creationId xmlns:a16="http://schemas.microsoft.com/office/drawing/2014/main" id="{E4F1B03A-1500-A10D-F26D-552CC145D17E}"/>
                  </a:ext>
                </a:extLst>
              </p:cNvPr>
              <p:cNvSpPr/>
              <p:nvPr/>
            </p:nvSpPr>
            <p:spPr>
              <a:xfrm>
                <a:off x="6715105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1771" name="tx430">
                <a:extLst>
                  <a:ext uri="{FF2B5EF4-FFF2-40B4-BE49-F238E27FC236}">
                    <a16:creationId xmlns:a16="http://schemas.microsoft.com/office/drawing/2014/main" id="{C3B1792A-583D-FF75-39F7-507AF20155A8}"/>
                  </a:ext>
                </a:extLst>
              </p:cNvPr>
              <p:cNvSpPr/>
              <p:nvPr/>
            </p:nvSpPr>
            <p:spPr>
              <a:xfrm>
                <a:off x="6839464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772" name="tx431">
                <a:extLst>
                  <a:ext uri="{FF2B5EF4-FFF2-40B4-BE49-F238E27FC236}">
                    <a16:creationId xmlns:a16="http://schemas.microsoft.com/office/drawing/2014/main" id="{D9B97FA4-401E-A6E3-469C-609ACBA99633}"/>
                  </a:ext>
                </a:extLst>
              </p:cNvPr>
              <p:cNvSpPr/>
              <p:nvPr/>
            </p:nvSpPr>
            <p:spPr>
              <a:xfrm>
                <a:off x="6884178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773" name="tx432">
                <a:extLst>
                  <a:ext uri="{FF2B5EF4-FFF2-40B4-BE49-F238E27FC236}">
                    <a16:creationId xmlns:a16="http://schemas.microsoft.com/office/drawing/2014/main" id="{575BCBF2-9754-51DD-B2F5-FB10C241F6CB}"/>
                  </a:ext>
                </a:extLst>
              </p:cNvPr>
              <p:cNvSpPr/>
              <p:nvPr/>
            </p:nvSpPr>
            <p:spPr>
              <a:xfrm>
                <a:off x="5536923" y="8029241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1774" name="tx433">
                <a:extLst>
                  <a:ext uri="{FF2B5EF4-FFF2-40B4-BE49-F238E27FC236}">
                    <a16:creationId xmlns:a16="http://schemas.microsoft.com/office/drawing/2014/main" id="{5E11B98D-2900-60A5-F5E8-14773710A23C}"/>
                  </a:ext>
                </a:extLst>
              </p:cNvPr>
              <p:cNvSpPr/>
              <p:nvPr/>
            </p:nvSpPr>
            <p:spPr>
              <a:xfrm rot="16200000">
                <a:off x="4069375" y="6349329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1775" name="rc434">
                <a:extLst>
                  <a:ext uri="{FF2B5EF4-FFF2-40B4-BE49-F238E27FC236}">
                    <a16:creationId xmlns:a16="http://schemas.microsoft.com/office/drawing/2014/main" id="{034B9DCC-ED86-3FE1-B49D-1E8C14E9CE0B}"/>
                  </a:ext>
                </a:extLst>
              </p:cNvPr>
              <p:cNvSpPr/>
              <p:nvPr/>
            </p:nvSpPr>
            <p:spPr>
              <a:xfrm>
                <a:off x="7075383" y="5680804"/>
                <a:ext cx="1000987" cy="1437085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76" name="tx435">
                <a:extLst>
                  <a:ext uri="{FF2B5EF4-FFF2-40B4-BE49-F238E27FC236}">
                    <a16:creationId xmlns:a16="http://schemas.microsoft.com/office/drawing/2014/main" id="{6985FCC3-9AC1-3368-B4DD-200F9B86AD87}"/>
                  </a:ext>
                </a:extLst>
              </p:cNvPr>
              <p:cNvSpPr/>
              <p:nvPr/>
            </p:nvSpPr>
            <p:spPr>
              <a:xfrm>
                <a:off x="7144972" y="5765895"/>
                <a:ext cx="859536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Fitness Offset</a:t>
                </a:r>
              </a:p>
            </p:txBody>
          </p:sp>
          <p:pic>
            <p:nvPicPr>
              <p:cNvPr id="1777" name="pic436">
                <a:extLst>
                  <a:ext uri="{FF2B5EF4-FFF2-40B4-BE49-F238E27FC236}">
                    <a16:creationId xmlns:a16="http://schemas.microsoft.com/office/drawing/2014/main" id="{50D69B56-2692-CBDF-0040-4AD2B0F74673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144972" y="5951021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1778" name="pl437">
                <a:extLst>
                  <a:ext uri="{FF2B5EF4-FFF2-40B4-BE49-F238E27FC236}">
                    <a16:creationId xmlns:a16="http://schemas.microsoft.com/office/drawing/2014/main" id="{120C112C-4479-200B-DF0E-318AD0B1E7A8}"/>
                  </a:ext>
                </a:extLst>
              </p:cNvPr>
              <p:cNvSpPr/>
              <p:nvPr/>
            </p:nvSpPr>
            <p:spPr>
              <a:xfrm>
                <a:off x="7320537" y="704647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79" name="pl438">
                <a:extLst>
                  <a:ext uri="{FF2B5EF4-FFF2-40B4-BE49-F238E27FC236}">
                    <a16:creationId xmlns:a16="http://schemas.microsoft.com/office/drawing/2014/main" id="{C8632D62-04C8-482B-5BA0-840A1FD6BE9F}"/>
                  </a:ext>
                </a:extLst>
              </p:cNvPr>
              <p:cNvSpPr/>
              <p:nvPr/>
            </p:nvSpPr>
            <p:spPr>
              <a:xfrm>
                <a:off x="7320537" y="677306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0" name="pl439">
                <a:extLst>
                  <a:ext uri="{FF2B5EF4-FFF2-40B4-BE49-F238E27FC236}">
                    <a16:creationId xmlns:a16="http://schemas.microsoft.com/office/drawing/2014/main" id="{7093BB07-F270-8430-7E17-B4786282F4C5}"/>
                  </a:ext>
                </a:extLst>
              </p:cNvPr>
              <p:cNvSpPr/>
              <p:nvPr/>
            </p:nvSpPr>
            <p:spPr>
              <a:xfrm>
                <a:off x="7320537" y="649966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1" name="pl440">
                <a:extLst>
                  <a:ext uri="{FF2B5EF4-FFF2-40B4-BE49-F238E27FC236}">
                    <a16:creationId xmlns:a16="http://schemas.microsoft.com/office/drawing/2014/main" id="{B79EFDE7-B5ED-E502-8976-852C5D6A38A5}"/>
                  </a:ext>
                </a:extLst>
              </p:cNvPr>
              <p:cNvSpPr/>
              <p:nvPr/>
            </p:nvSpPr>
            <p:spPr>
              <a:xfrm>
                <a:off x="7320537" y="622625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2" name="pl441">
                <a:extLst>
                  <a:ext uri="{FF2B5EF4-FFF2-40B4-BE49-F238E27FC236}">
                    <a16:creationId xmlns:a16="http://schemas.microsoft.com/office/drawing/2014/main" id="{57DB8803-16E0-0A45-BC48-6A6568FE3FE2}"/>
                  </a:ext>
                </a:extLst>
              </p:cNvPr>
              <p:cNvSpPr/>
              <p:nvPr/>
            </p:nvSpPr>
            <p:spPr>
              <a:xfrm>
                <a:off x="7320537" y="595284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3" name="pl442">
                <a:extLst>
                  <a:ext uri="{FF2B5EF4-FFF2-40B4-BE49-F238E27FC236}">
                    <a16:creationId xmlns:a16="http://schemas.microsoft.com/office/drawing/2014/main" id="{B75230BC-40E4-2702-4D07-B7E6CD337C63}"/>
                  </a:ext>
                </a:extLst>
              </p:cNvPr>
              <p:cNvSpPr/>
              <p:nvPr/>
            </p:nvSpPr>
            <p:spPr>
              <a:xfrm>
                <a:off x="7144972" y="704647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4" name="pl443">
                <a:extLst>
                  <a:ext uri="{FF2B5EF4-FFF2-40B4-BE49-F238E27FC236}">
                    <a16:creationId xmlns:a16="http://schemas.microsoft.com/office/drawing/2014/main" id="{9643C1DD-6C7C-1054-BD1D-EDD9102A903B}"/>
                  </a:ext>
                </a:extLst>
              </p:cNvPr>
              <p:cNvSpPr/>
              <p:nvPr/>
            </p:nvSpPr>
            <p:spPr>
              <a:xfrm>
                <a:off x="7144972" y="677306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5" name="pl444">
                <a:extLst>
                  <a:ext uri="{FF2B5EF4-FFF2-40B4-BE49-F238E27FC236}">
                    <a16:creationId xmlns:a16="http://schemas.microsoft.com/office/drawing/2014/main" id="{DFD31C8F-5C7F-1A10-9313-2713E2F60BBB}"/>
                  </a:ext>
                </a:extLst>
              </p:cNvPr>
              <p:cNvSpPr/>
              <p:nvPr/>
            </p:nvSpPr>
            <p:spPr>
              <a:xfrm>
                <a:off x="7144972" y="649966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6" name="pl445">
                <a:extLst>
                  <a:ext uri="{FF2B5EF4-FFF2-40B4-BE49-F238E27FC236}">
                    <a16:creationId xmlns:a16="http://schemas.microsoft.com/office/drawing/2014/main" id="{9BDA902E-B0BA-0958-D55A-035E3340DFFA}"/>
                  </a:ext>
                </a:extLst>
              </p:cNvPr>
              <p:cNvSpPr/>
              <p:nvPr/>
            </p:nvSpPr>
            <p:spPr>
              <a:xfrm>
                <a:off x="7144972" y="622625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7" name="pl446">
                <a:extLst>
                  <a:ext uri="{FF2B5EF4-FFF2-40B4-BE49-F238E27FC236}">
                    <a16:creationId xmlns:a16="http://schemas.microsoft.com/office/drawing/2014/main" id="{C76D7483-9562-A161-D51D-9AECDF726BEC}"/>
                  </a:ext>
                </a:extLst>
              </p:cNvPr>
              <p:cNvSpPr/>
              <p:nvPr/>
            </p:nvSpPr>
            <p:spPr>
              <a:xfrm>
                <a:off x="7144972" y="595284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88" name="tx447">
                <a:extLst>
                  <a:ext uri="{FF2B5EF4-FFF2-40B4-BE49-F238E27FC236}">
                    <a16:creationId xmlns:a16="http://schemas.microsoft.com/office/drawing/2014/main" id="{96ED034D-4D2A-F05B-8C04-95E245EE8A21}"/>
                  </a:ext>
                </a:extLst>
              </p:cNvPr>
              <p:cNvSpPr/>
              <p:nvPr/>
            </p:nvSpPr>
            <p:spPr>
              <a:xfrm>
                <a:off x="7434017" y="7006467"/>
                <a:ext cx="192664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-2.0</a:t>
                </a:r>
              </a:p>
            </p:txBody>
          </p:sp>
          <p:sp>
            <p:nvSpPr>
              <p:cNvPr id="1789" name="tx448">
                <a:extLst>
                  <a:ext uri="{FF2B5EF4-FFF2-40B4-BE49-F238E27FC236}">
                    <a16:creationId xmlns:a16="http://schemas.microsoft.com/office/drawing/2014/main" id="{41F82433-8170-B265-C5C0-604547E4F310}"/>
                  </a:ext>
                </a:extLst>
              </p:cNvPr>
              <p:cNvSpPr/>
              <p:nvPr/>
            </p:nvSpPr>
            <p:spPr>
              <a:xfrm>
                <a:off x="7434017" y="6733061"/>
                <a:ext cx="192664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-1.5</a:t>
                </a:r>
              </a:p>
            </p:txBody>
          </p:sp>
          <p:sp>
            <p:nvSpPr>
              <p:cNvPr id="1790" name="tx449">
                <a:extLst>
                  <a:ext uri="{FF2B5EF4-FFF2-40B4-BE49-F238E27FC236}">
                    <a16:creationId xmlns:a16="http://schemas.microsoft.com/office/drawing/2014/main" id="{619A74ED-7AC1-CEDA-4504-9C6917CFD46E}"/>
                  </a:ext>
                </a:extLst>
              </p:cNvPr>
              <p:cNvSpPr/>
              <p:nvPr/>
            </p:nvSpPr>
            <p:spPr>
              <a:xfrm>
                <a:off x="7434017" y="6459656"/>
                <a:ext cx="192664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-1.0</a:t>
                </a:r>
              </a:p>
            </p:txBody>
          </p:sp>
          <p:sp>
            <p:nvSpPr>
              <p:cNvPr id="1791" name="tx450">
                <a:extLst>
                  <a:ext uri="{FF2B5EF4-FFF2-40B4-BE49-F238E27FC236}">
                    <a16:creationId xmlns:a16="http://schemas.microsoft.com/office/drawing/2014/main" id="{CE9120BF-1AD3-79A6-3F87-C60B97A3EFC1}"/>
                  </a:ext>
                </a:extLst>
              </p:cNvPr>
              <p:cNvSpPr/>
              <p:nvPr/>
            </p:nvSpPr>
            <p:spPr>
              <a:xfrm>
                <a:off x="7434017" y="6186250"/>
                <a:ext cx="192664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-0.5</a:t>
                </a:r>
              </a:p>
            </p:txBody>
          </p:sp>
          <p:sp>
            <p:nvSpPr>
              <p:cNvPr id="1792" name="tx451">
                <a:extLst>
                  <a:ext uri="{FF2B5EF4-FFF2-40B4-BE49-F238E27FC236}">
                    <a16:creationId xmlns:a16="http://schemas.microsoft.com/office/drawing/2014/main" id="{9331F251-BF98-E024-CCCF-1E4370346803}"/>
                  </a:ext>
                </a:extLst>
              </p:cNvPr>
              <p:cNvSpPr/>
              <p:nvPr/>
            </p:nvSpPr>
            <p:spPr>
              <a:xfrm>
                <a:off x="7434017" y="5912844"/>
                <a:ext cx="15544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</a:t>
                </a:r>
              </a:p>
            </p:txBody>
          </p:sp>
        </p:grpSp>
        <p:grpSp>
          <p:nvGrpSpPr>
            <p:cNvPr id="1793" name="Group 1792">
              <a:extLst>
                <a:ext uri="{FF2B5EF4-FFF2-40B4-BE49-F238E27FC236}">
                  <a16:creationId xmlns:a16="http://schemas.microsoft.com/office/drawing/2014/main" id="{0F1B777C-7F31-370E-B93B-3D9608B8FE60}"/>
                </a:ext>
              </a:extLst>
            </p:cNvPr>
            <p:cNvGrpSpPr/>
            <p:nvPr/>
          </p:nvGrpSpPr>
          <p:grpSpPr>
            <a:xfrm>
              <a:off x="4023360" y="4471417"/>
              <a:ext cx="4139900" cy="3898173"/>
              <a:chOff x="9880070" y="4231103"/>
              <a:chExt cx="4139900" cy="3898173"/>
            </a:xfrm>
          </p:grpSpPr>
          <p:sp>
            <p:nvSpPr>
              <p:cNvPr id="1794" name="rc455">
                <a:extLst>
                  <a:ext uri="{FF2B5EF4-FFF2-40B4-BE49-F238E27FC236}">
                    <a16:creationId xmlns:a16="http://schemas.microsoft.com/office/drawing/2014/main" id="{2717261E-2E61-D977-7D7F-0DC7D74303CA}"/>
                  </a:ext>
                </a:extLst>
              </p:cNvPr>
              <p:cNvSpPr/>
              <p:nvPr/>
            </p:nvSpPr>
            <p:spPr>
              <a:xfrm>
                <a:off x="10695169" y="4976262"/>
                <a:ext cx="2184636" cy="2846169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95" name="pl456">
                <a:extLst>
                  <a:ext uri="{FF2B5EF4-FFF2-40B4-BE49-F238E27FC236}">
                    <a16:creationId xmlns:a16="http://schemas.microsoft.com/office/drawing/2014/main" id="{C4CF3110-14DB-30E8-FE1E-EC199E411A19}"/>
                  </a:ext>
                </a:extLst>
              </p:cNvPr>
              <p:cNvSpPr/>
              <p:nvPr/>
            </p:nvSpPr>
            <p:spPr>
              <a:xfrm>
                <a:off x="10794470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96" name="pl457">
                <a:extLst>
                  <a:ext uri="{FF2B5EF4-FFF2-40B4-BE49-F238E27FC236}">
                    <a16:creationId xmlns:a16="http://schemas.microsoft.com/office/drawing/2014/main" id="{6476097E-4A0F-35F7-DFC3-43FDDF2F91AA}"/>
                  </a:ext>
                </a:extLst>
              </p:cNvPr>
              <p:cNvSpPr/>
              <p:nvPr/>
            </p:nvSpPr>
            <p:spPr>
              <a:xfrm>
                <a:off x="11191677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97" name="pl458">
                <a:extLst>
                  <a:ext uri="{FF2B5EF4-FFF2-40B4-BE49-F238E27FC236}">
                    <a16:creationId xmlns:a16="http://schemas.microsoft.com/office/drawing/2014/main" id="{DE49C944-2673-D1A1-9627-0CB8F595997C}"/>
                  </a:ext>
                </a:extLst>
              </p:cNvPr>
              <p:cNvSpPr/>
              <p:nvPr/>
            </p:nvSpPr>
            <p:spPr>
              <a:xfrm>
                <a:off x="11588884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98" name="pl459">
                <a:extLst>
                  <a:ext uri="{FF2B5EF4-FFF2-40B4-BE49-F238E27FC236}">
                    <a16:creationId xmlns:a16="http://schemas.microsoft.com/office/drawing/2014/main" id="{26A6CEF0-24C1-B51C-1ADC-D54EEC4DC56F}"/>
                  </a:ext>
                </a:extLst>
              </p:cNvPr>
              <p:cNvSpPr/>
              <p:nvPr/>
            </p:nvSpPr>
            <p:spPr>
              <a:xfrm>
                <a:off x="11986090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799" name="pl460">
                <a:extLst>
                  <a:ext uri="{FF2B5EF4-FFF2-40B4-BE49-F238E27FC236}">
                    <a16:creationId xmlns:a16="http://schemas.microsoft.com/office/drawing/2014/main" id="{ACA66FC2-1D8E-BB4E-691F-C181894B10D8}"/>
                  </a:ext>
                </a:extLst>
              </p:cNvPr>
              <p:cNvSpPr/>
              <p:nvPr/>
            </p:nvSpPr>
            <p:spPr>
              <a:xfrm>
                <a:off x="12383297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0" name="pl461">
                <a:extLst>
                  <a:ext uri="{FF2B5EF4-FFF2-40B4-BE49-F238E27FC236}">
                    <a16:creationId xmlns:a16="http://schemas.microsoft.com/office/drawing/2014/main" id="{B490E115-EF04-D7D5-08BD-D3B71A96F316}"/>
                  </a:ext>
                </a:extLst>
              </p:cNvPr>
              <p:cNvSpPr/>
              <p:nvPr/>
            </p:nvSpPr>
            <p:spPr>
              <a:xfrm>
                <a:off x="12780503" y="4976262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1" name="pl462">
                <a:extLst>
                  <a:ext uri="{FF2B5EF4-FFF2-40B4-BE49-F238E27FC236}">
                    <a16:creationId xmlns:a16="http://schemas.microsoft.com/office/drawing/2014/main" id="{3CE19549-CE65-7EE1-6E87-FD7D424C3F10}"/>
                  </a:ext>
                </a:extLst>
              </p:cNvPr>
              <p:cNvSpPr/>
              <p:nvPr/>
            </p:nvSpPr>
            <p:spPr>
              <a:xfrm>
                <a:off x="10695169" y="7693060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2" name="pl463">
                <a:extLst>
                  <a:ext uri="{FF2B5EF4-FFF2-40B4-BE49-F238E27FC236}">
                    <a16:creationId xmlns:a16="http://schemas.microsoft.com/office/drawing/2014/main" id="{F93C5648-B58A-6F9F-F03F-2647EE99DAA9}"/>
                  </a:ext>
                </a:extLst>
              </p:cNvPr>
              <p:cNvSpPr/>
              <p:nvPr/>
            </p:nvSpPr>
            <p:spPr>
              <a:xfrm>
                <a:off x="10695169" y="7323428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3" name="pl464">
                <a:extLst>
                  <a:ext uri="{FF2B5EF4-FFF2-40B4-BE49-F238E27FC236}">
                    <a16:creationId xmlns:a16="http://schemas.microsoft.com/office/drawing/2014/main" id="{1CF673E1-CF9A-7074-D2DC-8C77D7129B84}"/>
                  </a:ext>
                </a:extLst>
              </p:cNvPr>
              <p:cNvSpPr/>
              <p:nvPr/>
            </p:nvSpPr>
            <p:spPr>
              <a:xfrm>
                <a:off x="10695169" y="6953795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4" name="pl465">
                <a:extLst>
                  <a:ext uri="{FF2B5EF4-FFF2-40B4-BE49-F238E27FC236}">
                    <a16:creationId xmlns:a16="http://schemas.microsoft.com/office/drawing/2014/main" id="{24BAAF21-4EF1-8F2A-A6E1-1559E20B8A3E}"/>
                  </a:ext>
                </a:extLst>
              </p:cNvPr>
              <p:cNvSpPr/>
              <p:nvPr/>
            </p:nvSpPr>
            <p:spPr>
              <a:xfrm>
                <a:off x="10695169" y="6584163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5" name="pl466">
                <a:extLst>
                  <a:ext uri="{FF2B5EF4-FFF2-40B4-BE49-F238E27FC236}">
                    <a16:creationId xmlns:a16="http://schemas.microsoft.com/office/drawing/2014/main" id="{B82543EA-1A08-1CBF-6331-EA935AF3C3CC}"/>
                  </a:ext>
                </a:extLst>
              </p:cNvPr>
              <p:cNvSpPr/>
              <p:nvPr/>
            </p:nvSpPr>
            <p:spPr>
              <a:xfrm>
                <a:off x="10695169" y="6214531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6" name="pl467">
                <a:extLst>
                  <a:ext uri="{FF2B5EF4-FFF2-40B4-BE49-F238E27FC236}">
                    <a16:creationId xmlns:a16="http://schemas.microsoft.com/office/drawing/2014/main" id="{98E7A4A5-6F5D-5C07-0C10-756BAF9C77CE}"/>
                  </a:ext>
                </a:extLst>
              </p:cNvPr>
              <p:cNvSpPr/>
              <p:nvPr/>
            </p:nvSpPr>
            <p:spPr>
              <a:xfrm>
                <a:off x="10695169" y="5844898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7" name="pl468">
                <a:extLst>
                  <a:ext uri="{FF2B5EF4-FFF2-40B4-BE49-F238E27FC236}">
                    <a16:creationId xmlns:a16="http://schemas.microsoft.com/office/drawing/2014/main" id="{5B4A9F98-BEBF-7453-8B27-A373E3E0F6C7}"/>
                  </a:ext>
                </a:extLst>
              </p:cNvPr>
              <p:cNvSpPr/>
              <p:nvPr/>
            </p:nvSpPr>
            <p:spPr>
              <a:xfrm>
                <a:off x="10695169" y="5475266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8" name="pl469">
                <a:extLst>
                  <a:ext uri="{FF2B5EF4-FFF2-40B4-BE49-F238E27FC236}">
                    <a16:creationId xmlns:a16="http://schemas.microsoft.com/office/drawing/2014/main" id="{9E219B57-DABC-31BB-B28D-54E79AC0245D}"/>
                  </a:ext>
                </a:extLst>
              </p:cNvPr>
              <p:cNvSpPr/>
              <p:nvPr/>
            </p:nvSpPr>
            <p:spPr>
              <a:xfrm>
                <a:off x="10695169" y="5105633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09" name="ph470">
                <a:extLst>
                  <a:ext uri="{FF2B5EF4-FFF2-40B4-BE49-F238E27FC236}">
                    <a16:creationId xmlns:a16="http://schemas.microsoft.com/office/drawing/2014/main" id="{DF476603-CF80-5ADD-7035-17D3A1F4BA5F}"/>
                  </a:ext>
                </a:extLst>
              </p:cNvPr>
              <p:cNvSpPr/>
              <p:nvPr/>
            </p:nvSpPr>
            <p:spPr>
              <a:xfrm>
                <a:off x="11666259" y="5369581"/>
                <a:ext cx="930827" cy="1243964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64">
                    <a:moveTo>
                      <a:pt x="914400" y="914400"/>
                    </a:moveTo>
                    <a:lnTo>
                      <a:pt x="904741" y="940461"/>
                    </a:lnTo>
                    <a:lnTo>
                      <a:pt x="891436" y="944865"/>
                    </a:lnTo>
                    <a:lnTo>
                      <a:pt x="878674" y="953547"/>
                    </a:lnTo>
                    <a:lnTo>
                      <a:pt x="874116" y="1036010"/>
                    </a:lnTo>
                    <a:lnTo>
                      <a:pt x="897351" y="1067342"/>
                    </a:lnTo>
                    <a:lnTo>
                      <a:pt x="884590" y="1071728"/>
                    </a:lnTo>
                    <a:lnTo>
                      <a:pt x="872914" y="1081113"/>
                    </a:lnTo>
                    <a:lnTo>
                      <a:pt x="864574" y="1094992"/>
                    </a:lnTo>
                    <a:lnTo>
                      <a:pt x="856040" y="1124863"/>
                    </a:lnTo>
                    <a:lnTo>
                      <a:pt x="823981" y="1141792"/>
                    </a:lnTo>
                    <a:lnTo>
                      <a:pt x="811840" y="1154318"/>
                    </a:lnTo>
                    <a:lnTo>
                      <a:pt x="793938" y="1182184"/>
                    </a:lnTo>
                    <a:lnTo>
                      <a:pt x="784609" y="1222631"/>
                    </a:lnTo>
                    <a:lnTo>
                      <a:pt x="766475" y="1239885"/>
                    </a:lnTo>
                    <a:lnTo>
                      <a:pt x="746110" y="1243964"/>
                    </a:lnTo>
                    <a:lnTo>
                      <a:pt x="758058" y="1210827"/>
                    </a:lnTo>
                    <a:lnTo>
                      <a:pt x="773709" y="1183827"/>
                    </a:lnTo>
                    <a:lnTo>
                      <a:pt x="758659" y="1165309"/>
                    </a:lnTo>
                    <a:lnTo>
                      <a:pt x="749601" y="1136323"/>
                    </a:lnTo>
                    <a:lnTo>
                      <a:pt x="737906" y="1114088"/>
                    </a:lnTo>
                    <a:lnTo>
                      <a:pt x="747216" y="1089253"/>
                    </a:lnTo>
                    <a:lnTo>
                      <a:pt x="742639" y="1048554"/>
                    </a:lnTo>
                    <a:lnTo>
                      <a:pt x="744151" y="1008829"/>
                    </a:lnTo>
                    <a:lnTo>
                      <a:pt x="757728" y="988777"/>
                    </a:lnTo>
                    <a:lnTo>
                      <a:pt x="773283" y="972425"/>
                    </a:lnTo>
                    <a:lnTo>
                      <a:pt x="797507" y="934830"/>
                    </a:lnTo>
                    <a:lnTo>
                      <a:pt x="823767" y="907577"/>
                    </a:lnTo>
                    <a:lnTo>
                      <a:pt x="860404" y="895322"/>
                    </a:lnTo>
                    <a:lnTo>
                      <a:pt x="876948" y="906621"/>
                    </a:lnTo>
                    <a:lnTo>
                      <a:pt x="884085" y="881840"/>
                    </a:lnTo>
                    <a:lnTo>
                      <a:pt x="895897" y="876191"/>
                    </a:lnTo>
                    <a:lnTo>
                      <a:pt x="906991" y="881912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0" name="ph471">
                <a:extLst>
                  <a:ext uri="{FF2B5EF4-FFF2-40B4-BE49-F238E27FC236}">
                    <a16:creationId xmlns:a16="http://schemas.microsoft.com/office/drawing/2014/main" id="{6CDF070B-CB8C-1E92-4657-43EAE1287D07}"/>
                  </a:ext>
                </a:extLst>
              </p:cNvPr>
              <p:cNvSpPr/>
              <p:nvPr/>
            </p:nvSpPr>
            <p:spPr>
              <a:xfrm>
                <a:off x="11166453" y="5950615"/>
                <a:ext cx="104161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0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30" y="888265"/>
                    </a:lnTo>
                    <a:lnTo>
                      <a:pt x="897914" y="824410"/>
                    </a:lnTo>
                    <a:lnTo>
                      <a:pt x="901521" y="792861"/>
                    </a:lnTo>
                    <a:lnTo>
                      <a:pt x="944830" y="679066"/>
                    </a:lnTo>
                    <a:lnTo>
                      <a:pt x="964167" y="669771"/>
                    </a:lnTo>
                    <a:lnTo>
                      <a:pt x="991358" y="600032"/>
                    </a:lnTo>
                    <a:lnTo>
                      <a:pt x="998690" y="569006"/>
                    </a:lnTo>
                    <a:lnTo>
                      <a:pt x="1010482" y="541067"/>
                    </a:lnTo>
                    <a:lnTo>
                      <a:pt x="1017444" y="516088"/>
                    </a:lnTo>
                    <a:lnTo>
                      <a:pt x="1023282" y="505999"/>
                    </a:lnTo>
                    <a:lnTo>
                      <a:pt x="1035966" y="510728"/>
                    </a:lnTo>
                    <a:lnTo>
                      <a:pt x="1041610" y="515330"/>
                    </a:lnTo>
                    <a:lnTo>
                      <a:pt x="1028247" y="529877"/>
                    </a:lnTo>
                    <a:lnTo>
                      <a:pt x="1029799" y="548810"/>
                    </a:lnTo>
                    <a:lnTo>
                      <a:pt x="1028868" y="556661"/>
                    </a:lnTo>
                    <a:lnTo>
                      <a:pt x="995140" y="639016"/>
                    </a:lnTo>
                    <a:lnTo>
                      <a:pt x="986122" y="692494"/>
                    </a:lnTo>
                    <a:lnTo>
                      <a:pt x="974155" y="705543"/>
                    </a:lnTo>
                    <a:lnTo>
                      <a:pt x="924601" y="8957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1" name="ph472">
                <a:extLst>
                  <a:ext uri="{FF2B5EF4-FFF2-40B4-BE49-F238E27FC236}">
                    <a16:creationId xmlns:a16="http://schemas.microsoft.com/office/drawing/2014/main" id="{40A4EE6D-D842-7E50-195E-DC23AEFB746D}"/>
                  </a:ext>
                </a:extLst>
              </p:cNvPr>
              <p:cNvSpPr/>
              <p:nvPr/>
            </p:nvSpPr>
            <p:spPr>
              <a:xfrm>
                <a:off x="10172157" y="4963942"/>
                <a:ext cx="2407842" cy="2231449"/>
              </a:xfrm>
              <a:custGeom>
                <a:avLst/>
                <a:gdLst/>
                <a:ahLst/>
                <a:cxnLst/>
                <a:rect l="0" t="0" r="0" b="0"/>
                <a:pathLst>
                  <a:path w="2407842" h="2231449">
                    <a:moveTo>
                      <a:pt x="914400" y="914400"/>
                    </a:moveTo>
                    <a:lnTo>
                      <a:pt x="928868" y="920500"/>
                    </a:lnTo>
                    <a:lnTo>
                      <a:pt x="948573" y="908281"/>
                    </a:lnTo>
                    <a:lnTo>
                      <a:pt x="962363" y="874061"/>
                    </a:lnTo>
                    <a:lnTo>
                      <a:pt x="970237" y="822713"/>
                    </a:lnTo>
                    <a:lnTo>
                      <a:pt x="979430" y="773802"/>
                    </a:lnTo>
                    <a:lnTo>
                      <a:pt x="968550" y="721480"/>
                    </a:lnTo>
                    <a:lnTo>
                      <a:pt x="956932" y="675528"/>
                    </a:lnTo>
                    <a:lnTo>
                      <a:pt x="956118" y="662028"/>
                    </a:lnTo>
                    <a:lnTo>
                      <a:pt x="986607" y="623260"/>
                    </a:lnTo>
                    <a:lnTo>
                      <a:pt x="995935" y="591729"/>
                    </a:lnTo>
                    <a:lnTo>
                      <a:pt x="1006040" y="561715"/>
                    </a:lnTo>
                    <a:lnTo>
                      <a:pt x="1017192" y="551499"/>
                    </a:lnTo>
                    <a:lnTo>
                      <a:pt x="1033794" y="549171"/>
                    </a:lnTo>
                    <a:lnTo>
                      <a:pt x="1053131" y="543522"/>
                    </a:lnTo>
                    <a:lnTo>
                      <a:pt x="1077510" y="523434"/>
                    </a:lnTo>
                    <a:lnTo>
                      <a:pt x="1099368" y="496524"/>
                    </a:lnTo>
                    <a:lnTo>
                      <a:pt x="1116067" y="471851"/>
                    </a:lnTo>
                    <a:lnTo>
                      <a:pt x="1121731" y="423030"/>
                    </a:lnTo>
                    <a:lnTo>
                      <a:pt x="1121963" y="398502"/>
                    </a:lnTo>
                    <a:lnTo>
                      <a:pt x="1129314" y="380292"/>
                    </a:lnTo>
                    <a:lnTo>
                      <a:pt x="1136432" y="344718"/>
                    </a:lnTo>
                    <a:lnTo>
                      <a:pt x="1129508" y="309632"/>
                    </a:lnTo>
                    <a:lnTo>
                      <a:pt x="1107960" y="256407"/>
                    </a:lnTo>
                    <a:lnTo>
                      <a:pt x="1082010" y="181560"/>
                    </a:lnTo>
                    <a:lnTo>
                      <a:pt x="1078036" y="141691"/>
                    </a:lnTo>
                    <a:lnTo>
                      <a:pt x="2054342" y="141691"/>
                    </a:lnTo>
                    <a:lnTo>
                      <a:pt x="2054817" y="146925"/>
                    </a:lnTo>
                    <a:lnTo>
                      <a:pt x="2052839" y="159487"/>
                    </a:lnTo>
                    <a:lnTo>
                      <a:pt x="2067928" y="211123"/>
                    </a:lnTo>
                    <a:lnTo>
                      <a:pt x="2064417" y="229226"/>
                    </a:lnTo>
                    <a:lnTo>
                      <a:pt x="2062381" y="252292"/>
                    </a:lnTo>
                    <a:lnTo>
                      <a:pt x="2084006" y="274455"/>
                    </a:lnTo>
                    <a:lnTo>
                      <a:pt x="2103304" y="274094"/>
                    </a:lnTo>
                    <a:lnTo>
                      <a:pt x="2122854" y="273752"/>
                    </a:lnTo>
                    <a:lnTo>
                      <a:pt x="2130321" y="279310"/>
                    </a:lnTo>
                    <a:lnTo>
                      <a:pt x="2137808" y="294995"/>
                    </a:lnTo>
                    <a:lnTo>
                      <a:pt x="2143839" y="313512"/>
                    </a:lnTo>
                    <a:lnTo>
                      <a:pt x="2159937" y="311978"/>
                    </a:lnTo>
                    <a:lnTo>
                      <a:pt x="2185635" y="296908"/>
                    </a:lnTo>
                    <a:lnTo>
                      <a:pt x="2202354" y="293316"/>
                    </a:lnTo>
                    <a:lnTo>
                      <a:pt x="2213389" y="322284"/>
                    </a:lnTo>
                    <a:lnTo>
                      <a:pt x="2243413" y="360547"/>
                    </a:lnTo>
                    <a:lnTo>
                      <a:pt x="2260887" y="377693"/>
                    </a:lnTo>
                    <a:lnTo>
                      <a:pt x="2290581" y="386717"/>
                    </a:lnTo>
                    <a:lnTo>
                      <a:pt x="2321865" y="417598"/>
                    </a:lnTo>
                    <a:lnTo>
                      <a:pt x="2317482" y="454814"/>
                    </a:lnTo>
                    <a:lnTo>
                      <a:pt x="2330534" y="467249"/>
                    </a:lnTo>
                    <a:lnTo>
                      <a:pt x="2367443" y="481940"/>
                    </a:lnTo>
                    <a:lnTo>
                      <a:pt x="2380495" y="501758"/>
                    </a:lnTo>
                    <a:lnTo>
                      <a:pt x="2386760" y="518651"/>
                    </a:lnTo>
                    <a:lnTo>
                      <a:pt x="2396477" y="532657"/>
                    </a:lnTo>
                    <a:lnTo>
                      <a:pt x="2407842" y="574980"/>
                    </a:lnTo>
                    <a:lnTo>
                      <a:pt x="2403886" y="601060"/>
                    </a:lnTo>
                    <a:lnTo>
                      <a:pt x="2389010" y="610030"/>
                    </a:lnTo>
                    <a:lnTo>
                      <a:pt x="2353886" y="637969"/>
                    </a:lnTo>
                    <a:lnTo>
                      <a:pt x="2338234" y="658833"/>
                    </a:lnTo>
                    <a:lnTo>
                      <a:pt x="2325957" y="671828"/>
                    </a:lnTo>
                    <a:lnTo>
                      <a:pt x="2291066" y="699695"/>
                    </a:lnTo>
                    <a:lnTo>
                      <a:pt x="2278285" y="704694"/>
                    </a:lnTo>
                    <a:lnTo>
                      <a:pt x="2266046" y="719187"/>
                    </a:lnTo>
                    <a:lnTo>
                      <a:pt x="2254216" y="725522"/>
                    </a:lnTo>
                    <a:lnTo>
                      <a:pt x="2243626" y="721877"/>
                    </a:lnTo>
                    <a:lnTo>
                      <a:pt x="2204041" y="748119"/>
                    </a:lnTo>
                    <a:lnTo>
                      <a:pt x="2207125" y="759327"/>
                    </a:lnTo>
                    <a:lnTo>
                      <a:pt x="2237478" y="764074"/>
                    </a:lnTo>
                    <a:lnTo>
                      <a:pt x="2252955" y="758443"/>
                    </a:lnTo>
                    <a:lnTo>
                      <a:pt x="2264863" y="745249"/>
                    </a:lnTo>
                    <a:lnTo>
                      <a:pt x="2277877" y="742217"/>
                    </a:lnTo>
                    <a:lnTo>
                      <a:pt x="2289747" y="744708"/>
                    </a:lnTo>
                    <a:lnTo>
                      <a:pt x="2302334" y="734312"/>
                    </a:lnTo>
                    <a:lnTo>
                      <a:pt x="2312206" y="730161"/>
                    </a:lnTo>
                    <a:lnTo>
                      <a:pt x="2322408" y="735142"/>
                    </a:lnTo>
                    <a:lnTo>
                      <a:pt x="2333793" y="760067"/>
                    </a:lnTo>
                    <a:lnTo>
                      <a:pt x="2310170" y="773044"/>
                    </a:lnTo>
                    <a:lnTo>
                      <a:pt x="2293413" y="773640"/>
                    </a:lnTo>
                    <a:lnTo>
                      <a:pt x="2285228" y="814519"/>
                    </a:lnTo>
                    <a:lnTo>
                      <a:pt x="2275084" y="832080"/>
                    </a:lnTo>
                    <a:lnTo>
                      <a:pt x="2267811" y="840527"/>
                    </a:lnTo>
                    <a:lnTo>
                      <a:pt x="2230631" y="857926"/>
                    </a:lnTo>
                    <a:lnTo>
                      <a:pt x="2206097" y="879981"/>
                    </a:lnTo>
                    <a:lnTo>
                      <a:pt x="2177179" y="897741"/>
                    </a:lnTo>
                    <a:lnTo>
                      <a:pt x="2164553" y="893878"/>
                    </a:lnTo>
                    <a:lnTo>
                      <a:pt x="2145527" y="911927"/>
                    </a:lnTo>
                    <a:lnTo>
                      <a:pt x="2103246" y="933296"/>
                    </a:lnTo>
                    <a:lnTo>
                      <a:pt x="2081582" y="962084"/>
                    </a:lnTo>
                    <a:lnTo>
                      <a:pt x="2032959" y="987839"/>
                    </a:lnTo>
                    <a:lnTo>
                      <a:pt x="2008192" y="1008793"/>
                    </a:lnTo>
                    <a:lnTo>
                      <a:pt x="1940911" y="1009894"/>
                    </a:lnTo>
                    <a:lnTo>
                      <a:pt x="1876656" y="1005292"/>
                    </a:lnTo>
                    <a:lnTo>
                      <a:pt x="1856485" y="1015254"/>
                    </a:lnTo>
                    <a:lnTo>
                      <a:pt x="1877102" y="1018341"/>
                    </a:lnTo>
                    <a:lnTo>
                      <a:pt x="1891551" y="1028123"/>
                    </a:lnTo>
                    <a:lnTo>
                      <a:pt x="1908871" y="1024044"/>
                    </a:lnTo>
                    <a:lnTo>
                      <a:pt x="1949581" y="1028935"/>
                    </a:lnTo>
                    <a:lnTo>
                      <a:pt x="1970527" y="1034259"/>
                    </a:lnTo>
                    <a:lnTo>
                      <a:pt x="1997408" y="1068515"/>
                    </a:lnTo>
                    <a:lnTo>
                      <a:pt x="1977645" y="1080698"/>
                    </a:lnTo>
                    <a:lnTo>
                      <a:pt x="1943413" y="1090047"/>
                    </a:lnTo>
                    <a:lnTo>
                      <a:pt x="1956252" y="1138634"/>
                    </a:lnTo>
                    <a:lnTo>
                      <a:pt x="1966842" y="1171391"/>
                    </a:lnTo>
                    <a:lnTo>
                      <a:pt x="1952975" y="1191155"/>
                    </a:lnTo>
                    <a:lnTo>
                      <a:pt x="1951947" y="1281072"/>
                    </a:lnTo>
                    <a:lnTo>
                      <a:pt x="1932494" y="1282787"/>
                    </a:lnTo>
                    <a:lnTo>
                      <a:pt x="1924231" y="1319984"/>
                    </a:lnTo>
                    <a:lnTo>
                      <a:pt x="1930360" y="1338953"/>
                    </a:lnTo>
                    <a:lnTo>
                      <a:pt x="1929875" y="1383010"/>
                    </a:lnTo>
                    <a:lnTo>
                      <a:pt x="1933929" y="1410154"/>
                    </a:lnTo>
                    <a:lnTo>
                      <a:pt x="1943471" y="1435152"/>
                    </a:lnTo>
                    <a:lnTo>
                      <a:pt x="1939224" y="1461214"/>
                    </a:lnTo>
                    <a:lnTo>
                      <a:pt x="1908463" y="1522217"/>
                    </a:lnTo>
                    <a:lnTo>
                      <a:pt x="1909162" y="1550842"/>
                    </a:lnTo>
                    <a:lnTo>
                      <a:pt x="1914689" y="1567844"/>
                    </a:lnTo>
                    <a:lnTo>
                      <a:pt x="1918782" y="1595025"/>
                    </a:lnTo>
                    <a:lnTo>
                      <a:pt x="1904798" y="1647275"/>
                    </a:lnTo>
                    <a:lnTo>
                      <a:pt x="1894926" y="1690934"/>
                    </a:lnTo>
                    <a:lnTo>
                      <a:pt x="1883192" y="1727681"/>
                    </a:lnTo>
                    <a:lnTo>
                      <a:pt x="1856931" y="1771773"/>
                    </a:lnTo>
                    <a:lnTo>
                      <a:pt x="1843859" y="1804730"/>
                    </a:lnTo>
                    <a:lnTo>
                      <a:pt x="1813273" y="1907570"/>
                    </a:lnTo>
                    <a:lnTo>
                      <a:pt x="1798107" y="1927983"/>
                    </a:lnTo>
                    <a:lnTo>
                      <a:pt x="1779507" y="1943667"/>
                    </a:lnTo>
                    <a:lnTo>
                      <a:pt x="1758774" y="1929156"/>
                    </a:lnTo>
                    <a:lnTo>
                      <a:pt x="1739767" y="1921251"/>
                    </a:lnTo>
                    <a:lnTo>
                      <a:pt x="1716551" y="1922207"/>
                    </a:lnTo>
                    <a:lnTo>
                      <a:pt x="1680186" y="1934101"/>
                    </a:lnTo>
                    <a:lnTo>
                      <a:pt x="1625492" y="1926196"/>
                    </a:lnTo>
                    <a:lnTo>
                      <a:pt x="1572040" y="1930004"/>
                    </a:lnTo>
                    <a:lnTo>
                      <a:pt x="1558522" y="1940274"/>
                    </a:lnTo>
                    <a:lnTo>
                      <a:pt x="1566629" y="1977598"/>
                    </a:lnTo>
                    <a:lnTo>
                      <a:pt x="1546924" y="1982489"/>
                    </a:lnTo>
                    <a:lnTo>
                      <a:pt x="1527665" y="1971877"/>
                    </a:lnTo>
                    <a:lnTo>
                      <a:pt x="1510714" y="1984547"/>
                    </a:lnTo>
                    <a:lnTo>
                      <a:pt x="1496555" y="1998444"/>
                    </a:lnTo>
                    <a:lnTo>
                      <a:pt x="1468743" y="2031418"/>
                    </a:lnTo>
                    <a:lnTo>
                      <a:pt x="1459434" y="2051723"/>
                    </a:lnTo>
                    <a:lnTo>
                      <a:pt x="1457029" y="2089968"/>
                    </a:lnTo>
                    <a:lnTo>
                      <a:pt x="1471633" y="2124260"/>
                    </a:lnTo>
                    <a:lnTo>
                      <a:pt x="1484589" y="2164417"/>
                    </a:lnTo>
                    <a:lnTo>
                      <a:pt x="1451230" y="2212878"/>
                    </a:lnTo>
                    <a:lnTo>
                      <a:pt x="1432611" y="2214520"/>
                    </a:lnTo>
                    <a:lnTo>
                      <a:pt x="1378266" y="2201074"/>
                    </a:lnTo>
                    <a:lnTo>
                      <a:pt x="1281951" y="2231449"/>
                    </a:lnTo>
                    <a:lnTo>
                      <a:pt x="1195450" y="2207427"/>
                    </a:lnTo>
                    <a:lnTo>
                      <a:pt x="1206331" y="2181473"/>
                    </a:lnTo>
                    <a:lnTo>
                      <a:pt x="1205962" y="2162396"/>
                    </a:lnTo>
                    <a:lnTo>
                      <a:pt x="1210850" y="2133049"/>
                    </a:lnTo>
                    <a:lnTo>
                      <a:pt x="1213759" y="2103035"/>
                    </a:lnTo>
                    <a:lnTo>
                      <a:pt x="1212945" y="2082947"/>
                    </a:lnTo>
                    <a:lnTo>
                      <a:pt x="1206602" y="2061541"/>
                    </a:lnTo>
                    <a:lnTo>
                      <a:pt x="1185268" y="2033530"/>
                    </a:lnTo>
                    <a:lnTo>
                      <a:pt x="1137208" y="1938992"/>
                    </a:lnTo>
                    <a:lnTo>
                      <a:pt x="1122991" y="1899087"/>
                    </a:lnTo>
                    <a:lnTo>
                      <a:pt x="1113100" y="1882464"/>
                    </a:lnTo>
                    <a:lnTo>
                      <a:pt x="1120218" y="1881562"/>
                    </a:lnTo>
                    <a:lnTo>
                      <a:pt x="1159803" y="1902986"/>
                    </a:lnTo>
                    <a:lnTo>
                      <a:pt x="1169035" y="1900351"/>
                    </a:lnTo>
                    <a:lnTo>
                      <a:pt x="1178732" y="1892301"/>
                    </a:lnTo>
                    <a:lnTo>
                      <a:pt x="1166921" y="1861637"/>
                    </a:lnTo>
                    <a:lnTo>
                      <a:pt x="1156777" y="1847757"/>
                    </a:lnTo>
                    <a:lnTo>
                      <a:pt x="1149892" y="1827002"/>
                    </a:lnTo>
                    <a:lnTo>
                      <a:pt x="1173069" y="1821389"/>
                    </a:lnTo>
                    <a:lnTo>
                      <a:pt x="1189806" y="1822634"/>
                    </a:lnTo>
                    <a:lnTo>
                      <a:pt x="1202142" y="1799279"/>
                    </a:lnTo>
                    <a:lnTo>
                      <a:pt x="1195024" y="1761522"/>
                    </a:lnTo>
                    <a:lnTo>
                      <a:pt x="1177045" y="1749899"/>
                    </a:lnTo>
                    <a:lnTo>
                      <a:pt x="1162033" y="1744845"/>
                    </a:lnTo>
                    <a:lnTo>
                      <a:pt x="1133251" y="1685538"/>
                    </a:lnTo>
                    <a:lnTo>
                      <a:pt x="1103228" y="1654819"/>
                    </a:lnTo>
                    <a:lnTo>
                      <a:pt x="1049679" y="1536331"/>
                    </a:lnTo>
                    <a:lnTo>
                      <a:pt x="1030090" y="1455005"/>
                    </a:lnTo>
                    <a:lnTo>
                      <a:pt x="1011878" y="1462730"/>
                    </a:lnTo>
                    <a:lnTo>
                      <a:pt x="1003034" y="1427301"/>
                    </a:lnTo>
                    <a:lnTo>
                      <a:pt x="996692" y="1393748"/>
                    </a:lnTo>
                    <a:lnTo>
                      <a:pt x="995431" y="1369076"/>
                    </a:lnTo>
                    <a:lnTo>
                      <a:pt x="966882" y="1354944"/>
                    </a:lnTo>
                    <a:lnTo>
                      <a:pt x="965718" y="1337654"/>
                    </a:lnTo>
                    <a:lnTo>
                      <a:pt x="960579" y="1260497"/>
                    </a:lnTo>
                    <a:lnTo>
                      <a:pt x="929954" y="1250137"/>
                    </a:lnTo>
                    <a:lnTo>
                      <a:pt x="910152" y="1206839"/>
                    </a:lnTo>
                    <a:lnTo>
                      <a:pt x="906622" y="1124917"/>
                    </a:lnTo>
                    <a:lnTo>
                      <a:pt x="886452" y="1110009"/>
                    </a:lnTo>
                    <a:lnTo>
                      <a:pt x="870218" y="1114142"/>
                    </a:lnTo>
                    <a:lnTo>
                      <a:pt x="870974" y="1093837"/>
                    </a:lnTo>
                    <a:lnTo>
                      <a:pt x="874853" y="1074778"/>
                    </a:lnTo>
                    <a:lnTo>
                      <a:pt x="865369" y="999263"/>
                    </a:lnTo>
                    <a:lnTo>
                      <a:pt x="862208" y="930336"/>
                    </a:lnTo>
                    <a:lnTo>
                      <a:pt x="854508" y="909526"/>
                    </a:lnTo>
                    <a:lnTo>
                      <a:pt x="850144" y="885161"/>
                    </a:lnTo>
                    <a:lnTo>
                      <a:pt x="854062" y="864117"/>
                    </a:lnTo>
                    <a:lnTo>
                      <a:pt x="859803" y="852024"/>
                    </a:lnTo>
                    <a:lnTo>
                      <a:pt x="879566" y="848848"/>
                    </a:lnTo>
                    <a:lnTo>
                      <a:pt x="898030" y="8674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2" name="ph473">
                <a:extLst>
                  <a:ext uri="{FF2B5EF4-FFF2-40B4-BE49-F238E27FC236}">
                    <a16:creationId xmlns:a16="http://schemas.microsoft.com/office/drawing/2014/main" id="{C5BDAC18-3367-0BBA-8D92-ED4E05A2FC8A}"/>
                  </a:ext>
                </a:extLst>
              </p:cNvPr>
              <p:cNvSpPr/>
              <p:nvPr/>
            </p:nvSpPr>
            <p:spPr>
              <a:xfrm>
                <a:off x="11694983" y="5351785"/>
                <a:ext cx="95274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3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4" y="895629"/>
                    </a:lnTo>
                    <a:lnTo>
                      <a:pt x="913701" y="869639"/>
                    </a:lnTo>
                    <a:lnTo>
                      <a:pt x="942755" y="871047"/>
                    </a:lnTo>
                    <a:lnTo>
                      <a:pt x="952743" y="876462"/>
                    </a:lnTo>
                    <a:lnTo>
                      <a:pt x="917968" y="8913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3" name="ph474">
                <a:extLst>
                  <a:ext uri="{FF2B5EF4-FFF2-40B4-BE49-F238E27FC236}">
                    <a16:creationId xmlns:a16="http://schemas.microsoft.com/office/drawing/2014/main" id="{6FC4FFE1-40CB-C1F5-9F57-327A8266EE91}"/>
                  </a:ext>
                </a:extLst>
              </p:cNvPr>
              <p:cNvSpPr/>
              <p:nvPr/>
            </p:nvSpPr>
            <p:spPr>
              <a:xfrm>
                <a:off x="11542752" y="4923261"/>
                <a:ext cx="93697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5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0" y="888698"/>
                    </a:lnTo>
                    <a:lnTo>
                      <a:pt x="932883" y="881768"/>
                    </a:lnTo>
                    <a:lnTo>
                      <a:pt x="936975" y="882977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4" name="ph475">
                <a:extLst>
                  <a:ext uri="{FF2B5EF4-FFF2-40B4-BE49-F238E27FC236}">
                    <a16:creationId xmlns:a16="http://schemas.microsoft.com/office/drawing/2014/main" id="{CB6A7CD4-8CD5-D27C-0E6D-1523608357C9}"/>
                  </a:ext>
                </a:extLst>
              </p:cNvPr>
              <p:cNvSpPr/>
              <p:nvPr/>
            </p:nvSpPr>
            <p:spPr>
              <a:xfrm>
                <a:off x="11582163" y="4768874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6" y="899401"/>
                    </a:lnTo>
                    <a:lnTo>
                      <a:pt x="911393" y="896459"/>
                    </a:lnTo>
                    <a:lnTo>
                      <a:pt x="914807" y="881660"/>
                    </a:lnTo>
                    <a:lnTo>
                      <a:pt x="924446" y="873538"/>
                    </a:lnTo>
                    <a:lnTo>
                      <a:pt x="939846" y="878411"/>
                    </a:lnTo>
                    <a:lnTo>
                      <a:pt x="939749" y="882111"/>
                    </a:lnTo>
                    <a:lnTo>
                      <a:pt x="925028" y="894095"/>
                    </a:lnTo>
                    <a:lnTo>
                      <a:pt x="919384" y="9021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5" name="ph476">
                <a:extLst>
                  <a:ext uri="{FF2B5EF4-FFF2-40B4-BE49-F238E27FC236}">
                    <a16:creationId xmlns:a16="http://schemas.microsoft.com/office/drawing/2014/main" id="{68E1EDC3-08FF-E3F2-C4EB-23AAB0268FC7}"/>
                  </a:ext>
                </a:extLst>
              </p:cNvPr>
              <p:cNvSpPr/>
              <p:nvPr/>
            </p:nvSpPr>
            <p:spPr>
              <a:xfrm>
                <a:off x="11851072" y="6618245"/>
                <a:ext cx="929431" cy="915703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3">
                    <a:moveTo>
                      <a:pt x="914400" y="914400"/>
                    </a:moveTo>
                    <a:lnTo>
                      <a:pt x="858775" y="909563"/>
                    </a:lnTo>
                    <a:lnTo>
                      <a:pt x="850862" y="905086"/>
                    </a:lnTo>
                    <a:lnTo>
                      <a:pt x="881467" y="873430"/>
                    </a:lnTo>
                    <a:lnTo>
                      <a:pt x="901405" y="840527"/>
                    </a:lnTo>
                    <a:lnTo>
                      <a:pt x="918337" y="797590"/>
                    </a:lnTo>
                    <a:lnTo>
                      <a:pt x="920140" y="767846"/>
                    </a:lnTo>
                    <a:lnTo>
                      <a:pt x="924368" y="734312"/>
                    </a:lnTo>
                    <a:lnTo>
                      <a:pt x="929431" y="731813"/>
                    </a:lnTo>
                    <a:lnTo>
                      <a:pt x="929431" y="915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6" name="ph477">
                <a:extLst>
                  <a:ext uri="{FF2B5EF4-FFF2-40B4-BE49-F238E27FC236}">
                    <a16:creationId xmlns:a16="http://schemas.microsoft.com/office/drawing/2014/main" id="{E9C5E1BD-373D-1036-7ADA-4BB60A2B9E69}"/>
                  </a:ext>
                </a:extLst>
              </p:cNvPr>
              <p:cNvSpPr/>
              <p:nvPr/>
            </p:nvSpPr>
            <p:spPr>
              <a:xfrm>
                <a:off x="10816628" y="6771892"/>
                <a:ext cx="1963875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875" h="921168">
                    <a:moveTo>
                      <a:pt x="914400" y="914400"/>
                    </a:moveTo>
                    <a:lnTo>
                      <a:pt x="1028131" y="869459"/>
                    </a:lnTo>
                    <a:lnTo>
                      <a:pt x="1149601" y="827298"/>
                    </a:lnTo>
                    <a:lnTo>
                      <a:pt x="1177956" y="822713"/>
                    </a:lnTo>
                    <a:lnTo>
                      <a:pt x="1206467" y="813834"/>
                    </a:lnTo>
                    <a:lnTo>
                      <a:pt x="1216998" y="798059"/>
                    </a:lnTo>
                    <a:lnTo>
                      <a:pt x="1227510" y="787501"/>
                    </a:lnTo>
                    <a:lnTo>
                      <a:pt x="1244054" y="759688"/>
                    </a:lnTo>
                    <a:lnTo>
                      <a:pt x="1280633" y="716462"/>
                    </a:lnTo>
                    <a:lnTo>
                      <a:pt x="1345314" y="700724"/>
                    </a:lnTo>
                    <a:lnTo>
                      <a:pt x="1369461" y="680221"/>
                    </a:lnTo>
                    <a:lnTo>
                      <a:pt x="1420082" y="651506"/>
                    </a:lnTo>
                    <a:lnTo>
                      <a:pt x="1535481" y="619289"/>
                    </a:lnTo>
                    <a:lnTo>
                      <a:pt x="1583677" y="612214"/>
                    </a:lnTo>
                    <a:lnTo>
                      <a:pt x="1630904" y="611348"/>
                    </a:lnTo>
                    <a:lnTo>
                      <a:pt x="1672952" y="636760"/>
                    </a:lnTo>
                    <a:lnTo>
                      <a:pt x="1717463" y="668128"/>
                    </a:lnTo>
                    <a:lnTo>
                      <a:pt x="1725473" y="687061"/>
                    </a:lnTo>
                    <a:lnTo>
                      <a:pt x="1701385" y="675257"/>
                    </a:lnTo>
                    <a:lnTo>
                      <a:pt x="1666280" y="647084"/>
                    </a:lnTo>
                    <a:lnTo>
                      <a:pt x="1653305" y="645893"/>
                    </a:lnTo>
                    <a:lnTo>
                      <a:pt x="1683270" y="731587"/>
                    </a:lnTo>
                    <a:lnTo>
                      <a:pt x="1699658" y="761890"/>
                    </a:lnTo>
                    <a:lnTo>
                      <a:pt x="1732785" y="784559"/>
                    </a:lnTo>
                    <a:lnTo>
                      <a:pt x="1760558" y="792193"/>
                    </a:lnTo>
                    <a:lnTo>
                      <a:pt x="1846128" y="778459"/>
                    </a:lnTo>
                    <a:lnTo>
                      <a:pt x="1876520" y="760518"/>
                    </a:lnTo>
                    <a:lnTo>
                      <a:pt x="1885306" y="751440"/>
                    </a:lnTo>
                    <a:lnTo>
                      <a:pt x="1893219" y="755916"/>
                    </a:lnTo>
                    <a:lnTo>
                      <a:pt x="1948844" y="760753"/>
                    </a:lnTo>
                    <a:lnTo>
                      <a:pt x="1963875" y="762057"/>
                    </a:lnTo>
                    <a:lnTo>
                      <a:pt x="1963875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7" name="ph478">
                <a:extLst>
                  <a:ext uri="{FF2B5EF4-FFF2-40B4-BE49-F238E27FC236}">
                    <a16:creationId xmlns:a16="http://schemas.microsoft.com/office/drawing/2014/main" id="{F45C5842-E5A6-0892-FD20-B664A9616C81}"/>
                  </a:ext>
                </a:extLst>
              </p:cNvPr>
              <p:cNvSpPr/>
              <p:nvPr/>
            </p:nvSpPr>
            <p:spPr>
              <a:xfrm>
                <a:off x="10339767" y="4231103"/>
                <a:ext cx="968821" cy="1653339"/>
              </a:xfrm>
              <a:custGeom>
                <a:avLst/>
                <a:gdLst/>
                <a:ahLst/>
                <a:cxnLst/>
                <a:rect l="0" t="0" r="0" b="0"/>
                <a:pathLst>
                  <a:path w="968821" h="1653339">
                    <a:moveTo>
                      <a:pt x="914400" y="914400"/>
                    </a:moveTo>
                    <a:lnTo>
                      <a:pt x="940350" y="989246"/>
                    </a:lnTo>
                    <a:lnTo>
                      <a:pt x="961898" y="1042471"/>
                    </a:lnTo>
                    <a:lnTo>
                      <a:pt x="968821" y="1077558"/>
                    </a:lnTo>
                    <a:lnTo>
                      <a:pt x="961704" y="1113131"/>
                    </a:lnTo>
                    <a:lnTo>
                      <a:pt x="954353" y="1131342"/>
                    </a:lnTo>
                    <a:lnTo>
                      <a:pt x="954120" y="1155870"/>
                    </a:lnTo>
                    <a:lnTo>
                      <a:pt x="948457" y="1204691"/>
                    </a:lnTo>
                    <a:lnTo>
                      <a:pt x="931758" y="1229363"/>
                    </a:lnTo>
                    <a:lnTo>
                      <a:pt x="909900" y="1256273"/>
                    </a:lnTo>
                    <a:lnTo>
                      <a:pt x="885521" y="1276361"/>
                    </a:lnTo>
                    <a:lnTo>
                      <a:pt x="866184" y="1282010"/>
                    </a:lnTo>
                    <a:lnTo>
                      <a:pt x="849582" y="1284339"/>
                    </a:lnTo>
                    <a:lnTo>
                      <a:pt x="838430" y="1294554"/>
                    </a:lnTo>
                    <a:lnTo>
                      <a:pt x="828325" y="1324569"/>
                    </a:lnTo>
                    <a:lnTo>
                      <a:pt x="818996" y="1356099"/>
                    </a:lnTo>
                    <a:lnTo>
                      <a:pt x="788507" y="1394867"/>
                    </a:lnTo>
                    <a:lnTo>
                      <a:pt x="789322" y="1408368"/>
                    </a:lnTo>
                    <a:lnTo>
                      <a:pt x="800940" y="1454319"/>
                    </a:lnTo>
                    <a:lnTo>
                      <a:pt x="811820" y="1506642"/>
                    </a:lnTo>
                    <a:lnTo>
                      <a:pt x="802627" y="1555553"/>
                    </a:lnTo>
                    <a:lnTo>
                      <a:pt x="794753" y="1606901"/>
                    </a:lnTo>
                    <a:lnTo>
                      <a:pt x="780963" y="1641121"/>
                    </a:lnTo>
                    <a:lnTo>
                      <a:pt x="761258" y="1653339"/>
                    </a:lnTo>
                    <a:lnTo>
                      <a:pt x="746789" y="1647239"/>
                    </a:lnTo>
                    <a:lnTo>
                      <a:pt x="730420" y="1600295"/>
                    </a:lnTo>
                    <a:lnTo>
                      <a:pt x="730051" y="1589502"/>
                    </a:lnTo>
                    <a:lnTo>
                      <a:pt x="725978" y="1575153"/>
                    </a:lnTo>
                    <a:lnTo>
                      <a:pt x="679547" y="1560859"/>
                    </a:lnTo>
                    <a:lnTo>
                      <a:pt x="671343" y="1561382"/>
                    </a:lnTo>
                    <a:lnTo>
                      <a:pt x="653093" y="1553008"/>
                    </a:lnTo>
                    <a:lnTo>
                      <a:pt x="642387" y="1550644"/>
                    </a:lnTo>
                    <a:lnTo>
                      <a:pt x="620432" y="1545807"/>
                    </a:lnTo>
                    <a:lnTo>
                      <a:pt x="602181" y="1504385"/>
                    </a:lnTo>
                    <a:lnTo>
                      <a:pt x="582786" y="1469931"/>
                    </a:lnTo>
                    <a:lnTo>
                      <a:pt x="580032" y="1455528"/>
                    </a:lnTo>
                    <a:lnTo>
                      <a:pt x="580692" y="1391095"/>
                    </a:lnTo>
                    <a:lnTo>
                      <a:pt x="574757" y="1362434"/>
                    </a:lnTo>
                    <a:lnTo>
                      <a:pt x="572934" y="1331192"/>
                    </a:lnTo>
                    <a:lnTo>
                      <a:pt x="560734" y="1356605"/>
                    </a:lnTo>
                    <a:lnTo>
                      <a:pt x="567813" y="1396781"/>
                    </a:lnTo>
                    <a:lnTo>
                      <a:pt x="552763" y="1413638"/>
                    </a:lnTo>
                    <a:lnTo>
                      <a:pt x="533775" y="1421832"/>
                    </a:lnTo>
                    <a:lnTo>
                      <a:pt x="535560" y="1445367"/>
                    </a:lnTo>
                    <a:lnTo>
                      <a:pt x="543357" y="1449825"/>
                    </a:lnTo>
                    <a:lnTo>
                      <a:pt x="544986" y="1474263"/>
                    </a:lnTo>
                    <a:lnTo>
                      <a:pt x="540370" y="1510432"/>
                    </a:lnTo>
                    <a:lnTo>
                      <a:pt x="502996" y="1590856"/>
                    </a:lnTo>
                    <a:lnTo>
                      <a:pt x="495451" y="1599501"/>
                    </a:lnTo>
                    <a:lnTo>
                      <a:pt x="490331" y="1610366"/>
                    </a:lnTo>
                    <a:lnTo>
                      <a:pt x="471208" y="1603147"/>
                    </a:lnTo>
                    <a:lnTo>
                      <a:pt x="454703" y="1618214"/>
                    </a:lnTo>
                    <a:lnTo>
                      <a:pt x="454703" y="874530"/>
                    </a:lnTo>
                    <a:lnTo>
                      <a:pt x="910426" y="87453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8" name="ph479">
                <a:extLst>
                  <a:ext uri="{FF2B5EF4-FFF2-40B4-BE49-F238E27FC236}">
                    <a16:creationId xmlns:a16="http://schemas.microsoft.com/office/drawing/2014/main" id="{26B9A948-CEA5-08C1-F796-5F7EFC1FA08E}"/>
                  </a:ext>
                </a:extLst>
              </p:cNvPr>
              <p:cNvSpPr/>
              <p:nvPr/>
            </p:nvSpPr>
            <p:spPr>
              <a:xfrm>
                <a:off x="9884473" y="6529555"/>
                <a:ext cx="915718" cy="956749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49">
                    <a:moveTo>
                      <a:pt x="914400" y="914400"/>
                    </a:moveTo>
                    <a:lnTo>
                      <a:pt x="915718" y="948637"/>
                    </a:lnTo>
                    <a:lnTo>
                      <a:pt x="909997" y="956749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19" name="ph480">
                <a:extLst>
                  <a:ext uri="{FF2B5EF4-FFF2-40B4-BE49-F238E27FC236}">
                    <a16:creationId xmlns:a16="http://schemas.microsoft.com/office/drawing/2014/main" id="{B3A9D79A-5138-C6CA-AD17-5D718EF197CD}"/>
                  </a:ext>
                </a:extLst>
              </p:cNvPr>
              <p:cNvSpPr/>
              <p:nvPr/>
            </p:nvSpPr>
            <p:spPr>
              <a:xfrm>
                <a:off x="9908561" y="6598121"/>
                <a:ext cx="1097293" cy="1094938"/>
              </a:xfrm>
              <a:custGeom>
                <a:avLst/>
                <a:gdLst/>
                <a:ahLst/>
                <a:cxnLst/>
                <a:rect l="0" t="0" r="0" b="0"/>
                <a:pathLst>
                  <a:path w="1097293" h="1094938">
                    <a:moveTo>
                      <a:pt x="914400" y="914400"/>
                    </a:moveTo>
                    <a:lnTo>
                      <a:pt x="919830" y="928531"/>
                    </a:lnTo>
                    <a:lnTo>
                      <a:pt x="928092" y="943782"/>
                    </a:lnTo>
                    <a:lnTo>
                      <a:pt x="957495" y="932917"/>
                    </a:lnTo>
                    <a:lnTo>
                      <a:pt x="1031195" y="978038"/>
                    </a:lnTo>
                    <a:lnTo>
                      <a:pt x="1075765" y="956073"/>
                    </a:lnTo>
                    <a:lnTo>
                      <a:pt x="1087169" y="954792"/>
                    </a:lnTo>
                    <a:lnTo>
                      <a:pt x="1097293" y="991250"/>
                    </a:lnTo>
                    <a:lnTo>
                      <a:pt x="1086219" y="1027978"/>
                    </a:lnTo>
                    <a:lnTo>
                      <a:pt x="1046925" y="1067162"/>
                    </a:lnTo>
                    <a:lnTo>
                      <a:pt x="1055633" y="1091310"/>
                    </a:lnTo>
                    <a:lnTo>
                      <a:pt x="1064125" y="1094938"/>
                    </a:lnTo>
                    <a:lnTo>
                      <a:pt x="885908" y="1094938"/>
                    </a:lnTo>
                    <a:lnTo>
                      <a:pt x="885908" y="9174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0" name="ph481">
                <a:extLst>
                  <a:ext uri="{FF2B5EF4-FFF2-40B4-BE49-F238E27FC236}">
                    <a16:creationId xmlns:a16="http://schemas.microsoft.com/office/drawing/2014/main" id="{5363FF35-F669-4A8A-2A10-4D64A2B4D4A4}"/>
                  </a:ext>
                </a:extLst>
              </p:cNvPr>
              <p:cNvSpPr/>
              <p:nvPr/>
            </p:nvSpPr>
            <p:spPr>
              <a:xfrm>
                <a:off x="10099387" y="6775267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1" name="ph482">
                <a:extLst>
                  <a:ext uri="{FF2B5EF4-FFF2-40B4-BE49-F238E27FC236}">
                    <a16:creationId xmlns:a16="http://schemas.microsoft.com/office/drawing/2014/main" id="{E909BD65-9C6E-78A4-C3EF-EF38D20313B8}"/>
                  </a:ext>
                </a:extLst>
              </p:cNvPr>
              <p:cNvSpPr/>
              <p:nvPr/>
            </p:nvSpPr>
            <p:spPr>
              <a:xfrm>
                <a:off x="10217812" y="6736697"/>
                <a:ext cx="1336760" cy="956362"/>
              </a:xfrm>
              <a:custGeom>
                <a:avLst/>
                <a:gdLst/>
                <a:ahLst/>
                <a:cxnLst/>
                <a:rect l="0" t="0" r="0" b="0"/>
                <a:pathLst>
                  <a:path w="1336760" h="956362">
                    <a:moveTo>
                      <a:pt x="914400" y="914400"/>
                    </a:moveTo>
                    <a:lnTo>
                      <a:pt x="933406" y="902596"/>
                    </a:lnTo>
                    <a:lnTo>
                      <a:pt x="995974" y="894149"/>
                    </a:lnTo>
                    <a:lnTo>
                      <a:pt x="1007359" y="872870"/>
                    </a:lnTo>
                    <a:lnTo>
                      <a:pt x="1032708" y="851465"/>
                    </a:lnTo>
                    <a:lnTo>
                      <a:pt x="1049039" y="828092"/>
                    </a:lnTo>
                    <a:lnTo>
                      <a:pt x="1088139" y="783602"/>
                    </a:lnTo>
                    <a:lnTo>
                      <a:pt x="1128596" y="791616"/>
                    </a:lnTo>
                    <a:lnTo>
                      <a:pt x="1152219" y="800135"/>
                    </a:lnTo>
                    <a:lnTo>
                      <a:pt x="1178150" y="804430"/>
                    </a:lnTo>
                    <a:lnTo>
                      <a:pt x="1201754" y="851862"/>
                    </a:lnTo>
                    <a:lnTo>
                      <a:pt x="1261451" y="904292"/>
                    </a:lnTo>
                    <a:lnTo>
                      <a:pt x="1316300" y="899726"/>
                    </a:lnTo>
                    <a:lnTo>
                      <a:pt x="1335772" y="949323"/>
                    </a:lnTo>
                    <a:lnTo>
                      <a:pt x="1336760" y="956362"/>
                    </a:lnTo>
                    <a:lnTo>
                      <a:pt x="878112" y="9563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2" name="ph483">
                <a:extLst>
                  <a:ext uri="{FF2B5EF4-FFF2-40B4-BE49-F238E27FC236}">
                    <a16:creationId xmlns:a16="http://schemas.microsoft.com/office/drawing/2014/main" id="{1E73184C-7572-2DCE-49BA-D8C3BD7FC5EB}"/>
                  </a:ext>
                </a:extLst>
              </p:cNvPr>
              <p:cNvSpPr/>
              <p:nvPr/>
            </p:nvSpPr>
            <p:spPr>
              <a:xfrm>
                <a:off x="10621691" y="6662067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2" y="906278"/>
                    </a:lnTo>
                    <a:lnTo>
                      <a:pt x="850920" y="938747"/>
                    </a:lnTo>
                    <a:lnTo>
                      <a:pt x="840951" y="940119"/>
                    </a:lnTo>
                    <a:lnTo>
                      <a:pt x="806331" y="910627"/>
                    </a:lnTo>
                    <a:lnTo>
                      <a:pt x="800784" y="896243"/>
                    </a:lnTo>
                    <a:lnTo>
                      <a:pt x="799640" y="884277"/>
                    </a:lnTo>
                    <a:lnTo>
                      <a:pt x="804586" y="842855"/>
                    </a:lnTo>
                    <a:lnTo>
                      <a:pt x="803674" y="829824"/>
                    </a:lnTo>
                    <a:lnTo>
                      <a:pt x="814555" y="815584"/>
                    </a:lnTo>
                    <a:lnTo>
                      <a:pt x="816242" y="795009"/>
                    </a:lnTo>
                    <a:lnTo>
                      <a:pt x="835482" y="773315"/>
                    </a:lnTo>
                    <a:lnTo>
                      <a:pt x="852549" y="772503"/>
                    </a:lnTo>
                    <a:lnTo>
                      <a:pt x="857980" y="790876"/>
                    </a:lnTo>
                    <a:lnTo>
                      <a:pt x="866145" y="803528"/>
                    </a:lnTo>
                    <a:lnTo>
                      <a:pt x="894908" y="817714"/>
                    </a:lnTo>
                    <a:lnTo>
                      <a:pt x="899194" y="824157"/>
                    </a:lnTo>
                    <a:lnTo>
                      <a:pt x="901793" y="833073"/>
                    </a:lnTo>
                    <a:lnTo>
                      <a:pt x="888410" y="850544"/>
                    </a:lnTo>
                    <a:lnTo>
                      <a:pt x="883872" y="859496"/>
                    </a:lnTo>
                    <a:lnTo>
                      <a:pt x="888119" y="873845"/>
                    </a:lnTo>
                    <a:lnTo>
                      <a:pt x="909434" y="889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3" name="ph484">
                <a:extLst>
                  <a:ext uri="{FF2B5EF4-FFF2-40B4-BE49-F238E27FC236}">
                    <a16:creationId xmlns:a16="http://schemas.microsoft.com/office/drawing/2014/main" id="{4047910F-F631-CF99-28F4-208724EF7A74}"/>
                  </a:ext>
                </a:extLst>
              </p:cNvPr>
              <p:cNvSpPr/>
              <p:nvPr/>
            </p:nvSpPr>
            <p:spPr>
              <a:xfrm>
                <a:off x="10649154" y="6765250"/>
                <a:ext cx="961514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4" h="927810">
                    <a:moveTo>
                      <a:pt x="914400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7" y="880775"/>
                    </a:lnTo>
                    <a:lnTo>
                      <a:pt x="947448" y="915031"/>
                    </a:lnTo>
                    <a:lnTo>
                      <a:pt x="961514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4" name="ph485">
                <a:extLst>
                  <a:ext uri="{FF2B5EF4-FFF2-40B4-BE49-F238E27FC236}">
                    <a16:creationId xmlns:a16="http://schemas.microsoft.com/office/drawing/2014/main" id="{BFBBA740-3CC7-9BFA-5899-D6986045178B}"/>
                  </a:ext>
                </a:extLst>
              </p:cNvPr>
              <p:cNvSpPr/>
              <p:nvPr/>
            </p:nvSpPr>
            <p:spPr>
              <a:xfrm>
                <a:off x="10104352" y="6624887"/>
                <a:ext cx="94488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8" h="914400">
                    <a:moveTo>
                      <a:pt x="914400" y="914400"/>
                    </a:moveTo>
                    <a:lnTo>
                      <a:pt x="902763" y="899618"/>
                    </a:lnTo>
                    <a:lnTo>
                      <a:pt x="891048" y="895864"/>
                    </a:lnTo>
                    <a:lnTo>
                      <a:pt x="897351" y="877635"/>
                    </a:lnTo>
                    <a:lnTo>
                      <a:pt x="905594" y="871011"/>
                    </a:lnTo>
                    <a:lnTo>
                      <a:pt x="935113" y="882887"/>
                    </a:lnTo>
                    <a:lnTo>
                      <a:pt x="944384" y="906133"/>
                    </a:lnTo>
                    <a:lnTo>
                      <a:pt x="944888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5" name="ph486">
                <a:extLst>
                  <a:ext uri="{FF2B5EF4-FFF2-40B4-BE49-F238E27FC236}">
                    <a16:creationId xmlns:a16="http://schemas.microsoft.com/office/drawing/2014/main" id="{E63ED2FE-E30C-4792-6AD3-D94EE7F0CC60}"/>
                  </a:ext>
                </a:extLst>
              </p:cNvPr>
              <p:cNvSpPr/>
              <p:nvPr/>
            </p:nvSpPr>
            <p:spPr>
              <a:xfrm>
                <a:off x="11866103" y="4431098"/>
                <a:ext cx="914400" cy="1013954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4">
                    <a:moveTo>
                      <a:pt x="914400" y="914400"/>
                    </a:moveTo>
                    <a:lnTo>
                      <a:pt x="914400" y="1010220"/>
                    </a:lnTo>
                    <a:lnTo>
                      <a:pt x="874640" y="1013954"/>
                    </a:lnTo>
                    <a:lnTo>
                      <a:pt x="863953" y="1007583"/>
                    </a:lnTo>
                    <a:lnTo>
                      <a:pt x="849310" y="958040"/>
                    </a:lnTo>
                    <a:lnTo>
                      <a:pt x="852220" y="945244"/>
                    </a:lnTo>
                    <a:lnTo>
                      <a:pt x="862072" y="939793"/>
                    </a:lnTo>
                    <a:lnTo>
                      <a:pt x="870509" y="938620"/>
                    </a:lnTo>
                    <a:lnTo>
                      <a:pt x="871750" y="965295"/>
                    </a:lnTo>
                    <a:lnTo>
                      <a:pt x="884144" y="962642"/>
                    </a:lnTo>
                    <a:lnTo>
                      <a:pt x="888022" y="945063"/>
                    </a:lnTo>
                    <a:lnTo>
                      <a:pt x="888895" y="932682"/>
                    </a:lnTo>
                    <a:lnTo>
                      <a:pt x="885540" y="926437"/>
                    </a:lnTo>
                    <a:lnTo>
                      <a:pt x="877123" y="921600"/>
                    </a:lnTo>
                    <a:lnTo>
                      <a:pt x="872254" y="913298"/>
                    </a:lnTo>
                    <a:lnTo>
                      <a:pt x="879256" y="899942"/>
                    </a:lnTo>
                    <a:lnTo>
                      <a:pt x="892212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6" name="ph487">
                <a:extLst>
                  <a:ext uri="{FF2B5EF4-FFF2-40B4-BE49-F238E27FC236}">
                    <a16:creationId xmlns:a16="http://schemas.microsoft.com/office/drawing/2014/main" id="{E9D2703C-7CF7-C866-0833-F4FACB050CA5}"/>
                  </a:ext>
                </a:extLst>
              </p:cNvPr>
              <p:cNvSpPr/>
              <p:nvPr/>
            </p:nvSpPr>
            <p:spPr>
              <a:xfrm>
                <a:off x="11800064" y="4499970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7" y="912324"/>
                    </a:lnTo>
                    <a:lnTo>
                      <a:pt x="900959" y="915158"/>
                    </a:lnTo>
                    <a:lnTo>
                      <a:pt x="897002" y="925373"/>
                    </a:lnTo>
                    <a:lnTo>
                      <a:pt x="888391" y="921709"/>
                    </a:lnTo>
                    <a:lnTo>
                      <a:pt x="884919" y="907072"/>
                    </a:lnTo>
                    <a:lnTo>
                      <a:pt x="891339" y="885161"/>
                    </a:lnTo>
                    <a:lnTo>
                      <a:pt x="906719" y="884331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7" name="ph488">
                <a:extLst>
                  <a:ext uri="{FF2B5EF4-FFF2-40B4-BE49-F238E27FC236}">
                    <a16:creationId xmlns:a16="http://schemas.microsoft.com/office/drawing/2014/main" id="{F638FF8F-91B7-E961-4C8E-A239BFC00F63}"/>
                  </a:ext>
                </a:extLst>
              </p:cNvPr>
              <p:cNvSpPr/>
              <p:nvPr/>
            </p:nvSpPr>
            <p:spPr>
              <a:xfrm>
                <a:off x="10390717" y="6155844"/>
                <a:ext cx="921789" cy="1251635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35">
                    <a:moveTo>
                      <a:pt x="914400" y="914400"/>
                    </a:moveTo>
                    <a:lnTo>
                      <a:pt x="909240" y="925174"/>
                    </a:lnTo>
                    <a:lnTo>
                      <a:pt x="901657" y="932267"/>
                    </a:lnTo>
                    <a:lnTo>
                      <a:pt x="881816" y="939794"/>
                    </a:lnTo>
                    <a:lnTo>
                      <a:pt x="864632" y="950298"/>
                    </a:lnTo>
                    <a:lnTo>
                      <a:pt x="849310" y="968761"/>
                    </a:lnTo>
                    <a:lnTo>
                      <a:pt x="843666" y="995148"/>
                    </a:lnTo>
                    <a:lnTo>
                      <a:pt x="855652" y="1014460"/>
                    </a:lnTo>
                    <a:lnTo>
                      <a:pt x="877452" y="1025037"/>
                    </a:lnTo>
                    <a:lnTo>
                      <a:pt x="882999" y="1061801"/>
                    </a:lnTo>
                    <a:lnTo>
                      <a:pt x="865001" y="1079940"/>
                    </a:lnTo>
                    <a:lnTo>
                      <a:pt x="818822" y="1098043"/>
                    </a:lnTo>
                    <a:lnTo>
                      <a:pt x="813973" y="1141738"/>
                    </a:lnTo>
                    <a:lnTo>
                      <a:pt x="815466" y="1176174"/>
                    </a:lnTo>
                    <a:lnTo>
                      <a:pt x="814632" y="1201208"/>
                    </a:lnTo>
                    <a:lnTo>
                      <a:pt x="810967" y="1235842"/>
                    </a:lnTo>
                    <a:lnTo>
                      <a:pt x="773612" y="1251635"/>
                    </a:lnTo>
                    <a:lnTo>
                      <a:pt x="749504" y="1198879"/>
                    </a:lnTo>
                    <a:lnTo>
                      <a:pt x="749291" y="1177763"/>
                    </a:lnTo>
                    <a:lnTo>
                      <a:pt x="742096" y="1153108"/>
                    </a:lnTo>
                    <a:lnTo>
                      <a:pt x="740738" y="1132100"/>
                    </a:lnTo>
                    <a:lnTo>
                      <a:pt x="732204" y="1098494"/>
                    </a:lnTo>
                    <a:lnTo>
                      <a:pt x="696867" y="1089397"/>
                    </a:lnTo>
                    <a:lnTo>
                      <a:pt x="683155" y="1088206"/>
                    </a:lnTo>
                    <a:lnTo>
                      <a:pt x="663973" y="1094451"/>
                    </a:lnTo>
                    <a:lnTo>
                      <a:pt x="659221" y="1092014"/>
                    </a:lnTo>
                    <a:lnTo>
                      <a:pt x="636258" y="1046117"/>
                    </a:lnTo>
                    <a:lnTo>
                      <a:pt x="640040" y="995473"/>
                    </a:lnTo>
                    <a:lnTo>
                      <a:pt x="627782" y="969917"/>
                    </a:lnTo>
                    <a:lnTo>
                      <a:pt x="626095" y="958347"/>
                    </a:lnTo>
                    <a:lnTo>
                      <a:pt x="626386" y="945533"/>
                    </a:lnTo>
                    <a:lnTo>
                      <a:pt x="616320" y="934975"/>
                    </a:lnTo>
                    <a:lnTo>
                      <a:pt x="604101" y="929380"/>
                    </a:lnTo>
                    <a:lnTo>
                      <a:pt x="598166" y="900881"/>
                    </a:lnTo>
                    <a:lnTo>
                      <a:pt x="612208" y="893969"/>
                    </a:lnTo>
                    <a:lnTo>
                      <a:pt x="646925" y="897308"/>
                    </a:lnTo>
                    <a:lnTo>
                      <a:pt x="657069" y="895358"/>
                    </a:lnTo>
                    <a:lnTo>
                      <a:pt x="666359" y="889420"/>
                    </a:lnTo>
                    <a:lnTo>
                      <a:pt x="694442" y="842567"/>
                    </a:lnTo>
                    <a:lnTo>
                      <a:pt x="693628" y="832243"/>
                    </a:lnTo>
                    <a:lnTo>
                      <a:pt x="696634" y="818851"/>
                    </a:lnTo>
                    <a:lnTo>
                      <a:pt x="727026" y="813888"/>
                    </a:lnTo>
                    <a:lnTo>
                      <a:pt x="740563" y="831990"/>
                    </a:lnTo>
                    <a:lnTo>
                      <a:pt x="737848" y="860976"/>
                    </a:lnTo>
                    <a:lnTo>
                      <a:pt x="739574" y="898120"/>
                    </a:lnTo>
                    <a:lnTo>
                      <a:pt x="757980" y="908227"/>
                    </a:lnTo>
                    <a:lnTo>
                      <a:pt x="765156" y="909707"/>
                    </a:lnTo>
                    <a:lnTo>
                      <a:pt x="772817" y="882273"/>
                    </a:lnTo>
                    <a:lnTo>
                      <a:pt x="778189" y="868935"/>
                    </a:lnTo>
                    <a:lnTo>
                      <a:pt x="785482" y="861499"/>
                    </a:lnTo>
                    <a:lnTo>
                      <a:pt x="787964" y="836430"/>
                    </a:lnTo>
                    <a:lnTo>
                      <a:pt x="783639" y="821125"/>
                    </a:lnTo>
                    <a:lnTo>
                      <a:pt x="774427" y="809718"/>
                    </a:lnTo>
                    <a:lnTo>
                      <a:pt x="808833" y="778675"/>
                    </a:lnTo>
                    <a:lnTo>
                      <a:pt x="844442" y="754093"/>
                    </a:lnTo>
                    <a:lnTo>
                      <a:pt x="865156" y="752812"/>
                    </a:lnTo>
                    <a:lnTo>
                      <a:pt x="886005" y="758822"/>
                    </a:lnTo>
                    <a:lnTo>
                      <a:pt x="905381" y="767124"/>
                    </a:lnTo>
                    <a:lnTo>
                      <a:pt x="915893" y="774271"/>
                    </a:lnTo>
                    <a:lnTo>
                      <a:pt x="921789" y="785750"/>
                    </a:lnTo>
                    <a:lnTo>
                      <a:pt x="908794" y="813112"/>
                    </a:lnTo>
                    <a:lnTo>
                      <a:pt x="905187" y="828092"/>
                    </a:lnTo>
                    <a:lnTo>
                      <a:pt x="913915" y="8774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8" name="ph489">
                <a:extLst>
                  <a:ext uri="{FF2B5EF4-FFF2-40B4-BE49-F238E27FC236}">
                    <a16:creationId xmlns:a16="http://schemas.microsoft.com/office/drawing/2014/main" id="{9238AF7D-47AA-537F-FFEE-46C7B42AF5C2}"/>
                  </a:ext>
                </a:extLst>
              </p:cNvPr>
              <p:cNvSpPr/>
              <p:nvPr/>
            </p:nvSpPr>
            <p:spPr>
              <a:xfrm>
                <a:off x="9931525" y="5441685"/>
                <a:ext cx="1046886" cy="1566147"/>
              </a:xfrm>
              <a:custGeom>
                <a:avLst/>
                <a:gdLst/>
                <a:ahLst/>
                <a:cxnLst/>
                <a:rect l="0" t="0" r="0" b="0"/>
                <a:pathLst>
                  <a:path w="1046886" h="1566147">
                    <a:moveTo>
                      <a:pt x="914400" y="914400"/>
                    </a:moveTo>
                    <a:lnTo>
                      <a:pt x="968860" y="870650"/>
                    </a:lnTo>
                    <a:lnTo>
                      <a:pt x="984085" y="870091"/>
                    </a:lnTo>
                    <a:lnTo>
                      <a:pt x="958465" y="902704"/>
                    </a:lnTo>
                    <a:lnTo>
                      <a:pt x="954353" y="915320"/>
                    </a:lnTo>
                    <a:lnTo>
                      <a:pt x="951250" y="934668"/>
                    </a:lnTo>
                    <a:lnTo>
                      <a:pt x="969617" y="976685"/>
                    </a:lnTo>
                    <a:lnTo>
                      <a:pt x="965738" y="1002259"/>
                    </a:lnTo>
                    <a:lnTo>
                      <a:pt x="967037" y="1052578"/>
                    </a:lnTo>
                    <a:lnTo>
                      <a:pt x="949718" y="1078803"/>
                    </a:lnTo>
                    <a:lnTo>
                      <a:pt x="930168" y="1134591"/>
                    </a:lnTo>
                    <a:lnTo>
                      <a:pt x="921750" y="1142803"/>
                    </a:lnTo>
                    <a:lnTo>
                      <a:pt x="919946" y="1207922"/>
                    </a:lnTo>
                    <a:lnTo>
                      <a:pt x="921867" y="1223461"/>
                    </a:lnTo>
                    <a:lnTo>
                      <a:pt x="919093" y="1282750"/>
                    </a:lnTo>
                    <a:lnTo>
                      <a:pt x="939128" y="1307026"/>
                    </a:lnTo>
                    <a:lnTo>
                      <a:pt x="960307" y="1319714"/>
                    </a:lnTo>
                    <a:lnTo>
                      <a:pt x="1030943" y="1319262"/>
                    </a:lnTo>
                    <a:lnTo>
                      <a:pt x="1038274" y="1329929"/>
                    </a:lnTo>
                    <a:lnTo>
                      <a:pt x="1046886" y="1348266"/>
                    </a:lnTo>
                    <a:lnTo>
                      <a:pt x="1040582" y="1379400"/>
                    </a:lnTo>
                    <a:lnTo>
                      <a:pt x="1033038" y="1402881"/>
                    </a:lnTo>
                    <a:lnTo>
                      <a:pt x="1012576" y="1422662"/>
                    </a:lnTo>
                    <a:lnTo>
                      <a:pt x="986316" y="1437408"/>
                    </a:lnTo>
                    <a:lnTo>
                      <a:pt x="969985" y="1438057"/>
                    </a:lnTo>
                    <a:lnTo>
                      <a:pt x="947739" y="1410028"/>
                    </a:lnTo>
                    <a:lnTo>
                      <a:pt x="937169" y="1419125"/>
                    </a:lnTo>
                    <a:lnTo>
                      <a:pt x="926250" y="1433419"/>
                    </a:lnTo>
                    <a:lnTo>
                      <a:pt x="907960" y="1510125"/>
                    </a:lnTo>
                    <a:lnTo>
                      <a:pt x="899291" y="1561942"/>
                    </a:lnTo>
                    <a:lnTo>
                      <a:pt x="894597" y="1566147"/>
                    </a:lnTo>
                    <a:lnTo>
                      <a:pt x="884260" y="1558513"/>
                    </a:lnTo>
                    <a:lnTo>
                      <a:pt x="866397" y="1557917"/>
                    </a:lnTo>
                    <a:lnTo>
                      <a:pt x="862945" y="1559797"/>
                    </a:lnTo>
                    <a:lnTo>
                      <a:pt x="862945" y="9260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29" name="ph490">
                <a:extLst>
                  <a:ext uri="{FF2B5EF4-FFF2-40B4-BE49-F238E27FC236}">
                    <a16:creationId xmlns:a16="http://schemas.microsoft.com/office/drawing/2014/main" id="{E55D031D-859E-73D6-45C7-0E5E50C5930C}"/>
                  </a:ext>
                </a:extLst>
              </p:cNvPr>
              <p:cNvSpPr/>
              <p:nvPr/>
            </p:nvSpPr>
            <p:spPr>
              <a:xfrm>
                <a:off x="9884764" y="6127580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0" name="ph491">
                <a:extLst>
                  <a:ext uri="{FF2B5EF4-FFF2-40B4-BE49-F238E27FC236}">
                    <a16:creationId xmlns:a16="http://schemas.microsoft.com/office/drawing/2014/main" id="{F5066EC1-77F2-2000-EB65-F3B872BD14A5}"/>
                  </a:ext>
                </a:extLst>
              </p:cNvPr>
              <p:cNvSpPr/>
              <p:nvPr/>
            </p:nvSpPr>
            <p:spPr>
              <a:xfrm>
                <a:off x="10016474" y="6202914"/>
                <a:ext cx="940699" cy="1102482"/>
              </a:xfrm>
              <a:custGeom>
                <a:avLst/>
                <a:gdLst/>
                <a:ahLst/>
                <a:cxnLst/>
                <a:rect l="0" t="0" r="0" b="0"/>
                <a:pathLst>
                  <a:path w="940699" h="1102482">
                    <a:moveTo>
                      <a:pt x="914400" y="914399"/>
                    </a:moveTo>
                    <a:lnTo>
                      <a:pt x="924582" y="955532"/>
                    </a:lnTo>
                    <a:lnTo>
                      <a:pt x="940699" y="1001537"/>
                    </a:lnTo>
                    <a:lnTo>
                      <a:pt x="933969" y="1020795"/>
                    </a:lnTo>
                    <a:lnTo>
                      <a:pt x="938546" y="1045467"/>
                    </a:lnTo>
                    <a:lnTo>
                      <a:pt x="933950" y="1071204"/>
                    </a:lnTo>
                    <a:lnTo>
                      <a:pt x="901890" y="1101129"/>
                    </a:lnTo>
                    <a:lnTo>
                      <a:pt x="865932" y="1102482"/>
                    </a:lnTo>
                    <a:lnTo>
                      <a:pt x="828558" y="1088026"/>
                    </a:lnTo>
                    <a:lnTo>
                      <a:pt x="777995" y="1061371"/>
                    </a:lnTo>
                    <a:lnTo>
                      <a:pt x="777995" y="922097"/>
                    </a:lnTo>
                    <a:lnTo>
                      <a:pt x="834822" y="894727"/>
                    </a:lnTo>
                    <a:lnTo>
                      <a:pt x="848224" y="899112"/>
                    </a:lnTo>
                    <a:lnTo>
                      <a:pt x="862208" y="913389"/>
                    </a:lnTo>
                    <a:lnTo>
                      <a:pt x="878306" y="914237"/>
                    </a:lnTo>
                    <a:lnTo>
                      <a:pt x="901676" y="893987"/>
                    </a:lnTo>
                    <a:lnTo>
                      <a:pt x="906118" y="8951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1" name="ph492">
                <a:extLst>
                  <a:ext uri="{FF2B5EF4-FFF2-40B4-BE49-F238E27FC236}">
                    <a16:creationId xmlns:a16="http://schemas.microsoft.com/office/drawing/2014/main" id="{425252AD-C8E5-6E9B-A9D4-596A57A28BBE}"/>
                  </a:ext>
                </a:extLst>
              </p:cNvPr>
              <p:cNvSpPr/>
              <p:nvPr/>
            </p:nvSpPr>
            <p:spPr>
              <a:xfrm>
                <a:off x="10185597" y="6472017"/>
                <a:ext cx="959590" cy="988597"/>
              </a:xfrm>
              <a:custGeom>
                <a:avLst/>
                <a:gdLst/>
                <a:ahLst/>
                <a:cxnLst/>
                <a:rect l="0" t="0" r="0" b="0"/>
                <a:pathLst>
                  <a:path w="959590" h="988597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3" y="922593"/>
                    </a:lnTo>
                    <a:lnTo>
                      <a:pt x="958212" y="937285"/>
                    </a:lnTo>
                    <a:lnTo>
                      <a:pt x="959590" y="969898"/>
                    </a:lnTo>
                    <a:lnTo>
                      <a:pt x="942600" y="979410"/>
                    </a:lnTo>
                    <a:lnTo>
                      <a:pt x="923845" y="976179"/>
                    </a:lnTo>
                    <a:lnTo>
                      <a:pt x="898321" y="988597"/>
                    </a:lnTo>
                    <a:lnTo>
                      <a:pt x="814535" y="935282"/>
                    </a:lnTo>
                    <a:lnTo>
                      <a:pt x="815757" y="890828"/>
                    </a:lnTo>
                    <a:lnTo>
                      <a:pt x="819113" y="873375"/>
                    </a:lnTo>
                    <a:lnTo>
                      <a:pt x="858814" y="869224"/>
                    </a:lnTo>
                    <a:lnTo>
                      <a:pt x="879256" y="8914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2" name="ph493">
                <a:extLst>
                  <a:ext uri="{FF2B5EF4-FFF2-40B4-BE49-F238E27FC236}">
                    <a16:creationId xmlns:a16="http://schemas.microsoft.com/office/drawing/2014/main" id="{04575003-7FB5-BED8-0FCA-C424C9FDAD21}"/>
                  </a:ext>
                </a:extLst>
              </p:cNvPr>
              <p:cNvSpPr/>
              <p:nvPr/>
            </p:nvSpPr>
            <p:spPr>
              <a:xfrm>
                <a:off x="10017056" y="6503259"/>
                <a:ext cx="9663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0" h="914400">
                    <a:moveTo>
                      <a:pt x="914400" y="914400"/>
                    </a:moveTo>
                    <a:lnTo>
                      <a:pt x="902433" y="884457"/>
                    </a:lnTo>
                    <a:lnTo>
                      <a:pt x="900881" y="875090"/>
                    </a:lnTo>
                    <a:lnTo>
                      <a:pt x="914943" y="855923"/>
                    </a:lnTo>
                    <a:lnTo>
                      <a:pt x="924039" y="834210"/>
                    </a:lnTo>
                    <a:lnTo>
                      <a:pt x="947565" y="800875"/>
                    </a:lnTo>
                    <a:lnTo>
                      <a:pt x="961122" y="761818"/>
                    </a:lnTo>
                    <a:lnTo>
                      <a:pt x="966300" y="762432"/>
                    </a:lnTo>
                    <a:lnTo>
                      <a:pt x="960288" y="797211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3" name="ph494">
                <a:extLst>
                  <a:ext uri="{FF2B5EF4-FFF2-40B4-BE49-F238E27FC236}">
                    <a16:creationId xmlns:a16="http://schemas.microsoft.com/office/drawing/2014/main" id="{DD15CCBB-DD58-F003-574E-678B44AF2826}"/>
                  </a:ext>
                </a:extLst>
              </p:cNvPr>
              <p:cNvSpPr/>
              <p:nvPr/>
            </p:nvSpPr>
            <p:spPr>
              <a:xfrm>
                <a:off x="10378770" y="6427184"/>
                <a:ext cx="921983" cy="935985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5">
                    <a:moveTo>
                      <a:pt x="914400" y="914400"/>
                    </a:moveTo>
                    <a:lnTo>
                      <a:pt x="883911" y="910357"/>
                    </a:lnTo>
                    <a:lnTo>
                      <a:pt x="849543" y="935985"/>
                    </a:lnTo>
                    <a:lnTo>
                      <a:pt x="836510" y="927882"/>
                    </a:lnTo>
                    <a:lnTo>
                      <a:pt x="841436" y="911512"/>
                    </a:lnTo>
                    <a:lnTo>
                      <a:pt x="845024" y="905556"/>
                    </a:lnTo>
                    <a:lnTo>
                      <a:pt x="856583" y="898607"/>
                    </a:lnTo>
                    <a:lnTo>
                      <a:pt x="864303" y="888446"/>
                    </a:lnTo>
                    <a:lnTo>
                      <a:pt x="867328" y="872545"/>
                    </a:lnTo>
                    <a:lnTo>
                      <a:pt x="874485" y="881118"/>
                    </a:lnTo>
                    <a:lnTo>
                      <a:pt x="895761" y="884710"/>
                    </a:lnTo>
                    <a:lnTo>
                      <a:pt x="906157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4" name="ph495">
                <a:extLst>
                  <a:ext uri="{FF2B5EF4-FFF2-40B4-BE49-F238E27FC236}">
                    <a16:creationId xmlns:a16="http://schemas.microsoft.com/office/drawing/2014/main" id="{979EADBA-5863-2438-7A12-21BDDA227CE3}"/>
                  </a:ext>
                </a:extLst>
              </p:cNvPr>
              <p:cNvSpPr/>
              <p:nvPr/>
            </p:nvSpPr>
            <p:spPr>
              <a:xfrm>
                <a:off x="10390795" y="6204250"/>
                <a:ext cx="93309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6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80"/>
                    </a:lnTo>
                    <a:lnTo>
                      <a:pt x="919888" y="867744"/>
                    </a:lnTo>
                    <a:lnTo>
                      <a:pt x="924019" y="868069"/>
                    </a:lnTo>
                    <a:lnTo>
                      <a:pt x="929663" y="880107"/>
                    </a:lnTo>
                    <a:lnTo>
                      <a:pt x="933096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5" name="ph496">
                <a:extLst>
                  <a:ext uri="{FF2B5EF4-FFF2-40B4-BE49-F238E27FC236}">
                    <a16:creationId xmlns:a16="http://schemas.microsoft.com/office/drawing/2014/main" id="{6F6F7B7B-5BE9-9824-E332-30DF309246AB}"/>
                  </a:ext>
                </a:extLst>
              </p:cNvPr>
              <p:cNvSpPr/>
              <p:nvPr/>
            </p:nvSpPr>
            <p:spPr>
              <a:xfrm>
                <a:off x="9962944" y="6469219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9" y="876028"/>
                    </a:lnTo>
                    <a:lnTo>
                      <a:pt x="871227" y="867979"/>
                    </a:lnTo>
                    <a:lnTo>
                      <a:pt x="884260" y="873123"/>
                    </a:lnTo>
                    <a:lnTo>
                      <a:pt x="900435" y="888969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6" name="ph497">
                <a:extLst>
                  <a:ext uri="{FF2B5EF4-FFF2-40B4-BE49-F238E27FC236}">
                    <a16:creationId xmlns:a16="http://schemas.microsoft.com/office/drawing/2014/main" id="{0C916EEA-AFA4-52E0-880F-C335F9D6564F}"/>
                  </a:ext>
                </a:extLst>
              </p:cNvPr>
              <p:cNvSpPr/>
              <p:nvPr/>
            </p:nvSpPr>
            <p:spPr>
              <a:xfrm>
                <a:off x="9880070" y="6454052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3"/>
                    </a:lnTo>
                    <a:lnTo>
                      <a:pt x="925862" y="903415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7" name="ph498">
                <a:extLst>
                  <a:ext uri="{FF2B5EF4-FFF2-40B4-BE49-F238E27FC236}">
                    <a16:creationId xmlns:a16="http://schemas.microsoft.com/office/drawing/2014/main" id="{65829017-4FA1-E815-EDF1-9D27903DB4F6}"/>
                  </a:ext>
                </a:extLst>
              </p:cNvPr>
              <p:cNvSpPr/>
              <p:nvPr/>
            </p:nvSpPr>
            <p:spPr>
              <a:xfrm>
                <a:off x="9997312" y="6126226"/>
                <a:ext cx="92857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7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3"/>
                    </a:lnTo>
                    <a:lnTo>
                      <a:pt x="905265" y="862095"/>
                    </a:lnTo>
                    <a:lnTo>
                      <a:pt x="899659" y="842892"/>
                    </a:lnTo>
                    <a:lnTo>
                      <a:pt x="905827" y="830546"/>
                    </a:lnTo>
                    <a:lnTo>
                      <a:pt x="923534" y="859298"/>
                    </a:lnTo>
                    <a:lnTo>
                      <a:pt x="928577" y="872816"/>
                    </a:lnTo>
                    <a:lnTo>
                      <a:pt x="921750" y="888969"/>
                    </a:lnTo>
                    <a:lnTo>
                      <a:pt x="917774" y="90775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8" name="ph499">
                <a:extLst>
                  <a:ext uri="{FF2B5EF4-FFF2-40B4-BE49-F238E27FC236}">
                    <a16:creationId xmlns:a16="http://schemas.microsoft.com/office/drawing/2014/main" id="{21228EAD-33D7-CFFE-D5EE-E4449EBC8474}"/>
                  </a:ext>
                </a:extLst>
              </p:cNvPr>
              <p:cNvSpPr/>
              <p:nvPr/>
            </p:nvSpPr>
            <p:spPr>
              <a:xfrm>
                <a:off x="10080943" y="5585080"/>
                <a:ext cx="9467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89" h="914400">
                    <a:moveTo>
                      <a:pt x="914400" y="914400"/>
                    </a:moveTo>
                    <a:lnTo>
                      <a:pt x="887072" y="902145"/>
                    </a:lnTo>
                    <a:lnTo>
                      <a:pt x="899136" y="885017"/>
                    </a:lnTo>
                    <a:lnTo>
                      <a:pt x="929159" y="877129"/>
                    </a:lnTo>
                    <a:lnTo>
                      <a:pt x="946789" y="879728"/>
                    </a:lnTo>
                    <a:lnTo>
                      <a:pt x="927394" y="896730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39" name="ph500">
                <a:extLst>
                  <a:ext uri="{FF2B5EF4-FFF2-40B4-BE49-F238E27FC236}">
                    <a16:creationId xmlns:a16="http://schemas.microsoft.com/office/drawing/2014/main" id="{68474CDC-AC3F-8EDD-B379-B2E4ACEBE57B}"/>
                  </a:ext>
                </a:extLst>
              </p:cNvPr>
              <p:cNvSpPr/>
              <p:nvPr/>
            </p:nvSpPr>
            <p:spPr>
              <a:xfrm>
                <a:off x="10883172" y="6407205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400" y="914400"/>
                    </a:moveTo>
                    <a:lnTo>
                      <a:pt x="881583" y="904040"/>
                    </a:lnTo>
                    <a:lnTo>
                      <a:pt x="841591" y="878429"/>
                    </a:lnTo>
                    <a:lnTo>
                      <a:pt x="847448" y="828236"/>
                    </a:lnTo>
                    <a:lnTo>
                      <a:pt x="857708" y="806542"/>
                    </a:lnTo>
                    <a:lnTo>
                      <a:pt x="930652" y="862799"/>
                    </a:lnTo>
                    <a:lnTo>
                      <a:pt x="931545" y="884006"/>
                    </a:lnTo>
                    <a:lnTo>
                      <a:pt x="921731" y="90813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0" name="pt501">
                <a:extLst>
                  <a:ext uri="{FF2B5EF4-FFF2-40B4-BE49-F238E27FC236}">
                    <a16:creationId xmlns:a16="http://schemas.microsoft.com/office/drawing/2014/main" id="{CD5E6899-ED34-430C-5490-BD6BBD3677E8}"/>
                  </a:ext>
                </a:extLst>
              </p:cNvPr>
              <p:cNvSpPr/>
              <p:nvPr/>
            </p:nvSpPr>
            <p:spPr>
              <a:xfrm>
                <a:off x="11312093" y="6985549"/>
                <a:ext cx="117405" cy="117405"/>
              </a:xfrm>
              <a:prstGeom prst="ellipse">
                <a:avLst/>
              </a:prstGeom>
              <a:solidFill>
                <a:srgbClr val="A7327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1" name="pt502">
                <a:extLst>
                  <a:ext uri="{FF2B5EF4-FFF2-40B4-BE49-F238E27FC236}">
                    <a16:creationId xmlns:a16="http://schemas.microsoft.com/office/drawing/2014/main" id="{DAB4E66A-F380-1C9E-461B-D1C424B34C74}"/>
                  </a:ext>
                </a:extLst>
              </p:cNvPr>
              <p:cNvSpPr/>
              <p:nvPr/>
            </p:nvSpPr>
            <p:spPr>
              <a:xfrm>
                <a:off x="12538824" y="5477611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2" name="pt503">
                <a:extLst>
                  <a:ext uri="{FF2B5EF4-FFF2-40B4-BE49-F238E27FC236}">
                    <a16:creationId xmlns:a16="http://schemas.microsoft.com/office/drawing/2014/main" id="{6BD875F3-0738-2370-9B7D-A83BC4657C84}"/>
                  </a:ext>
                </a:extLst>
              </p:cNvPr>
              <p:cNvSpPr/>
              <p:nvPr/>
            </p:nvSpPr>
            <p:spPr>
              <a:xfrm>
                <a:off x="11242486" y="6822312"/>
                <a:ext cx="117405" cy="117405"/>
              </a:xfrm>
              <a:prstGeom prst="ellipse">
                <a:avLst/>
              </a:prstGeom>
              <a:solidFill>
                <a:srgbClr val="FC9B6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3" name="pt504">
                <a:extLst>
                  <a:ext uri="{FF2B5EF4-FFF2-40B4-BE49-F238E27FC236}">
                    <a16:creationId xmlns:a16="http://schemas.microsoft.com/office/drawing/2014/main" id="{2A6AD98A-6AF6-E6E1-EE69-CBF35991F80A}"/>
                  </a:ext>
                </a:extLst>
              </p:cNvPr>
              <p:cNvSpPr/>
              <p:nvPr/>
            </p:nvSpPr>
            <p:spPr>
              <a:xfrm>
                <a:off x="12072492" y="6268510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4" name="pt505">
                <a:extLst>
                  <a:ext uri="{FF2B5EF4-FFF2-40B4-BE49-F238E27FC236}">
                    <a16:creationId xmlns:a16="http://schemas.microsoft.com/office/drawing/2014/main" id="{78D4F988-8261-2A23-8347-5F0E0F8FBFA3}"/>
                  </a:ext>
                </a:extLst>
              </p:cNvPr>
              <p:cNvSpPr/>
              <p:nvPr/>
            </p:nvSpPr>
            <p:spPr>
              <a:xfrm>
                <a:off x="11997278" y="6653194"/>
                <a:ext cx="117405" cy="117405"/>
              </a:xfrm>
              <a:prstGeom prst="ellipse">
                <a:avLst/>
              </a:prstGeom>
              <a:solidFill>
                <a:srgbClr val="B9397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5" name="pt506">
                <a:extLst>
                  <a:ext uri="{FF2B5EF4-FFF2-40B4-BE49-F238E27FC236}">
                    <a16:creationId xmlns:a16="http://schemas.microsoft.com/office/drawing/2014/main" id="{E056498E-FD9E-C8F0-0682-A48199B705B1}"/>
                  </a:ext>
                </a:extLst>
              </p:cNvPr>
              <p:cNvSpPr/>
              <p:nvPr/>
            </p:nvSpPr>
            <p:spPr>
              <a:xfrm>
                <a:off x="11328174" y="7118361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6" name="pt507">
                <a:extLst>
                  <a:ext uri="{FF2B5EF4-FFF2-40B4-BE49-F238E27FC236}">
                    <a16:creationId xmlns:a16="http://schemas.microsoft.com/office/drawing/2014/main" id="{CDCE893F-F5BB-4912-59DD-EA766522A71F}"/>
                  </a:ext>
                </a:extLst>
              </p:cNvPr>
              <p:cNvSpPr/>
              <p:nvPr/>
            </p:nvSpPr>
            <p:spPr>
              <a:xfrm>
                <a:off x="10957339" y="5831552"/>
                <a:ext cx="117405" cy="117405"/>
              </a:xfrm>
              <a:prstGeom prst="ellipse">
                <a:avLst/>
              </a:prstGeom>
              <a:solidFill>
                <a:srgbClr val="AE357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7" name="pt508">
                <a:extLst>
                  <a:ext uri="{FF2B5EF4-FFF2-40B4-BE49-F238E27FC236}">
                    <a16:creationId xmlns:a16="http://schemas.microsoft.com/office/drawing/2014/main" id="{988FCD5B-A2CC-107D-7261-77CC4DD7E746}"/>
                  </a:ext>
                </a:extLst>
              </p:cNvPr>
              <p:cNvSpPr/>
              <p:nvPr/>
            </p:nvSpPr>
            <p:spPr>
              <a:xfrm>
                <a:off x="11047239" y="6136412"/>
                <a:ext cx="117405" cy="117405"/>
              </a:xfrm>
              <a:prstGeom prst="ellipse">
                <a:avLst/>
              </a:prstGeom>
              <a:solidFill>
                <a:srgbClr val="E04E6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8" name="pg509">
                <a:extLst>
                  <a:ext uri="{FF2B5EF4-FFF2-40B4-BE49-F238E27FC236}">
                    <a16:creationId xmlns:a16="http://schemas.microsoft.com/office/drawing/2014/main" id="{8A27C461-D91B-D5E2-EB13-1B078890C736}"/>
                  </a:ext>
                </a:extLst>
              </p:cNvPr>
              <p:cNvSpPr/>
              <p:nvPr/>
            </p:nvSpPr>
            <p:spPr>
              <a:xfrm>
                <a:off x="11426730" y="6913085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4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1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49" name="tx510">
                <a:extLst>
                  <a:ext uri="{FF2B5EF4-FFF2-40B4-BE49-F238E27FC236}">
                    <a16:creationId xmlns:a16="http://schemas.microsoft.com/office/drawing/2014/main" id="{92E13033-80F4-D588-D934-DCDD2D49C22D}"/>
                  </a:ext>
                </a:extLst>
              </p:cNvPr>
              <p:cNvSpPr/>
              <p:nvPr/>
            </p:nvSpPr>
            <p:spPr>
              <a:xfrm>
                <a:off x="11472450" y="6958805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1850" name="pg511">
                <a:extLst>
                  <a:ext uri="{FF2B5EF4-FFF2-40B4-BE49-F238E27FC236}">
                    <a16:creationId xmlns:a16="http://schemas.microsoft.com/office/drawing/2014/main" id="{59F3E760-B8C4-3BDE-DA1B-854852991B94}"/>
                  </a:ext>
                </a:extLst>
              </p:cNvPr>
              <p:cNvSpPr/>
              <p:nvPr/>
            </p:nvSpPr>
            <p:spPr>
              <a:xfrm>
                <a:off x="12296526" y="5595671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1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2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51" name="tx512">
                <a:extLst>
                  <a:ext uri="{FF2B5EF4-FFF2-40B4-BE49-F238E27FC236}">
                    <a16:creationId xmlns:a16="http://schemas.microsoft.com/office/drawing/2014/main" id="{BE8C76B6-3299-B5C3-DBF3-9DE5AE73B47C}"/>
                  </a:ext>
                </a:extLst>
              </p:cNvPr>
              <p:cNvSpPr/>
              <p:nvPr/>
            </p:nvSpPr>
            <p:spPr>
              <a:xfrm>
                <a:off x="12342246" y="5641391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1852" name="pg513">
                <a:extLst>
                  <a:ext uri="{FF2B5EF4-FFF2-40B4-BE49-F238E27FC236}">
                    <a16:creationId xmlns:a16="http://schemas.microsoft.com/office/drawing/2014/main" id="{17701950-377C-7329-17F9-8E2424005FCE}"/>
                  </a:ext>
                </a:extLst>
              </p:cNvPr>
              <p:cNvSpPr/>
              <p:nvPr/>
            </p:nvSpPr>
            <p:spPr>
              <a:xfrm>
                <a:off x="10976618" y="6629903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1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53" name="tx514">
                <a:extLst>
                  <a:ext uri="{FF2B5EF4-FFF2-40B4-BE49-F238E27FC236}">
                    <a16:creationId xmlns:a16="http://schemas.microsoft.com/office/drawing/2014/main" id="{AD30D066-6C26-C391-DDC2-C7078C47DD43}"/>
                  </a:ext>
                </a:extLst>
              </p:cNvPr>
              <p:cNvSpPr/>
              <p:nvPr/>
            </p:nvSpPr>
            <p:spPr>
              <a:xfrm>
                <a:off x="11022338" y="6675623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1854" name="pg515">
                <a:extLst>
                  <a:ext uri="{FF2B5EF4-FFF2-40B4-BE49-F238E27FC236}">
                    <a16:creationId xmlns:a16="http://schemas.microsoft.com/office/drawing/2014/main" id="{B30FBF4E-C2C1-258C-B0E6-39B54EE93E61}"/>
                  </a:ext>
                </a:extLst>
              </p:cNvPr>
              <p:cNvSpPr/>
              <p:nvPr/>
            </p:nvSpPr>
            <p:spPr>
              <a:xfrm>
                <a:off x="12049095" y="6075923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1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1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55" name="tx516">
                <a:extLst>
                  <a:ext uri="{FF2B5EF4-FFF2-40B4-BE49-F238E27FC236}">
                    <a16:creationId xmlns:a16="http://schemas.microsoft.com/office/drawing/2014/main" id="{191BBD81-3002-8C3B-E524-EB37EBB088E2}"/>
                  </a:ext>
                </a:extLst>
              </p:cNvPr>
              <p:cNvSpPr/>
              <p:nvPr/>
            </p:nvSpPr>
            <p:spPr>
              <a:xfrm>
                <a:off x="12094815" y="6121643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1856" name="pg517">
                <a:extLst>
                  <a:ext uri="{FF2B5EF4-FFF2-40B4-BE49-F238E27FC236}">
                    <a16:creationId xmlns:a16="http://schemas.microsoft.com/office/drawing/2014/main" id="{A839A2AD-9F2E-E6B0-4BE0-244DED74DCAF}"/>
                  </a:ext>
                </a:extLst>
              </p:cNvPr>
              <p:cNvSpPr/>
              <p:nvPr/>
            </p:nvSpPr>
            <p:spPr>
              <a:xfrm>
                <a:off x="11997099" y="6460661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2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57" name="tx518">
                <a:extLst>
                  <a:ext uri="{FF2B5EF4-FFF2-40B4-BE49-F238E27FC236}">
                    <a16:creationId xmlns:a16="http://schemas.microsoft.com/office/drawing/2014/main" id="{A3269415-C3F1-E98E-0525-00EB4258F5B2}"/>
                  </a:ext>
                </a:extLst>
              </p:cNvPr>
              <p:cNvSpPr/>
              <p:nvPr/>
            </p:nvSpPr>
            <p:spPr>
              <a:xfrm>
                <a:off x="12042819" y="6506381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1858" name="pg519">
                <a:extLst>
                  <a:ext uri="{FF2B5EF4-FFF2-40B4-BE49-F238E27FC236}">
                    <a16:creationId xmlns:a16="http://schemas.microsoft.com/office/drawing/2014/main" id="{A2FBFD95-8C0F-FA4C-27E2-7E3CF924CB31}"/>
                  </a:ext>
                </a:extLst>
              </p:cNvPr>
              <p:cNvSpPr/>
              <p:nvPr/>
            </p:nvSpPr>
            <p:spPr>
              <a:xfrm>
                <a:off x="11312419" y="7236478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2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59" name="tx520">
                <a:extLst>
                  <a:ext uri="{FF2B5EF4-FFF2-40B4-BE49-F238E27FC236}">
                    <a16:creationId xmlns:a16="http://schemas.microsoft.com/office/drawing/2014/main" id="{163F76E0-D90F-3760-5303-DFF34B69C9E4}"/>
                  </a:ext>
                </a:extLst>
              </p:cNvPr>
              <p:cNvSpPr/>
              <p:nvPr/>
            </p:nvSpPr>
            <p:spPr>
              <a:xfrm>
                <a:off x="11358139" y="7282198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1860" name="pg521">
                <a:extLst>
                  <a:ext uri="{FF2B5EF4-FFF2-40B4-BE49-F238E27FC236}">
                    <a16:creationId xmlns:a16="http://schemas.microsoft.com/office/drawing/2014/main" id="{FF121259-9BDC-FFE7-D6D8-8951DB6B9DCF}"/>
                  </a:ext>
                </a:extLst>
              </p:cNvPr>
              <p:cNvSpPr/>
              <p:nvPr/>
            </p:nvSpPr>
            <p:spPr>
              <a:xfrm>
                <a:off x="10740889" y="5949922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2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61" name="tx522">
                <a:extLst>
                  <a:ext uri="{FF2B5EF4-FFF2-40B4-BE49-F238E27FC236}">
                    <a16:creationId xmlns:a16="http://schemas.microsoft.com/office/drawing/2014/main" id="{A4250BF6-E38D-ECA5-9E6C-C65C4CFE1D70}"/>
                  </a:ext>
                </a:extLst>
              </p:cNvPr>
              <p:cNvSpPr/>
              <p:nvPr/>
            </p:nvSpPr>
            <p:spPr>
              <a:xfrm>
                <a:off x="10786609" y="5995642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  <p:sp>
            <p:nvSpPr>
              <p:cNvPr id="1862" name="pg523">
                <a:extLst>
                  <a:ext uri="{FF2B5EF4-FFF2-40B4-BE49-F238E27FC236}">
                    <a16:creationId xmlns:a16="http://schemas.microsoft.com/office/drawing/2014/main" id="{3D7E1441-210C-B22A-8282-A62DFC1995A1}"/>
                  </a:ext>
                </a:extLst>
              </p:cNvPr>
              <p:cNvSpPr/>
              <p:nvPr/>
            </p:nvSpPr>
            <p:spPr>
              <a:xfrm>
                <a:off x="11174919" y="6218656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1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63" name="tx524">
                <a:extLst>
                  <a:ext uri="{FF2B5EF4-FFF2-40B4-BE49-F238E27FC236}">
                    <a16:creationId xmlns:a16="http://schemas.microsoft.com/office/drawing/2014/main" id="{384C6D38-E0A4-D555-0134-0C09E3DC4981}"/>
                  </a:ext>
                </a:extLst>
              </p:cNvPr>
              <p:cNvSpPr/>
              <p:nvPr/>
            </p:nvSpPr>
            <p:spPr>
              <a:xfrm>
                <a:off x="11220639" y="6264376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1864" name="rc525">
                <a:extLst>
                  <a:ext uri="{FF2B5EF4-FFF2-40B4-BE49-F238E27FC236}">
                    <a16:creationId xmlns:a16="http://schemas.microsoft.com/office/drawing/2014/main" id="{E88BE538-1728-DBFF-2822-FF3D8007F39D}"/>
                  </a:ext>
                </a:extLst>
              </p:cNvPr>
              <p:cNvSpPr/>
              <p:nvPr/>
            </p:nvSpPr>
            <p:spPr>
              <a:xfrm>
                <a:off x="10695169" y="4976262"/>
                <a:ext cx="2184636" cy="2846169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65" name="tx526">
                <a:extLst>
                  <a:ext uri="{FF2B5EF4-FFF2-40B4-BE49-F238E27FC236}">
                    <a16:creationId xmlns:a16="http://schemas.microsoft.com/office/drawing/2014/main" id="{A1054953-B91B-760E-473A-58BAC65091B3}"/>
                  </a:ext>
                </a:extLst>
              </p:cNvPr>
              <p:cNvSpPr/>
              <p:nvPr/>
            </p:nvSpPr>
            <p:spPr>
              <a:xfrm>
                <a:off x="10382816" y="765236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1866" name="tx527">
                <a:extLst>
                  <a:ext uri="{FF2B5EF4-FFF2-40B4-BE49-F238E27FC236}">
                    <a16:creationId xmlns:a16="http://schemas.microsoft.com/office/drawing/2014/main" id="{8B237EEB-3218-0CF5-A4C0-CAAAF3CADCFC}"/>
                  </a:ext>
                </a:extLst>
              </p:cNvPr>
              <p:cNvSpPr/>
              <p:nvPr/>
            </p:nvSpPr>
            <p:spPr>
              <a:xfrm>
                <a:off x="10507174" y="76338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867" name="tx528">
                <a:extLst>
                  <a:ext uri="{FF2B5EF4-FFF2-40B4-BE49-F238E27FC236}">
                    <a16:creationId xmlns:a16="http://schemas.microsoft.com/office/drawing/2014/main" id="{B2A086CB-BB59-5268-6F7C-F6C65B20E3E0}"/>
                  </a:ext>
                </a:extLst>
              </p:cNvPr>
              <p:cNvSpPr/>
              <p:nvPr/>
            </p:nvSpPr>
            <p:spPr>
              <a:xfrm>
                <a:off x="10551888" y="765236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868" name="tx529">
                <a:extLst>
                  <a:ext uri="{FF2B5EF4-FFF2-40B4-BE49-F238E27FC236}">
                    <a16:creationId xmlns:a16="http://schemas.microsoft.com/office/drawing/2014/main" id="{25B3711F-2B33-032D-6AFD-8C508BB4F5BB}"/>
                  </a:ext>
                </a:extLst>
              </p:cNvPr>
              <p:cNvSpPr/>
              <p:nvPr/>
            </p:nvSpPr>
            <p:spPr>
              <a:xfrm>
                <a:off x="10382816" y="728273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1869" name="tx530">
                <a:extLst>
                  <a:ext uri="{FF2B5EF4-FFF2-40B4-BE49-F238E27FC236}">
                    <a16:creationId xmlns:a16="http://schemas.microsoft.com/office/drawing/2014/main" id="{49BA5D9C-2118-59B8-D1DD-989C23D6A36C}"/>
                  </a:ext>
                </a:extLst>
              </p:cNvPr>
              <p:cNvSpPr/>
              <p:nvPr/>
            </p:nvSpPr>
            <p:spPr>
              <a:xfrm>
                <a:off x="10507174" y="726426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870" name="tx531">
                <a:extLst>
                  <a:ext uri="{FF2B5EF4-FFF2-40B4-BE49-F238E27FC236}">
                    <a16:creationId xmlns:a16="http://schemas.microsoft.com/office/drawing/2014/main" id="{40AA72FA-D75A-08C7-022E-E8B9132DA536}"/>
                  </a:ext>
                </a:extLst>
              </p:cNvPr>
              <p:cNvSpPr/>
              <p:nvPr/>
            </p:nvSpPr>
            <p:spPr>
              <a:xfrm>
                <a:off x="10551888" y="728273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871" name="tx532">
                <a:extLst>
                  <a:ext uri="{FF2B5EF4-FFF2-40B4-BE49-F238E27FC236}">
                    <a16:creationId xmlns:a16="http://schemas.microsoft.com/office/drawing/2014/main" id="{BD1C638D-C6E4-5030-E748-503A92DD0C1C}"/>
                  </a:ext>
                </a:extLst>
              </p:cNvPr>
              <p:cNvSpPr/>
              <p:nvPr/>
            </p:nvSpPr>
            <p:spPr>
              <a:xfrm>
                <a:off x="10382816" y="691328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1872" name="tx533">
                <a:extLst>
                  <a:ext uri="{FF2B5EF4-FFF2-40B4-BE49-F238E27FC236}">
                    <a16:creationId xmlns:a16="http://schemas.microsoft.com/office/drawing/2014/main" id="{148B2133-9E2C-DF87-023B-5E2E0118D356}"/>
                  </a:ext>
                </a:extLst>
              </p:cNvPr>
              <p:cNvSpPr/>
              <p:nvPr/>
            </p:nvSpPr>
            <p:spPr>
              <a:xfrm>
                <a:off x="10507174" y="689481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873" name="tx534">
                <a:extLst>
                  <a:ext uri="{FF2B5EF4-FFF2-40B4-BE49-F238E27FC236}">
                    <a16:creationId xmlns:a16="http://schemas.microsoft.com/office/drawing/2014/main" id="{2ED1D66C-BF0D-FCA9-D031-9B71CF824C81}"/>
                  </a:ext>
                </a:extLst>
              </p:cNvPr>
              <p:cNvSpPr/>
              <p:nvPr/>
            </p:nvSpPr>
            <p:spPr>
              <a:xfrm>
                <a:off x="10551888" y="691328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874" name="tx535">
                <a:extLst>
                  <a:ext uri="{FF2B5EF4-FFF2-40B4-BE49-F238E27FC236}">
                    <a16:creationId xmlns:a16="http://schemas.microsoft.com/office/drawing/2014/main" id="{702C28D2-EB82-ED04-C8B6-520B08B3F65C}"/>
                  </a:ext>
                </a:extLst>
              </p:cNvPr>
              <p:cNvSpPr/>
              <p:nvPr/>
            </p:nvSpPr>
            <p:spPr>
              <a:xfrm>
                <a:off x="10382816" y="654347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1875" name="tx536">
                <a:extLst>
                  <a:ext uri="{FF2B5EF4-FFF2-40B4-BE49-F238E27FC236}">
                    <a16:creationId xmlns:a16="http://schemas.microsoft.com/office/drawing/2014/main" id="{7F4D3A01-97E3-DBA9-2969-06B40B36DEFD}"/>
                  </a:ext>
                </a:extLst>
              </p:cNvPr>
              <p:cNvSpPr/>
              <p:nvPr/>
            </p:nvSpPr>
            <p:spPr>
              <a:xfrm>
                <a:off x="10507174" y="652500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876" name="tx537">
                <a:extLst>
                  <a:ext uri="{FF2B5EF4-FFF2-40B4-BE49-F238E27FC236}">
                    <a16:creationId xmlns:a16="http://schemas.microsoft.com/office/drawing/2014/main" id="{16F091A4-5824-F6C0-5CAC-92B06D1950C9}"/>
                  </a:ext>
                </a:extLst>
              </p:cNvPr>
              <p:cNvSpPr/>
              <p:nvPr/>
            </p:nvSpPr>
            <p:spPr>
              <a:xfrm>
                <a:off x="10551888" y="654347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877" name="tx538">
                <a:extLst>
                  <a:ext uri="{FF2B5EF4-FFF2-40B4-BE49-F238E27FC236}">
                    <a16:creationId xmlns:a16="http://schemas.microsoft.com/office/drawing/2014/main" id="{AD856656-1EC5-CFD9-FE71-EA81FE22364E}"/>
                  </a:ext>
                </a:extLst>
              </p:cNvPr>
              <p:cNvSpPr/>
              <p:nvPr/>
            </p:nvSpPr>
            <p:spPr>
              <a:xfrm>
                <a:off x="10382816" y="617402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1878" name="tx539">
                <a:extLst>
                  <a:ext uri="{FF2B5EF4-FFF2-40B4-BE49-F238E27FC236}">
                    <a16:creationId xmlns:a16="http://schemas.microsoft.com/office/drawing/2014/main" id="{28188F1A-5D70-873F-3EBD-5ACF61056353}"/>
                  </a:ext>
                </a:extLst>
              </p:cNvPr>
              <p:cNvSpPr/>
              <p:nvPr/>
            </p:nvSpPr>
            <p:spPr>
              <a:xfrm>
                <a:off x="10507174" y="615555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879" name="tx540">
                <a:extLst>
                  <a:ext uri="{FF2B5EF4-FFF2-40B4-BE49-F238E27FC236}">
                    <a16:creationId xmlns:a16="http://schemas.microsoft.com/office/drawing/2014/main" id="{2AEC055F-A954-15D6-74E0-5673EBABD8E8}"/>
                  </a:ext>
                </a:extLst>
              </p:cNvPr>
              <p:cNvSpPr/>
              <p:nvPr/>
            </p:nvSpPr>
            <p:spPr>
              <a:xfrm>
                <a:off x="10551888" y="617402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880" name="tx541">
                <a:extLst>
                  <a:ext uri="{FF2B5EF4-FFF2-40B4-BE49-F238E27FC236}">
                    <a16:creationId xmlns:a16="http://schemas.microsoft.com/office/drawing/2014/main" id="{0BF4F293-8441-9750-A36D-5DD3AFAE6BD1}"/>
                  </a:ext>
                </a:extLst>
              </p:cNvPr>
              <p:cNvSpPr/>
              <p:nvPr/>
            </p:nvSpPr>
            <p:spPr>
              <a:xfrm>
                <a:off x="10382816" y="580439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1881" name="tx542">
                <a:extLst>
                  <a:ext uri="{FF2B5EF4-FFF2-40B4-BE49-F238E27FC236}">
                    <a16:creationId xmlns:a16="http://schemas.microsoft.com/office/drawing/2014/main" id="{5D8B9E71-02FC-8A88-5EAF-5193CB9B90F8}"/>
                  </a:ext>
                </a:extLst>
              </p:cNvPr>
              <p:cNvSpPr/>
              <p:nvPr/>
            </p:nvSpPr>
            <p:spPr>
              <a:xfrm>
                <a:off x="10507174" y="578591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882" name="tx543">
                <a:extLst>
                  <a:ext uri="{FF2B5EF4-FFF2-40B4-BE49-F238E27FC236}">
                    <a16:creationId xmlns:a16="http://schemas.microsoft.com/office/drawing/2014/main" id="{EB992609-E288-083F-B193-DDEC357A3593}"/>
                  </a:ext>
                </a:extLst>
              </p:cNvPr>
              <p:cNvSpPr/>
              <p:nvPr/>
            </p:nvSpPr>
            <p:spPr>
              <a:xfrm>
                <a:off x="10551888" y="580439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883" name="tx544">
                <a:extLst>
                  <a:ext uri="{FF2B5EF4-FFF2-40B4-BE49-F238E27FC236}">
                    <a16:creationId xmlns:a16="http://schemas.microsoft.com/office/drawing/2014/main" id="{EFD121BC-6447-C6F6-36F5-3076480696DE}"/>
                  </a:ext>
                </a:extLst>
              </p:cNvPr>
              <p:cNvSpPr/>
              <p:nvPr/>
            </p:nvSpPr>
            <p:spPr>
              <a:xfrm>
                <a:off x="10382816" y="543475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1884" name="tx545">
                <a:extLst>
                  <a:ext uri="{FF2B5EF4-FFF2-40B4-BE49-F238E27FC236}">
                    <a16:creationId xmlns:a16="http://schemas.microsoft.com/office/drawing/2014/main" id="{38B636BF-0CB1-5FD6-E6AF-F7101B05E59D}"/>
                  </a:ext>
                </a:extLst>
              </p:cNvPr>
              <p:cNvSpPr/>
              <p:nvPr/>
            </p:nvSpPr>
            <p:spPr>
              <a:xfrm>
                <a:off x="10507174" y="541628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885" name="tx546">
                <a:extLst>
                  <a:ext uri="{FF2B5EF4-FFF2-40B4-BE49-F238E27FC236}">
                    <a16:creationId xmlns:a16="http://schemas.microsoft.com/office/drawing/2014/main" id="{D27098CE-270D-37A9-9DA2-52AA1C492F4A}"/>
                  </a:ext>
                </a:extLst>
              </p:cNvPr>
              <p:cNvSpPr/>
              <p:nvPr/>
            </p:nvSpPr>
            <p:spPr>
              <a:xfrm>
                <a:off x="10551888" y="543475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886" name="tx547">
                <a:extLst>
                  <a:ext uri="{FF2B5EF4-FFF2-40B4-BE49-F238E27FC236}">
                    <a16:creationId xmlns:a16="http://schemas.microsoft.com/office/drawing/2014/main" id="{8206DF53-3D76-6BBB-C559-7E614276E507}"/>
                  </a:ext>
                </a:extLst>
              </p:cNvPr>
              <p:cNvSpPr/>
              <p:nvPr/>
            </p:nvSpPr>
            <p:spPr>
              <a:xfrm>
                <a:off x="10382816" y="5065126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1887" name="tx548">
                <a:extLst>
                  <a:ext uri="{FF2B5EF4-FFF2-40B4-BE49-F238E27FC236}">
                    <a16:creationId xmlns:a16="http://schemas.microsoft.com/office/drawing/2014/main" id="{21FFA63C-6107-9103-D2B4-C3B2A7DE5CD9}"/>
                  </a:ext>
                </a:extLst>
              </p:cNvPr>
              <p:cNvSpPr/>
              <p:nvPr/>
            </p:nvSpPr>
            <p:spPr>
              <a:xfrm>
                <a:off x="10507174" y="504665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888" name="tx549">
                <a:extLst>
                  <a:ext uri="{FF2B5EF4-FFF2-40B4-BE49-F238E27FC236}">
                    <a16:creationId xmlns:a16="http://schemas.microsoft.com/office/drawing/2014/main" id="{842072A0-4C10-2D0C-C097-CBEDCC2437F0}"/>
                  </a:ext>
                </a:extLst>
              </p:cNvPr>
              <p:cNvSpPr/>
              <p:nvPr/>
            </p:nvSpPr>
            <p:spPr>
              <a:xfrm>
                <a:off x="10551888" y="5065126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1889" name="pl550">
                <a:extLst>
                  <a:ext uri="{FF2B5EF4-FFF2-40B4-BE49-F238E27FC236}">
                    <a16:creationId xmlns:a16="http://schemas.microsoft.com/office/drawing/2014/main" id="{F996D845-39A1-2E91-317D-5A6DA33E80AC}"/>
                  </a:ext>
                </a:extLst>
              </p:cNvPr>
              <p:cNvSpPr/>
              <p:nvPr/>
            </p:nvSpPr>
            <p:spPr>
              <a:xfrm>
                <a:off x="10660374" y="769306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0" name="pl551">
                <a:extLst>
                  <a:ext uri="{FF2B5EF4-FFF2-40B4-BE49-F238E27FC236}">
                    <a16:creationId xmlns:a16="http://schemas.microsoft.com/office/drawing/2014/main" id="{5CED0F35-CA23-362C-3EA5-7ED4FDD799DA}"/>
                  </a:ext>
                </a:extLst>
              </p:cNvPr>
              <p:cNvSpPr/>
              <p:nvPr/>
            </p:nvSpPr>
            <p:spPr>
              <a:xfrm>
                <a:off x="10660374" y="7323428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1" name="pl552">
                <a:extLst>
                  <a:ext uri="{FF2B5EF4-FFF2-40B4-BE49-F238E27FC236}">
                    <a16:creationId xmlns:a16="http://schemas.microsoft.com/office/drawing/2014/main" id="{9B9349CF-B7D9-6CBC-AB62-94E89D3F36DB}"/>
                  </a:ext>
                </a:extLst>
              </p:cNvPr>
              <p:cNvSpPr/>
              <p:nvPr/>
            </p:nvSpPr>
            <p:spPr>
              <a:xfrm>
                <a:off x="10660374" y="6953795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2" name="pl553">
                <a:extLst>
                  <a:ext uri="{FF2B5EF4-FFF2-40B4-BE49-F238E27FC236}">
                    <a16:creationId xmlns:a16="http://schemas.microsoft.com/office/drawing/2014/main" id="{23B294C0-DE9E-5DA9-DF29-F4479B7650C0}"/>
                  </a:ext>
                </a:extLst>
              </p:cNvPr>
              <p:cNvSpPr/>
              <p:nvPr/>
            </p:nvSpPr>
            <p:spPr>
              <a:xfrm>
                <a:off x="10660374" y="658416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3" name="pl554">
                <a:extLst>
                  <a:ext uri="{FF2B5EF4-FFF2-40B4-BE49-F238E27FC236}">
                    <a16:creationId xmlns:a16="http://schemas.microsoft.com/office/drawing/2014/main" id="{0257613C-F411-04C6-B28B-22A37156BA87}"/>
                  </a:ext>
                </a:extLst>
              </p:cNvPr>
              <p:cNvSpPr/>
              <p:nvPr/>
            </p:nvSpPr>
            <p:spPr>
              <a:xfrm>
                <a:off x="10660374" y="62145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4" name="pl555">
                <a:extLst>
                  <a:ext uri="{FF2B5EF4-FFF2-40B4-BE49-F238E27FC236}">
                    <a16:creationId xmlns:a16="http://schemas.microsoft.com/office/drawing/2014/main" id="{4505EC3E-C08A-9396-C8FC-E6804FC30747}"/>
                  </a:ext>
                </a:extLst>
              </p:cNvPr>
              <p:cNvSpPr/>
              <p:nvPr/>
            </p:nvSpPr>
            <p:spPr>
              <a:xfrm>
                <a:off x="10660374" y="5844898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5" name="pl556">
                <a:extLst>
                  <a:ext uri="{FF2B5EF4-FFF2-40B4-BE49-F238E27FC236}">
                    <a16:creationId xmlns:a16="http://schemas.microsoft.com/office/drawing/2014/main" id="{1049D2A3-36EC-9DF3-6584-E381EEF01928}"/>
                  </a:ext>
                </a:extLst>
              </p:cNvPr>
              <p:cNvSpPr/>
              <p:nvPr/>
            </p:nvSpPr>
            <p:spPr>
              <a:xfrm>
                <a:off x="10660374" y="547526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6" name="pl557">
                <a:extLst>
                  <a:ext uri="{FF2B5EF4-FFF2-40B4-BE49-F238E27FC236}">
                    <a16:creationId xmlns:a16="http://schemas.microsoft.com/office/drawing/2014/main" id="{C3026BAC-BCA9-0F37-19A9-73910B11F781}"/>
                  </a:ext>
                </a:extLst>
              </p:cNvPr>
              <p:cNvSpPr/>
              <p:nvPr/>
            </p:nvSpPr>
            <p:spPr>
              <a:xfrm>
                <a:off x="10660374" y="510563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7" name="pl558">
                <a:extLst>
                  <a:ext uri="{FF2B5EF4-FFF2-40B4-BE49-F238E27FC236}">
                    <a16:creationId xmlns:a16="http://schemas.microsoft.com/office/drawing/2014/main" id="{63D30C06-F7F1-AFBA-7ACF-E732B3D69A30}"/>
                  </a:ext>
                </a:extLst>
              </p:cNvPr>
              <p:cNvSpPr/>
              <p:nvPr/>
            </p:nvSpPr>
            <p:spPr>
              <a:xfrm>
                <a:off x="10794470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8" name="pl559">
                <a:extLst>
                  <a:ext uri="{FF2B5EF4-FFF2-40B4-BE49-F238E27FC236}">
                    <a16:creationId xmlns:a16="http://schemas.microsoft.com/office/drawing/2014/main" id="{5744A62C-6C88-E377-4CCD-71F21FDAC456}"/>
                  </a:ext>
                </a:extLst>
              </p:cNvPr>
              <p:cNvSpPr/>
              <p:nvPr/>
            </p:nvSpPr>
            <p:spPr>
              <a:xfrm>
                <a:off x="11191677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899" name="pl560">
                <a:extLst>
                  <a:ext uri="{FF2B5EF4-FFF2-40B4-BE49-F238E27FC236}">
                    <a16:creationId xmlns:a16="http://schemas.microsoft.com/office/drawing/2014/main" id="{E11F2577-4C01-DBE7-2A31-64100EDD5E4F}"/>
                  </a:ext>
                </a:extLst>
              </p:cNvPr>
              <p:cNvSpPr/>
              <p:nvPr/>
            </p:nvSpPr>
            <p:spPr>
              <a:xfrm>
                <a:off x="11588884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00" name="pl561">
                <a:extLst>
                  <a:ext uri="{FF2B5EF4-FFF2-40B4-BE49-F238E27FC236}">
                    <a16:creationId xmlns:a16="http://schemas.microsoft.com/office/drawing/2014/main" id="{429C1CA0-0868-A2CE-0175-FFBCE63ADCA8}"/>
                  </a:ext>
                </a:extLst>
              </p:cNvPr>
              <p:cNvSpPr/>
              <p:nvPr/>
            </p:nvSpPr>
            <p:spPr>
              <a:xfrm>
                <a:off x="11986090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01" name="pl562">
                <a:extLst>
                  <a:ext uri="{FF2B5EF4-FFF2-40B4-BE49-F238E27FC236}">
                    <a16:creationId xmlns:a16="http://schemas.microsoft.com/office/drawing/2014/main" id="{C1723475-D527-35A1-C80D-082782050670}"/>
                  </a:ext>
                </a:extLst>
              </p:cNvPr>
              <p:cNvSpPr/>
              <p:nvPr/>
            </p:nvSpPr>
            <p:spPr>
              <a:xfrm>
                <a:off x="12383297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02" name="pl563">
                <a:extLst>
                  <a:ext uri="{FF2B5EF4-FFF2-40B4-BE49-F238E27FC236}">
                    <a16:creationId xmlns:a16="http://schemas.microsoft.com/office/drawing/2014/main" id="{98319B53-4D00-431E-9A28-E41F6A162818}"/>
                  </a:ext>
                </a:extLst>
              </p:cNvPr>
              <p:cNvSpPr/>
              <p:nvPr/>
            </p:nvSpPr>
            <p:spPr>
              <a:xfrm>
                <a:off x="12780503" y="7822431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03" name="tx564">
                <a:extLst>
                  <a:ext uri="{FF2B5EF4-FFF2-40B4-BE49-F238E27FC236}">
                    <a16:creationId xmlns:a16="http://schemas.microsoft.com/office/drawing/2014/main" id="{0224DBC4-58E3-398A-A9F5-413ACCC2BF6B}"/>
                  </a:ext>
                </a:extLst>
              </p:cNvPr>
              <p:cNvSpPr/>
              <p:nvPr/>
            </p:nvSpPr>
            <p:spPr>
              <a:xfrm>
                <a:off x="10672672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1904" name="tx565">
                <a:extLst>
                  <a:ext uri="{FF2B5EF4-FFF2-40B4-BE49-F238E27FC236}">
                    <a16:creationId xmlns:a16="http://schemas.microsoft.com/office/drawing/2014/main" id="{1F8C94CC-4B62-DD9A-D257-CEDE424F9696}"/>
                  </a:ext>
                </a:extLst>
              </p:cNvPr>
              <p:cNvSpPr/>
              <p:nvPr/>
            </p:nvSpPr>
            <p:spPr>
              <a:xfrm>
                <a:off x="10797031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905" name="tx566">
                <a:extLst>
                  <a:ext uri="{FF2B5EF4-FFF2-40B4-BE49-F238E27FC236}">
                    <a16:creationId xmlns:a16="http://schemas.microsoft.com/office/drawing/2014/main" id="{C5FD6AD3-5EE4-35BD-F064-DBE4B96AF69E}"/>
                  </a:ext>
                </a:extLst>
              </p:cNvPr>
              <p:cNvSpPr/>
              <p:nvPr/>
            </p:nvSpPr>
            <p:spPr>
              <a:xfrm>
                <a:off x="10841745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906" name="tx567">
                <a:extLst>
                  <a:ext uri="{FF2B5EF4-FFF2-40B4-BE49-F238E27FC236}">
                    <a16:creationId xmlns:a16="http://schemas.microsoft.com/office/drawing/2014/main" id="{2FCEB6A5-401C-7CBB-BE52-791043824ED2}"/>
                  </a:ext>
                </a:extLst>
              </p:cNvPr>
              <p:cNvSpPr/>
              <p:nvPr/>
            </p:nvSpPr>
            <p:spPr>
              <a:xfrm>
                <a:off x="11069879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1907" name="tx568">
                <a:extLst>
                  <a:ext uri="{FF2B5EF4-FFF2-40B4-BE49-F238E27FC236}">
                    <a16:creationId xmlns:a16="http://schemas.microsoft.com/office/drawing/2014/main" id="{330BC0F7-71ED-EC3A-5DD9-3CE87AA269D5}"/>
                  </a:ext>
                </a:extLst>
              </p:cNvPr>
              <p:cNvSpPr/>
              <p:nvPr/>
            </p:nvSpPr>
            <p:spPr>
              <a:xfrm>
                <a:off x="11194237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908" name="tx569">
                <a:extLst>
                  <a:ext uri="{FF2B5EF4-FFF2-40B4-BE49-F238E27FC236}">
                    <a16:creationId xmlns:a16="http://schemas.microsoft.com/office/drawing/2014/main" id="{8346378E-6ABE-132E-D5DA-792BB87A8F34}"/>
                  </a:ext>
                </a:extLst>
              </p:cNvPr>
              <p:cNvSpPr/>
              <p:nvPr/>
            </p:nvSpPr>
            <p:spPr>
              <a:xfrm>
                <a:off x="11238951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909" name="tx570">
                <a:extLst>
                  <a:ext uri="{FF2B5EF4-FFF2-40B4-BE49-F238E27FC236}">
                    <a16:creationId xmlns:a16="http://schemas.microsoft.com/office/drawing/2014/main" id="{F3888925-75ED-68E1-2C9B-74A1BF98B585}"/>
                  </a:ext>
                </a:extLst>
              </p:cNvPr>
              <p:cNvSpPr/>
              <p:nvPr/>
            </p:nvSpPr>
            <p:spPr>
              <a:xfrm>
                <a:off x="11467085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1910" name="tx571">
                <a:extLst>
                  <a:ext uri="{FF2B5EF4-FFF2-40B4-BE49-F238E27FC236}">
                    <a16:creationId xmlns:a16="http://schemas.microsoft.com/office/drawing/2014/main" id="{71E4F82B-7E5D-D651-79B4-F15F2152A677}"/>
                  </a:ext>
                </a:extLst>
              </p:cNvPr>
              <p:cNvSpPr/>
              <p:nvPr/>
            </p:nvSpPr>
            <p:spPr>
              <a:xfrm>
                <a:off x="11591444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911" name="tx572">
                <a:extLst>
                  <a:ext uri="{FF2B5EF4-FFF2-40B4-BE49-F238E27FC236}">
                    <a16:creationId xmlns:a16="http://schemas.microsoft.com/office/drawing/2014/main" id="{80E3ADFA-39F1-C6BC-EAEF-806E98ABBA91}"/>
                  </a:ext>
                </a:extLst>
              </p:cNvPr>
              <p:cNvSpPr/>
              <p:nvPr/>
            </p:nvSpPr>
            <p:spPr>
              <a:xfrm>
                <a:off x="11636158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912" name="tx573">
                <a:extLst>
                  <a:ext uri="{FF2B5EF4-FFF2-40B4-BE49-F238E27FC236}">
                    <a16:creationId xmlns:a16="http://schemas.microsoft.com/office/drawing/2014/main" id="{7C4C98EC-11B8-0EE0-CC6D-71627F20DFB3}"/>
                  </a:ext>
                </a:extLst>
              </p:cNvPr>
              <p:cNvSpPr/>
              <p:nvPr/>
            </p:nvSpPr>
            <p:spPr>
              <a:xfrm>
                <a:off x="11864292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1913" name="tx574">
                <a:extLst>
                  <a:ext uri="{FF2B5EF4-FFF2-40B4-BE49-F238E27FC236}">
                    <a16:creationId xmlns:a16="http://schemas.microsoft.com/office/drawing/2014/main" id="{5FC2FF75-040B-753C-C7AD-0D336EBB0517}"/>
                  </a:ext>
                </a:extLst>
              </p:cNvPr>
              <p:cNvSpPr/>
              <p:nvPr/>
            </p:nvSpPr>
            <p:spPr>
              <a:xfrm>
                <a:off x="11988651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914" name="tx575">
                <a:extLst>
                  <a:ext uri="{FF2B5EF4-FFF2-40B4-BE49-F238E27FC236}">
                    <a16:creationId xmlns:a16="http://schemas.microsoft.com/office/drawing/2014/main" id="{4C990840-E2B6-0B34-EE13-2C08B10B92E4}"/>
                  </a:ext>
                </a:extLst>
              </p:cNvPr>
              <p:cNvSpPr/>
              <p:nvPr/>
            </p:nvSpPr>
            <p:spPr>
              <a:xfrm>
                <a:off x="12033365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915" name="tx576">
                <a:extLst>
                  <a:ext uri="{FF2B5EF4-FFF2-40B4-BE49-F238E27FC236}">
                    <a16:creationId xmlns:a16="http://schemas.microsoft.com/office/drawing/2014/main" id="{1BFB3F21-F4CE-15C6-304F-24041FAC2678}"/>
                  </a:ext>
                </a:extLst>
              </p:cNvPr>
              <p:cNvSpPr/>
              <p:nvPr/>
            </p:nvSpPr>
            <p:spPr>
              <a:xfrm>
                <a:off x="12261499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1916" name="tx577">
                <a:extLst>
                  <a:ext uri="{FF2B5EF4-FFF2-40B4-BE49-F238E27FC236}">
                    <a16:creationId xmlns:a16="http://schemas.microsoft.com/office/drawing/2014/main" id="{56360F7A-5485-E84F-82E2-E78EF1F9BBBD}"/>
                  </a:ext>
                </a:extLst>
              </p:cNvPr>
              <p:cNvSpPr/>
              <p:nvPr/>
            </p:nvSpPr>
            <p:spPr>
              <a:xfrm>
                <a:off x="12385857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917" name="tx578">
                <a:extLst>
                  <a:ext uri="{FF2B5EF4-FFF2-40B4-BE49-F238E27FC236}">
                    <a16:creationId xmlns:a16="http://schemas.microsoft.com/office/drawing/2014/main" id="{00AD0022-FE29-E047-4E7A-7A31494FFB70}"/>
                  </a:ext>
                </a:extLst>
              </p:cNvPr>
              <p:cNvSpPr/>
              <p:nvPr/>
            </p:nvSpPr>
            <p:spPr>
              <a:xfrm>
                <a:off x="12430571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918" name="tx579">
                <a:extLst>
                  <a:ext uri="{FF2B5EF4-FFF2-40B4-BE49-F238E27FC236}">
                    <a16:creationId xmlns:a16="http://schemas.microsoft.com/office/drawing/2014/main" id="{3ED39B2D-B89C-13BE-8D6C-C31BEDDBAC17}"/>
                  </a:ext>
                </a:extLst>
              </p:cNvPr>
              <p:cNvSpPr/>
              <p:nvPr/>
            </p:nvSpPr>
            <p:spPr>
              <a:xfrm>
                <a:off x="12658705" y="788542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1919" name="tx580">
                <a:extLst>
                  <a:ext uri="{FF2B5EF4-FFF2-40B4-BE49-F238E27FC236}">
                    <a16:creationId xmlns:a16="http://schemas.microsoft.com/office/drawing/2014/main" id="{A02880B0-3A0B-26D3-4573-28ACC7F66BA6}"/>
                  </a:ext>
                </a:extLst>
              </p:cNvPr>
              <p:cNvSpPr/>
              <p:nvPr/>
            </p:nvSpPr>
            <p:spPr>
              <a:xfrm>
                <a:off x="12783064" y="786695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920" name="tx581">
                <a:extLst>
                  <a:ext uri="{FF2B5EF4-FFF2-40B4-BE49-F238E27FC236}">
                    <a16:creationId xmlns:a16="http://schemas.microsoft.com/office/drawing/2014/main" id="{ECF732AA-B8AC-E9DB-7A6A-0F72710EBF1A}"/>
                  </a:ext>
                </a:extLst>
              </p:cNvPr>
              <p:cNvSpPr/>
              <p:nvPr/>
            </p:nvSpPr>
            <p:spPr>
              <a:xfrm>
                <a:off x="12827778" y="7885427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1921" name="tx582">
                <a:extLst>
                  <a:ext uri="{FF2B5EF4-FFF2-40B4-BE49-F238E27FC236}">
                    <a16:creationId xmlns:a16="http://schemas.microsoft.com/office/drawing/2014/main" id="{2003A6A1-1BFF-DB32-0DB7-813FF5A72BFE}"/>
                  </a:ext>
                </a:extLst>
              </p:cNvPr>
              <p:cNvSpPr/>
              <p:nvPr/>
            </p:nvSpPr>
            <p:spPr>
              <a:xfrm>
                <a:off x="11480523" y="8029241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1922" name="tx583">
                <a:extLst>
                  <a:ext uri="{FF2B5EF4-FFF2-40B4-BE49-F238E27FC236}">
                    <a16:creationId xmlns:a16="http://schemas.microsoft.com/office/drawing/2014/main" id="{ED0C44F0-5CEE-8670-8193-783C8A6BB063}"/>
                  </a:ext>
                </a:extLst>
              </p:cNvPr>
              <p:cNvSpPr/>
              <p:nvPr/>
            </p:nvSpPr>
            <p:spPr>
              <a:xfrm rot="16200000">
                <a:off x="10012975" y="6349329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1923" name="rc584">
                <a:extLst>
                  <a:ext uri="{FF2B5EF4-FFF2-40B4-BE49-F238E27FC236}">
                    <a16:creationId xmlns:a16="http://schemas.microsoft.com/office/drawing/2014/main" id="{34980DC3-6E65-ADD2-21B7-5ACB731BE5F2}"/>
                  </a:ext>
                </a:extLst>
              </p:cNvPr>
              <p:cNvSpPr/>
              <p:nvPr/>
            </p:nvSpPr>
            <p:spPr>
              <a:xfrm>
                <a:off x="13018983" y="5605366"/>
                <a:ext cx="1000987" cy="158796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24" name="tx585">
                <a:extLst>
                  <a:ext uri="{FF2B5EF4-FFF2-40B4-BE49-F238E27FC236}">
                    <a16:creationId xmlns:a16="http://schemas.microsoft.com/office/drawing/2014/main" id="{FB61765D-E8C2-8043-8290-A1721FEE1171}"/>
                  </a:ext>
                </a:extLst>
              </p:cNvPr>
              <p:cNvSpPr/>
              <p:nvPr/>
            </p:nvSpPr>
            <p:spPr>
              <a:xfrm>
                <a:off x="13088572" y="5690457"/>
                <a:ext cx="543610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Relative </a:t>
                </a:r>
              </a:p>
            </p:txBody>
          </p:sp>
          <p:sp>
            <p:nvSpPr>
              <p:cNvPr id="1925" name="tx586">
                <a:extLst>
                  <a:ext uri="{FF2B5EF4-FFF2-40B4-BE49-F238E27FC236}">
                    <a16:creationId xmlns:a16="http://schemas.microsoft.com/office/drawing/2014/main" id="{1C619B34-7755-BD73-FA9F-245FF08D1244}"/>
                  </a:ext>
                </a:extLst>
              </p:cNvPr>
              <p:cNvSpPr/>
              <p:nvPr/>
            </p:nvSpPr>
            <p:spPr>
              <a:xfrm>
                <a:off x="13088572" y="5841333"/>
                <a:ext cx="859536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Fitness Offset</a:t>
                </a:r>
              </a:p>
            </p:txBody>
          </p:sp>
          <p:pic>
            <p:nvPicPr>
              <p:cNvPr id="1926" name="pic587">
                <a:extLst>
                  <a:ext uri="{FF2B5EF4-FFF2-40B4-BE49-F238E27FC236}">
                    <a16:creationId xmlns:a16="http://schemas.microsoft.com/office/drawing/2014/main" id="{9C080C20-02D4-4157-63B7-989FEABC955A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3088572" y="6026459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1927" name="pl588">
                <a:extLst>
                  <a:ext uri="{FF2B5EF4-FFF2-40B4-BE49-F238E27FC236}">
                    <a16:creationId xmlns:a16="http://schemas.microsoft.com/office/drawing/2014/main" id="{47AB69DA-013F-B255-3D46-B1BAA5160B32}"/>
                  </a:ext>
                </a:extLst>
              </p:cNvPr>
              <p:cNvSpPr/>
              <p:nvPr/>
            </p:nvSpPr>
            <p:spPr>
              <a:xfrm>
                <a:off x="13264137" y="712191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28" name="pl589">
                <a:extLst>
                  <a:ext uri="{FF2B5EF4-FFF2-40B4-BE49-F238E27FC236}">
                    <a16:creationId xmlns:a16="http://schemas.microsoft.com/office/drawing/2014/main" id="{98082590-9C9C-7B1D-70C9-4592A43FC296}"/>
                  </a:ext>
                </a:extLst>
              </p:cNvPr>
              <p:cNvSpPr/>
              <p:nvPr/>
            </p:nvSpPr>
            <p:spPr>
              <a:xfrm>
                <a:off x="13264137" y="684850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29" name="pl590">
                <a:extLst>
                  <a:ext uri="{FF2B5EF4-FFF2-40B4-BE49-F238E27FC236}">
                    <a16:creationId xmlns:a16="http://schemas.microsoft.com/office/drawing/2014/main" id="{1C8644F4-CB5B-4CDE-640F-6CCF17F32E82}"/>
                  </a:ext>
                </a:extLst>
              </p:cNvPr>
              <p:cNvSpPr/>
              <p:nvPr/>
            </p:nvSpPr>
            <p:spPr>
              <a:xfrm>
                <a:off x="13264137" y="657509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30" name="pl591">
                <a:extLst>
                  <a:ext uri="{FF2B5EF4-FFF2-40B4-BE49-F238E27FC236}">
                    <a16:creationId xmlns:a16="http://schemas.microsoft.com/office/drawing/2014/main" id="{8ABE5802-94E5-BD17-742F-111F746EFC05}"/>
                  </a:ext>
                </a:extLst>
              </p:cNvPr>
              <p:cNvSpPr/>
              <p:nvPr/>
            </p:nvSpPr>
            <p:spPr>
              <a:xfrm>
                <a:off x="13264137" y="630169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31" name="pl592">
                <a:extLst>
                  <a:ext uri="{FF2B5EF4-FFF2-40B4-BE49-F238E27FC236}">
                    <a16:creationId xmlns:a16="http://schemas.microsoft.com/office/drawing/2014/main" id="{179EAEDF-CCC7-B74D-DA2C-D9BDDABAE533}"/>
                  </a:ext>
                </a:extLst>
              </p:cNvPr>
              <p:cNvSpPr/>
              <p:nvPr/>
            </p:nvSpPr>
            <p:spPr>
              <a:xfrm>
                <a:off x="13264137" y="602828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32" name="pl593">
                <a:extLst>
                  <a:ext uri="{FF2B5EF4-FFF2-40B4-BE49-F238E27FC236}">
                    <a16:creationId xmlns:a16="http://schemas.microsoft.com/office/drawing/2014/main" id="{0CE0C2C3-2637-813F-C997-6578A2839984}"/>
                  </a:ext>
                </a:extLst>
              </p:cNvPr>
              <p:cNvSpPr/>
              <p:nvPr/>
            </p:nvSpPr>
            <p:spPr>
              <a:xfrm>
                <a:off x="13088572" y="712191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33" name="pl594">
                <a:extLst>
                  <a:ext uri="{FF2B5EF4-FFF2-40B4-BE49-F238E27FC236}">
                    <a16:creationId xmlns:a16="http://schemas.microsoft.com/office/drawing/2014/main" id="{FE77AC54-4ED7-835B-A5EE-81547BC474C3}"/>
                  </a:ext>
                </a:extLst>
              </p:cNvPr>
              <p:cNvSpPr/>
              <p:nvPr/>
            </p:nvSpPr>
            <p:spPr>
              <a:xfrm>
                <a:off x="13088572" y="6848504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34" name="pl595">
                <a:extLst>
                  <a:ext uri="{FF2B5EF4-FFF2-40B4-BE49-F238E27FC236}">
                    <a16:creationId xmlns:a16="http://schemas.microsoft.com/office/drawing/2014/main" id="{8BFF18FC-7B42-9CCC-C911-2909DF0F847D}"/>
                  </a:ext>
                </a:extLst>
              </p:cNvPr>
              <p:cNvSpPr/>
              <p:nvPr/>
            </p:nvSpPr>
            <p:spPr>
              <a:xfrm>
                <a:off x="13088572" y="657509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35" name="pl596">
                <a:extLst>
                  <a:ext uri="{FF2B5EF4-FFF2-40B4-BE49-F238E27FC236}">
                    <a16:creationId xmlns:a16="http://schemas.microsoft.com/office/drawing/2014/main" id="{C01B7DB9-F6DD-0129-C531-BAB08B08A0BC}"/>
                  </a:ext>
                </a:extLst>
              </p:cNvPr>
              <p:cNvSpPr/>
              <p:nvPr/>
            </p:nvSpPr>
            <p:spPr>
              <a:xfrm>
                <a:off x="13088572" y="630169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36" name="pl597">
                <a:extLst>
                  <a:ext uri="{FF2B5EF4-FFF2-40B4-BE49-F238E27FC236}">
                    <a16:creationId xmlns:a16="http://schemas.microsoft.com/office/drawing/2014/main" id="{63AD3712-B56E-7879-5EC4-497C4C1062A8}"/>
                  </a:ext>
                </a:extLst>
              </p:cNvPr>
              <p:cNvSpPr/>
              <p:nvPr/>
            </p:nvSpPr>
            <p:spPr>
              <a:xfrm>
                <a:off x="13088572" y="602828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1937" name="tx598">
                <a:extLst>
                  <a:ext uri="{FF2B5EF4-FFF2-40B4-BE49-F238E27FC236}">
                    <a16:creationId xmlns:a16="http://schemas.microsoft.com/office/drawing/2014/main" id="{551FB3F7-09B5-3661-6A33-614E5492E86B}"/>
                  </a:ext>
                </a:extLst>
              </p:cNvPr>
              <p:cNvSpPr/>
              <p:nvPr/>
            </p:nvSpPr>
            <p:spPr>
              <a:xfrm>
                <a:off x="13377617" y="7081905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-1.00</a:t>
                </a:r>
              </a:p>
            </p:txBody>
          </p:sp>
          <p:sp>
            <p:nvSpPr>
              <p:cNvPr id="1938" name="tx599">
                <a:extLst>
                  <a:ext uri="{FF2B5EF4-FFF2-40B4-BE49-F238E27FC236}">
                    <a16:creationId xmlns:a16="http://schemas.microsoft.com/office/drawing/2014/main" id="{0488873F-4660-363E-6A8D-1AF6210F646D}"/>
                  </a:ext>
                </a:extLst>
              </p:cNvPr>
              <p:cNvSpPr/>
              <p:nvPr/>
            </p:nvSpPr>
            <p:spPr>
              <a:xfrm>
                <a:off x="13377617" y="6808499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-0.75</a:t>
                </a:r>
              </a:p>
            </p:txBody>
          </p:sp>
          <p:sp>
            <p:nvSpPr>
              <p:cNvPr id="1939" name="tx600">
                <a:extLst>
                  <a:ext uri="{FF2B5EF4-FFF2-40B4-BE49-F238E27FC236}">
                    <a16:creationId xmlns:a16="http://schemas.microsoft.com/office/drawing/2014/main" id="{76C3033F-3C7D-FB58-C8FA-A4F0ECB76760}"/>
                  </a:ext>
                </a:extLst>
              </p:cNvPr>
              <p:cNvSpPr/>
              <p:nvPr/>
            </p:nvSpPr>
            <p:spPr>
              <a:xfrm>
                <a:off x="13377617" y="6535094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-0.50</a:t>
                </a:r>
              </a:p>
            </p:txBody>
          </p:sp>
          <p:sp>
            <p:nvSpPr>
              <p:cNvPr id="1940" name="tx601">
                <a:extLst>
                  <a:ext uri="{FF2B5EF4-FFF2-40B4-BE49-F238E27FC236}">
                    <a16:creationId xmlns:a16="http://schemas.microsoft.com/office/drawing/2014/main" id="{644E198B-CD08-9F51-4697-E3247DD8A819}"/>
                  </a:ext>
                </a:extLst>
              </p:cNvPr>
              <p:cNvSpPr/>
              <p:nvPr/>
            </p:nvSpPr>
            <p:spPr>
              <a:xfrm>
                <a:off x="13377617" y="6261688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-0.25</a:t>
                </a:r>
              </a:p>
            </p:txBody>
          </p:sp>
          <p:sp>
            <p:nvSpPr>
              <p:cNvPr id="1941" name="tx602">
                <a:extLst>
                  <a:ext uri="{FF2B5EF4-FFF2-40B4-BE49-F238E27FC236}">
                    <a16:creationId xmlns:a16="http://schemas.microsoft.com/office/drawing/2014/main" id="{74F42F0C-503A-76E2-7AD3-F03B39969908}"/>
                  </a:ext>
                </a:extLst>
              </p:cNvPr>
              <p:cNvSpPr/>
              <p:nvPr/>
            </p:nvSpPr>
            <p:spPr>
              <a:xfrm>
                <a:off x="13377617" y="5988282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0.00</a:t>
                </a:r>
              </a:p>
            </p:txBody>
          </p:sp>
        </p:grpSp>
        <p:sp>
          <p:nvSpPr>
            <p:cNvPr id="1942" name="tx302">
              <a:extLst>
                <a:ext uri="{FF2B5EF4-FFF2-40B4-BE49-F238E27FC236}">
                  <a16:creationId xmlns:a16="http://schemas.microsoft.com/office/drawing/2014/main" id="{55A7E09E-1DA4-8933-D658-3836EC08488A}"/>
                </a:ext>
              </a:extLst>
            </p:cNvPr>
            <p:cNvSpPr/>
            <p:nvPr/>
          </p:nvSpPr>
          <p:spPr>
            <a:xfrm>
              <a:off x="4400441" y="4610190"/>
              <a:ext cx="3195895" cy="4627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)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Future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Relative Length </a:t>
              </a:r>
            </a:p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Change Offset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 Future Treatments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6443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FAF61-BD77-4712-6B6A-DFAEB5AFE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87" name="Group 2886">
            <a:extLst>
              <a:ext uri="{FF2B5EF4-FFF2-40B4-BE49-F238E27FC236}">
                <a16:creationId xmlns:a16="http://schemas.microsoft.com/office/drawing/2014/main" id="{8DE7B355-CE1B-274B-D723-A59BBDE504A0}"/>
              </a:ext>
            </a:extLst>
          </p:cNvPr>
          <p:cNvGrpSpPr/>
          <p:nvPr/>
        </p:nvGrpSpPr>
        <p:grpSpPr>
          <a:xfrm>
            <a:off x="189928" y="515221"/>
            <a:ext cx="8764144" cy="8113557"/>
            <a:chOff x="-504004" y="256033"/>
            <a:chExt cx="8764144" cy="8113557"/>
          </a:xfrm>
        </p:grpSpPr>
        <p:sp>
          <p:nvSpPr>
            <p:cNvPr id="302" name="tx302">
              <a:extLst>
                <a:ext uri="{FF2B5EF4-FFF2-40B4-BE49-F238E27FC236}">
                  <a16:creationId xmlns:a16="http://schemas.microsoft.com/office/drawing/2014/main" id="{59FDD157-06C3-E05C-41A7-CDB725120060}"/>
                </a:ext>
              </a:extLst>
            </p:cNvPr>
            <p:cNvSpPr/>
            <p:nvPr/>
          </p:nvSpPr>
          <p:spPr>
            <a:xfrm>
              <a:off x="4477927" y="416781"/>
              <a:ext cx="3128995" cy="4627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(B)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Future Relative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  <a:endParaRPr lang="en-US"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Change in Future Treatments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sp>
          <p:nvSpPr>
            <p:cNvPr id="606" name="tx302">
              <a:extLst>
                <a:ext uri="{FF2B5EF4-FFF2-40B4-BE49-F238E27FC236}">
                  <a16:creationId xmlns:a16="http://schemas.microsoft.com/office/drawing/2014/main" id="{368B6E1D-D459-930F-E818-8B2CAACCB088}"/>
                </a:ext>
              </a:extLst>
            </p:cNvPr>
            <p:cNvSpPr/>
            <p:nvPr/>
          </p:nvSpPr>
          <p:spPr>
            <a:xfrm>
              <a:off x="-193001" y="4644369"/>
              <a:ext cx="3128995" cy="4627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)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Future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 Change</a:t>
              </a:r>
            </a:p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Offset in Future Treatments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sp>
          <p:nvSpPr>
            <p:cNvPr id="1942" name="tx302">
              <a:extLst>
                <a:ext uri="{FF2B5EF4-FFF2-40B4-BE49-F238E27FC236}">
                  <a16:creationId xmlns:a16="http://schemas.microsoft.com/office/drawing/2014/main" id="{DF9AB5BE-FDE3-239B-8427-ECD2FC84B53A}"/>
                </a:ext>
              </a:extLst>
            </p:cNvPr>
            <p:cNvSpPr/>
            <p:nvPr/>
          </p:nvSpPr>
          <p:spPr>
            <a:xfrm>
              <a:off x="4400441" y="4610190"/>
              <a:ext cx="3195895" cy="4627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)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Future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Relative Weight </a:t>
              </a:r>
            </a:p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Change Offset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 Future Treatments</a:t>
              </a:r>
              <a:endParaRPr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sp>
          <p:nvSpPr>
            <p:cNvPr id="1028" name="tx152">
              <a:extLst>
                <a:ext uri="{FF2B5EF4-FFF2-40B4-BE49-F238E27FC236}">
                  <a16:creationId xmlns:a16="http://schemas.microsoft.com/office/drawing/2014/main" id="{5B858FC5-01F8-DF42-E393-6D08877C7B7B}"/>
                </a:ext>
              </a:extLst>
            </p:cNvPr>
            <p:cNvSpPr/>
            <p:nvPr/>
          </p:nvSpPr>
          <p:spPr>
            <a:xfrm>
              <a:off x="-438020" y="416781"/>
              <a:ext cx="3353836" cy="4627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(A)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Weight Change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in Future </a:t>
              </a:r>
              <a:endParaRPr lang="en-US"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 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Treatments</a:t>
              </a:r>
            </a:p>
          </p:txBody>
        </p:sp>
        <p:grpSp>
          <p:nvGrpSpPr>
            <p:cNvPr id="2004" name="Group 2003">
              <a:extLst>
                <a:ext uri="{FF2B5EF4-FFF2-40B4-BE49-F238E27FC236}">
                  <a16:creationId xmlns:a16="http://schemas.microsoft.com/office/drawing/2014/main" id="{78E1FDB2-AF34-7E29-2522-C79E29EE9BFA}"/>
                </a:ext>
              </a:extLst>
            </p:cNvPr>
            <p:cNvGrpSpPr/>
            <p:nvPr/>
          </p:nvGrpSpPr>
          <p:grpSpPr>
            <a:xfrm>
              <a:off x="-504004" y="4663440"/>
              <a:ext cx="4139900" cy="3698178"/>
              <a:chOff x="3822591" y="4601589"/>
              <a:chExt cx="4139900" cy="3698178"/>
            </a:xfrm>
          </p:grpSpPr>
          <p:sp>
            <p:nvSpPr>
              <p:cNvPr id="2005" name="rc303">
                <a:extLst>
                  <a:ext uri="{FF2B5EF4-FFF2-40B4-BE49-F238E27FC236}">
                    <a16:creationId xmlns:a16="http://schemas.microsoft.com/office/drawing/2014/main" id="{1B43A2DA-CD18-2FAC-EED0-720BF7752666}"/>
                  </a:ext>
                </a:extLst>
              </p:cNvPr>
              <p:cNvSpPr/>
              <p:nvPr/>
            </p:nvSpPr>
            <p:spPr>
              <a:xfrm>
                <a:off x="4637690" y="5146753"/>
                <a:ext cx="2184636" cy="2846169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06" name="pl304">
                <a:extLst>
                  <a:ext uri="{FF2B5EF4-FFF2-40B4-BE49-F238E27FC236}">
                    <a16:creationId xmlns:a16="http://schemas.microsoft.com/office/drawing/2014/main" id="{573E2D7E-BCC2-B4DF-9B73-A22D307366CD}"/>
                  </a:ext>
                </a:extLst>
              </p:cNvPr>
              <p:cNvSpPr/>
              <p:nvPr/>
            </p:nvSpPr>
            <p:spPr>
              <a:xfrm>
                <a:off x="4736991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07" name="pl305">
                <a:extLst>
                  <a:ext uri="{FF2B5EF4-FFF2-40B4-BE49-F238E27FC236}">
                    <a16:creationId xmlns:a16="http://schemas.microsoft.com/office/drawing/2014/main" id="{2725608F-EDA9-16D4-3F6D-57224716EE0B}"/>
                  </a:ext>
                </a:extLst>
              </p:cNvPr>
              <p:cNvSpPr/>
              <p:nvPr/>
            </p:nvSpPr>
            <p:spPr>
              <a:xfrm>
                <a:off x="5134198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08" name="pl306">
                <a:extLst>
                  <a:ext uri="{FF2B5EF4-FFF2-40B4-BE49-F238E27FC236}">
                    <a16:creationId xmlns:a16="http://schemas.microsoft.com/office/drawing/2014/main" id="{C6ECD535-11CB-7DFD-B079-CD1528961BDD}"/>
                  </a:ext>
                </a:extLst>
              </p:cNvPr>
              <p:cNvSpPr/>
              <p:nvPr/>
            </p:nvSpPr>
            <p:spPr>
              <a:xfrm>
                <a:off x="5531405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09" name="pl307">
                <a:extLst>
                  <a:ext uri="{FF2B5EF4-FFF2-40B4-BE49-F238E27FC236}">
                    <a16:creationId xmlns:a16="http://schemas.microsoft.com/office/drawing/2014/main" id="{5C5C93A4-85FC-DB61-E160-66A48C997C3D}"/>
                  </a:ext>
                </a:extLst>
              </p:cNvPr>
              <p:cNvSpPr/>
              <p:nvPr/>
            </p:nvSpPr>
            <p:spPr>
              <a:xfrm>
                <a:off x="5928611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0" name="pl308">
                <a:extLst>
                  <a:ext uri="{FF2B5EF4-FFF2-40B4-BE49-F238E27FC236}">
                    <a16:creationId xmlns:a16="http://schemas.microsoft.com/office/drawing/2014/main" id="{81C75698-7550-81E7-2A71-349B2F9750D8}"/>
                  </a:ext>
                </a:extLst>
              </p:cNvPr>
              <p:cNvSpPr/>
              <p:nvPr/>
            </p:nvSpPr>
            <p:spPr>
              <a:xfrm>
                <a:off x="6325818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1" name="pl309">
                <a:extLst>
                  <a:ext uri="{FF2B5EF4-FFF2-40B4-BE49-F238E27FC236}">
                    <a16:creationId xmlns:a16="http://schemas.microsoft.com/office/drawing/2014/main" id="{8AA61085-0D60-E01F-FCC7-A5C9D91A0CE8}"/>
                  </a:ext>
                </a:extLst>
              </p:cNvPr>
              <p:cNvSpPr/>
              <p:nvPr/>
            </p:nvSpPr>
            <p:spPr>
              <a:xfrm>
                <a:off x="6723024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2" name="pl310">
                <a:extLst>
                  <a:ext uri="{FF2B5EF4-FFF2-40B4-BE49-F238E27FC236}">
                    <a16:creationId xmlns:a16="http://schemas.microsoft.com/office/drawing/2014/main" id="{FA4F91BF-3803-295F-1C16-E7805EE3E6F9}"/>
                  </a:ext>
                </a:extLst>
              </p:cNvPr>
              <p:cNvSpPr/>
              <p:nvPr/>
            </p:nvSpPr>
            <p:spPr>
              <a:xfrm>
                <a:off x="4637690" y="7863551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3" name="pl311">
                <a:extLst>
                  <a:ext uri="{FF2B5EF4-FFF2-40B4-BE49-F238E27FC236}">
                    <a16:creationId xmlns:a16="http://schemas.microsoft.com/office/drawing/2014/main" id="{0B719151-CB04-3217-ACB1-A1634DCB63B3}"/>
                  </a:ext>
                </a:extLst>
              </p:cNvPr>
              <p:cNvSpPr/>
              <p:nvPr/>
            </p:nvSpPr>
            <p:spPr>
              <a:xfrm>
                <a:off x="4637690" y="7493919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4" name="pl312">
                <a:extLst>
                  <a:ext uri="{FF2B5EF4-FFF2-40B4-BE49-F238E27FC236}">
                    <a16:creationId xmlns:a16="http://schemas.microsoft.com/office/drawing/2014/main" id="{ECAE6435-33AE-EB03-DA60-154662225D76}"/>
                  </a:ext>
                </a:extLst>
              </p:cNvPr>
              <p:cNvSpPr/>
              <p:nvPr/>
            </p:nvSpPr>
            <p:spPr>
              <a:xfrm>
                <a:off x="4637690" y="7124286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5" name="pl313">
                <a:extLst>
                  <a:ext uri="{FF2B5EF4-FFF2-40B4-BE49-F238E27FC236}">
                    <a16:creationId xmlns:a16="http://schemas.microsoft.com/office/drawing/2014/main" id="{9357C100-1DB2-7B52-332C-AA04C5E228A5}"/>
                  </a:ext>
                </a:extLst>
              </p:cNvPr>
              <p:cNvSpPr/>
              <p:nvPr/>
            </p:nvSpPr>
            <p:spPr>
              <a:xfrm>
                <a:off x="4637690" y="6754654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6" name="pl314">
                <a:extLst>
                  <a:ext uri="{FF2B5EF4-FFF2-40B4-BE49-F238E27FC236}">
                    <a16:creationId xmlns:a16="http://schemas.microsoft.com/office/drawing/2014/main" id="{EA81A5F7-1800-9A79-B0D2-4B7C86342618}"/>
                  </a:ext>
                </a:extLst>
              </p:cNvPr>
              <p:cNvSpPr/>
              <p:nvPr/>
            </p:nvSpPr>
            <p:spPr>
              <a:xfrm>
                <a:off x="4637690" y="6385022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7" name="pl315">
                <a:extLst>
                  <a:ext uri="{FF2B5EF4-FFF2-40B4-BE49-F238E27FC236}">
                    <a16:creationId xmlns:a16="http://schemas.microsoft.com/office/drawing/2014/main" id="{38DA34E7-92B8-E69F-C6DD-540DBAC626D6}"/>
                  </a:ext>
                </a:extLst>
              </p:cNvPr>
              <p:cNvSpPr/>
              <p:nvPr/>
            </p:nvSpPr>
            <p:spPr>
              <a:xfrm>
                <a:off x="4637690" y="6015389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8" name="pl316">
                <a:extLst>
                  <a:ext uri="{FF2B5EF4-FFF2-40B4-BE49-F238E27FC236}">
                    <a16:creationId xmlns:a16="http://schemas.microsoft.com/office/drawing/2014/main" id="{78CEF1B7-7CE6-4427-525C-2BA13C8FCC9B}"/>
                  </a:ext>
                </a:extLst>
              </p:cNvPr>
              <p:cNvSpPr/>
              <p:nvPr/>
            </p:nvSpPr>
            <p:spPr>
              <a:xfrm>
                <a:off x="4637690" y="5645757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19" name="pl317">
                <a:extLst>
                  <a:ext uri="{FF2B5EF4-FFF2-40B4-BE49-F238E27FC236}">
                    <a16:creationId xmlns:a16="http://schemas.microsoft.com/office/drawing/2014/main" id="{50D08C9F-969D-D18E-13A3-A43A4D7F9847}"/>
                  </a:ext>
                </a:extLst>
              </p:cNvPr>
              <p:cNvSpPr/>
              <p:nvPr/>
            </p:nvSpPr>
            <p:spPr>
              <a:xfrm>
                <a:off x="4637690" y="5276124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0" name="ph318">
                <a:extLst>
                  <a:ext uri="{FF2B5EF4-FFF2-40B4-BE49-F238E27FC236}">
                    <a16:creationId xmlns:a16="http://schemas.microsoft.com/office/drawing/2014/main" id="{55BDB936-7DA9-5BFF-E288-255443002D0D}"/>
                  </a:ext>
                </a:extLst>
              </p:cNvPr>
              <p:cNvSpPr/>
              <p:nvPr/>
            </p:nvSpPr>
            <p:spPr>
              <a:xfrm>
                <a:off x="5608780" y="5540072"/>
                <a:ext cx="930827" cy="1243964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64">
                    <a:moveTo>
                      <a:pt x="914400" y="914400"/>
                    </a:moveTo>
                    <a:lnTo>
                      <a:pt x="904741" y="940461"/>
                    </a:lnTo>
                    <a:lnTo>
                      <a:pt x="891436" y="944865"/>
                    </a:lnTo>
                    <a:lnTo>
                      <a:pt x="878674" y="953547"/>
                    </a:lnTo>
                    <a:lnTo>
                      <a:pt x="874116" y="1036010"/>
                    </a:lnTo>
                    <a:lnTo>
                      <a:pt x="897351" y="1067342"/>
                    </a:lnTo>
                    <a:lnTo>
                      <a:pt x="884590" y="1071728"/>
                    </a:lnTo>
                    <a:lnTo>
                      <a:pt x="872914" y="1081113"/>
                    </a:lnTo>
                    <a:lnTo>
                      <a:pt x="864574" y="1094992"/>
                    </a:lnTo>
                    <a:lnTo>
                      <a:pt x="856040" y="1124863"/>
                    </a:lnTo>
                    <a:lnTo>
                      <a:pt x="823981" y="1141792"/>
                    </a:lnTo>
                    <a:lnTo>
                      <a:pt x="811840" y="1154318"/>
                    </a:lnTo>
                    <a:lnTo>
                      <a:pt x="793938" y="1182184"/>
                    </a:lnTo>
                    <a:lnTo>
                      <a:pt x="784609" y="1222631"/>
                    </a:lnTo>
                    <a:lnTo>
                      <a:pt x="766475" y="1239885"/>
                    </a:lnTo>
                    <a:lnTo>
                      <a:pt x="746110" y="1243964"/>
                    </a:lnTo>
                    <a:lnTo>
                      <a:pt x="758058" y="1210827"/>
                    </a:lnTo>
                    <a:lnTo>
                      <a:pt x="773709" y="1183827"/>
                    </a:lnTo>
                    <a:lnTo>
                      <a:pt x="758659" y="1165309"/>
                    </a:lnTo>
                    <a:lnTo>
                      <a:pt x="749601" y="1136323"/>
                    </a:lnTo>
                    <a:lnTo>
                      <a:pt x="737906" y="1114088"/>
                    </a:lnTo>
                    <a:lnTo>
                      <a:pt x="747216" y="1089253"/>
                    </a:lnTo>
                    <a:lnTo>
                      <a:pt x="742639" y="1048554"/>
                    </a:lnTo>
                    <a:lnTo>
                      <a:pt x="744151" y="1008829"/>
                    </a:lnTo>
                    <a:lnTo>
                      <a:pt x="757728" y="988777"/>
                    </a:lnTo>
                    <a:lnTo>
                      <a:pt x="773283" y="972425"/>
                    </a:lnTo>
                    <a:lnTo>
                      <a:pt x="797507" y="934830"/>
                    </a:lnTo>
                    <a:lnTo>
                      <a:pt x="823767" y="907577"/>
                    </a:lnTo>
                    <a:lnTo>
                      <a:pt x="860404" y="895322"/>
                    </a:lnTo>
                    <a:lnTo>
                      <a:pt x="876948" y="906621"/>
                    </a:lnTo>
                    <a:lnTo>
                      <a:pt x="884085" y="881840"/>
                    </a:lnTo>
                    <a:lnTo>
                      <a:pt x="895897" y="876191"/>
                    </a:lnTo>
                    <a:lnTo>
                      <a:pt x="906991" y="881912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1" name="ph319">
                <a:extLst>
                  <a:ext uri="{FF2B5EF4-FFF2-40B4-BE49-F238E27FC236}">
                    <a16:creationId xmlns:a16="http://schemas.microsoft.com/office/drawing/2014/main" id="{652C8099-F717-8232-A88E-67D0135A635C}"/>
                  </a:ext>
                </a:extLst>
              </p:cNvPr>
              <p:cNvSpPr/>
              <p:nvPr/>
            </p:nvSpPr>
            <p:spPr>
              <a:xfrm>
                <a:off x="5108974" y="6121106"/>
                <a:ext cx="104161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0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30" y="888265"/>
                    </a:lnTo>
                    <a:lnTo>
                      <a:pt x="897914" y="824410"/>
                    </a:lnTo>
                    <a:lnTo>
                      <a:pt x="901521" y="792861"/>
                    </a:lnTo>
                    <a:lnTo>
                      <a:pt x="944830" y="679066"/>
                    </a:lnTo>
                    <a:lnTo>
                      <a:pt x="964167" y="669771"/>
                    </a:lnTo>
                    <a:lnTo>
                      <a:pt x="991358" y="600032"/>
                    </a:lnTo>
                    <a:lnTo>
                      <a:pt x="998690" y="569006"/>
                    </a:lnTo>
                    <a:lnTo>
                      <a:pt x="1010482" y="541067"/>
                    </a:lnTo>
                    <a:lnTo>
                      <a:pt x="1017444" y="516088"/>
                    </a:lnTo>
                    <a:lnTo>
                      <a:pt x="1023282" y="505999"/>
                    </a:lnTo>
                    <a:lnTo>
                      <a:pt x="1035966" y="510728"/>
                    </a:lnTo>
                    <a:lnTo>
                      <a:pt x="1041610" y="515330"/>
                    </a:lnTo>
                    <a:lnTo>
                      <a:pt x="1028247" y="529877"/>
                    </a:lnTo>
                    <a:lnTo>
                      <a:pt x="1029799" y="548810"/>
                    </a:lnTo>
                    <a:lnTo>
                      <a:pt x="1028868" y="556661"/>
                    </a:lnTo>
                    <a:lnTo>
                      <a:pt x="995140" y="639016"/>
                    </a:lnTo>
                    <a:lnTo>
                      <a:pt x="986122" y="692494"/>
                    </a:lnTo>
                    <a:lnTo>
                      <a:pt x="974155" y="705543"/>
                    </a:lnTo>
                    <a:lnTo>
                      <a:pt x="924601" y="8957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2" name="ph320">
                <a:extLst>
                  <a:ext uri="{FF2B5EF4-FFF2-40B4-BE49-F238E27FC236}">
                    <a16:creationId xmlns:a16="http://schemas.microsoft.com/office/drawing/2014/main" id="{E1F02E50-DAD4-4A29-9C52-D3495ADED49A}"/>
                  </a:ext>
                </a:extLst>
              </p:cNvPr>
              <p:cNvSpPr/>
              <p:nvPr/>
            </p:nvSpPr>
            <p:spPr>
              <a:xfrm>
                <a:off x="4114678" y="5134433"/>
                <a:ext cx="2407842" cy="2231449"/>
              </a:xfrm>
              <a:custGeom>
                <a:avLst/>
                <a:gdLst/>
                <a:ahLst/>
                <a:cxnLst/>
                <a:rect l="0" t="0" r="0" b="0"/>
                <a:pathLst>
                  <a:path w="2407842" h="2231449">
                    <a:moveTo>
                      <a:pt x="914400" y="914400"/>
                    </a:moveTo>
                    <a:lnTo>
                      <a:pt x="928868" y="920500"/>
                    </a:lnTo>
                    <a:lnTo>
                      <a:pt x="948573" y="908281"/>
                    </a:lnTo>
                    <a:lnTo>
                      <a:pt x="962363" y="874061"/>
                    </a:lnTo>
                    <a:lnTo>
                      <a:pt x="970237" y="822713"/>
                    </a:lnTo>
                    <a:lnTo>
                      <a:pt x="979430" y="773802"/>
                    </a:lnTo>
                    <a:lnTo>
                      <a:pt x="968550" y="721480"/>
                    </a:lnTo>
                    <a:lnTo>
                      <a:pt x="956932" y="675528"/>
                    </a:lnTo>
                    <a:lnTo>
                      <a:pt x="956118" y="662028"/>
                    </a:lnTo>
                    <a:lnTo>
                      <a:pt x="986607" y="623260"/>
                    </a:lnTo>
                    <a:lnTo>
                      <a:pt x="995935" y="591729"/>
                    </a:lnTo>
                    <a:lnTo>
                      <a:pt x="1006040" y="561715"/>
                    </a:lnTo>
                    <a:lnTo>
                      <a:pt x="1017192" y="551499"/>
                    </a:lnTo>
                    <a:lnTo>
                      <a:pt x="1033794" y="549171"/>
                    </a:lnTo>
                    <a:lnTo>
                      <a:pt x="1053131" y="543522"/>
                    </a:lnTo>
                    <a:lnTo>
                      <a:pt x="1077510" y="523434"/>
                    </a:lnTo>
                    <a:lnTo>
                      <a:pt x="1099368" y="496524"/>
                    </a:lnTo>
                    <a:lnTo>
                      <a:pt x="1116067" y="471851"/>
                    </a:lnTo>
                    <a:lnTo>
                      <a:pt x="1121731" y="423030"/>
                    </a:lnTo>
                    <a:lnTo>
                      <a:pt x="1121963" y="398502"/>
                    </a:lnTo>
                    <a:lnTo>
                      <a:pt x="1129314" y="380292"/>
                    </a:lnTo>
                    <a:lnTo>
                      <a:pt x="1136432" y="344718"/>
                    </a:lnTo>
                    <a:lnTo>
                      <a:pt x="1129508" y="309632"/>
                    </a:lnTo>
                    <a:lnTo>
                      <a:pt x="1107960" y="256407"/>
                    </a:lnTo>
                    <a:lnTo>
                      <a:pt x="1082010" y="181560"/>
                    </a:lnTo>
                    <a:lnTo>
                      <a:pt x="1078036" y="141691"/>
                    </a:lnTo>
                    <a:lnTo>
                      <a:pt x="2054342" y="141691"/>
                    </a:lnTo>
                    <a:lnTo>
                      <a:pt x="2054817" y="146925"/>
                    </a:lnTo>
                    <a:lnTo>
                      <a:pt x="2052839" y="159487"/>
                    </a:lnTo>
                    <a:lnTo>
                      <a:pt x="2067928" y="211123"/>
                    </a:lnTo>
                    <a:lnTo>
                      <a:pt x="2064417" y="229226"/>
                    </a:lnTo>
                    <a:lnTo>
                      <a:pt x="2062381" y="252292"/>
                    </a:lnTo>
                    <a:lnTo>
                      <a:pt x="2084006" y="274455"/>
                    </a:lnTo>
                    <a:lnTo>
                      <a:pt x="2103304" y="274094"/>
                    </a:lnTo>
                    <a:lnTo>
                      <a:pt x="2122854" y="273752"/>
                    </a:lnTo>
                    <a:lnTo>
                      <a:pt x="2130321" y="279310"/>
                    </a:lnTo>
                    <a:lnTo>
                      <a:pt x="2137808" y="294995"/>
                    </a:lnTo>
                    <a:lnTo>
                      <a:pt x="2143839" y="313512"/>
                    </a:lnTo>
                    <a:lnTo>
                      <a:pt x="2159937" y="311978"/>
                    </a:lnTo>
                    <a:lnTo>
                      <a:pt x="2185635" y="296908"/>
                    </a:lnTo>
                    <a:lnTo>
                      <a:pt x="2202354" y="293316"/>
                    </a:lnTo>
                    <a:lnTo>
                      <a:pt x="2213389" y="322284"/>
                    </a:lnTo>
                    <a:lnTo>
                      <a:pt x="2243413" y="360547"/>
                    </a:lnTo>
                    <a:lnTo>
                      <a:pt x="2260887" y="377693"/>
                    </a:lnTo>
                    <a:lnTo>
                      <a:pt x="2290581" y="386717"/>
                    </a:lnTo>
                    <a:lnTo>
                      <a:pt x="2321865" y="417598"/>
                    </a:lnTo>
                    <a:lnTo>
                      <a:pt x="2317482" y="454814"/>
                    </a:lnTo>
                    <a:lnTo>
                      <a:pt x="2330534" y="467249"/>
                    </a:lnTo>
                    <a:lnTo>
                      <a:pt x="2367443" y="481940"/>
                    </a:lnTo>
                    <a:lnTo>
                      <a:pt x="2380495" y="501758"/>
                    </a:lnTo>
                    <a:lnTo>
                      <a:pt x="2386760" y="518651"/>
                    </a:lnTo>
                    <a:lnTo>
                      <a:pt x="2396477" y="532657"/>
                    </a:lnTo>
                    <a:lnTo>
                      <a:pt x="2407842" y="574980"/>
                    </a:lnTo>
                    <a:lnTo>
                      <a:pt x="2403886" y="601060"/>
                    </a:lnTo>
                    <a:lnTo>
                      <a:pt x="2389010" y="610030"/>
                    </a:lnTo>
                    <a:lnTo>
                      <a:pt x="2353886" y="637969"/>
                    </a:lnTo>
                    <a:lnTo>
                      <a:pt x="2338234" y="658833"/>
                    </a:lnTo>
                    <a:lnTo>
                      <a:pt x="2325957" y="671828"/>
                    </a:lnTo>
                    <a:lnTo>
                      <a:pt x="2291066" y="699695"/>
                    </a:lnTo>
                    <a:lnTo>
                      <a:pt x="2278285" y="704694"/>
                    </a:lnTo>
                    <a:lnTo>
                      <a:pt x="2266046" y="719187"/>
                    </a:lnTo>
                    <a:lnTo>
                      <a:pt x="2254216" y="725522"/>
                    </a:lnTo>
                    <a:lnTo>
                      <a:pt x="2243626" y="721877"/>
                    </a:lnTo>
                    <a:lnTo>
                      <a:pt x="2204041" y="748119"/>
                    </a:lnTo>
                    <a:lnTo>
                      <a:pt x="2207125" y="759327"/>
                    </a:lnTo>
                    <a:lnTo>
                      <a:pt x="2237478" y="764074"/>
                    </a:lnTo>
                    <a:lnTo>
                      <a:pt x="2252955" y="758443"/>
                    </a:lnTo>
                    <a:lnTo>
                      <a:pt x="2264863" y="745249"/>
                    </a:lnTo>
                    <a:lnTo>
                      <a:pt x="2277877" y="742217"/>
                    </a:lnTo>
                    <a:lnTo>
                      <a:pt x="2289747" y="744708"/>
                    </a:lnTo>
                    <a:lnTo>
                      <a:pt x="2302334" y="734312"/>
                    </a:lnTo>
                    <a:lnTo>
                      <a:pt x="2312206" y="730161"/>
                    </a:lnTo>
                    <a:lnTo>
                      <a:pt x="2322408" y="735142"/>
                    </a:lnTo>
                    <a:lnTo>
                      <a:pt x="2333793" y="760067"/>
                    </a:lnTo>
                    <a:lnTo>
                      <a:pt x="2310170" y="773044"/>
                    </a:lnTo>
                    <a:lnTo>
                      <a:pt x="2293413" y="773640"/>
                    </a:lnTo>
                    <a:lnTo>
                      <a:pt x="2285228" y="814519"/>
                    </a:lnTo>
                    <a:lnTo>
                      <a:pt x="2275084" y="832080"/>
                    </a:lnTo>
                    <a:lnTo>
                      <a:pt x="2267811" y="840527"/>
                    </a:lnTo>
                    <a:lnTo>
                      <a:pt x="2230631" y="857926"/>
                    </a:lnTo>
                    <a:lnTo>
                      <a:pt x="2206097" y="879981"/>
                    </a:lnTo>
                    <a:lnTo>
                      <a:pt x="2177179" y="897741"/>
                    </a:lnTo>
                    <a:lnTo>
                      <a:pt x="2164553" y="893878"/>
                    </a:lnTo>
                    <a:lnTo>
                      <a:pt x="2145527" y="911927"/>
                    </a:lnTo>
                    <a:lnTo>
                      <a:pt x="2103246" y="933296"/>
                    </a:lnTo>
                    <a:lnTo>
                      <a:pt x="2081582" y="962084"/>
                    </a:lnTo>
                    <a:lnTo>
                      <a:pt x="2032959" y="987839"/>
                    </a:lnTo>
                    <a:lnTo>
                      <a:pt x="2008192" y="1008793"/>
                    </a:lnTo>
                    <a:lnTo>
                      <a:pt x="1940911" y="1009894"/>
                    </a:lnTo>
                    <a:lnTo>
                      <a:pt x="1876656" y="1005292"/>
                    </a:lnTo>
                    <a:lnTo>
                      <a:pt x="1856485" y="1015254"/>
                    </a:lnTo>
                    <a:lnTo>
                      <a:pt x="1877102" y="1018341"/>
                    </a:lnTo>
                    <a:lnTo>
                      <a:pt x="1891551" y="1028123"/>
                    </a:lnTo>
                    <a:lnTo>
                      <a:pt x="1908871" y="1024044"/>
                    </a:lnTo>
                    <a:lnTo>
                      <a:pt x="1949581" y="1028935"/>
                    </a:lnTo>
                    <a:lnTo>
                      <a:pt x="1970527" y="1034259"/>
                    </a:lnTo>
                    <a:lnTo>
                      <a:pt x="1997408" y="1068515"/>
                    </a:lnTo>
                    <a:lnTo>
                      <a:pt x="1977645" y="1080698"/>
                    </a:lnTo>
                    <a:lnTo>
                      <a:pt x="1943413" y="1090047"/>
                    </a:lnTo>
                    <a:lnTo>
                      <a:pt x="1956252" y="1138634"/>
                    </a:lnTo>
                    <a:lnTo>
                      <a:pt x="1966842" y="1171391"/>
                    </a:lnTo>
                    <a:lnTo>
                      <a:pt x="1952975" y="1191155"/>
                    </a:lnTo>
                    <a:lnTo>
                      <a:pt x="1951947" y="1281072"/>
                    </a:lnTo>
                    <a:lnTo>
                      <a:pt x="1932494" y="1282787"/>
                    </a:lnTo>
                    <a:lnTo>
                      <a:pt x="1924231" y="1319984"/>
                    </a:lnTo>
                    <a:lnTo>
                      <a:pt x="1930360" y="1338953"/>
                    </a:lnTo>
                    <a:lnTo>
                      <a:pt x="1929875" y="1383010"/>
                    </a:lnTo>
                    <a:lnTo>
                      <a:pt x="1933929" y="1410154"/>
                    </a:lnTo>
                    <a:lnTo>
                      <a:pt x="1943471" y="1435152"/>
                    </a:lnTo>
                    <a:lnTo>
                      <a:pt x="1939224" y="1461214"/>
                    </a:lnTo>
                    <a:lnTo>
                      <a:pt x="1908463" y="1522217"/>
                    </a:lnTo>
                    <a:lnTo>
                      <a:pt x="1909162" y="1550842"/>
                    </a:lnTo>
                    <a:lnTo>
                      <a:pt x="1914689" y="1567844"/>
                    </a:lnTo>
                    <a:lnTo>
                      <a:pt x="1918782" y="1595025"/>
                    </a:lnTo>
                    <a:lnTo>
                      <a:pt x="1904798" y="1647275"/>
                    </a:lnTo>
                    <a:lnTo>
                      <a:pt x="1894926" y="1690934"/>
                    </a:lnTo>
                    <a:lnTo>
                      <a:pt x="1883192" y="1727681"/>
                    </a:lnTo>
                    <a:lnTo>
                      <a:pt x="1856931" y="1771773"/>
                    </a:lnTo>
                    <a:lnTo>
                      <a:pt x="1843859" y="1804730"/>
                    </a:lnTo>
                    <a:lnTo>
                      <a:pt x="1813273" y="1907570"/>
                    </a:lnTo>
                    <a:lnTo>
                      <a:pt x="1798107" y="1927983"/>
                    </a:lnTo>
                    <a:lnTo>
                      <a:pt x="1779507" y="1943667"/>
                    </a:lnTo>
                    <a:lnTo>
                      <a:pt x="1758774" y="1929156"/>
                    </a:lnTo>
                    <a:lnTo>
                      <a:pt x="1739767" y="1921251"/>
                    </a:lnTo>
                    <a:lnTo>
                      <a:pt x="1716551" y="1922207"/>
                    </a:lnTo>
                    <a:lnTo>
                      <a:pt x="1680186" y="1934101"/>
                    </a:lnTo>
                    <a:lnTo>
                      <a:pt x="1625492" y="1926196"/>
                    </a:lnTo>
                    <a:lnTo>
                      <a:pt x="1572040" y="1930004"/>
                    </a:lnTo>
                    <a:lnTo>
                      <a:pt x="1558522" y="1940274"/>
                    </a:lnTo>
                    <a:lnTo>
                      <a:pt x="1566629" y="1977598"/>
                    </a:lnTo>
                    <a:lnTo>
                      <a:pt x="1546924" y="1982489"/>
                    </a:lnTo>
                    <a:lnTo>
                      <a:pt x="1527665" y="1971877"/>
                    </a:lnTo>
                    <a:lnTo>
                      <a:pt x="1510714" y="1984547"/>
                    </a:lnTo>
                    <a:lnTo>
                      <a:pt x="1496555" y="1998444"/>
                    </a:lnTo>
                    <a:lnTo>
                      <a:pt x="1468743" y="2031418"/>
                    </a:lnTo>
                    <a:lnTo>
                      <a:pt x="1459434" y="2051723"/>
                    </a:lnTo>
                    <a:lnTo>
                      <a:pt x="1457029" y="2089968"/>
                    </a:lnTo>
                    <a:lnTo>
                      <a:pt x="1471633" y="2124260"/>
                    </a:lnTo>
                    <a:lnTo>
                      <a:pt x="1484589" y="2164417"/>
                    </a:lnTo>
                    <a:lnTo>
                      <a:pt x="1451230" y="2212878"/>
                    </a:lnTo>
                    <a:lnTo>
                      <a:pt x="1432611" y="2214520"/>
                    </a:lnTo>
                    <a:lnTo>
                      <a:pt x="1378266" y="2201074"/>
                    </a:lnTo>
                    <a:lnTo>
                      <a:pt x="1281951" y="2231449"/>
                    </a:lnTo>
                    <a:lnTo>
                      <a:pt x="1195450" y="2207427"/>
                    </a:lnTo>
                    <a:lnTo>
                      <a:pt x="1206331" y="2181473"/>
                    </a:lnTo>
                    <a:lnTo>
                      <a:pt x="1205962" y="2162396"/>
                    </a:lnTo>
                    <a:lnTo>
                      <a:pt x="1210850" y="2133049"/>
                    </a:lnTo>
                    <a:lnTo>
                      <a:pt x="1213759" y="2103035"/>
                    </a:lnTo>
                    <a:lnTo>
                      <a:pt x="1212945" y="2082947"/>
                    </a:lnTo>
                    <a:lnTo>
                      <a:pt x="1206602" y="2061541"/>
                    </a:lnTo>
                    <a:lnTo>
                      <a:pt x="1185268" y="2033530"/>
                    </a:lnTo>
                    <a:lnTo>
                      <a:pt x="1137208" y="1938992"/>
                    </a:lnTo>
                    <a:lnTo>
                      <a:pt x="1122991" y="1899087"/>
                    </a:lnTo>
                    <a:lnTo>
                      <a:pt x="1113100" y="1882464"/>
                    </a:lnTo>
                    <a:lnTo>
                      <a:pt x="1120218" y="1881562"/>
                    </a:lnTo>
                    <a:lnTo>
                      <a:pt x="1159803" y="1902986"/>
                    </a:lnTo>
                    <a:lnTo>
                      <a:pt x="1169035" y="1900351"/>
                    </a:lnTo>
                    <a:lnTo>
                      <a:pt x="1178732" y="1892301"/>
                    </a:lnTo>
                    <a:lnTo>
                      <a:pt x="1166921" y="1861637"/>
                    </a:lnTo>
                    <a:lnTo>
                      <a:pt x="1156777" y="1847757"/>
                    </a:lnTo>
                    <a:lnTo>
                      <a:pt x="1149892" y="1827002"/>
                    </a:lnTo>
                    <a:lnTo>
                      <a:pt x="1173069" y="1821389"/>
                    </a:lnTo>
                    <a:lnTo>
                      <a:pt x="1189806" y="1822634"/>
                    </a:lnTo>
                    <a:lnTo>
                      <a:pt x="1202142" y="1799279"/>
                    </a:lnTo>
                    <a:lnTo>
                      <a:pt x="1195024" y="1761522"/>
                    </a:lnTo>
                    <a:lnTo>
                      <a:pt x="1177045" y="1749899"/>
                    </a:lnTo>
                    <a:lnTo>
                      <a:pt x="1162033" y="1744845"/>
                    </a:lnTo>
                    <a:lnTo>
                      <a:pt x="1133251" y="1685538"/>
                    </a:lnTo>
                    <a:lnTo>
                      <a:pt x="1103228" y="1654819"/>
                    </a:lnTo>
                    <a:lnTo>
                      <a:pt x="1049679" y="1536331"/>
                    </a:lnTo>
                    <a:lnTo>
                      <a:pt x="1030090" y="1455005"/>
                    </a:lnTo>
                    <a:lnTo>
                      <a:pt x="1011878" y="1462730"/>
                    </a:lnTo>
                    <a:lnTo>
                      <a:pt x="1003034" y="1427301"/>
                    </a:lnTo>
                    <a:lnTo>
                      <a:pt x="996692" y="1393748"/>
                    </a:lnTo>
                    <a:lnTo>
                      <a:pt x="995431" y="1369076"/>
                    </a:lnTo>
                    <a:lnTo>
                      <a:pt x="966882" y="1354944"/>
                    </a:lnTo>
                    <a:lnTo>
                      <a:pt x="965718" y="1337654"/>
                    </a:lnTo>
                    <a:lnTo>
                      <a:pt x="960579" y="1260497"/>
                    </a:lnTo>
                    <a:lnTo>
                      <a:pt x="929954" y="1250137"/>
                    </a:lnTo>
                    <a:lnTo>
                      <a:pt x="910152" y="1206839"/>
                    </a:lnTo>
                    <a:lnTo>
                      <a:pt x="906622" y="1124917"/>
                    </a:lnTo>
                    <a:lnTo>
                      <a:pt x="886452" y="1110009"/>
                    </a:lnTo>
                    <a:lnTo>
                      <a:pt x="870218" y="1114142"/>
                    </a:lnTo>
                    <a:lnTo>
                      <a:pt x="870974" y="1093837"/>
                    </a:lnTo>
                    <a:lnTo>
                      <a:pt x="874853" y="1074778"/>
                    </a:lnTo>
                    <a:lnTo>
                      <a:pt x="865369" y="999263"/>
                    </a:lnTo>
                    <a:lnTo>
                      <a:pt x="862208" y="930336"/>
                    </a:lnTo>
                    <a:lnTo>
                      <a:pt x="854508" y="909526"/>
                    </a:lnTo>
                    <a:lnTo>
                      <a:pt x="850144" y="885161"/>
                    </a:lnTo>
                    <a:lnTo>
                      <a:pt x="854062" y="864117"/>
                    </a:lnTo>
                    <a:lnTo>
                      <a:pt x="859803" y="852024"/>
                    </a:lnTo>
                    <a:lnTo>
                      <a:pt x="879566" y="848848"/>
                    </a:lnTo>
                    <a:lnTo>
                      <a:pt x="898030" y="8674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3" name="ph321">
                <a:extLst>
                  <a:ext uri="{FF2B5EF4-FFF2-40B4-BE49-F238E27FC236}">
                    <a16:creationId xmlns:a16="http://schemas.microsoft.com/office/drawing/2014/main" id="{536F8B38-0D9F-791E-34E5-A39EDD1D3D46}"/>
                  </a:ext>
                </a:extLst>
              </p:cNvPr>
              <p:cNvSpPr/>
              <p:nvPr/>
            </p:nvSpPr>
            <p:spPr>
              <a:xfrm>
                <a:off x="5637504" y="5522276"/>
                <a:ext cx="95274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3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4" y="895629"/>
                    </a:lnTo>
                    <a:lnTo>
                      <a:pt x="913701" y="869639"/>
                    </a:lnTo>
                    <a:lnTo>
                      <a:pt x="942755" y="871047"/>
                    </a:lnTo>
                    <a:lnTo>
                      <a:pt x="952743" y="876462"/>
                    </a:lnTo>
                    <a:lnTo>
                      <a:pt x="917968" y="8913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4" name="ph322">
                <a:extLst>
                  <a:ext uri="{FF2B5EF4-FFF2-40B4-BE49-F238E27FC236}">
                    <a16:creationId xmlns:a16="http://schemas.microsoft.com/office/drawing/2014/main" id="{4CC73FAE-F1E7-65F7-CACF-E1F262A90E36}"/>
                  </a:ext>
                </a:extLst>
              </p:cNvPr>
              <p:cNvSpPr/>
              <p:nvPr/>
            </p:nvSpPr>
            <p:spPr>
              <a:xfrm>
                <a:off x="5485273" y="5093752"/>
                <a:ext cx="93697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5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0" y="888698"/>
                    </a:lnTo>
                    <a:lnTo>
                      <a:pt x="932883" y="881768"/>
                    </a:lnTo>
                    <a:lnTo>
                      <a:pt x="936975" y="882977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5" name="ph323">
                <a:extLst>
                  <a:ext uri="{FF2B5EF4-FFF2-40B4-BE49-F238E27FC236}">
                    <a16:creationId xmlns:a16="http://schemas.microsoft.com/office/drawing/2014/main" id="{42BACFDC-0206-A5F7-75E1-28ACA0201D0E}"/>
                  </a:ext>
                </a:extLst>
              </p:cNvPr>
              <p:cNvSpPr/>
              <p:nvPr/>
            </p:nvSpPr>
            <p:spPr>
              <a:xfrm>
                <a:off x="5524684" y="4939365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6" y="899401"/>
                    </a:lnTo>
                    <a:lnTo>
                      <a:pt x="911393" y="896459"/>
                    </a:lnTo>
                    <a:lnTo>
                      <a:pt x="914807" y="881660"/>
                    </a:lnTo>
                    <a:lnTo>
                      <a:pt x="924446" y="873538"/>
                    </a:lnTo>
                    <a:lnTo>
                      <a:pt x="939846" y="878411"/>
                    </a:lnTo>
                    <a:lnTo>
                      <a:pt x="939749" y="882111"/>
                    </a:lnTo>
                    <a:lnTo>
                      <a:pt x="925028" y="894095"/>
                    </a:lnTo>
                    <a:lnTo>
                      <a:pt x="919384" y="9021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6" name="ph324">
                <a:extLst>
                  <a:ext uri="{FF2B5EF4-FFF2-40B4-BE49-F238E27FC236}">
                    <a16:creationId xmlns:a16="http://schemas.microsoft.com/office/drawing/2014/main" id="{A12A3049-E8F5-0C6F-300B-812FF0B60139}"/>
                  </a:ext>
                </a:extLst>
              </p:cNvPr>
              <p:cNvSpPr/>
              <p:nvPr/>
            </p:nvSpPr>
            <p:spPr>
              <a:xfrm>
                <a:off x="5793593" y="6788736"/>
                <a:ext cx="929431" cy="915703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3">
                    <a:moveTo>
                      <a:pt x="914400" y="914400"/>
                    </a:moveTo>
                    <a:lnTo>
                      <a:pt x="858775" y="909563"/>
                    </a:lnTo>
                    <a:lnTo>
                      <a:pt x="850862" y="905086"/>
                    </a:lnTo>
                    <a:lnTo>
                      <a:pt x="881467" y="873430"/>
                    </a:lnTo>
                    <a:lnTo>
                      <a:pt x="901405" y="840527"/>
                    </a:lnTo>
                    <a:lnTo>
                      <a:pt x="918337" y="797590"/>
                    </a:lnTo>
                    <a:lnTo>
                      <a:pt x="920140" y="767846"/>
                    </a:lnTo>
                    <a:lnTo>
                      <a:pt x="924368" y="734312"/>
                    </a:lnTo>
                    <a:lnTo>
                      <a:pt x="929431" y="731813"/>
                    </a:lnTo>
                    <a:lnTo>
                      <a:pt x="929431" y="915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7" name="ph325">
                <a:extLst>
                  <a:ext uri="{FF2B5EF4-FFF2-40B4-BE49-F238E27FC236}">
                    <a16:creationId xmlns:a16="http://schemas.microsoft.com/office/drawing/2014/main" id="{9F2C2147-26E3-C0E6-3FB2-EE56E659DEAD}"/>
                  </a:ext>
                </a:extLst>
              </p:cNvPr>
              <p:cNvSpPr/>
              <p:nvPr/>
            </p:nvSpPr>
            <p:spPr>
              <a:xfrm>
                <a:off x="4759149" y="6942383"/>
                <a:ext cx="1963875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875" h="921168">
                    <a:moveTo>
                      <a:pt x="914400" y="914400"/>
                    </a:moveTo>
                    <a:lnTo>
                      <a:pt x="1028131" y="869459"/>
                    </a:lnTo>
                    <a:lnTo>
                      <a:pt x="1149601" y="827298"/>
                    </a:lnTo>
                    <a:lnTo>
                      <a:pt x="1177956" y="822713"/>
                    </a:lnTo>
                    <a:lnTo>
                      <a:pt x="1206467" y="813834"/>
                    </a:lnTo>
                    <a:lnTo>
                      <a:pt x="1216998" y="798059"/>
                    </a:lnTo>
                    <a:lnTo>
                      <a:pt x="1227510" y="787501"/>
                    </a:lnTo>
                    <a:lnTo>
                      <a:pt x="1244054" y="759688"/>
                    </a:lnTo>
                    <a:lnTo>
                      <a:pt x="1280633" y="716462"/>
                    </a:lnTo>
                    <a:lnTo>
                      <a:pt x="1345314" y="700724"/>
                    </a:lnTo>
                    <a:lnTo>
                      <a:pt x="1369461" y="680221"/>
                    </a:lnTo>
                    <a:lnTo>
                      <a:pt x="1420082" y="651506"/>
                    </a:lnTo>
                    <a:lnTo>
                      <a:pt x="1535481" y="619289"/>
                    </a:lnTo>
                    <a:lnTo>
                      <a:pt x="1583677" y="612214"/>
                    </a:lnTo>
                    <a:lnTo>
                      <a:pt x="1630904" y="611348"/>
                    </a:lnTo>
                    <a:lnTo>
                      <a:pt x="1672952" y="636760"/>
                    </a:lnTo>
                    <a:lnTo>
                      <a:pt x="1717463" y="668128"/>
                    </a:lnTo>
                    <a:lnTo>
                      <a:pt x="1725473" y="687061"/>
                    </a:lnTo>
                    <a:lnTo>
                      <a:pt x="1701385" y="675257"/>
                    </a:lnTo>
                    <a:lnTo>
                      <a:pt x="1666280" y="647084"/>
                    </a:lnTo>
                    <a:lnTo>
                      <a:pt x="1653305" y="645893"/>
                    </a:lnTo>
                    <a:lnTo>
                      <a:pt x="1683270" y="731587"/>
                    </a:lnTo>
                    <a:lnTo>
                      <a:pt x="1699658" y="761890"/>
                    </a:lnTo>
                    <a:lnTo>
                      <a:pt x="1732785" y="784559"/>
                    </a:lnTo>
                    <a:lnTo>
                      <a:pt x="1760558" y="792193"/>
                    </a:lnTo>
                    <a:lnTo>
                      <a:pt x="1846128" y="778459"/>
                    </a:lnTo>
                    <a:lnTo>
                      <a:pt x="1876520" y="760518"/>
                    </a:lnTo>
                    <a:lnTo>
                      <a:pt x="1885306" y="751440"/>
                    </a:lnTo>
                    <a:lnTo>
                      <a:pt x="1893219" y="755916"/>
                    </a:lnTo>
                    <a:lnTo>
                      <a:pt x="1948844" y="760753"/>
                    </a:lnTo>
                    <a:lnTo>
                      <a:pt x="1963875" y="762057"/>
                    </a:lnTo>
                    <a:lnTo>
                      <a:pt x="1963875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8" name="ph327">
                <a:extLst>
                  <a:ext uri="{FF2B5EF4-FFF2-40B4-BE49-F238E27FC236}">
                    <a16:creationId xmlns:a16="http://schemas.microsoft.com/office/drawing/2014/main" id="{C26665A5-7B13-CD5A-FBC0-01F2CA141DAC}"/>
                  </a:ext>
                </a:extLst>
              </p:cNvPr>
              <p:cNvSpPr/>
              <p:nvPr/>
            </p:nvSpPr>
            <p:spPr>
              <a:xfrm>
                <a:off x="3826994" y="6700046"/>
                <a:ext cx="915718" cy="956749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49">
                    <a:moveTo>
                      <a:pt x="914400" y="914400"/>
                    </a:moveTo>
                    <a:lnTo>
                      <a:pt x="915718" y="948637"/>
                    </a:lnTo>
                    <a:lnTo>
                      <a:pt x="909997" y="956749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29" name="ph328">
                <a:extLst>
                  <a:ext uri="{FF2B5EF4-FFF2-40B4-BE49-F238E27FC236}">
                    <a16:creationId xmlns:a16="http://schemas.microsoft.com/office/drawing/2014/main" id="{3443DC14-CAB0-4906-72FA-5004F944C396}"/>
                  </a:ext>
                </a:extLst>
              </p:cNvPr>
              <p:cNvSpPr/>
              <p:nvPr/>
            </p:nvSpPr>
            <p:spPr>
              <a:xfrm>
                <a:off x="3851082" y="6768612"/>
                <a:ext cx="1097293" cy="1094938"/>
              </a:xfrm>
              <a:custGeom>
                <a:avLst/>
                <a:gdLst/>
                <a:ahLst/>
                <a:cxnLst/>
                <a:rect l="0" t="0" r="0" b="0"/>
                <a:pathLst>
                  <a:path w="1097293" h="1094938">
                    <a:moveTo>
                      <a:pt x="914400" y="914400"/>
                    </a:moveTo>
                    <a:lnTo>
                      <a:pt x="919830" y="928531"/>
                    </a:lnTo>
                    <a:lnTo>
                      <a:pt x="928092" y="943782"/>
                    </a:lnTo>
                    <a:lnTo>
                      <a:pt x="957495" y="932917"/>
                    </a:lnTo>
                    <a:lnTo>
                      <a:pt x="1031195" y="978038"/>
                    </a:lnTo>
                    <a:lnTo>
                      <a:pt x="1075765" y="956073"/>
                    </a:lnTo>
                    <a:lnTo>
                      <a:pt x="1087169" y="954792"/>
                    </a:lnTo>
                    <a:lnTo>
                      <a:pt x="1097293" y="991250"/>
                    </a:lnTo>
                    <a:lnTo>
                      <a:pt x="1086219" y="1027978"/>
                    </a:lnTo>
                    <a:lnTo>
                      <a:pt x="1046925" y="1067162"/>
                    </a:lnTo>
                    <a:lnTo>
                      <a:pt x="1055633" y="1091310"/>
                    </a:lnTo>
                    <a:lnTo>
                      <a:pt x="1064125" y="1094938"/>
                    </a:lnTo>
                    <a:lnTo>
                      <a:pt x="885908" y="1094938"/>
                    </a:lnTo>
                    <a:lnTo>
                      <a:pt x="885908" y="9174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0" name="ph329">
                <a:extLst>
                  <a:ext uri="{FF2B5EF4-FFF2-40B4-BE49-F238E27FC236}">
                    <a16:creationId xmlns:a16="http://schemas.microsoft.com/office/drawing/2014/main" id="{638D0378-796F-6158-BFB1-2AA45D504A4F}"/>
                  </a:ext>
                </a:extLst>
              </p:cNvPr>
              <p:cNvSpPr/>
              <p:nvPr/>
            </p:nvSpPr>
            <p:spPr>
              <a:xfrm>
                <a:off x="4041908" y="6945758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1" name="ph330">
                <a:extLst>
                  <a:ext uri="{FF2B5EF4-FFF2-40B4-BE49-F238E27FC236}">
                    <a16:creationId xmlns:a16="http://schemas.microsoft.com/office/drawing/2014/main" id="{0E41C4AA-4964-DCB6-F8B6-9F91F6832724}"/>
                  </a:ext>
                </a:extLst>
              </p:cNvPr>
              <p:cNvSpPr/>
              <p:nvPr/>
            </p:nvSpPr>
            <p:spPr>
              <a:xfrm>
                <a:off x="4160333" y="6907188"/>
                <a:ext cx="1336760" cy="956362"/>
              </a:xfrm>
              <a:custGeom>
                <a:avLst/>
                <a:gdLst/>
                <a:ahLst/>
                <a:cxnLst/>
                <a:rect l="0" t="0" r="0" b="0"/>
                <a:pathLst>
                  <a:path w="1336760" h="956362">
                    <a:moveTo>
                      <a:pt x="914400" y="914400"/>
                    </a:moveTo>
                    <a:lnTo>
                      <a:pt x="933406" y="902596"/>
                    </a:lnTo>
                    <a:lnTo>
                      <a:pt x="995974" y="894149"/>
                    </a:lnTo>
                    <a:lnTo>
                      <a:pt x="1007359" y="872870"/>
                    </a:lnTo>
                    <a:lnTo>
                      <a:pt x="1032708" y="851465"/>
                    </a:lnTo>
                    <a:lnTo>
                      <a:pt x="1049039" y="828092"/>
                    </a:lnTo>
                    <a:lnTo>
                      <a:pt x="1088139" y="783602"/>
                    </a:lnTo>
                    <a:lnTo>
                      <a:pt x="1128596" y="791616"/>
                    </a:lnTo>
                    <a:lnTo>
                      <a:pt x="1152219" y="800135"/>
                    </a:lnTo>
                    <a:lnTo>
                      <a:pt x="1178150" y="804430"/>
                    </a:lnTo>
                    <a:lnTo>
                      <a:pt x="1201754" y="851862"/>
                    </a:lnTo>
                    <a:lnTo>
                      <a:pt x="1261451" y="904292"/>
                    </a:lnTo>
                    <a:lnTo>
                      <a:pt x="1316300" y="899726"/>
                    </a:lnTo>
                    <a:lnTo>
                      <a:pt x="1335772" y="949323"/>
                    </a:lnTo>
                    <a:lnTo>
                      <a:pt x="1336760" y="956362"/>
                    </a:lnTo>
                    <a:lnTo>
                      <a:pt x="878112" y="9563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2" name="ph331">
                <a:extLst>
                  <a:ext uri="{FF2B5EF4-FFF2-40B4-BE49-F238E27FC236}">
                    <a16:creationId xmlns:a16="http://schemas.microsoft.com/office/drawing/2014/main" id="{686670A4-6F76-E3C8-9D8A-3021CB81A1F8}"/>
                  </a:ext>
                </a:extLst>
              </p:cNvPr>
              <p:cNvSpPr/>
              <p:nvPr/>
            </p:nvSpPr>
            <p:spPr>
              <a:xfrm>
                <a:off x="4564212" y="6832558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2" y="906278"/>
                    </a:lnTo>
                    <a:lnTo>
                      <a:pt x="850920" y="938747"/>
                    </a:lnTo>
                    <a:lnTo>
                      <a:pt x="840951" y="940119"/>
                    </a:lnTo>
                    <a:lnTo>
                      <a:pt x="806331" y="910627"/>
                    </a:lnTo>
                    <a:lnTo>
                      <a:pt x="800784" y="896243"/>
                    </a:lnTo>
                    <a:lnTo>
                      <a:pt x="799640" y="884277"/>
                    </a:lnTo>
                    <a:lnTo>
                      <a:pt x="804586" y="842855"/>
                    </a:lnTo>
                    <a:lnTo>
                      <a:pt x="803674" y="829824"/>
                    </a:lnTo>
                    <a:lnTo>
                      <a:pt x="814555" y="815584"/>
                    </a:lnTo>
                    <a:lnTo>
                      <a:pt x="816242" y="795009"/>
                    </a:lnTo>
                    <a:lnTo>
                      <a:pt x="835482" y="773315"/>
                    </a:lnTo>
                    <a:lnTo>
                      <a:pt x="852549" y="772503"/>
                    </a:lnTo>
                    <a:lnTo>
                      <a:pt x="857980" y="790876"/>
                    </a:lnTo>
                    <a:lnTo>
                      <a:pt x="866145" y="803528"/>
                    </a:lnTo>
                    <a:lnTo>
                      <a:pt x="894908" y="817714"/>
                    </a:lnTo>
                    <a:lnTo>
                      <a:pt x="899194" y="824157"/>
                    </a:lnTo>
                    <a:lnTo>
                      <a:pt x="901793" y="833073"/>
                    </a:lnTo>
                    <a:lnTo>
                      <a:pt x="888410" y="850544"/>
                    </a:lnTo>
                    <a:lnTo>
                      <a:pt x="883872" y="859496"/>
                    </a:lnTo>
                    <a:lnTo>
                      <a:pt x="888119" y="873845"/>
                    </a:lnTo>
                    <a:lnTo>
                      <a:pt x="909434" y="889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3" name="ph332">
                <a:extLst>
                  <a:ext uri="{FF2B5EF4-FFF2-40B4-BE49-F238E27FC236}">
                    <a16:creationId xmlns:a16="http://schemas.microsoft.com/office/drawing/2014/main" id="{4642D498-FA6A-20B2-2DEF-34FD06219FA2}"/>
                  </a:ext>
                </a:extLst>
              </p:cNvPr>
              <p:cNvSpPr/>
              <p:nvPr/>
            </p:nvSpPr>
            <p:spPr>
              <a:xfrm>
                <a:off x="4591675" y="6935741"/>
                <a:ext cx="961514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4" h="927810">
                    <a:moveTo>
                      <a:pt x="914399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7" y="880775"/>
                    </a:lnTo>
                    <a:lnTo>
                      <a:pt x="947448" y="915031"/>
                    </a:lnTo>
                    <a:lnTo>
                      <a:pt x="961514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4" name="ph333">
                <a:extLst>
                  <a:ext uri="{FF2B5EF4-FFF2-40B4-BE49-F238E27FC236}">
                    <a16:creationId xmlns:a16="http://schemas.microsoft.com/office/drawing/2014/main" id="{6B0EB145-95AA-B7F7-33A9-72D0F92CC17B}"/>
                  </a:ext>
                </a:extLst>
              </p:cNvPr>
              <p:cNvSpPr/>
              <p:nvPr/>
            </p:nvSpPr>
            <p:spPr>
              <a:xfrm>
                <a:off x="4046873" y="6795378"/>
                <a:ext cx="94488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8" h="914400">
                    <a:moveTo>
                      <a:pt x="914400" y="914400"/>
                    </a:moveTo>
                    <a:lnTo>
                      <a:pt x="902763" y="899618"/>
                    </a:lnTo>
                    <a:lnTo>
                      <a:pt x="891048" y="895864"/>
                    </a:lnTo>
                    <a:lnTo>
                      <a:pt x="897351" y="877635"/>
                    </a:lnTo>
                    <a:lnTo>
                      <a:pt x="905594" y="871011"/>
                    </a:lnTo>
                    <a:lnTo>
                      <a:pt x="935113" y="882887"/>
                    </a:lnTo>
                    <a:lnTo>
                      <a:pt x="944384" y="906133"/>
                    </a:lnTo>
                    <a:lnTo>
                      <a:pt x="944888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5" name="ph334">
                <a:extLst>
                  <a:ext uri="{FF2B5EF4-FFF2-40B4-BE49-F238E27FC236}">
                    <a16:creationId xmlns:a16="http://schemas.microsoft.com/office/drawing/2014/main" id="{E597CEE4-18D5-1367-63B6-CDD87C9913A5}"/>
                  </a:ext>
                </a:extLst>
              </p:cNvPr>
              <p:cNvSpPr/>
              <p:nvPr/>
            </p:nvSpPr>
            <p:spPr>
              <a:xfrm>
                <a:off x="5808624" y="4601589"/>
                <a:ext cx="914400" cy="1013954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4">
                    <a:moveTo>
                      <a:pt x="914400" y="914400"/>
                    </a:moveTo>
                    <a:lnTo>
                      <a:pt x="914400" y="1010220"/>
                    </a:lnTo>
                    <a:lnTo>
                      <a:pt x="874640" y="1013954"/>
                    </a:lnTo>
                    <a:lnTo>
                      <a:pt x="863953" y="1007583"/>
                    </a:lnTo>
                    <a:lnTo>
                      <a:pt x="849310" y="958040"/>
                    </a:lnTo>
                    <a:lnTo>
                      <a:pt x="852220" y="945244"/>
                    </a:lnTo>
                    <a:lnTo>
                      <a:pt x="862072" y="939793"/>
                    </a:lnTo>
                    <a:lnTo>
                      <a:pt x="870509" y="938620"/>
                    </a:lnTo>
                    <a:lnTo>
                      <a:pt x="871750" y="965295"/>
                    </a:lnTo>
                    <a:lnTo>
                      <a:pt x="884144" y="962642"/>
                    </a:lnTo>
                    <a:lnTo>
                      <a:pt x="888022" y="945063"/>
                    </a:lnTo>
                    <a:lnTo>
                      <a:pt x="888895" y="932682"/>
                    </a:lnTo>
                    <a:lnTo>
                      <a:pt x="885540" y="926437"/>
                    </a:lnTo>
                    <a:lnTo>
                      <a:pt x="877123" y="921600"/>
                    </a:lnTo>
                    <a:lnTo>
                      <a:pt x="872254" y="913298"/>
                    </a:lnTo>
                    <a:lnTo>
                      <a:pt x="879256" y="899942"/>
                    </a:lnTo>
                    <a:lnTo>
                      <a:pt x="892212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6" name="ph335">
                <a:extLst>
                  <a:ext uri="{FF2B5EF4-FFF2-40B4-BE49-F238E27FC236}">
                    <a16:creationId xmlns:a16="http://schemas.microsoft.com/office/drawing/2014/main" id="{881ACE89-A2E5-35BD-FCFD-16072ADB6B2C}"/>
                  </a:ext>
                </a:extLst>
              </p:cNvPr>
              <p:cNvSpPr/>
              <p:nvPr/>
            </p:nvSpPr>
            <p:spPr>
              <a:xfrm>
                <a:off x="5742585" y="4670461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7" y="912324"/>
                    </a:lnTo>
                    <a:lnTo>
                      <a:pt x="900959" y="915158"/>
                    </a:lnTo>
                    <a:lnTo>
                      <a:pt x="897002" y="925373"/>
                    </a:lnTo>
                    <a:lnTo>
                      <a:pt x="888391" y="921709"/>
                    </a:lnTo>
                    <a:lnTo>
                      <a:pt x="884919" y="907072"/>
                    </a:lnTo>
                    <a:lnTo>
                      <a:pt x="891339" y="885161"/>
                    </a:lnTo>
                    <a:lnTo>
                      <a:pt x="906719" y="884331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7" name="ph336">
                <a:extLst>
                  <a:ext uri="{FF2B5EF4-FFF2-40B4-BE49-F238E27FC236}">
                    <a16:creationId xmlns:a16="http://schemas.microsoft.com/office/drawing/2014/main" id="{30D2FE88-3C35-6236-A4F0-FB45CECF3BB4}"/>
                  </a:ext>
                </a:extLst>
              </p:cNvPr>
              <p:cNvSpPr/>
              <p:nvPr/>
            </p:nvSpPr>
            <p:spPr>
              <a:xfrm>
                <a:off x="4333238" y="6326335"/>
                <a:ext cx="921789" cy="1251635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35">
                    <a:moveTo>
                      <a:pt x="914400" y="914400"/>
                    </a:moveTo>
                    <a:lnTo>
                      <a:pt x="909240" y="925174"/>
                    </a:lnTo>
                    <a:lnTo>
                      <a:pt x="901657" y="932267"/>
                    </a:lnTo>
                    <a:lnTo>
                      <a:pt x="881816" y="939794"/>
                    </a:lnTo>
                    <a:lnTo>
                      <a:pt x="864632" y="950298"/>
                    </a:lnTo>
                    <a:lnTo>
                      <a:pt x="849310" y="968761"/>
                    </a:lnTo>
                    <a:lnTo>
                      <a:pt x="843666" y="995148"/>
                    </a:lnTo>
                    <a:lnTo>
                      <a:pt x="855652" y="1014460"/>
                    </a:lnTo>
                    <a:lnTo>
                      <a:pt x="877452" y="1025037"/>
                    </a:lnTo>
                    <a:lnTo>
                      <a:pt x="882999" y="1061801"/>
                    </a:lnTo>
                    <a:lnTo>
                      <a:pt x="865001" y="1079940"/>
                    </a:lnTo>
                    <a:lnTo>
                      <a:pt x="818822" y="1098043"/>
                    </a:lnTo>
                    <a:lnTo>
                      <a:pt x="813973" y="1141738"/>
                    </a:lnTo>
                    <a:lnTo>
                      <a:pt x="815466" y="1176174"/>
                    </a:lnTo>
                    <a:lnTo>
                      <a:pt x="814632" y="1201208"/>
                    </a:lnTo>
                    <a:lnTo>
                      <a:pt x="810967" y="1235842"/>
                    </a:lnTo>
                    <a:lnTo>
                      <a:pt x="773612" y="1251635"/>
                    </a:lnTo>
                    <a:lnTo>
                      <a:pt x="749504" y="1198879"/>
                    </a:lnTo>
                    <a:lnTo>
                      <a:pt x="749291" y="1177763"/>
                    </a:lnTo>
                    <a:lnTo>
                      <a:pt x="742096" y="1153108"/>
                    </a:lnTo>
                    <a:lnTo>
                      <a:pt x="740738" y="1132100"/>
                    </a:lnTo>
                    <a:lnTo>
                      <a:pt x="732204" y="1098494"/>
                    </a:lnTo>
                    <a:lnTo>
                      <a:pt x="696867" y="1089397"/>
                    </a:lnTo>
                    <a:lnTo>
                      <a:pt x="683155" y="1088206"/>
                    </a:lnTo>
                    <a:lnTo>
                      <a:pt x="663973" y="1094451"/>
                    </a:lnTo>
                    <a:lnTo>
                      <a:pt x="659221" y="1092014"/>
                    </a:lnTo>
                    <a:lnTo>
                      <a:pt x="636258" y="1046117"/>
                    </a:lnTo>
                    <a:lnTo>
                      <a:pt x="640040" y="995473"/>
                    </a:lnTo>
                    <a:lnTo>
                      <a:pt x="627782" y="969917"/>
                    </a:lnTo>
                    <a:lnTo>
                      <a:pt x="626095" y="958347"/>
                    </a:lnTo>
                    <a:lnTo>
                      <a:pt x="626386" y="945533"/>
                    </a:lnTo>
                    <a:lnTo>
                      <a:pt x="616320" y="934975"/>
                    </a:lnTo>
                    <a:lnTo>
                      <a:pt x="604101" y="929380"/>
                    </a:lnTo>
                    <a:lnTo>
                      <a:pt x="598166" y="900881"/>
                    </a:lnTo>
                    <a:lnTo>
                      <a:pt x="612208" y="893969"/>
                    </a:lnTo>
                    <a:lnTo>
                      <a:pt x="646925" y="897308"/>
                    </a:lnTo>
                    <a:lnTo>
                      <a:pt x="657069" y="895358"/>
                    </a:lnTo>
                    <a:lnTo>
                      <a:pt x="666359" y="889420"/>
                    </a:lnTo>
                    <a:lnTo>
                      <a:pt x="694442" y="842567"/>
                    </a:lnTo>
                    <a:lnTo>
                      <a:pt x="693628" y="832243"/>
                    </a:lnTo>
                    <a:lnTo>
                      <a:pt x="696634" y="818851"/>
                    </a:lnTo>
                    <a:lnTo>
                      <a:pt x="727026" y="813888"/>
                    </a:lnTo>
                    <a:lnTo>
                      <a:pt x="740563" y="831990"/>
                    </a:lnTo>
                    <a:lnTo>
                      <a:pt x="737848" y="860976"/>
                    </a:lnTo>
                    <a:lnTo>
                      <a:pt x="739574" y="898120"/>
                    </a:lnTo>
                    <a:lnTo>
                      <a:pt x="757980" y="908227"/>
                    </a:lnTo>
                    <a:lnTo>
                      <a:pt x="765156" y="909707"/>
                    </a:lnTo>
                    <a:lnTo>
                      <a:pt x="772817" y="882273"/>
                    </a:lnTo>
                    <a:lnTo>
                      <a:pt x="778189" y="868935"/>
                    </a:lnTo>
                    <a:lnTo>
                      <a:pt x="785482" y="861499"/>
                    </a:lnTo>
                    <a:lnTo>
                      <a:pt x="787964" y="836430"/>
                    </a:lnTo>
                    <a:lnTo>
                      <a:pt x="783639" y="821125"/>
                    </a:lnTo>
                    <a:lnTo>
                      <a:pt x="774427" y="809718"/>
                    </a:lnTo>
                    <a:lnTo>
                      <a:pt x="808833" y="778675"/>
                    </a:lnTo>
                    <a:lnTo>
                      <a:pt x="844442" y="754093"/>
                    </a:lnTo>
                    <a:lnTo>
                      <a:pt x="865156" y="752812"/>
                    </a:lnTo>
                    <a:lnTo>
                      <a:pt x="886005" y="758822"/>
                    </a:lnTo>
                    <a:lnTo>
                      <a:pt x="905381" y="767124"/>
                    </a:lnTo>
                    <a:lnTo>
                      <a:pt x="915893" y="774271"/>
                    </a:lnTo>
                    <a:lnTo>
                      <a:pt x="921789" y="785750"/>
                    </a:lnTo>
                    <a:lnTo>
                      <a:pt x="908794" y="813112"/>
                    </a:lnTo>
                    <a:lnTo>
                      <a:pt x="905187" y="828092"/>
                    </a:lnTo>
                    <a:lnTo>
                      <a:pt x="913915" y="8774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8" name="ph337">
                <a:extLst>
                  <a:ext uri="{FF2B5EF4-FFF2-40B4-BE49-F238E27FC236}">
                    <a16:creationId xmlns:a16="http://schemas.microsoft.com/office/drawing/2014/main" id="{5C88DA88-17AC-FC22-D2D9-40277ADF7ADD}"/>
                  </a:ext>
                </a:extLst>
              </p:cNvPr>
              <p:cNvSpPr/>
              <p:nvPr/>
            </p:nvSpPr>
            <p:spPr>
              <a:xfrm>
                <a:off x="3874046" y="5612176"/>
                <a:ext cx="1046886" cy="1566147"/>
              </a:xfrm>
              <a:custGeom>
                <a:avLst/>
                <a:gdLst/>
                <a:ahLst/>
                <a:cxnLst/>
                <a:rect l="0" t="0" r="0" b="0"/>
                <a:pathLst>
                  <a:path w="1046886" h="1566147">
                    <a:moveTo>
                      <a:pt x="914400" y="914400"/>
                    </a:moveTo>
                    <a:lnTo>
                      <a:pt x="968860" y="870650"/>
                    </a:lnTo>
                    <a:lnTo>
                      <a:pt x="984085" y="870091"/>
                    </a:lnTo>
                    <a:lnTo>
                      <a:pt x="958465" y="902704"/>
                    </a:lnTo>
                    <a:lnTo>
                      <a:pt x="954353" y="915320"/>
                    </a:lnTo>
                    <a:lnTo>
                      <a:pt x="951250" y="934668"/>
                    </a:lnTo>
                    <a:lnTo>
                      <a:pt x="969617" y="976685"/>
                    </a:lnTo>
                    <a:lnTo>
                      <a:pt x="965738" y="1002259"/>
                    </a:lnTo>
                    <a:lnTo>
                      <a:pt x="967037" y="1052578"/>
                    </a:lnTo>
                    <a:lnTo>
                      <a:pt x="949718" y="1078803"/>
                    </a:lnTo>
                    <a:lnTo>
                      <a:pt x="930168" y="1134591"/>
                    </a:lnTo>
                    <a:lnTo>
                      <a:pt x="921750" y="1142803"/>
                    </a:lnTo>
                    <a:lnTo>
                      <a:pt x="919946" y="1207922"/>
                    </a:lnTo>
                    <a:lnTo>
                      <a:pt x="921867" y="1223461"/>
                    </a:lnTo>
                    <a:lnTo>
                      <a:pt x="919093" y="1282750"/>
                    </a:lnTo>
                    <a:lnTo>
                      <a:pt x="939128" y="1307026"/>
                    </a:lnTo>
                    <a:lnTo>
                      <a:pt x="960307" y="1319714"/>
                    </a:lnTo>
                    <a:lnTo>
                      <a:pt x="1030943" y="1319262"/>
                    </a:lnTo>
                    <a:lnTo>
                      <a:pt x="1038274" y="1329929"/>
                    </a:lnTo>
                    <a:lnTo>
                      <a:pt x="1046886" y="1348266"/>
                    </a:lnTo>
                    <a:lnTo>
                      <a:pt x="1040582" y="1379400"/>
                    </a:lnTo>
                    <a:lnTo>
                      <a:pt x="1033038" y="1402881"/>
                    </a:lnTo>
                    <a:lnTo>
                      <a:pt x="1012576" y="1422662"/>
                    </a:lnTo>
                    <a:lnTo>
                      <a:pt x="986316" y="1437408"/>
                    </a:lnTo>
                    <a:lnTo>
                      <a:pt x="969985" y="1438057"/>
                    </a:lnTo>
                    <a:lnTo>
                      <a:pt x="947739" y="1410028"/>
                    </a:lnTo>
                    <a:lnTo>
                      <a:pt x="937169" y="1419125"/>
                    </a:lnTo>
                    <a:lnTo>
                      <a:pt x="926250" y="1433419"/>
                    </a:lnTo>
                    <a:lnTo>
                      <a:pt x="907960" y="1510125"/>
                    </a:lnTo>
                    <a:lnTo>
                      <a:pt x="899291" y="1561942"/>
                    </a:lnTo>
                    <a:lnTo>
                      <a:pt x="894597" y="1566147"/>
                    </a:lnTo>
                    <a:lnTo>
                      <a:pt x="884260" y="1558513"/>
                    </a:lnTo>
                    <a:lnTo>
                      <a:pt x="866397" y="1557917"/>
                    </a:lnTo>
                    <a:lnTo>
                      <a:pt x="862945" y="1559797"/>
                    </a:lnTo>
                    <a:lnTo>
                      <a:pt x="862945" y="9260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39" name="ph338">
                <a:extLst>
                  <a:ext uri="{FF2B5EF4-FFF2-40B4-BE49-F238E27FC236}">
                    <a16:creationId xmlns:a16="http://schemas.microsoft.com/office/drawing/2014/main" id="{D177986C-1F56-F91C-D160-98963C8E3D80}"/>
                  </a:ext>
                </a:extLst>
              </p:cNvPr>
              <p:cNvSpPr/>
              <p:nvPr/>
            </p:nvSpPr>
            <p:spPr>
              <a:xfrm>
                <a:off x="3827285" y="6298071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0" name="ph339">
                <a:extLst>
                  <a:ext uri="{FF2B5EF4-FFF2-40B4-BE49-F238E27FC236}">
                    <a16:creationId xmlns:a16="http://schemas.microsoft.com/office/drawing/2014/main" id="{4F83D4ED-4090-8518-67F9-7A1F01330E95}"/>
                  </a:ext>
                </a:extLst>
              </p:cNvPr>
              <p:cNvSpPr/>
              <p:nvPr/>
            </p:nvSpPr>
            <p:spPr>
              <a:xfrm>
                <a:off x="3958995" y="6373405"/>
                <a:ext cx="940699" cy="1102482"/>
              </a:xfrm>
              <a:custGeom>
                <a:avLst/>
                <a:gdLst/>
                <a:ahLst/>
                <a:cxnLst/>
                <a:rect l="0" t="0" r="0" b="0"/>
                <a:pathLst>
                  <a:path w="940699" h="1102482">
                    <a:moveTo>
                      <a:pt x="914400" y="914399"/>
                    </a:moveTo>
                    <a:lnTo>
                      <a:pt x="924582" y="955532"/>
                    </a:lnTo>
                    <a:lnTo>
                      <a:pt x="940699" y="1001537"/>
                    </a:lnTo>
                    <a:lnTo>
                      <a:pt x="933969" y="1020795"/>
                    </a:lnTo>
                    <a:lnTo>
                      <a:pt x="938546" y="1045467"/>
                    </a:lnTo>
                    <a:lnTo>
                      <a:pt x="933950" y="1071204"/>
                    </a:lnTo>
                    <a:lnTo>
                      <a:pt x="901890" y="1101129"/>
                    </a:lnTo>
                    <a:lnTo>
                      <a:pt x="865932" y="1102482"/>
                    </a:lnTo>
                    <a:lnTo>
                      <a:pt x="828558" y="1088026"/>
                    </a:lnTo>
                    <a:lnTo>
                      <a:pt x="777995" y="1061371"/>
                    </a:lnTo>
                    <a:lnTo>
                      <a:pt x="777995" y="922097"/>
                    </a:lnTo>
                    <a:lnTo>
                      <a:pt x="834822" y="894727"/>
                    </a:lnTo>
                    <a:lnTo>
                      <a:pt x="848224" y="899112"/>
                    </a:lnTo>
                    <a:lnTo>
                      <a:pt x="862208" y="913389"/>
                    </a:lnTo>
                    <a:lnTo>
                      <a:pt x="878306" y="914237"/>
                    </a:lnTo>
                    <a:lnTo>
                      <a:pt x="901676" y="893987"/>
                    </a:lnTo>
                    <a:lnTo>
                      <a:pt x="906118" y="8951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1" name="ph340">
                <a:extLst>
                  <a:ext uri="{FF2B5EF4-FFF2-40B4-BE49-F238E27FC236}">
                    <a16:creationId xmlns:a16="http://schemas.microsoft.com/office/drawing/2014/main" id="{C4203EC2-0F8D-35A8-BABC-A4EF139E1016}"/>
                  </a:ext>
                </a:extLst>
              </p:cNvPr>
              <p:cNvSpPr/>
              <p:nvPr/>
            </p:nvSpPr>
            <p:spPr>
              <a:xfrm>
                <a:off x="4128118" y="6642508"/>
                <a:ext cx="959590" cy="988597"/>
              </a:xfrm>
              <a:custGeom>
                <a:avLst/>
                <a:gdLst/>
                <a:ahLst/>
                <a:cxnLst/>
                <a:rect l="0" t="0" r="0" b="0"/>
                <a:pathLst>
                  <a:path w="959590" h="988597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3" y="922593"/>
                    </a:lnTo>
                    <a:lnTo>
                      <a:pt x="958212" y="937285"/>
                    </a:lnTo>
                    <a:lnTo>
                      <a:pt x="959590" y="969898"/>
                    </a:lnTo>
                    <a:lnTo>
                      <a:pt x="942600" y="979410"/>
                    </a:lnTo>
                    <a:lnTo>
                      <a:pt x="923845" y="976179"/>
                    </a:lnTo>
                    <a:lnTo>
                      <a:pt x="898321" y="988597"/>
                    </a:lnTo>
                    <a:lnTo>
                      <a:pt x="814535" y="935282"/>
                    </a:lnTo>
                    <a:lnTo>
                      <a:pt x="815757" y="890828"/>
                    </a:lnTo>
                    <a:lnTo>
                      <a:pt x="819113" y="873375"/>
                    </a:lnTo>
                    <a:lnTo>
                      <a:pt x="858814" y="869224"/>
                    </a:lnTo>
                    <a:lnTo>
                      <a:pt x="879256" y="8914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2" name="ph341">
                <a:extLst>
                  <a:ext uri="{FF2B5EF4-FFF2-40B4-BE49-F238E27FC236}">
                    <a16:creationId xmlns:a16="http://schemas.microsoft.com/office/drawing/2014/main" id="{00D1568C-5F74-93D2-DC2A-1D6CACE1738D}"/>
                  </a:ext>
                </a:extLst>
              </p:cNvPr>
              <p:cNvSpPr/>
              <p:nvPr/>
            </p:nvSpPr>
            <p:spPr>
              <a:xfrm>
                <a:off x="3959577" y="6673750"/>
                <a:ext cx="9663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0" h="914400">
                    <a:moveTo>
                      <a:pt x="914400" y="914400"/>
                    </a:moveTo>
                    <a:lnTo>
                      <a:pt x="902433" y="884457"/>
                    </a:lnTo>
                    <a:lnTo>
                      <a:pt x="900881" y="875090"/>
                    </a:lnTo>
                    <a:lnTo>
                      <a:pt x="914943" y="855923"/>
                    </a:lnTo>
                    <a:lnTo>
                      <a:pt x="924039" y="834210"/>
                    </a:lnTo>
                    <a:lnTo>
                      <a:pt x="947565" y="800875"/>
                    </a:lnTo>
                    <a:lnTo>
                      <a:pt x="961122" y="761818"/>
                    </a:lnTo>
                    <a:lnTo>
                      <a:pt x="966300" y="762432"/>
                    </a:lnTo>
                    <a:lnTo>
                      <a:pt x="960288" y="797211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3" name="ph342">
                <a:extLst>
                  <a:ext uri="{FF2B5EF4-FFF2-40B4-BE49-F238E27FC236}">
                    <a16:creationId xmlns:a16="http://schemas.microsoft.com/office/drawing/2014/main" id="{18944088-2EAF-D158-422F-B8B2BBE98B2D}"/>
                  </a:ext>
                </a:extLst>
              </p:cNvPr>
              <p:cNvSpPr/>
              <p:nvPr/>
            </p:nvSpPr>
            <p:spPr>
              <a:xfrm>
                <a:off x="4321291" y="6597675"/>
                <a:ext cx="921983" cy="935985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5">
                    <a:moveTo>
                      <a:pt x="914400" y="914400"/>
                    </a:moveTo>
                    <a:lnTo>
                      <a:pt x="883911" y="910357"/>
                    </a:lnTo>
                    <a:lnTo>
                      <a:pt x="849543" y="935985"/>
                    </a:lnTo>
                    <a:lnTo>
                      <a:pt x="836510" y="927882"/>
                    </a:lnTo>
                    <a:lnTo>
                      <a:pt x="841436" y="911512"/>
                    </a:lnTo>
                    <a:lnTo>
                      <a:pt x="845024" y="905556"/>
                    </a:lnTo>
                    <a:lnTo>
                      <a:pt x="856583" y="898607"/>
                    </a:lnTo>
                    <a:lnTo>
                      <a:pt x="864303" y="888446"/>
                    </a:lnTo>
                    <a:lnTo>
                      <a:pt x="867328" y="872545"/>
                    </a:lnTo>
                    <a:lnTo>
                      <a:pt x="874485" y="881118"/>
                    </a:lnTo>
                    <a:lnTo>
                      <a:pt x="895761" y="884710"/>
                    </a:lnTo>
                    <a:lnTo>
                      <a:pt x="906157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4" name="ph343">
                <a:extLst>
                  <a:ext uri="{FF2B5EF4-FFF2-40B4-BE49-F238E27FC236}">
                    <a16:creationId xmlns:a16="http://schemas.microsoft.com/office/drawing/2014/main" id="{EEEDF8B2-BF1F-2BBF-E969-C328F801A82B}"/>
                  </a:ext>
                </a:extLst>
              </p:cNvPr>
              <p:cNvSpPr/>
              <p:nvPr/>
            </p:nvSpPr>
            <p:spPr>
              <a:xfrm>
                <a:off x="4333316" y="6374741"/>
                <a:ext cx="93309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6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80"/>
                    </a:lnTo>
                    <a:lnTo>
                      <a:pt x="919888" y="867744"/>
                    </a:lnTo>
                    <a:lnTo>
                      <a:pt x="924019" y="868069"/>
                    </a:lnTo>
                    <a:lnTo>
                      <a:pt x="929663" y="880107"/>
                    </a:lnTo>
                    <a:lnTo>
                      <a:pt x="933096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5" name="ph344">
                <a:extLst>
                  <a:ext uri="{FF2B5EF4-FFF2-40B4-BE49-F238E27FC236}">
                    <a16:creationId xmlns:a16="http://schemas.microsoft.com/office/drawing/2014/main" id="{69E903E6-A502-1D5C-5ED1-3EEA241628C8}"/>
                  </a:ext>
                </a:extLst>
              </p:cNvPr>
              <p:cNvSpPr/>
              <p:nvPr/>
            </p:nvSpPr>
            <p:spPr>
              <a:xfrm>
                <a:off x="3905465" y="6639710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9" y="876028"/>
                    </a:lnTo>
                    <a:lnTo>
                      <a:pt x="871227" y="867979"/>
                    </a:lnTo>
                    <a:lnTo>
                      <a:pt x="884260" y="873123"/>
                    </a:lnTo>
                    <a:lnTo>
                      <a:pt x="900435" y="888969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6" name="ph345">
                <a:extLst>
                  <a:ext uri="{FF2B5EF4-FFF2-40B4-BE49-F238E27FC236}">
                    <a16:creationId xmlns:a16="http://schemas.microsoft.com/office/drawing/2014/main" id="{04B8E648-1FCF-7B0A-4106-2E76361DB1D0}"/>
                  </a:ext>
                </a:extLst>
              </p:cNvPr>
              <p:cNvSpPr/>
              <p:nvPr/>
            </p:nvSpPr>
            <p:spPr>
              <a:xfrm>
                <a:off x="3822591" y="6624543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3"/>
                    </a:lnTo>
                    <a:lnTo>
                      <a:pt x="925862" y="903415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7" name="ph346">
                <a:extLst>
                  <a:ext uri="{FF2B5EF4-FFF2-40B4-BE49-F238E27FC236}">
                    <a16:creationId xmlns:a16="http://schemas.microsoft.com/office/drawing/2014/main" id="{2E403DE2-0A9B-F53D-BC66-944DC968614F}"/>
                  </a:ext>
                </a:extLst>
              </p:cNvPr>
              <p:cNvSpPr/>
              <p:nvPr/>
            </p:nvSpPr>
            <p:spPr>
              <a:xfrm>
                <a:off x="3939833" y="6296717"/>
                <a:ext cx="92857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7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3"/>
                    </a:lnTo>
                    <a:lnTo>
                      <a:pt x="905265" y="862095"/>
                    </a:lnTo>
                    <a:lnTo>
                      <a:pt x="899659" y="842892"/>
                    </a:lnTo>
                    <a:lnTo>
                      <a:pt x="905827" y="830546"/>
                    </a:lnTo>
                    <a:lnTo>
                      <a:pt x="923534" y="859298"/>
                    </a:lnTo>
                    <a:lnTo>
                      <a:pt x="928577" y="872816"/>
                    </a:lnTo>
                    <a:lnTo>
                      <a:pt x="921750" y="888969"/>
                    </a:lnTo>
                    <a:lnTo>
                      <a:pt x="917774" y="90775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8" name="ph347">
                <a:extLst>
                  <a:ext uri="{FF2B5EF4-FFF2-40B4-BE49-F238E27FC236}">
                    <a16:creationId xmlns:a16="http://schemas.microsoft.com/office/drawing/2014/main" id="{816BD38D-E1B9-25E7-1934-E1291100703A}"/>
                  </a:ext>
                </a:extLst>
              </p:cNvPr>
              <p:cNvSpPr/>
              <p:nvPr/>
            </p:nvSpPr>
            <p:spPr>
              <a:xfrm>
                <a:off x="4023464" y="5755571"/>
                <a:ext cx="9467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89" h="914400">
                    <a:moveTo>
                      <a:pt x="914400" y="914400"/>
                    </a:moveTo>
                    <a:lnTo>
                      <a:pt x="887072" y="902145"/>
                    </a:lnTo>
                    <a:lnTo>
                      <a:pt x="899136" y="885017"/>
                    </a:lnTo>
                    <a:lnTo>
                      <a:pt x="929159" y="877129"/>
                    </a:lnTo>
                    <a:lnTo>
                      <a:pt x="946789" y="879728"/>
                    </a:lnTo>
                    <a:lnTo>
                      <a:pt x="927394" y="896730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49" name="ph348">
                <a:extLst>
                  <a:ext uri="{FF2B5EF4-FFF2-40B4-BE49-F238E27FC236}">
                    <a16:creationId xmlns:a16="http://schemas.microsoft.com/office/drawing/2014/main" id="{140FC9A5-1912-C9DD-36DC-E0711B1DC393}"/>
                  </a:ext>
                </a:extLst>
              </p:cNvPr>
              <p:cNvSpPr/>
              <p:nvPr/>
            </p:nvSpPr>
            <p:spPr>
              <a:xfrm>
                <a:off x="4825693" y="6577696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399" y="914400"/>
                    </a:moveTo>
                    <a:lnTo>
                      <a:pt x="881583" y="904040"/>
                    </a:lnTo>
                    <a:lnTo>
                      <a:pt x="841591" y="878429"/>
                    </a:lnTo>
                    <a:lnTo>
                      <a:pt x="847448" y="828236"/>
                    </a:lnTo>
                    <a:lnTo>
                      <a:pt x="857708" y="806542"/>
                    </a:lnTo>
                    <a:lnTo>
                      <a:pt x="930652" y="862799"/>
                    </a:lnTo>
                    <a:lnTo>
                      <a:pt x="931545" y="884006"/>
                    </a:lnTo>
                    <a:lnTo>
                      <a:pt x="921731" y="90813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0" name="pt349">
                <a:extLst>
                  <a:ext uri="{FF2B5EF4-FFF2-40B4-BE49-F238E27FC236}">
                    <a16:creationId xmlns:a16="http://schemas.microsoft.com/office/drawing/2014/main" id="{0EC63622-E8D5-1E95-80F0-79CB1BB43DC5}"/>
                  </a:ext>
                </a:extLst>
              </p:cNvPr>
              <p:cNvSpPr/>
              <p:nvPr/>
            </p:nvSpPr>
            <p:spPr>
              <a:xfrm>
                <a:off x="5254614" y="7156040"/>
                <a:ext cx="117405" cy="117405"/>
              </a:xfrm>
              <a:prstGeom prst="ellipse">
                <a:avLst/>
              </a:prstGeom>
              <a:solidFill>
                <a:srgbClr val="F78C6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1" name="pt350">
                <a:extLst>
                  <a:ext uri="{FF2B5EF4-FFF2-40B4-BE49-F238E27FC236}">
                    <a16:creationId xmlns:a16="http://schemas.microsoft.com/office/drawing/2014/main" id="{3A018461-4ABE-FA00-4CDA-C9CFB2896F79}"/>
                  </a:ext>
                </a:extLst>
              </p:cNvPr>
              <p:cNvSpPr/>
              <p:nvPr/>
            </p:nvSpPr>
            <p:spPr>
              <a:xfrm>
                <a:off x="6481345" y="5648102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2" name="pt351">
                <a:extLst>
                  <a:ext uri="{FF2B5EF4-FFF2-40B4-BE49-F238E27FC236}">
                    <a16:creationId xmlns:a16="http://schemas.microsoft.com/office/drawing/2014/main" id="{3DE0A6A4-02E3-0451-722A-B76E8365F68F}"/>
                  </a:ext>
                </a:extLst>
              </p:cNvPr>
              <p:cNvSpPr/>
              <p:nvPr/>
            </p:nvSpPr>
            <p:spPr>
              <a:xfrm>
                <a:off x="5185007" y="6992803"/>
                <a:ext cx="117405" cy="117405"/>
              </a:xfrm>
              <a:prstGeom prst="ellipse">
                <a:avLst/>
              </a:prstGeom>
              <a:solidFill>
                <a:srgbClr val="FFAD7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3" name="pt352">
                <a:extLst>
                  <a:ext uri="{FF2B5EF4-FFF2-40B4-BE49-F238E27FC236}">
                    <a16:creationId xmlns:a16="http://schemas.microsoft.com/office/drawing/2014/main" id="{02E67D8E-2CE6-946B-7B17-C7A418899F96}"/>
                  </a:ext>
                </a:extLst>
              </p:cNvPr>
              <p:cNvSpPr/>
              <p:nvPr/>
            </p:nvSpPr>
            <p:spPr>
              <a:xfrm>
                <a:off x="6015013" y="6439001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4" name="pt353">
                <a:extLst>
                  <a:ext uri="{FF2B5EF4-FFF2-40B4-BE49-F238E27FC236}">
                    <a16:creationId xmlns:a16="http://schemas.microsoft.com/office/drawing/2014/main" id="{F97B20C0-7C63-B360-577E-C6FB42F1BA50}"/>
                  </a:ext>
                </a:extLst>
              </p:cNvPr>
              <p:cNvSpPr/>
              <p:nvPr/>
            </p:nvSpPr>
            <p:spPr>
              <a:xfrm>
                <a:off x="5939799" y="6823685"/>
                <a:ext cx="117405" cy="117405"/>
              </a:xfrm>
              <a:prstGeom prst="ellipse">
                <a:avLst/>
              </a:prstGeom>
              <a:solidFill>
                <a:srgbClr val="EE756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5" name="pt354">
                <a:extLst>
                  <a:ext uri="{FF2B5EF4-FFF2-40B4-BE49-F238E27FC236}">
                    <a16:creationId xmlns:a16="http://schemas.microsoft.com/office/drawing/2014/main" id="{2D83CB43-4AAB-C5C4-EDD3-509984626726}"/>
                  </a:ext>
                </a:extLst>
              </p:cNvPr>
              <p:cNvSpPr/>
              <p:nvPr/>
            </p:nvSpPr>
            <p:spPr>
              <a:xfrm>
                <a:off x="5270695" y="7288852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6" name="pt355">
                <a:extLst>
                  <a:ext uri="{FF2B5EF4-FFF2-40B4-BE49-F238E27FC236}">
                    <a16:creationId xmlns:a16="http://schemas.microsoft.com/office/drawing/2014/main" id="{B4791EC6-7688-2C18-AA43-B725F871823E}"/>
                  </a:ext>
                </a:extLst>
              </p:cNvPr>
              <p:cNvSpPr/>
              <p:nvPr/>
            </p:nvSpPr>
            <p:spPr>
              <a:xfrm>
                <a:off x="4899860" y="6002043"/>
                <a:ext cx="117405" cy="117405"/>
              </a:xfrm>
              <a:prstGeom prst="ellipse">
                <a:avLst/>
              </a:prstGeom>
              <a:solidFill>
                <a:srgbClr val="8526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7" name="pt356">
                <a:extLst>
                  <a:ext uri="{FF2B5EF4-FFF2-40B4-BE49-F238E27FC236}">
                    <a16:creationId xmlns:a16="http://schemas.microsoft.com/office/drawing/2014/main" id="{7E77C661-3841-6476-A101-13A19BA1D9C9}"/>
                  </a:ext>
                </a:extLst>
              </p:cNvPr>
              <p:cNvSpPr/>
              <p:nvPr/>
            </p:nvSpPr>
            <p:spPr>
              <a:xfrm>
                <a:off x="4989760" y="6306903"/>
                <a:ext cx="117405" cy="117405"/>
              </a:xfrm>
              <a:prstGeom prst="ellipse">
                <a:avLst/>
              </a:prstGeom>
              <a:solidFill>
                <a:srgbClr val="F3826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8" name="pg357">
                <a:extLst>
                  <a:ext uri="{FF2B5EF4-FFF2-40B4-BE49-F238E27FC236}">
                    <a16:creationId xmlns:a16="http://schemas.microsoft.com/office/drawing/2014/main" id="{4F7A39A6-4757-304C-1D3B-24AFF0C68EA8}"/>
                  </a:ext>
                </a:extLst>
              </p:cNvPr>
              <p:cNvSpPr/>
              <p:nvPr/>
            </p:nvSpPr>
            <p:spPr>
              <a:xfrm>
                <a:off x="5369255" y="7083554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4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2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59" name="tx358">
                <a:extLst>
                  <a:ext uri="{FF2B5EF4-FFF2-40B4-BE49-F238E27FC236}">
                    <a16:creationId xmlns:a16="http://schemas.microsoft.com/office/drawing/2014/main" id="{CFE37419-6B45-6FEE-6AB8-155467CD9249}"/>
                  </a:ext>
                </a:extLst>
              </p:cNvPr>
              <p:cNvSpPr/>
              <p:nvPr/>
            </p:nvSpPr>
            <p:spPr>
              <a:xfrm>
                <a:off x="5414975" y="7129274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2060" name="pg359">
                <a:extLst>
                  <a:ext uri="{FF2B5EF4-FFF2-40B4-BE49-F238E27FC236}">
                    <a16:creationId xmlns:a16="http://schemas.microsoft.com/office/drawing/2014/main" id="{32F9EE5B-7A68-0713-0877-10E5C7F470DF}"/>
                  </a:ext>
                </a:extLst>
              </p:cNvPr>
              <p:cNvSpPr/>
              <p:nvPr/>
            </p:nvSpPr>
            <p:spPr>
              <a:xfrm>
                <a:off x="6238467" y="5766814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1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1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61" name="tx360">
                <a:extLst>
                  <a:ext uri="{FF2B5EF4-FFF2-40B4-BE49-F238E27FC236}">
                    <a16:creationId xmlns:a16="http://schemas.microsoft.com/office/drawing/2014/main" id="{6ACA412D-CEDC-DE5D-72B2-69163C0EA71E}"/>
                  </a:ext>
                </a:extLst>
              </p:cNvPr>
              <p:cNvSpPr/>
              <p:nvPr/>
            </p:nvSpPr>
            <p:spPr>
              <a:xfrm>
                <a:off x="6284187" y="5812534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2062" name="pg361">
                <a:extLst>
                  <a:ext uri="{FF2B5EF4-FFF2-40B4-BE49-F238E27FC236}">
                    <a16:creationId xmlns:a16="http://schemas.microsoft.com/office/drawing/2014/main" id="{8BD5C9A8-B7B6-DB45-EFB6-AD2AEBECE0B1}"/>
                  </a:ext>
                </a:extLst>
              </p:cNvPr>
              <p:cNvSpPr/>
              <p:nvPr/>
            </p:nvSpPr>
            <p:spPr>
              <a:xfrm>
                <a:off x="4918917" y="6799790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2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63" name="tx362">
                <a:extLst>
                  <a:ext uri="{FF2B5EF4-FFF2-40B4-BE49-F238E27FC236}">
                    <a16:creationId xmlns:a16="http://schemas.microsoft.com/office/drawing/2014/main" id="{CFE96AC7-3D4E-E78A-E0FE-623D7A66BA30}"/>
                  </a:ext>
                </a:extLst>
              </p:cNvPr>
              <p:cNvSpPr/>
              <p:nvPr/>
            </p:nvSpPr>
            <p:spPr>
              <a:xfrm>
                <a:off x="4964637" y="6845510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2064" name="pg363">
                <a:extLst>
                  <a:ext uri="{FF2B5EF4-FFF2-40B4-BE49-F238E27FC236}">
                    <a16:creationId xmlns:a16="http://schemas.microsoft.com/office/drawing/2014/main" id="{F991A0D2-0A13-4D1A-ECDC-293C6F600F40}"/>
                  </a:ext>
                </a:extLst>
              </p:cNvPr>
              <p:cNvSpPr/>
              <p:nvPr/>
            </p:nvSpPr>
            <p:spPr>
              <a:xfrm>
                <a:off x="5992017" y="6246001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2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2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65" name="tx364">
                <a:extLst>
                  <a:ext uri="{FF2B5EF4-FFF2-40B4-BE49-F238E27FC236}">
                    <a16:creationId xmlns:a16="http://schemas.microsoft.com/office/drawing/2014/main" id="{10BB5C1F-3A99-9E50-17FE-90A8E6686A87}"/>
                  </a:ext>
                </a:extLst>
              </p:cNvPr>
              <p:cNvSpPr/>
              <p:nvPr/>
            </p:nvSpPr>
            <p:spPr>
              <a:xfrm>
                <a:off x="6037737" y="6291721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2066" name="pg365">
                <a:extLst>
                  <a:ext uri="{FF2B5EF4-FFF2-40B4-BE49-F238E27FC236}">
                    <a16:creationId xmlns:a16="http://schemas.microsoft.com/office/drawing/2014/main" id="{7F5E293D-320B-6D6D-003B-6ADDB859021E}"/>
                  </a:ext>
                </a:extLst>
              </p:cNvPr>
              <p:cNvSpPr/>
              <p:nvPr/>
            </p:nvSpPr>
            <p:spPr>
              <a:xfrm>
                <a:off x="5939630" y="6941964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2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1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67" name="tx366">
                <a:extLst>
                  <a:ext uri="{FF2B5EF4-FFF2-40B4-BE49-F238E27FC236}">
                    <a16:creationId xmlns:a16="http://schemas.microsoft.com/office/drawing/2014/main" id="{D701F843-E27F-B657-3508-4D3AC09804B7}"/>
                  </a:ext>
                </a:extLst>
              </p:cNvPr>
              <p:cNvSpPr/>
              <p:nvPr/>
            </p:nvSpPr>
            <p:spPr>
              <a:xfrm>
                <a:off x="5985350" y="6987684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2068" name="pg367">
                <a:extLst>
                  <a:ext uri="{FF2B5EF4-FFF2-40B4-BE49-F238E27FC236}">
                    <a16:creationId xmlns:a16="http://schemas.microsoft.com/office/drawing/2014/main" id="{FD84B801-1E20-3B61-EA9F-EE1BC4173B40}"/>
                  </a:ext>
                </a:extLst>
              </p:cNvPr>
              <p:cNvSpPr/>
              <p:nvPr/>
            </p:nvSpPr>
            <p:spPr>
              <a:xfrm>
                <a:off x="5254965" y="7407027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2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69" name="tx368">
                <a:extLst>
                  <a:ext uri="{FF2B5EF4-FFF2-40B4-BE49-F238E27FC236}">
                    <a16:creationId xmlns:a16="http://schemas.microsoft.com/office/drawing/2014/main" id="{313C3CD2-E913-A407-E049-1EFE1FBBD3DF}"/>
                  </a:ext>
                </a:extLst>
              </p:cNvPr>
              <p:cNvSpPr/>
              <p:nvPr/>
            </p:nvSpPr>
            <p:spPr>
              <a:xfrm>
                <a:off x="5300685" y="7452747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2070" name="pg369">
                <a:extLst>
                  <a:ext uri="{FF2B5EF4-FFF2-40B4-BE49-F238E27FC236}">
                    <a16:creationId xmlns:a16="http://schemas.microsoft.com/office/drawing/2014/main" id="{79808EA7-A643-8A6B-857E-96A7D37E3A18}"/>
                  </a:ext>
                </a:extLst>
              </p:cNvPr>
              <p:cNvSpPr/>
              <p:nvPr/>
            </p:nvSpPr>
            <p:spPr>
              <a:xfrm>
                <a:off x="4906294" y="5809382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2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2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71" name="tx370">
                <a:extLst>
                  <a:ext uri="{FF2B5EF4-FFF2-40B4-BE49-F238E27FC236}">
                    <a16:creationId xmlns:a16="http://schemas.microsoft.com/office/drawing/2014/main" id="{435D7A4D-EE7D-86E7-4295-71E9A25E620E}"/>
                  </a:ext>
                </a:extLst>
              </p:cNvPr>
              <p:cNvSpPr/>
              <p:nvPr/>
            </p:nvSpPr>
            <p:spPr>
              <a:xfrm>
                <a:off x="4952014" y="5855102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  <p:sp>
            <p:nvSpPr>
              <p:cNvPr id="2072" name="pg371">
                <a:extLst>
                  <a:ext uri="{FF2B5EF4-FFF2-40B4-BE49-F238E27FC236}">
                    <a16:creationId xmlns:a16="http://schemas.microsoft.com/office/drawing/2014/main" id="{F8BB5D98-B180-DB19-DEC9-FF8A408C522F}"/>
                  </a:ext>
                </a:extLst>
              </p:cNvPr>
              <p:cNvSpPr/>
              <p:nvPr/>
            </p:nvSpPr>
            <p:spPr>
              <a:xfrm>
                <a:off x="5013045" y="6114427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1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73" name="tx372">
                <a:extLst>
                  <a:ext uri="{FF2B5EF4-FFF2-40B4-BE49-F238E27FC236}">
                    <a16:creationId xmlns:a16="http://schemas.microsoft.com/office/drawing/2014/main" id="{0BB7CBB7-C0C1-7D21-EEA2-F75878859037}"/>
                  </a:ext>
                </a:extLst>
              </p:cNvPr>
              <p:cNvSpPr/>
              <p:nvPr/>
            </p:nvSpPr>
            <p:spPr>
              <a:xfrm>
                <a:off x="5058765" y="6160147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2074" name="rc373">
                <a:extLst>
                  <a:ext uri="{FF2B5EF4-FFF2-40B4-BE49-F238E27FC236}">
                    <a16:creationId xmlns:a16="http://schemas.microsoft.com/office/drawing/2014/main" id="{5C1E84B9-30EA-AB33-E797-E76FE13E54C2}"/>
                  </a:ext>
                </a:extLst>
              </p:cNvPr>
              <p:cNvSpPr/>
              <p:nvPr/>
            </p:nvSpPr>
            <p:spPr>
              <a:xfrm>
                <a:off x="4637690" y="5146753"/>
                <a:ext cx="2184636" cy="2846169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075" name="tx374">
                <a:extLst>
                  <a:ext uri="{FF2B5EF4-FFF2-40B4-BE49-F238E27FC236}">
                    <a16:creationId xmlns:a16="http://schemas.microsoft.com/office/drawing/2014/main" id="{F0D72FB7-3B71-B6F6-1CC5-2EBDC0A91A6C}"/>
                  </a:ext>
                </a:extLst>
              </p:cNvPr>
              <p:cNvSpPr/>
              <p:nvPr/>
            </p:nvSpPr>
            <p:spPr>
              <a:xfrm>
                <a:off x="4325337" y="782286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2076" name="tx375">
                <a:extLst>
                  <a:ext uri="{FF2B5EF4-FFF2-40B4-BE49-F238E27FC236}">
                    <a16:creationId xmlns:a16="http://schemas.microsoft.com/office/drawing/2014/main" id="{AD79AC40-716E-10FE-E016-E5D4B7374FC1}"/>
                  </a:ext>
                </a:extLst>
              </p:cNvPr>
              <p:cNvSpPr/>
              <p:nvPr/>
            </p:nvSpPr>
            <p:spPr>
              <a:xfrm>
                <a:off x="4449695" y="78043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077" name="tx376">
                <a:extLst>
                  <a:ext uri="{FF2B5EF4-FFF2-40B4-BE49-F238E27FC236}">
                    <a16:creationId xmlns:a16="http://schemas.microsoft.com/office/drawing/2014/main" id="{41F7D4B9-8790-516B-1224-CE1B754A1E9B}"/>
                  </a:ext>
                </a:extLst>
              </p:cNvPr>
              <p:cNvSpPr/>
              <p:nvPr/>
            </p:nvSpPr>
            <p:spPr>
              <a:xfrm>
                <a:off x="4494409" y="782286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078" name="tx377">
                <a:extLst>
                  <a:ext uri="{FF2B5EF4-FFF2-40B4-BE49-F238E27FC236}">
                    <a16:creationId xmlns:a16="http://schemas.microsoft.com/office/drawing/2014/main" id="{FD4ED651-A70E-7A12-943F-A5F01BC5ACA1}"/>
                  </a:ext>
                </a:extLst>
              </p:cNvPr>
              <p:cNvSpPr/>
              <p:nvPr/>
            </p:nvSpPr>
            <p:spPr>
              <a:xfrm>
                <a:off x="4325337" y="745322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2079" name="tx378">
                <a:extLst>
                  <a:ext uri="{FF2B5EF4-FFF2-40B4-BE49-F238E27FC236}">
                    <a16:creationId xmlns:a16="http://schemas.microsoft.com/office/drawing/2014/main" id="{C518F457-DCA1-4835-6323-EA2F24EC5534}"/>
                  </a:ext>
                </a:extLst>
              </p:cNvPr>
              <p:cNvSpPr/>
              <p:nvPr/>
            </p:nvSpPr>
            <p:spPr>
              <a:xfrm>
                <a:off x="4449695" y="743475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080" name="tx379">
                <a:extLst>
                  <a:ext uri="{FF2B5EF4-FFF2-40B4-BE49-F238E27FC236}">
                    <a16:creationId xmlns:a16="http://schemas.microsoft.com/office/drawing/2014/main" id="{69F58E27-F5A3-1409-9CE5-8633CDE67409}"/>
                  </a:ext>
                </a:extLst>
              </p:cNvPr>
              <p:cNvSpPr/>
              <p:nvPr/>
            </p:nvSpPr>
            <p:spPr>
              <a:xfrm>
                <a:off x="4494409" y="745322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081" name="tx380">
                <a:extLst>
                  <a:ext uri="{FF2B5EF4-FFF2-40B4-BE49-F238E27FC236}">
                    <a16:creationId xmlns:a16="http://schemas.microsoft.com/office/drawing/2014/main" id="{2E10D769-F671-0E2E-2090-BD19C8F8C15D}"/>
                  </a:ext>
                </a:extLst>
              </p:cNvPr>
              <p:cNvSpPr/>
              <p:nvPr/>
            </p:nvSpPr>
            <p:spPr>
              <a:xfrm>
                <a:off x="4325337" y="708377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2082" name="tx381">
                <a:extLst>
                  <a:ext uri="{FF2B5EF4-FFF2-40B4-BE49-F238E27FC236}">
                    <a16:creationId xmlns:a16="http://schemas.microsoft.com/office/drawing/2014/main" id="{775FC6AA-C996-A241-2DEB-CC28842CCC77}"/>
                  </a:ext>
                </a:extLst>
              </p:cNvPr>
              <p:cNvSpPr/>
              <p:nvPr/>
            </p:nvSpPr>
            <p:spPr>
              <a:xfrm>
                <a:off x="4449695" y="706530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083" name="tx382">
                <a:extLst>
                  <a:ext uri="{FF2B5EF4-FFF2-40B4-BE49-F238E27FC236}">
                    <a16:creationId xmlns:a16="http://schemas.microsoft.com/office/drawing/2014/main" id="{4C632145-E14D-074D-494A-22057DA9A6D0}"/>
                  </a:ext>
                </a:extLst>
              </p:cNvPr>
              <p:cNvSpPr/>
              <p:nvPr/>
            </p:nvSpPr>
            <p:spPr>
              <a:xfrm>
                <a:off x="4494409" y="708377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084" name="tx383">
                <a:extLst>
                  <a:ext uri="{FF2B5EF4-FFF2-40B4-BE49-F238E27FC236}">
                    <a16:creationId xmlns:a16="http://schemas.microsoft.com/office/drawing/2014/main" id="{31B2641A-3F02-FE92-C679-851926A9D5D2}"/>
                  </a:ext>
                </a:extLst>
              </p:cNvPr>
              <p:cNvSpPr/>
              <p:nvPr/>
            </p:nvSpPr>
            <p:spPr>
              <a:xfrm>
                <a:off x="4325337" y="671396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2085" name="tx384">
                <a:extLst>
                  <a:ext uri="{FF2B5EF4-FFF2-40B4-BE49-F238E27FC236}">
                    <a16:creationId xmlns:a16="http://schemas.microsoft.com/office/drawing/2014/main" id="{BD8EE8B6-7865-99C5-7E23-31B62AC51466}"/>
                  </a:ext>
                </a:extLst>
              </p:cNvPr>
              <p:cNvSpPr/>
              <p:nvPr/>
            </p:nvSpPr>
            <p:spPr>
              <a:xfrm>
                <a:off x="4449695" y="669549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086" name="tx385">
                <a:extLst>
                  <a:ext uri="{FF2B5EF4-FFF2-40B4-BE49-F238E27FC236}">
                    <a16:creationId xmlns:a16="http://schemas.microsoft.com/office/drawing/2014/main" id="{343B70B6-C406-487F-6151-327189CB224B}"/>
                  </a:ext>
                </a:extLst>
              </p:cNvPr>
              <p:cNvSpPr/>
              <p:nvPr/>
            </p:nvSpPr>
            <p:spPr>
              <a:xfrm>
                <a:off x="4494409" y="671396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087" name="tx386">
                <a:extLst>
                  <a:ext uri="{FF2B5EF4-FFF2-40B4-BE49-F238E27FC236}">
                    <a16:creationId xmlns:a16="http://schemas.microsoft.com/office/drawing/2014/main" id="{29EE368B-F06B-6F31-7ADC-D61F2D30A451}"/>
                  </a:ext>
                </a:extLst>
              </p:cNvPr>
              <p:cNvSpPr/>
              <p:nvPr/>
            </p:nvSpPr>
            <p:spPr>
              <a:xfrm>
                <a:off x="4325337" y="6344514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2088" name="tx387">
                <a:extLst>
                  <a:ext uri="{FF2B5EF4-FFF2-40B4-BE49-F238E27FC236}">
                    <a16:creationId xmlns:a16="http://schemas.microsoft.com/office/drawing/2014/main" id="{545BCBD5-75DA-4048-AF32-9779BE6DF60D}"/>
                  </a:ext>
                </a:extLst>
              </p:cNvPr>
              <p:cNvSpPr/>
              <p:nvPr/>
            </p:nvSpPr>
            <p:spPr>
              <a:xfrm>
                <a:off x="4449695" y="6326043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089" name="tx388">
                <a:extLst>
                  <a:ext uri="{FF2B5EF4-FFF2-40B4-BE49-F238E27FC236}">
                    <a16:creationId xmlns:a16="http://schemas.microsoft.com/office/drawing/2014/main" id="{1F18D66B-5756-7B74-1D7F-8DAE477C2E5D}"/>
                  </a:ext>
                </a:extLst>
              </p:cNvPr>
              <p:cNvSpPr/>
              <p:nvPr/>
            </p:nvSpPr>
            <p:spPr>
              <a:xfrm>
                <a:off x="4494409" y="6344514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090" name="tx389">
                <a:extLst>
                  <a:ext uri="{FF2B5EF4-FFF2-40B4-BE49-F238E27FC236}">
                    <a16:creationId xmlns:a16="http://schemas.microsoft.com/office/drawing/2014/main" id="{09EFF886-7F4F-A38F-3D27-9F6790710AFD}"/>
                  </a:ext>
                </a:extLst>
              </p:cNvPr>
              <p:cNvSpPr/>
              <p:nvPr/>
            </p:nvSpPr>
            <p:spPr>
              <a:xfrm>
                <a:off x="4325337" y="597488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2091" name="tx390">
                <a:extLst>
                  <a:ext uri="{FF2B5EF4-FFF2-40B4-BE49-F238E27FC236}">
                    <a16:creationId xmlns:a16="http://schemas.microsoft.com/office/drawing/2014/main" id="{1455726B-4291-F9DC-87F6-1931B01E5895}"/>
                  </a:ext>
                </a:extLst>
              </p:cNvPr>
              <p:cNvSpPr/>
              <p:nvPr/>
            </p:nvSpPr>
            <p:spPr>
              <a:xfrm>
                <a:off x="4449695" y="595641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092" name="tx391">
                <a:extLst>
                  <a:ext uri="{FF2B5EF4-FFF2-40B4-BE49-F238E27FC236}">
                    <a16:creationId xmlns:a16="http://schemas.microsoft.com/office/drawing/2014/main" id="{9470165F-A544-594E-A7C8-0FE0D8A6228A}"/>
                  </a:ext>
                </a:extLst>
              </p:cNvPr>
              <p:cNvSpPr/>
              <p:nvPr/>
            </p:nvSpPr>
            <p:spPr>
              <a:xfrm>
                <a:off x="4494409" y="597488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093" name="tx392">
                <a:extLst>
                  <a:ext uri="{FF2B5EF4-FFF2-40B4-BE49-F238E27FC236}">
                    <a16:creationId xmlns:a16="http://schemas.microsoft.com/office/drawing/2014/main" id="{199110E8-BE5F-E277-BF01-128FA562EADC}"/>
                  </a:ext>
                </a:extLst>
              </p:cNvPr>
              <p:cNvSpPr/>
              <p:nvPr/>
            </p:nvSpPr>
            <p:spPr>
              <a:xfrm>
                <a:off x="4325337" y="560524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2094" name="tx393">
                <a:extLst>
                  <a:ext uri="{FF2B5EF4-FFF2-40B4-BE49-F238E27FC236}">
                    <a16:creationId xmlns:a16="http://schemas.microsoft.com/office/drawing/2014/main" id="{08356FC5-C5D7-D6A4-834D-3CBE81B7D117}"/>
                  </a:ext>
                </a:extLst>
              </p:cNvPr>
              <p:cNvSpPr/>
              <p:nvPr/>
            </p:nvSpPr>
            <p:spPr>
              <a:xfrm>
                <a:off x="4449695" y="558677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095" name="tx394">
                <a:extLst>
                  <a:ext uri="{FF2B5EF4-FFF2-40B4-BE49-F238E27FC236}">
                    <a16:creationId xmlns:a16="http://schemas.microsoft.com/office/drawing/2014/main" id="{BA85DC37-341C-7867-F0A1-A5EF02F05A7E}"/>
                  </a:ext>
                </a:extLst>
              </p:cNvPr>
              <p:cNvSpPr/>
              <p:nvPr/>
            </p:nvSpPr>
            <p:spPr>
              <a:xfrm>
                <a:off x="4494409" y="560524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096" name="tx395">
                <a:extLst>
                  <a:ext uri="{FF2B5EF4-FFF2-40B4-BE49-F238E27FC236}">
                    <a16:creationId xmlns:a16="http://schemas.microsoft.com/office/drawing/2014/main" id="{E765A455-A1F2-1624-98AA-1AB9A1A93C86}"/>
                  </a:ext>
                </a:extLst>
              </p:cNvPr>
              <p:cNvSpPr/>
              <p:nvPr/>
            </p:nvSpPr>
            <p:spPr>
              <a:xfrm>
                <a:off x="4325337" y="523561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2097" name="tx396">
                <a:extLst>
                  <a:ext uri="{FF2B5EF4-FFF2-40B4-BE49-F238E27FC236}">
                    <a16:creationId xmlns:a16="http://schemas.microsoft.com/office/drawing/2014/main" id="{9BBC0182-AE46-440F-4F06-5A7698FAB61F}"/>
                  </a:ext>
                </a:extLst>
              </p:cNvPr>
              <p:cNvSpPr/>
              <p:nvPr/>
            </p:nvSpPr>
            <p:spPr>
              <a:xfrm>
                <a:off x="4449695" y="521714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098" name="tx397">
                <a:extLst>
                  <a:ext uri="{FF2B5EF4-FFF2-40B4-BE49-F238E27FC236}">
                    <a16:creationId xmlns:a16="http://schemas.microsoft.com/office/drawing/2014/main" id="{B4383B0F-645B-4704-C081-C2525FB9B24B}"/>
                  </a:ext>
                </a:extLst>
              </p:cNvPr>
              <p:cNvSpPr/>
              <p:nvPr/>
            </p:nvSpPr>
            <p:spPr>
              <a:xfrm>
                <a:off x="4494409" y="523561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099" name="pl398">
                <a:extLst>
                  <a:ext uri="{FF2B5EF4-FFF2-40B4-BE49-F238E27FC236}">
                    <a16:creationId xmlns:a16="http://schemas.microsoft.com/office/drawing/2014/main" id="{F232E56D-52A7-729E-358E-52CCC9466F67}"/>
                  </a:ext>
                </a:extLst>
              </p:cNvPr>
              <p:cNvSpPr/>
              <p:nvPr/>
            </p:nvSpPr>
            <p:spPr>
              <a:xfrm>
                <a:off x="4602895" y="786355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0" name="pl399">
                <a:extLst>
                  <a:ext uri="{FF2B5EF4-FFF2-40B4-BE49-F238E27FC236}">
                    <a16:creationId xmlns:a16="http://schemas.microsoft.com/office/drawing/2014/main" id="{629F9605-D608-BB4F-C3A8-734F9A1809F3}"/>
                  </a:ext>
                </a:extLst>
              </p:cNvPr>
              <p:cNvSpPr/>
              <p:nvPr/>
            </p:nvSpPr>
            <p:spPr>
              <a:xfrm>
                <a:off x="4602895" y="749391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1" name="pl400">
                <a:extLst>
                  <a:ext uri="{FF2B5EF4-FFF2-40B4-BE49-F238E27FC236}">
                    <a16:creationId xmlns:a16="http://schemas.microsoft.com/office/drawing/2014/main" id="{79734F5D-8636-4D4F-D753-0849BA49C5A6}"/>
                  </a:ext>
                </a:extLst>
              </p:cNvPr>
              <p:cNvSpPr/>
              <p:nvPr/>
            </p:nvSpPr>
            <p:spPr>
              <a:xfrm>
                <a:off x="4602895" y="712428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2" name="pl401">
                <a:extLst>
                  <a:ext uri="{FF2B5EF4-FFF2-40B4-BE49-F238E27FC236}">
                    <a16:creationId xmlns:a16="http://schemas.microsoft.com/office/drawing/2014/main" id="{7D90908A-AC2D-A833-A4A1-14CC1DF99C29}"/>
                  </a:ext>
                </a:extLst>
              </p:cNvPr>
              <p:cNvSpPr/>
              <p:nvPr/>
            </p:nvSpPr>
            <p:spPr>
              <a:xfrm>
                <a:off x="4602895" y="6754654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3" name="pl402">
                <a:extLst>
                  <a:ext uri="{FF2B5EF4-FFF2-40B4-BE49-F238E27FC236}">
                    <a16:creationId xmlns:a16="http://schemas.microsoft.com/office/drawing/2014/main" id="{31AA20AF-37ED-2092-CBF3-BDCCF0311305}"/>
                  </a:ext>
                </a:extLst>
              </p:cNvPr>
              <p:cNvSpPr/>
              <p:nvPr/>
            </p:nvSpPr>
            <p:spPr>
              <a:xfrm>
                <a:off x="4602895" y="6385022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4" name="pl403">
                <a:extLst>
                  <a:ext uri="{FF2B5EF4-FFF2-40B4-BE49-F238E27FC236}">
                    <a16:creationId xmlns:a16="http://schemas.microsoft.com/office/drawing/2014/main" id="{B416DB3B-6715-E301-C12D-B98853C9AA61}"/>
                  </a:ext>
                </a:extLst>
              </p:cNvPr>
              <p:cNvSpPr/>
              <p:nvPr/>
            </p:nvSpPr>
            <p:spPr>
              <a:xfrm>
                <a:off x="4602895" y="601538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5" name="pl404">
                <a:extLst>
                  <a:ext uri="{FF2B5EF4-FFF2-40B4-BE49-F238E27FC236}">
                    <a16:creationId xmlns:a16="http://schemas.microsoft.com/office/drawing/2014/main" id="{9A9343E5-779C-4B3B-1D3D-D19852513E56}"/>
                  </a:ext>
                </a:extLst>
              </p:cNvPr>
              <p:cNvSpPr/>
              <p:nvPr/>
            </p:nvSpPr>
            <p:spPr>
              <a:xfrm>
                <a:off x="4602895" y="564575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6" name="pl405">
                <a:extLst>
                  <a:ext uri="{FF2B5EF4-FFF2-40B4-BE49-F238E27FC236}">
                    <a16:creationId xmlns:a16="http://schemas.microsoft.com/office/drawing/2014/main" id="{1A6B6C9F-6C59-E6F1-1E8A-64779D13157B}"/>
                  </a:ext>
                </a:extLst>
              </p:cNvPr>
              <p:cNvSpPr/>
              <p:nvPr/>
            </p:nvSpPr>
            <p:spPr>
              <a:xfrm>
                <a:off x="4602895" y="5276124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7" name="pl406">
                <a:extLst>
                  <a:ext uri="{FF2B5EF4-FFF2-40B4-BE49-F238E27FC236}">
                    <a16:creationId xmlns:a16="http://schemas.microsoft.com/office/drawing/2014/main" id="{77609031-810F-6781-FB6A-DC7F9B2B61F2}"/>
                  </a:ext>
                </a:extLst>
              </p:cNvPr>
              <p:cNvSpPr/>
              <p:nvPr/>
            </p:nvSpPr>
            <p:spPr>
              <a:xfrm>
                <a:off x="4736991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8" name="pl407">
                <a:extLst>
                  <a:ext uri="{FF2B5EF4-FFF2-40B4-BE49-F238E27FC236}">
                    <a16:creationId xmlns:a16="http://schemas.microsoft.com/office/drawing/2014/main" id="{9C0B0B33-4F80-E288-16F4-97DA743B361A}"/>
                  </a:ext>
                </a:extLst>
              </p:cNvPr>
              <p:cNvSpPr/>
              <p:nvPr/>
            </p:nvSpPr>
            <p:spPr>
              <a:xfrm>
                <a:off x="5134198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09" name="pl408">
                <a:extLst>
                  <a:ext uri="{FF2B5EF4-FFF2-40B4-BE49-F238E27FC236}">
                    <a16:creationId xmlns:a16="http://schemas.microsoft.com/office/drawing/2014/main" id="{91727B04-CAF3-41D8-00B1-E3CB498E2B8F}"/>
                  </a:ext>
                </a:extLst>
              </p:cNvPr>
              <p:cNvSpPr/>
              <p:nvPr/>
            </p:nvSpPr>
            <p:spPr>
              <a:xfrm>
                <a:off x="5531405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10" name="pl409">
                <a:extLst>
                  <a:ext uri="{FF2B5EF4-FFF2-40B4-BE49-F238E27FC236}">
                    <a16:creationId xmlns:a16="http://schemas.microsoft.com/office/drawing/2014/main" id="{02358710-53FD-50B9-CC4E-49A8075363B1}"/>
                  </a:ext>
                </a:extLst>
              </p:cNvPr>
              <p:cNvSpPr/>
              <p:nvPr/>
            </p:nvSpPr>
            <p:spPr>
              <a:xfrm>
                <a:off x="5928611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11" name="pl410">
                <a:extLst>
                  <a:ext uri="{FF2B5EF4-FFF2-40B4-BE49-F238E27FC236}">
                    <a16:creationId xmlns:a16="http://schemas.microsoft.com/office/drawing/2014/main" id="{3906BB26-EC93-C835-F210-74130B4504C3}"/>
                  </a:ext>
                </a:extLst>
              </p:cNvPr>
              <p:cNvSpPr/>
              <p:nvPr/>
            </p:nvSpPr>
            <p:spPr>
              <a:xfrm>
                <a:off x="6325818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12" name="pl411">
                <a:extLst>
                  <a:ext uri="{FF2B5EF4-FFF2-40B4-BE49-F238E27FC236}">
                    <a16:creationId xmlns:a16="http://schemas.microsoft.com/office/drawing/2014/main" id="{583F6DD6-4699-8BF4-D102-2878B5E7CF99}"/>
                  </a:ext>
                </a:extLst>
              </p:cNvPr>
              <p:cNvSpPr/>
              <p:nvPr/>
            </p:nvSpPr>
            <p:spPr>
              <a:xfrm>
                <a:off x="6723024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13" name="tx412">
                <a:extLst>
                  <a:ext uri="{FF2B5EF4-FFF2-40B4-BE49-F238E27FC236}">
                    <a16:creationId xmlns:a16="http://schemas.microsoft.com/office/drawing/2014/main" id="{343BA81C-4D0D-2AD3-D514-7447BB2A6775}"/>
                  </a:ext>
                </a:extLst>
              </p:cNvPr>
              <p:cNvSpPr/>
              <p:nvPr/>
            </p:nvSpPr>
            <p:spPr>
              <a:xfrm>
                <a:off x="4615193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2114" name="tx413">
                <a:extLst>
                  <a:ext uri="{FF2B5EF4-FFF2-40B4-BE49-F238E27FC236}">
                    <a16:creationId xmlns:a16="http://schemas.microsoft.com/office/drawing/2014/main" id="{96A0DD97-E2E5-E509-1BA1-88FEBDE64687}"/>
                  </a:ext>
                </a:extLst>
              </p:cNvPr>
              <p:cNvSpPr/>
              <p:nvPr/>
            </p:nvSpPr>
            <p:spPr>
              <a:xfrm>
                <a:off x="4739552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115" name="tx414">
                <a:extLst>
                  <a:ext uri="{FF2B5EF4-FFF2-40B4-BE49-F238E27FC236}">
                    <a16:creationId xmlns:a16="http://schemas.microsoft.com/office/drawing/2014/main" id="{06F5CF22-A3D9-55A6-50A9-0CF13C340C13}"/>
                  </a:ext>
                </a:extLst>
              </p:cNvPr>
              <p:cNvSpPr/>
              <p:nvPr/>
            </p:nvSpPr>
            <p:spPr>
              <a:xfrm>
                <a:off x="4784266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116" name="tx415">
                <a:extLst>
                  <a:ext uri="{FF2B5EF4-FFF2-40B4-BE49-F238E27FC236}">
                    <a16:creationId xmlns:a16="http://schemas.microsoft.com/office/drawing/2014/main" id="{3B34CCD9-228A-5F4E-7337-94813422B17D}"/>
                  </a:ext>
                </a:extLst>
              </p:cNvPr>
              <p:cNvSpPr/>
              <p:nvPr/>
            </p:nvSpPr>
            <p:spPr>
              <a:xfrm>
                <a:off x="5012400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2117" name="tx416">
                <a:extLst>
                  <a:ext uri="{FF2B5EF4-FFF2-40B4-BE49-F238E27FC236}">
                    <a16:creationId xmlns:a16="http://schemas.microsoft.com/office/drawing/2014/main" id="{EAD57DCD-67DA-1905-358B-586FC2B29244}"/>
                  </a:ext>
                </a:extLst>
              </p:cNvPr>
              <p:cNvSpPr/>
              <p:nvPr/>
            </p:nvSpPr>
            <p:spPr>
              <a:xfrm>
                <a:off x="5136758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118" name="tx417">
                <a:extLst>
                  <a:ext uri="{FF2B5EF4-FFF2-40B4-BE49-F238E27FC236}">
                    <a16:creationId xmlns:a16="http://schemas.microsoft.com/office/drawing/2014/main" id="{2E6DD100-11B4-1AF7-8659-08510191A85B}"/>
                  </a:ext>
                </a:extLst>
              </p:cNvPr>
              <p:cNvSpPr/>
              <p:nvPr/>
            </p:nvSpPr>
            <p:spPr>
              <a:xfrm>
                <a:off x="5181472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119" name="tx418">
                <a:extLst>
                  <a:ext uri="{FF2B5EF4-FFF2-40B4-BE49-F238E27FC236}">
                    <a16:creationId xmlns:a16="http://schemas.microsoft.com/office/drawing/2014/main" id="{9F2C4388-6FED-0B7F-A4EE-8C6696FD3D9B}"/>
                  </a:ext>
                </a:extLst>
              </p:cNvPr>
              <p:cNvSpPr/>
              <p:nvPr/>
            </p:nvSpPr>
            <p:spPr>
              <a:xfrm>
                <a:off x="5409606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2120" name="tx419">
                <a:extLst>
                  <a:ext uri="{FF2B5EF4-FFF2-40B4-BE49-F238E27FC236}">
                    <a16:creationId xmlns:a16="http://schemas.microsoft.com/office/drawing/2014/main" id="{2F520AE4-4C5D-DEFF-F669-BAC6846DBAFC}"/>
                  </a:ext>
                </a:extLst>
              </p:cNvPr>
              <p:cNvSpPr/>
              <p:nvPr/>
            </p:nvSpPr>
            <p:spPr>
              <a:xfrm>
                <a:off x="5533965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121" name="tx420">
                <a:extLst>
                  <a:ext uri="{FF2B5EF4-FFF2-40B4-BE49-F238E27FC236}">
                    <a16:creationId xmlns:a16="http://schemas.microsoft.com/office/drawing/2014/main" id="{5ED7F089-DC95-07ED-CE64-A783599105C8}"/>
                  </a:ext>
                </a:extLst>
              </p:cNvPr>
              <p:cNvSpPr/>
              <p:nvPr/>
            </p:nvSpPr>
            <p:spPr>
              <a:xfrm>
                <a:off x="5578679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122" name="tx421">
                <a:extLst>
                  <a:ext uri="{FF2B5EF4-FFF2-40B4-BE49-F238E27FC236}">
                    <a16:creationId xmlns:a16="http://schemas.microsoft.com/office/drawing/2014/main" id="{302D85AF-E1A6-C190-0F72-B4E4B90873FA}"/>
                  </a:ext>
                </a:extLst>
              </p:cNvPr>
              <p:cNvSpPr/>
              <p:nvPr/>
            </p:nvSpPr>
            <p:spPr>
              <a:xfrm>
                <a:off x="5806813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2123" name="tx422">
                <a:extLst>
                  <a:ext uri="{FF2B5EF4-FFF2-40B4-BE49-F238E27FC236}">
                    <a16:creationId xmlns:a16="http://schemas.microsoft.com/office/drawing/2014/main" id="{F5E80173-C2EA-266D-086E-897C6FC8CF6B}"/>
                  </a:ext>
                </a:extLst>
              </p:cNvPr>
              <p:cNvSpPr/>
              <p:nvPr/>
            </p:nvSpPr>
            <p:spPr>
              <a:xfrm>
                <a:off x="5931172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124" name="tx423">
                <a:extLst>
                  <a:ext uri="{FF2B5EF4-FFF2-40B4-BE49-F238E27FC236}">
                    <a16:creationId xmlns:a16="http://schemas.microsoft.com/office/drawing/2014/main" id="{111D9293-4124-7208-A768-0D582F3FF3DB}"/>
                  </a:ext>
                </a:extLst>
              </p:cNvPr>
              <p:cNvSpPr/>
              <p:nvPr/>
            </p:nvSpPr>
            <p:spPr>
              <a:xfrm>
                <a:off x="5975886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125" name="tx424">
                <a:extLst>
                  <a:ext uri="{FF2B5EF4-FFF2-40B4-BE49-F238E27FC236}">
                    <a16:creationId xmlns:a16="http://schemas.microsoft.com/office/drawing/2014/main" id="{2AD8A5E7-ED56-978C-031B-F3D4860568F8}"/>
                  </a:ext>
                </a:extLst>
              </p:cNvPr>
              <p:cNvSpPr/>
              <p:nvPr/>
            </p:nvSpPr>
            <p:spPr>
              <a:xfrm>
                <a:off x="6204020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2126" name="tx425">
                <a:extLst>
                  <a:ext uri="{FF2B5EF4-FFF2-40B4-BE49-F238E27FC236}">
                    <a16:creationId xmlns:a16="http://schemas.microsoft.com/office/drawing/2014/main" id="{2911060E-7DBB-44BD-95FF-B004FDB0CA82}"/>
                  </a:ext>
                </a:extLst>
              </p:cNvPr>
              <p:cNvSpPr/>
              <p:nvPr/>
            </p:nvSpPr>
            <p:spPr>
              <a:xfrm>
                <a:off x="6328378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127" name="tx426">
                <a:extLst>
                  <a:ext uri="{FF2B5EF4-FFF2-40B4-BE49-F238E27FC236}">
                    <a16:creationId xmlns:a16="http://schemas.microsoft.com/office/drawing/2014/main" id="{005E3383-4393-4E6C-9919-83AC645C92DB}"/>
                  </a:ext>
                </a:extLst>
              </p:cNvPr>
              <p:cNvSpPr/>
              <p:nvPr/>
            </p:nvSpPr>
            <p:spPr>
              <a:xfrm>
                <a:off x="6373092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128" name="tx427">
                <a:extLst>
                  <a:ext uri="{FF2B5EF4-FFF2-40B4-BE49-F238E27FC236}">
                    <a16:creationId xmlns:a16="http://schemas.microsoft.com/office/drawing/2014/main" id="{6698AD7E-E828-516F-9435-DA94B82EE639}"/>
                  </a:ext>
                </a:extLst>
              </p:cNvPr>
              <p:cNvSpPr/>
              <p:nvPr/>
            </p:nvSpPr>
            <p:spPr>
              <a:xfrm>
                <a:off x="6601226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2129" name="tx428">
                <a:extLst>
                  <a:ext uri="{FF2B5EF4-FFF2-40B4-BE49-F238E27FC236}">
                    <a16:creationId xmlns:a16="http://schemas.microsoft.com/office/drawing/2014/main" id="{4115F5D4-827A-1BCA-7DF3-58E9A1070ECF}"/>
                  </a:ext>
                </a:extLst>
              </p:cNvPr>
              <p:cNvSpPr/>
              <p:nvPr/>
            </p:nvSpPr>
            <p:spPr>
              <a:xfrm>
                <a:off x="6725585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130" name="tx429">
                <a:extLst>
                  <a:ext uri="{FF2B5EF4-FFF2-40B4-BE49-F238E27FC236}">
                    <a16:creationId xmlns:a16="http://schemas.microsoft.com/office/drawing/2014/main" id="{A4F3254D-2B76-852B-23B0-4355A4B47E11}"/>
                  </a:ext>
                </a:extLst>
              </p:cNvPr>
              <p:cNvSpPr/>
              <p:nvPr/>
            </p:nvSpPr>
            <p:spPr>
              <a:xfrm>
                <a:off x="6770299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131" name="tx430">
                <a:extLst>
                  <a:ext uri="{FF2B5EF4-FFF2-40B4-BE49-F238E27FC236}">
                    <a16:creationId xmlns:a16="http://schemas.microsoft.com/office/drawing/2014/main" id="{9FA9D447-EC88-E937-851A-B0E43D299E2E}"/>
                  </a:ext>
                </a:extLst>
              </p:cNvPr>
              <p:cNvSpPr/>
              <p:nvPr/>
            </p:nvSpPr>
            <p:spPr>
              <a:xfrm>
                <a:off x="5423044" y="8199732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2132" name="tx431">
                <a:extLst>
                  <a:ext uri="{FF2B5EF4-FFF2-40B4-BE49-F238E27FC236}">
                    <a16:creationId xmlns:a16="http://schemas.microsoft.com/office/drawing/2014/main" id="{0F9E22CA-C8AA-62B3-6CA4-F3151427A748}"/>
                  </a:ext>
                </a:extLst>
              </p:cNvPr>
              <p:cNvSpPr/>
              <p:nvPr/>
            </p:nvSpPr>
            <p:spPr>
              <a:xfrm rot="16200000">
                <a:off x="3955496" y="6519820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2133" name="rc432">
                <a:extLst>
                  <a:ext uri="{FF2B5EF4-FFF2-40B4-BE49-F238E27FC236}">
                    <a16:creationId xmlns:a16="http://schemas.microsoft.com/office/drawing/2014/main" id="{5701AB33-2840-2EC2-D778-DD0A0DC30BB3}"/>
                  </a:ext>
                </a:extLst>
              </p:cNvPr>
              <p:cNvSpPr/>
              <p:nvPr/>
            </p:nvSpPr>
            <p:spPr>
              <a:xfrm>
                <a:off x="6961504" y="5851295"/>
                <a:ext cx="1000987" cy="1437085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34" name="tx433">
                <a:extLst>
                  <a:ext uri="{FF2B5EF4-FFF2-40B4-BE49-F238E27FC236}">
                    <a16:creationId xmlns:a16="http://schemas.microsoft.com/office/drawing/2014/main" id="{62F970AD-2247-E222-066C-AB5EA9EFAD27}"/>
                  </a:ext>
                </a:extLst>
              </p:cNvPr>
              <p:cNvSpPr/>
              <p:nvPr/>
            </p:nvSpPr>
            <p:spPr>
              <a:xfrm>
                <a:off x="7031093" y="5936386"/>
                <a:ext cx="859536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Fitness Offset</a:t>
                </a:r>
              </a:p>
            </p:txBody>
          </p:sp>
          <p:pic>
            <p:nvPicPr>
              <p:cNvPr id="2135" name="pic434">
                <a:extLst>
                  <a:ext uri="{FF2B5EF4-FFF2-40B4-BE49-F238E27FC236}">
                    <a16:creationId xmlns:a16="http://schemas.microsoft.com/office/drawing/2014/main" id="{D6119025-1930-93FE-25AA-438A78C7BFDE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031093" y="612151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2136" name="pl435">
                <a:extLst>
                  <a:ext uri="{FF2B5EF4-FFF2-40B4-BE49-F238E27FC236}">
                    <a16:creationId xmlns:a16="http://schemas.microsoft.com/office/drawing/2014/main" id="{B7162294-0481-9EC3-1795-D6574793D789}"/>
                  </a:ext>
                </a:extLst>
              </p:cNvPr>
              <p:cNvSpPr/>
              <p:nvPr/>
            </p:nvSpPr>
            <p:spPr>
              <a:xfrm>
                <a:off x="7206658" y="721696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37" name="pl436">
                <a:extLst>
                  <a:ext uri="{FF2B5EF4-FFF2-40B4-BE49-F238E27FC236}">
                    <a16:creationId xmlns:a16="http://schemas.microsoft.com/office/drawing/2014/main" id="{BA575651-2763-72E1-8A98-B8519892B406}"/>
                  </a:ext>
                </a:extLst>
              </p:cNvPr>
              <p:cNvSpPr/>
              <p:nvPr/>
            </p:nvSpPr>
            <p:spPr>
              <a:xfrm>
                <a:off x="7206658" y="694355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38" name="pl437">
                <a:extLst>
                  <a:ext uri="{FF2B5EF4-FFF2-40B4-BE49-F238E27FC236}">
                    <a16:creationId xmlns:a16="http://schemas.microsoft.com/office/drawing/2014/main" id="{96538B3A-A400-F923-F0DA-37FEC4B98B3A}"/>
                  </a:ext>
                </a:extLst>
              </p:cNvPr>
              <p:cNvSpPr/>
              <p:nvPr/>
            </p:nvSpPr>
            <p:spPr>
              <a:xfrm>
                <a:off x="7206658" y="667015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39" name="pl438">
                <a:extLst>
                  <a:ext uri="{FF2B5EF4-FFF2-40B4-BE49-F238E27FC236}">
                    <a16:creationId xmlns:a16="http://schemas.microsoft.com/office/drawing/2014/main" id="{9A39AD0B-2EB0-00F1-19A6-C098825EE001}"/>
                  </a:ext>
                </a:extLst>
              </p:cNvPr>
              <p:cNvSpPr/>
              <p:nvPr/>
            </p:nvSpPr>
            <p:spPr>
              <a:xfrm>
                <a:off x="7206658" y="639674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40" name="pl439">
                <a:extLst>
                  <a:ext uri="{FF2B5EF4-FFF2-40B4-BE49-F238E27FC236}">
                    <a16:creationId xmlns:a16="http://schemas.microsoft.com/office/drawing/2014/main" id="{A29C6D9D-B0BF-B3B2-6499-820510282C1C}"/>
                  </a:ext>
                </a:extLst>
              </p:cNvPr>
              <p:cNvSpPr/>
              <p:nvPr/>
            </p:nvSpPr>
            <p:spPr>
              <a:xfrm>
                <a:off x="7206658" y="612334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41" name="pl440">
                <a:extLst>
                  <a:ext uri="{FF2B5EF4-FFF2-40B4-BE49-F238E27FC236}">
                    <a16:creationId xmlns:a16="http://schemas.microsoft.com/office/drawing/2014/main" id="{22183EA1-41FD-76E1-EACF-7758ADE32F75}"/>
                  </a:ext>
                </a:extLst>
              </p:cNvPr>
              <p:cNvSpPr/>
              <p:nvPr/>
            </p:nvSpPr>
            <p:spPr>
              <a:xfrm>
                <a:off x="7031093" y="721696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42" name="pl441">
                <a:extLst>
                  <a:ext uri="{FF2B5EF4-FFF2-40B4-BE49-F238E27FC236}">
                    <a16:creationId xmlns:a16="http://schemas.microsoft.com/office/drawing/2014/main" id="{678DB360-7893-B6F9-11E5-53FA4DF125F8}"/>
                  </a:ext>
                </a:extLst>
              </p:cNvPr>
              <p:cNvSpPr/>
              <p:nvPr/>
            </p:nvSpPr>
            <p:spPr>
              <a:xfrm>
                <a:off x="7031093" y="694355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43" name="pl442">
                <a:extLst>
                  <a:ext uri="{FF2B5EF4-FFF2-40B4-BE49-F238E27FC236}">
                    <a16:creationId xmlns:a16="http://schemas.microsoft.com/office/drawing/2014/main" id="{31B09EAE-A66F-4E8B-2777-CDE48350A305}"/>
                  </a:ext>
                </a:extLst>
              </p:cNvPr>
              <p:cNvSpPr/>
              <p:nvPr/>
            </p:nvSpPr>
            <p:spPr>
              <a:xfrm>
                <a:off x="7031093" y="667015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44" name="pl443">
                <a:extLst>
                  <a:ext uri="{FF2B5EF4-FFF2-40B4-BE49-F238E27FC236}">
                    <a16:creationId xmlns:a16="http://schemas.microsoft.com/office/drawing/2014/main" id="{60D028C6-D7F9-25C1-C56E-F45A9958EC2C}"/>
                  </a:ext>
                </a:extLst>
              </p:cNvPr>
              <p:cNvSpPr/>
              <p:nvPr/>
            </p:nvSpPr>
            <p:spPr>
              <a:xfrm>
                <a:off x="7031093" y="639674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45" name="pl444">
                <a:extLst>
                  <a:ext uri="{FF2B5EF4-FFF2-40B4-BE49-F238E27FC236}">
                    <a16:creationId xmlns:a16="http://schemas.microsoft.com/office/drawing/2014/main" id="{66E897F1-C714-5F90-8AF6-6482CCDEC0B4}"/>
                  </a:ext>
                </a:extLst>
              </p:cNvPr>
              <p:cNvSpPr/>
              <p:nvPr/>
            </p:nvSpPr>
            <p:spPr>
              <a:xfrm>
                <a:off x="7031093" y="612334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46" name="tx445">
                <a:extLst>
                  <a:ext uri="{FF2B5EF4-FFF2-40B4-BE49-F238E27FC236}">
                    <a16:creationId xmlns:a16="http://schemas.microsoft.com/office/drawing/2014/main" id="{51537B78-3DC4-9D8C-4C12-69E35494F813}"/>
                  </a:ext>
                </a:extLst>
              </p:cNvPr>
              <p:cNvSpPr/>
              <p:nvPr/>
            </p:nvSpPr>
            <p:spPr>
              <a:xfrm>
                <a:off x="7320138" y="7176958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-1.00</a:t>
                </a:r>
              </a:p>
            </p:txBody>
          </p:sp>
          <p:sp>
            <p:nvSpPr>
              <p:cNvPr id="2147" name="tx446">
                <a:extLst>
                  <a:ext uri="{FF2B5EF4-FFF2-40B4-BE49-F238E27FC236}">
                    <a16:creationId xmlns:a16="http://schemas.microsoft.com/office/drawing/2014/main" id="{72F20736-ED98-D0E6-3C67-DDC0828B11CE}"/>
                  </a:ext>
                </a:extLst>
              </p:cNvPr>
              <p:cNvSpPr/>
              <p:nvPr/>
            </p:nvSpPr>
            <p:spPr>
              <a:xfrm>
                <a:off x="7320138" y="6903552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-0.75</a:t>
                </a:r>
              </a:p>
            </p:txBody>
          </p:sp>
          <p:sp>
            <p:nvSpPr>
              <p:cNvPr id="2148" name="tx447">
                <a:extLst>
                  <a:ext uri="{FF2B5EF4-FFF2-40B4-BE49-F238E27FC236}">
                    <a16:creationId xmlns:a16="http://schemas.microsoft.com/office/drawing/2014/main" id="{76B5B194-C484-463C-8B27-816358BFD64B}"/>
                  </a:ext>
                </a:extLst>
              </p:cNvPr>
              <p:cNvSpPr/>
              <p:nvPr/>
            </p:nvSpPr>
            <p:spPr>
              <a:xfrm>
                <a:off x="7320138" y="6630147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-0.50</a:t>
                </a:r>
              </a:p>
            </p:txBody>
          </p:sp>
          <p:sp>
            <p:nvSpPr>
              <p:cNvPr id="2149" name="tx448">
                <a:extLst>
                  <a:ext uri="{FF2B5EF4-FFF2-40B4-BE49-F238E27FC236}">
                    <a16:creationId xmlns:a16="http://schemas.microsoft.com/office/drawing/2014/main" id="{A68E0947-D649-56E1-54B2-9A50BF8CDB18}"/>
                  </a:ext>
                </a:extLst>
              </p:cNvPr>
              <p:cNvSpPr/>
              <p:nvPr/>
            </p:nvSpPr>
            <p:spPr>
              <a:xfrm>
                <a:off x="7320138" y="6356741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-0.25</a:t>
                </a:r>
              </a:p>
            </p:txBody>
          </p:sp>
          <p:sp>
            <p:nvSpPr>
              <p:cNvPr id="2150" name="tx449">
                <a:extLst>
                  <a:ext uri="{FF2B5EF4-FFF2-40B4-BE49-F238E27FC236}">
                    <a16:creationId xmlns:a16="http://schemas.microsoft.com/office/drawing/2014/main" id="{51448CB5-9FFB-4A21-A5F3-2968288AC35E}"/>
                  </a:ext>
                </a:extLst>
              </p:cNvPr>
              <p:cNvSpPr/>
              <p:nvPr/>
            </p:nvSpPr>
            <p:spPr>
              <a:xfrm>
                <a:off x="7320138" y="6083335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0.00</a:t>
                </a:r>
              </a:p>
            </p:txBody>
          </p:sp>
        </p:grpSp>
        <p:grpSp>
          <p:nvGrpSpPr>
            <p:cNvPr id="2151" name="Group 2150">
              <a:extLst>
                <a:ext uri="{FF2B5EF4-FFF2-40B4-BE49-F238E27FC236}">
                  <a16:creationId xmlns:a16="http://schemas.microsoft.com/office/drawing/2014/main" id="{E19A2BA0-4627-4BAC-F97B-74885D614AE0}"/>
                </a:ext>
              </a:extLst>
            </p:cNvPr>
            <p:cNvGrpSpPr/>
            <p:nvPr/>
          </p:nvGrpSpPr>
          <p:grpSpPr>
            <a:xfrm>
              <a:off x="-502920" y="256033"/>
              <a:ext cx="4236779" cy="3898259"/>
              <a:chOff x="3774153" y="743908"/>
              <a:chExt cx="4236779" cy="3898259"/>
            </a:xfrm>
          </p:grpSpPr>
          <p:sp>
            <p:nvSpPr>
              <p:cNvPr id="2152" name="rc5">
                <a:extLst>
                  <a:ext uri="{FF2B5EF4-FFF2-40B4-BE49-F238E27FC236}">
                    <a16:creationId xmlns:a16="http://schemas.microsoft.com/office/drawing/2014/main" id="{3AFE3677-DBA4-C1F4-EABC-C044D389410A}"/>
                  </a:ext>
                </a:extLst>
              </p:cNvPr>
              <p:cNvSpPr/>
              <p:nvPr/>
            </p:nvSpPr>
            <p:spPr>
              <a:xfrm>
                <a:off x="4589248" y="1489062"/>
                <a:ext cx="2184706" cy="284626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53" name="pl6">
                <a:extLst>
                  <a:ext uri="{FF2B5EF4-FFF2-40B4-BE49-F238E27FC236}">
                    <a16:creationId xmlns:a16="http://schemas.microsoft.com/office/drawing/2014/main" id="{F0F8089F-24FB-538D-BD81-C4D36355B7CD}"/>
                  </a:ext>
                </a:extLst>
              </p:cNvPr>
              <p:cNvSpPr/>
              <p:nvPr/>
            </p:nvSpPr>
            <p:spPr>
              <a:xfrm>
                <a:off x="4688553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54" name="pl7">
                <a:extLst>
                  <a:ext uri="{FF2B5EF4-FFF2-40B4-BE49-F238E27FC236}">
                    <a16:creationId xmlns:a16="http://schemas.microsoft.com/office/drawing/2014/main" id="{7F2B95F2-A5EE-2673-A024-95CCB1046E4F}"/>
                  </a:ext>
                </a:extLst>
              </p:cNvPr>
              <p:cNvSpPr/>
              <p:nvPr/>
            </p:nvSpPr>
            <p:spPr>
              <a:xfrm>
                <a:off x="5085773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55" name="pl8">
                <a:extLst>
                  <a:ext uri="{FF2B5EF4-FFF2-40B4-BE49-F238E27FC236}">
                    <a16:creationId xmlns:a16="http://schemas.microsoft.com/office/drawing/2014/main" id="{3A29ACD2-55B4-1A13-FA2A-D7D21BCEFDE6}"/>
                  </a:ext>
                </a:extLst>
              </p:cNvPr>
              <p:cNvSpPr/>
              <p:nvPr/>
            </p:nvSpPr>
            <p:spPr>
              <a:xfrm>
                <a:off x="5482992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56" name="pl9">
                <a:extLst>
                  <a:ext uri="{FF2B5EF4-FFF2-40B4-BE49-F238E27FC236}">
                    <a16:creationId xmlns:a16="http://schemas.microsoft.com/office/drawing/2014/main" id="{30030301-FBA4-97E7-3E42-0152A2282B09}"/>
                  </a:ext>
                </a:extLst>
              </p:cNvPr>
              <p:cNvSpPr/>
              <p:nvPr/>
            </p:nvSpPr>
            <p:spPr>
              <a:xfrm>
                <a:off x="5880212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57" name="pl10">
                <a:extLst>
                  <a:ext uri="{FF2B5EF4-FFF2-40B4-BE49-F238E27FC236}">
                    <a16:creationId xmlns:a16="http://schemas.microsoft.com/office/drawing/2014/main" id="{D642EB3C-C39D-30C3-DA5C-BF7B7BE8B29A}"/>
                  </a:ext>
                </a:extLst>
              </p:cNvPr>
              <p:cNvSpPr/>
              <p:nvPr/>
            </p:nvSpPr>
            <p:spPr>
              <a:xfrm>
                <a:off x="6277431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58" name="pl11">
                <a:extLst>
                  <a:ext uri="{FF2B5EF4-FFF2-40B4-BE49-F238E27FC236}">
                    <a16:creationId xmlns:a16="http://schemas.microsoft.com/office/drawing/2014/main" id="{02F62E86-41D8-AED4-63AE-FAB8FF775A80}"/>
                  </a:ext>
                </a:extLst>
              </p:cNvPr>
              <p:cNvSpPr/>
              <p:nvPr/>
            </p:nvSpPr>
            <p:spPr>
              <a:xfrm>
                <a:off x="6674650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59" name="pl12">
                <a:extLst>
                  <a:ext uri="{FF2B5EF4-FFF2-40B4-BE49-F238E27FC236}">
                    <a16:creationId xmlns:a16="http://schemas.microsoft.com/office/drawing/2014/main" id="{1C0FD9EC-8461-161B-35CA-BBF32090E833}"/>
                  </a:ext>
                </a:extLst>
              </p:cNvPr>
              <p:cNvSpPr/>
              <p:nvPr/>
            </p:nvSpPr>
            <p:spPr>
              <a:xfrm>
                <a:off x="4589248" y="4205947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0" name="pl13">
                <a:extLst>
                  <a:ext uri="{FF2B5EF4-FFF2-40B4-BE49-F238E27FC236}">
                    <a16:creationId xmlns:a16="http://schemas.microsoft.com/office/drawing/2014/main" id="{87FB8832-25C8-0497-222F-E24E49DEAAE4}"/>
                  </a:ext>
                </a:extLst>
              </p:cNvPr>
              <p:cNvSpPr/>
              <p:nvPr/>
            </p:nvSpPr>
            <p:spPr>
              <a:xfrm>
                <a:off x="4589248" y="3836303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1" name="pl14">
                <a:extLst>
                  <a:ext uri="{FF2B5EF4-FFF2-40B4-BE49-F238E27FC236}">
                    <a16:creationId xmlns:a16="http://schemas.microsoft.com/office/drawing/2014/main" id="{88EBAC5E-1F1A-184B-735D-8EB5BB687E55}"/>
                  </a:ext>
                </a:extLst>
              </p:cNvPr>
              <p:cNvSpPr/>
              <p:nvPr/>
            </p:nvSpPr>
            <p:spPr>
              <a:xfrm>
                <a:off x="4589248" y="3466658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2" name="pl15">
                <a:extLst>
                  <a:ext uri="{FF2B5EF4-FFF2-40B4-BE49-F238E27FC236}">
                    <a16:creationId xmlns:a16="http://schemas.microsoft.com/office/drawing/2014/main" id="{8239B7E9-E776-412E-06F2-27E76ACA94BF}"/>
                  </a:ext>
                </a:extLst>
              </p:cNvPr>
              <p:cNvSpPr/>
              <p:nvPr/>
            </p:nvSpPr>
            <p:spPr>
              <a:xfrm>
                <a:off x="4589248" y="3097014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3" name="pl16">
                <a:extLst>
                  <a:ext uri="{FF2B5EF4-FFF2-40B4-BE49-F238E27FC236}">
                    <a16:creationId xmlns:a16="http://schemas.microsoft.com/office/drawing/2014/main" id="{0BA5F6A4-32B5-B5A2-D8B8-2866D738A75A}"/>
                  </a:ext>
                </a:extLst>
              </p:cNvPr>
              <p:cNvSpPr/>
              <p:nvPr/>
            </p:nvSpPr>
            <p:spPr>
              <a:xfrm>
                <a:off x="4589248" y="2727370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4" name="pl17">
                <a:extLst>
                  <a:ext uri="{FF2B5EF4-FFF2-40B4-BE49-F238E27FC236}">
                    <a16:creationId xmlns:a16="http://schemas.microsoft.com/office/drawing/2014/main" id="{4693093E-B47F-6FA2-6D98-6A467A269C9D}"/>
                  </a:ext>
                </a:extLst>
              </p:cNvPr>
              <p:cNvSpPr/>
              <p:nvPr/>
            </p:nvSpPr>
            <p:spPr>
              <a:xfrm>
                <a:off x="4589248" y="235772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5" name="pl18">
                <a:extLst>
                  <a:ext uri="{FF2B5EF4-FFF2-40B4-BE49-F238E27FC236}">
                    <a16:creationId xmlns:a16="http://schemas.microsoft.com/office/drawing/2014/main" id="{04A5403E-393B-2CEB-3194-905727B10788}"/>
                  </a:ext>
                </a:extLst>
              </p:cNvPr>
              <p:cNvSpPr/>
              <p:nvPr/>
            </p:nvSpPr>
            <p:spPr>
              <a:xfrm>
                <a:off x="4589248" y="1988081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6" name="pl19">
                <a:extLst>
                  <a:ext uri="{FF2B5EF4-FFF2-40B4-BE49-F238E27FC236}">
                    <a16:creationId xmlns:a16="http://schemas.microsoft.com/office/drawing/2014/main" id="{F96EBF81-A585-5386-3E0E-183359F71EC8}"/>
                  </a:ext>
                </a:extLst>
              </p:cNvPr>
              <p:cNvSpPr/>
              <p:nvPr/>
            </p:nvSpPr>
            <p:spPr>
              <a:xfrm>
                <a:off x="4589248" y="1618437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7" name="ph20">
                <a:extLst>
                  <a:ext uri="{FF2B5EF4-FFF2-40B4-BE49-F238E27FC236}">
                    <a16:creationId xmlns:a16="http://schemas.microsoft.com/office/drawing/2014/main" id="{75114221-8305-9EFE-5919-7B8777A56B8C}"/>
                  </a:ext>
                </a:extLst>
              </p:cNvPr>
              <p:cNvSpPr/>
              <p:nvPr/>
            </p:nvSpPr>
            <p:spPr>
              <a:xfrm>
                <a:off x="5560399" y="1882423"/>
                <a:ext cx="930827" cy="1243975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75">
                    <a:moveTo>
                      <a:pt x="914400" y="914400"/>
                    </a:moveTo>
                    <a:lnTo>
                      <a:pt x="904741" y="940462"/>
                    </a:lnTo>
                    <a:lnTo>
                      <a:pt x="891435" y="944866"/>
                    </a:lnTo>
                    <a:lnTo>
                      <a:pt x="878673" y="953548"/>
                    </a:lnTo>
                    <a:lnTo>
                      <a:pt x="874115" y="1036014"/>
                    </a:lnTo>
                    <a:lnTo>
                      <a:pt x="897351" y="1067347"/>
                    </a:lnTo>
                    <a:lnTo>
                      <a:pt x="884589" y="1071733"/>
                    </a:lnTo>
                    <a:lnTo>
                      <a:pt x="872913" y="1081118"/>
                    </a:lnTo>
                    <a:lnTo>
                      <a:pt x="864573" y="1094998"/>
                    </a:lnTo>
                    <a:lnTo>
                      <a:pt x="856039" y="1124869"/>
                    </a:lnTo>
                    <a:lnTo>
                      <a:pt x="823978" y="1141799"/>
                    </a:lnTo>
                    <a:lnTo>
                      <a:pt x="811836" y="1154325"/>
                    </a:lnTo>
                    <a:lnTo>
                      <a:pt x="793934" y="1182193"/>
                    </a:lnTo>
                    <a:lnTo>
                      <a:pt x="784605" y="1222641"/>
                    </a:lnTo>
                    <a:lnTo>
                      <a:pt x="766470" y="1239896"/>
                    </a:lnTo>
                    <a:lnTo>
                      <a:pt x="746105" y="1243975"/>
                    </a:lnTo>
                    <a:lnTo>
                      <a:pt x="758053" y="1210837"/>
                    </a:lnTo>
                    <a:lnTo>
                      <a:pt x="773705" y="1183835"/>
                    </a:lnTo>
                    <a:lnTo>
                      <a:pt x="758654" y="1165317"/>
                    </a:lnTo>
                    <a:lnTo>
                      <a:pt x="749596" y="1136330"/>
                    </a:lnTo>
                    <a:lnTo>
                      <a:pt x="737901" y="1114094"/>
                    </a:lnTo>
                    <a:lnTo>
                      <a:pt x="747210" y="1089259"/>
                    </a:lnTo>
                    <a:lnTo>
                      <a:pt x="742633" y="1048558"/>
                    </a:lnTo>
                    <a:lnTo>
                      <a:pt x="744146" y="1008832"/>
                    </a:lnTo>
                    <a:lnTo>
                      <a:pt x="757723" y="988780"/>
                    </a:lnTo>
                    <a:lnTo>
                      <a:pt x="773278" y="972427"/>
                    </a:lnTo>
                    <a:lnTo>
                      <a:pt x="797503" y="934831"/>
                    </a:lnTo>
                    <a:lnTo>
                      <a:pt x="823764" y="907577"/>
                    </a:lnTo>
                    <a:lnTo>
                      <a:pt x="860402" y="895322"/>
                    </a:lnTo>
                    <a:lnTo>
                      <a:pt x="876947" y="906620"/>
                    </a:lnTo>
                    <a:lnTo>
                      <a:pt x="884084" y="881839"/>
                    </a:lnTo>
                    <a:lnTo>
                      <a:pt x="895896" y="876190"/>
                    </a:lnTo>
                    <a:lnTo>
                      <a:pt x="906990" y="881911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8" name="ph21">
                <a:extLst>
                  <a:ext uri="{FF2B5EF4-FFF2-40B4-BE49-F238E27FC236}">
                    <a16:creationId xmlns:a16="http://schemas.microsoft.com/office/drawing/2014/main" id="{589A32DC-0BBA-5829-8296-58F586215E20}"/>
                  </a:ext>
                </a:extLst>
              </p:cNvPr>
              <p:cNvSpPr/>
              <p:nvPr/>
            </p:nvSpPr>
            <p:spPr>
              <a:xfrm>
                <a:off x="5060578" y="2463475"/>
                <a:ext cx="104161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4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29" y="888264"/>
                    </a:lnTo>
                    <a:lnTo>
                      <a:pt x="897913" y="824407"/>
                    </a:lnTo>
                    <a:lnTo>
                      <a:pt x="901521" y="792857"/>
                    </a:lnTo>
                    <a:lnTo>
                      <a:pt x="944831" y="679058"/>
                    </a:lnTo>
                    <a:lnTo>
                      <a:pt x="964168" y="669763"/>
                    </a:lnTo>
                    <a:lnTo>
                      <a:pt x="991361" y="600021"/>
                    </a:lnTo>
                    <a:lnTo>
                      <a:pt x="998692" y="568995"/>
                    </a:lnTo>
                    <a:lnTo>
                      <a:pt x="1010485" y="541055"/>
                    </a:lnTo>
                    <a:lnTo>
                      <a:pt x="1017448" y="516075"/>
                    </a:lnTo>
                    <a:lnTo>
                      <a:pt x="1023286" y="505986"/>
                    </a:lnTo>
                    <a:lnTo>
                      <a:pt x="1035970" y="510715"/>
                    </a:lnTo>
                    <a:lnTo>
                      <a:pt x="1041614" y="515317"/>
                    </a:lnTo>
                    <a:lnTo>
                      <a:pt x="1028251" y="529865"/>
                    </a:lnTo>
                    <a:lnTo>
                      <a:pt x="1029803" y="548798"/>
                    </a:lnTo>
                    <a:lnTo>
                      <a:pt x="1028872" y="556650"/>
                    </a:lnTo>
                    <a:lnTo>
                      <a:pt x="995143" y="639007"/>
                    </a:lnTo>
                    <a:lnTo>
                      <a:pt x="986124" y="692487"/>
                    </a:lnTo>
                    <a:lnTo>
                      <a:pt x="974157" y="705536"/>
                    </a:lnTo>
                    <a:lnTo>
                      <a:pt x="924602" y="89579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69" name="ph22">
                <a:extLst>
                  <a:ext uri="{FF2B5EF4-FFF2-40B4-BE49-F238E27FC236}">
                    <a16:creationId xmlns:a16="http://schemas.microsoft.com/office/drawing/2014/main" id="{C15DB55F-BCBE-90E6-EF3B-A53B02948587}"/>
                  </a:ext>
                </a:extLst>
              </p:cNvPr>
              <p:cNvSpPr/>
              <p:nvPr/>
            </p:nvSpPr>
            <p:spPr>
              <a:xfrm>
                <a:off x="4066249" y="1476771"/>
                <a:ext cx="2407890" cy="2231492"/>
              </a:xfrm>
              <a:custGeom>
                <a:avLst/>
                <a:gdLst/>
                <a:ahLst/>
                <a:cxnLst/>
                <a:rect l="0" t="0" r="0" b="0"/>
                <a:pathLst>
                  <a:path w="2407890" h="2231492">
                    <a:moveTo>
                      <a:pt x="914400" y="914400"/>
                    </a:moveTo>
                    <a:lnTo>
                      <a:pt x="928869" y="920500"/>
                    </a:lnTo>
                    <a:lnTo>
                      <a:pt x="948574" y="908281"/>
                    </a:lnTo>
                    <a:lnTo>
                      <a:pt x="962365" y="874060"/>
                    </a:lnTo>
                    <a:lnTo>
                      <a:pt x="970239" y="822710"/>
                    </a:lnTo>
                    <a:lnTo>
                      <a:pt x="979433" y="773798"/>
                    </a:lnTo>
                    <a:lnTo>
                      <a:pt x="968552" y="721473"/>
                    </a:lnTo>
                    <a:lnTo>
                      <a:pt x="956934" y="675521"/>
                    </a:lnTo>
                    <a:lnTo>
                      <a:pt x="956119" y="662020"/>
                    </a:lnTo>
                    <a:lnTo>
                      <a:pt x="986609" y="623251"/>
                    </a:lnTo>
                    <a:lnTo>
                      <a:pt x="995938" y="591719"/>
                    </a:lnTo>
                    <a:lnTo>
                      <a:pt x="1006043" y="561703"/>
                    </a:lnTo>
                    <a:lnTo>
                      <a:pt x="1017196" y="551488"/>
                    </a:lnTo>
                    <a:lnTo>
                      <a:pt x="1033798" y="549159"/>
                    </a:lnTo>
                    <a:lnTo>
                      <a:pt x="1053135" y="543510"/>
                    </a:lnTo>
                    <a:lnTo>
                      <a:pt x="1077515" y="523421"/>
                    </a:lnTo>
                    <a:lnTo>
                      <a:pt x="1099374" y="496510"/>
                    </a:lnTo>
                    <a:lnTo>
                      <a:pt x="1116074" y="471837"/>
                    </a:lnTo>
                    <a:lnTo>
                      <a:pt x="1121737" y="423015"/>
                    </a:lnTo>
                    <a:lnTo>
                      <a:pt x="1121970" y="398486"/>
                    </a:lnTo>
                    <a:lnTo>
                      <a:pt x="1129321" y="380274"/>
                    </a:lnTo>
                    <a:lnTo>
                      <a:pt x="1136439" y="344700"/>
                    </a:lnTo>
                    <a:lnTo>
                      <a:pt x="1129515" y="309612"/>
                    </a:lnTo>
                    <a:lnTo>
                      <a:pt x="1107966" y="256386"/>
                    </a:lnTo>
                    <a:lnTo>
                      <a:pt x="1082015" y="181536"/>
                    </a:lnTo>
                    <a:lnTo>
                      <a:pt x="1078041" y="141666"/>
                    </a:lnTo>
                    <a:lnTo>
                      <a:pt x="2054379" y="141666"/>
                    </a:lnTo>
                    <a:lnTo>
                      <a:pt x="2054854" y="146900"/>
                    </a:lnTo>
                    <a:lnTo>
                      <a:pt x="2052875" y="159463"/>
                    </a:lnTo>
                    <a:lnTo>
                      <a:pt x="2067965" y="211101"/>
                    </a:lnTo>
                    <a:lnTo>
                      <a:pt x="2064454" y="229204"/>
                    </a:lnTo>
                    <a:lnTo>
                      <a:pt x="2062418" y="252271"/>
                    </a:lnTo>
                    <a:lnTo>
                      <a:pt x="2084044" y="274435"/>
                    </a:lnTo>
                    <a:lnTo>
                      <a:pt x="2103342" y="274074"/>
                    </a:lnTo>
                    <a:lnTo>
                      <a:pt x="2122893" y="273731"/>
                    </a:lnTo>
                    <a:lnTo>
                      <a:pt x="2130360" y="279290"/>
                    </a:lnTo>
                    <a:lnTo>
                      <a:pt x="2137847" y="294975"/>
                    </a:lnTo>
                    <a:lnTo>
                      <a:pt x="2143879" y="313493"/>
                    </a:lnTo>
                    <a:lnTo>
                      <a:pt x="2159977" y="311959"/>
                    </a:lnTo>
                    <a:lnTo>
                      <a:pt x="2185676" y="296888"/>
                    </a:lnTo>
                    <a:lnTo>
                      <a:pt x="2202395" y="293296"/>
                    </a:lnTo>
                    <a:lnTo>
                      <a:pt x="2213431" y="322265"/>
                    </a:lnTo>
                    <a:lnTo>
                      <a:pt x="2243455" y="360529"/>
                    </a:lnTo>
                    <a:lnTo>
                      <a:pt x="2260931" y="377675"/>
                    </a:lnTo>
                    <a:lnTo>
                      <a:pt x="2290625" y="386700"/>
                    </a:lnTo>
                    <a:lnTo>
                      <a:pt x="2321910" y="417582"/>
                    </a:lnTo>
                    <a:lnTo>
                      <a:pt x="2317527" y="454799"/>
                    </a:lnTo>
                    <a:lnTo>
                      <a:pt x="2330580" y="467235"/>
                    </a:lnTo>
                    <a:lnTo>
                      <a:pt x="2367489" y="481927"/>
                    </a:lnTo>
                    <a:lnTo>
                      <a:pt x="2380543" y="501744"/>
                    </a:lnTo>
                    <a:lnTo>
                      <a:pt x="2386807" y="518638"/>
                    </a:lnTo>
                    <a:lnTo>
                      <a:pt x="2396524" y="532644"/>
                    </a:lnTo>
                    <a:lnTo>
                      <a:pt x="2407890" y="574969"/>
                    </a:lnTo>
                    <a:lnTo>
                      <a:pt x="2403933" y="601050"/>
                    </a:lnTo>
                    <a:lnTo>
                      <a:pt x="2389057" y="610021"/>
                    </a:lnTo>
                    <a:lnTo>
                      <a:pt x="2353932" y="637960"/>
                    </a:lnTo>
                    <a:lnTo>
                      <a:pt x="2338280" y="658825"/>
                    </a:lnTo>
                    <a:lnTo>
                      <a:pt x="2326002" y="671820"/>
                    </a:lnTo>
                    <a:lnTo>
                      <a:pt x="2291110" y="699688"/>
                    </a:lnTo>
                    <a:lnTo>
                      <a:pt x="2278328" y="704688"/>
                    </a:lnTo>
                    <a:lnTo>
                      <a:pt x="2266090" y="719181"/>
                    </a:lnTo>
                    <a:lnTo>
                      <a:pt x="2254259" y="725516"/>
                    </a:lnTo>
                    <a:lnTo>
                      <a:pt x="2243669" y="721870"/>
                    </a:lnTo>
                    <a:lnTo>
                      <a:pt x="2204082" y="748114"/>
                    </a:lnTo>
                    <a:lnTo>
                      <a:pt x="2207166" y="759322"/>
                    </a:lnTo>
                    <a:lnTo>
                      <a:pt x="2237520" y="764069"/>
                    </a:lnTo>
                    <a:lnTo>
                      <a:pt x="2252998" y="758438"/>
                    </a:lnTo>
                    <a:lnTo>
                      <a:pt x="2264907" y="745244"/>
                    </a:lnTo>
                    <a:lnTo>
                      <a:pt x="2277921" y="742212"/>
                    </a:lnTo>
                    <a:lnTo>
                      <a:pt x="2289791" y="744702"/>
                    </a:lnTo>
                    <a:lnTo>
                      <a:pt x="2302379" y="734306"/>
                    </a:lnTo>
                    <a:lnTo>
                      <a:pt x="2312251" y="730155"/>
                    </a:lnTo>
                    <a:lnTo>
                      <a:pt x="2322453" y="735136"/>
                    </a:lnTo>
                    <a:lnTo>
                      <a:pt x="2333838" y="760062"/>
                    </a:lnTo>
                    <a:lnTo>
                      <a:pt x="2310215" y="773039"/>
                    </a:lnTo>
                    <a:lnTo>
                      <a:pt x="2293457" y="773635"/>
                    </a:lnTo>
                    <a:lnTo>
                      <a:pt x="2285272" y="814516"/>
                    </a:lnTo>
                    <a:lnTo>
                      <a:pt x="2275128" y="832078"/>
                    </a:lnTo>
                    <a:lnTo>
                      <a:pt x="2267855" y="840525"/>
                    </a:lnTo>
                    <a:lnTo>
                      <a:pt x="2230674" y="857924"/>
                    </a:lnTo>
                    <a:lnTo>
                      <a:pt x="2206138" y="879980"/>
                    </a:lnTo>
                    <a:lnTo>
                      <a:pt x="2177220" y="897740"/>
                    </a:lnTo>
                    <a:lnTo>
                      <a:pt x="2164593" y="893878"/>
                    </a:lnTo>
                    <a:lnTo>
                      <a:pt x="2145566" y="911927"/>
                    </a:lnTo>
                    <a:lnTo>
                      <a:pt x="2103284" y="933297"/>
                    </a:lnTo>
                    <a:lnTo>
                      <a:pt x="2081619" y="962085"/>
                    </a:lnTo>
                    <a:lnTo>
                      <a:pt x="2032995" y="987841"/>
                    </a:lnTo>
                    <a:lnTo>
                      <a:pt x="2008227" y="1008796"/>
                    </a:lnTo>
                    <a:lnTo>
                      <a:pt x="1940944" y="1009897"/>
                    </a:lnTo>
                    <a:lnTo>
                      <a:pt x="1876687" y="1005294"/>
                    </a:lnTo>
                    <a:lnTo>
                      <a:pt x="1856515" y="1015258"/>
                    </a:lnTo>
                    <a:lnTo>
                      <a:pt x="1877133" y="1018344"/>
                    </a:lnTo>
                    <a:lnTo>
                      <a:pt x="1891583" y="1028126"/>
                    </a:lnTo>
                    <a:lnTo>
                      <a:pt x="1908903" y="1024047"/>
                    </a:lnTo>
                    <a:lnTo>
                      <a:pt x="1949614" y="1028939"/>
                    </a:lnTo>
                    <a:lnTo>
                      <a:pt x="1970561" y="1034263"/>
                    </a:lnTo>
                    <a:lnTo>
                      <a:pt x="1997443" y="1068520"/>
                    </a:lnTo>
                    <a:lnTo>
                      <a:pt x="1977679" y="1080703"/>
                    </a:lnTo>
                    <a:lnTo>
                      <a:pt x="1943446" y="1090053"/>
                    </a:lnTo>
                    <a:lnTo>
                      <a:pt x="1956286" y="1138641"/>
                    </a:lnTo>
                    <a:lnTo>
                      <a:pt x="1966876" y="1171400"/>
                    </a:lnTo>
                    <a:lnTo>
                      <a:pt x="1953008" y="1191163"/>
                    </a:lnTo>
                    <a:lnTo>
                      <a:pt x="1951980" y="1281084"/>
                    </a:lnTo>
                    <a:lnTo>
                      <a:pt x="1932526" y="1282798"/>
                    </a:lnTo>
                    <a:lnTo>
                      <a:pt x="1924264" y="1319997"/>
                    </a:lnTo>
                    <a:lnTo>
                      <a:pt x="1930393" y="1338967"/>
                    </a:lnTo>
                    <a:lnTo>
                      <a:pt x="1929908" y="1383025"/>
                    </a:lnTo>
                    <a:lnTo>
                      <a:pt x="1933962" y="1410170"/>
                    </a:lnTo>
                    <a:lnTo>
                      <a:pt x="1943504" y="1435168"/>
                    </a:lnTo>
                    <a:lnTo>
                      <a:pt x="1939257" y="1461231"/>
                    </a:lnTo>
                    <a:lnTo>
                      <a:pt x="1908495" y="1522237"/>
                    </a:lnTo>
                    <a:lnTo>
                      <a:pt x="1909194" y="1550863"/>
                    </a:lnTo>
                    <a:lnTo>
                      <a:pt x="1914721" y="1567865"/>
                    </a:lnTo>
                    <a:lnTo>
                      <a:pt x="1918814" y="1595047"/>
                    </a:lnTo>
                    <a:lnTo>
                      <a:pt x="1904830" y="1647299"/>
                    </a:lnTo>
                    <a:lnTo>
                      <a:pt x="1894957" y="1690959"/>
                    </a:lnTo>
                    <a:lnTo>
                      <a:pt x="1883223" y="1727707"/>
                    </a:lnTo>
                    <a:lnTo>
                      <a:pt x="1856962" y="1771801"/>
                    </a:lnTo>
                    <a:lnTo>
                      <a:pt x="1843889" y="1804758"/>
                    </a:lnTo>
                    <a:lnTo>
                      <a:pt x="1813302" y="1907602"/>
                    </a:lnTo>
                    <a:lnTo>
                      <a:pt x="1798135" y="1928015"/>
                    </a:lnTo>
                    <a:lnTo>
                      <a:pt x="1779535" y="1943700"/>
                    </a:lnTo>
                    <a:lnTo>
                      <a:pt x="1758801" y="1929188"/>
                    </a:lnTo>
                    <a:lnTo>
                      <a:pt x="1739794" y="1921283"/>
                    </a:lnTo>
                    <a:lnTo>
                      <a:pt x="1716577" y="1922240"/>
                    </a:lnTo>
                    <a:lnTo>
                      <a:pt x="1680211" y="1934134"/>
                    </a:lnTo>
                    <a:lnTo>
                      <a:pt x="1625515" y="1926228"/>
                    </a:lnTo>
                    <a:lnTo>
                      <a:pt x="1572061" y="1930037"/>
                    </a:lnTo>
                    <a:lnTo>
                      <a:pt x="1558543" y="1940307"/>
                    </a:lnTo>
                    <a:lnTo>
                      <a:pt x="1566650" y="1977632"/>
                    </a:lnTo>
                    <a:lnTo>
                      <a:pt x="1546944" y="1982523"/>
                    </a:lnTo>
                    <a:lnTo>
                      <a:pt x="1527685" y="1971911"/>
                    </a:lnTo>
                    <a:lnTo>
                      <a:pt x="1510733" y="1984581"/>
                    </a:lnTo>
                    <a:lnTo>
                      <a:pt x="1496574" y="1998479"/>
                    </a:lnTo>
                    <a:lnTo>
                      <a:pt x="1468761" y="2031454"/>
                    </a:lnTo>
                    <a:lnTo>
                      <a:pt x="1459451" y="2051759"/>
                    </a:lnTo>
                    <a:lnTo>
                      <a:pt x="1457046" y="2090005"/>
                    </a:lnTo>
                    <a:lnTo>
                      <a:pt x="1471651" y="2124299"/>
                    </a:lnTo>
                    <a:lnTo>
                      <a:pt x="1484607" y="2164458"/>
                    </a:lnTo>
                    <a:lnTo>
                      <a:pt x="1451247" y="2212919"/>
                    </a:lnTo>
                    <a:lnTo>
                      <a:pt x="1432627" y="2214562"/>
                    </a:lnTo>
                    <a:lnTo>
                      <a:pt x="1378281" y="2201115"/>
                    </a:lnTo>
                    <a:lnTo>
                      <a:pt x="1281963" y="2231492"/>
                    </a:lnTo>
                    <a:lnTo>
                      <a:pt x="1195459" y="2207468"/>
                    </a:lnTo>
                    <a:lnTo>
                      <a:pt x="1206340" y="2181514"/>
                    </a:lnTo>
                    <a:lnTo>
                      <a:pt x="1205972" y="2162436"/>
                    </a:lnTo>
                    <a:lnTo>
                      <a:pt x="1210859" y="2133088"/>
                    </a:lnTo>
                    <a:lnTo>
                      <a:pt x="1213769" y="2103073"/>
                    </a:lnTo>
                    <a:lnTo>
                      <a:pt x="1212954" y="2082984"/>
                    </a:lnTo>
                    <a:lnTo>
                      <a:pt x="1206612" y="2061578"/>
                    </a:lnTo>
                    <a:lnTo>
                      <a:pt x="1185277" y="2033566"/>
                    </a:lnTo>
                    <a:lnTo>
                      <a:pt x="1137215" y="1939025"/>
                    </a:lnTo>
                    <a:lnTo>
                      <a:pt x="1122998" y="1899119"/>
                    </a:lnTo>
                    <a:lnTo>
                      <a:pt x="1113106" y="1882496"/>
                    </a:lnTo>
                    <a:lnTo>
                      <a:pt x="1120224" y="1881593"/>
                    </a:lnTo>
                    <a:lnTo>
                      <a:pt x="1159810" y="1903017"/>
                    </a:lnTo>
                    <a:lnTo>
                      <a:pt x="1169043" y="1900382"/>
                    </a:lnTo>
                    <a:lnTo>
                      <a:pt x="1178740" y="1892332"/>
                    </a:lnTo>
                    <a:lnTo>
                      <a:pt x="1166929" y="1861667"/>
                    </a:lnTo>
                    <a:lnTo>
                      <a:pt x="1156785" y="1847787"/>
                    </a:lnTo>
                    <a:lnTo>
                      <a:pt x="1149899" y="1827031"/>
                    </a:lnTo>
                    <a:lnTo>
                      <a:pt x="1173077" y="1821418"/>
                    </a:lnTo>
                    <a:lnTo>
                      <a:pt x="1189815" y="1822663"/>
                    </a:lnTo>
                    <a:lnTo>
                      <a:pt x="1202151" y="1799308"/>
                    </a:lnTo>
                    <a:lnTo>
                      <a:pt x="1195033" y="1761549"/>
                    </a:lnTo>
                    <a:lnTo>
                      <a:pt x="1177053" y="1749925"/>
                    </a:lnTo>
                    <a:lnTo>
                      <a:pt x="1162041" y="1744872"/>
                    </a:lnTo>
                    <a:lnTo>
                      <a:pt x="1133258" y="1685563"/>
                    </a:lnTo>
                    <a:lnTo>
                      <a:pt x="1103234" y="1654843"/>
                    </a:lnTo>
                    <a:lnTo>
                      <a:pt x="1049683" y="1536351"/>
                    </a:lnTo>
                    <a:lnTo>
                      <a:pt x="1030094" y="1455022"/>
                    </a:lnTo>
                    <a:lnTo>
                      <a:pt x="1011881" y="1462747"/>
                    </a:lnTo>
                    <a:lnTo>
                      <a:pt x="1003037" y="1427317"/>
                    </a:lnTo>
                    <a:lnTo>
                      <a:pt x="996695" y="1393764"/>
                    </a:lnTo>
                    <a:lnTo>
                      <a:pt x="995434" y="1369091"/>
                    </a:lnTo>
                    <a:lnTo>
                      <a:pt x="966884" y="1354958"/>
                    </a:lnTo>
                    <a:lnTo>
                      <a:pt x="965720" y="1337667"/>
                    </a:lnTo>
                    <a:lnTo>
                      <a:pt x="960580" y="1260508"/>
                    </a:lnTo>
                    <a:lnTo>
                      <a:pt x="929955" y="1250148"/>
                    </a:lnTo>
                    <a:lnTo>
                      <a:pt x="910152" y="1206848"/>
                    </a:lnTo>
                    <a:lnTo>
                      <a:pt x="906622" y="1124923"/>
                    </a:lnTo>
                    <a:lnTo>
                      <a:pt x="886451" y="1110015"/>
                    </a:lnTo>
                    <a:lnTo>
                      <a:pt x="870217" y="1114148"/>
                    </a:lnTo>
                    <a:lnTo>
                      <a:pt x="870973" y="1093843"/>
                    </a:lnTo>
                    <a:lnTo>
                      <a:pt x="874852" y="1074783"/>
                    </a:lnTo>
                    <a:lnTo>
                      <a:pt x="865368" y="999266"/>
                    </a:lnTo>
                    <a:lnTo>
                      <a:pt x="862206" y="930337"/>
                    </a:lnTo>
                    <a:lnTo>
                      <a:pt x="854506" y="909526"/>
                    </a:lnTo>
                    <a:lnTo>
                      <a:pt x="850142" y="885160"/>
                    </a:lnTo>
                    <a:lnTo>
                      <a:pt x="854060" y="864115"/>
                    </a:lnTo>
                    <a:lnTo>
                      <a:pt x="859801" y="852022"/>
                    </a:lnTo>
                    <a:lnTo>
                      <a:pt x="879565" y="848845"/>
                    </a:lnTo>
                    <a:lnTo>
                      <a:pt x="898030" y="8674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0" name="ph23">
                <a:extLst>
                  <a:ext uri="{FF2B5EF4-FFF2-40B4-BE49-F238E27FC236}">
                    <a16:creationId xmlns:a16="http://schemas.microsoft.com/office/drawing/2014/main" id="{5C8FFE47-1AEF-2366-25CE-8485310F7732}"/>
                  </a:ext>
                </a:extLst>
              </p:cNvPr>
              <p:cNvSpPr/>
              <p:nvPr/>
            </p:nvSpPr>
            <p:spPr>
              <a:xfrm>
                <a:off x="5589124" y="1864626"/>
                <a:ext cx="95274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4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3" y="895629"/>
                    </a:lnTo>
                    <a:lnTo>
                      <a:pt x="913701" y="869638"/>
                    </a:lnTo>
                    <a:lnTo>
                      <a:pt x="942756" y="871046"/>
                    </a:lnTo>
                    <a:lnTo>
                      <a:pt x="952744" y="876460"/>
                    </a:lnTo>
                    <a:lnTo>
                      <a:pt x="917968" y="8913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1" name="ph24">
                <a:extLst>
                  <a:ext uri="{FF2B5EF4-FFF2-40B4-BE49-F238E27FC236}">
                    <a16:creationId xmlns:a16="http://schemas.microsoft.com/office/drawing/2014/main" id="{1DF15BF0-29EE-9BB9-2CF7-29154C84FEF9}"/>
                  </a:ext>
                </a:extLst>
              </p:cNvPr>
              <p:cNvSpPr/>
              <p:nvPr/>
            </p:nvSpPr>
            <p:spPr>
              <a:xfrm>
                <a:off x="5436889" y="1436088"/>
                <a:ext cx="93697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6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1" y="888698"/>
                    </a:lnTo>
                    <a:lnTo>
                      <a:pt x="932883" y="881767"/>
                    </a:lnTo>
                    <a:lnTo>
                      <a:pt x="936976" y="882976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2" name="ph25">
                <a:extLst>
                  <a:ext uri="{FF2B5EF4-FFF2-40B4-BE49-F238E27FC236}">
                    <a16:creationId xmlns:a16="http://schemas.microsoft.com/office/drawing/2014/main" id="{39DA04DF-4051-CD20-833F-42F3C15E8598}"/>
                  </a:ext>
                </a:extLst>
              </p:cNvPr>
              <p:cNvSpPr/>
              <p:nvPr/>
            </p:nvSpPr>
            <p:spPr>
              <a:xfrm>
                <a:off x="5476301" y="1281697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5" y="899401"/>
                    </a:lnTo>
                    <a:lnTo>
                      <a:pt x="911393" y="896459"/>
                    </a:lnTo>
                    <a:lnTo>
                      <a:pt x="914807" y="881659"/>
                    </a:lnTo>
                    <a:lnTo>
                      <a:pt x="924446" y="873536"/>
                    </a:lnTo>
                    <a:lnTo>
                      <a:pt x="939846" y="878410"/>
                    </a:lnTo>
                    <a:lnTo>
                      <a:pt x="939749" y="882110"/>
                    </a:lnTo>
                    <a:lnTo>
                      <a:pt x="925028" y="894094"/>
                    </a:lnTo>
                    <a:lnTo>
                      <a:pt x="919384" y="9021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3" name="ph26">
                <a:extLst>
                  <a:ext uri="{FF2B5EF4-FFF2-40B4-BE49-F238E27FC236}">
                    <a16:creationId xmlns:a16="http://schemas.microsoft.com/office/drawing/2014/main" id="{85150CBA-6F09-11C7-0BB3-612C54F04EFB}"/>
                  </a:ext>
                </a:extLst>
              </p:cNvPr>
              <p:cNvSpPr/>
              <p:nvPr/>
            </p:nvSpPr>
            <p:spPr>
              <a:xfrm>
                <a:off x="5745219" y="3131127"/>
                <a:ext cx="929431" cy="915704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4">
                    <a:moveTo>
                      <a:pt x="914400" y="914400"/>
                    </a:moveTo>
                    <a:lnTo>
                      <a:pt x="858773" y="909562"/>
                    </a:lnTo>
                    <a:lnTo>
                      <a:pt x="850860" y="905086"/>
                    </a:lnTo>
                    <a:lnTo>
                      <a:pt x="881466" y="873428"/>
                    </a:lnTo>
                    <a:lnTo>
                      <a:pt x="901405" y="840525"/>
                    </a:lnTo>
                    <a:lnTo>
                      <a:pt x="918337" y="797586"/>
                    </a:lnTo>
                    <a:lnTo>
                      <a:pt x="920141" y="767841"/>
                    </a:lnTo>
                    <a:lnTo>
                      <a:pt x="924369" y="734306"/>
                    </a:lnTo>
                    <a:lnTo>
                      <a:pt x="929431" y="731807"/>
                    </a:lnTo>
                    <a:lnTo>
                      <a:pt x="929431" y="915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4" name="ph27">
                <a:extLst>
                  <a:ext uri="{FF2B5EF4-FFF2-40B4-BE49-F238E27FC236}">
                    <a16:creationId xmlns:a16="http://schemas.microsoft.com/office/drawing/2014/main" id="{4897B68B-4A96-7349-ACF4-07C3016612B9}"/>
                  </a:ext>
                </a:extLst>
              </p:cNvPr>
              <p:cNvSpPr/>
              <p:nvPr/>
            </p:nvSpPr>
            <p:spPr>
              <a:xfrm>
                <a:off x="4710742" y="3284778"/>
                <a:ext cx="1963908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908" h="921168">
                    <a:moveTo>
                      <a:pt x="914399" y="914400"/>
                    </a:moveTo>
                    <a:lnTo>
                      <a:pt x="1028135" y="869457"/>
                    </a:lnTo>
                    <a:lnTo>
                      <a:pt x="1149608" y="827295"/>
                    </a:lnTo>
                    <a:lnTo>
                      <a:pt x="1177965" y="822710"/>
                    </a:lnTo>
                    <a:lnTo>
                      <a:pt x="1206476" y="813830"/>
                    </a:lnTo>
                    <a:lnTo>
                      <a:pt x="1217008" y="798055"/>
                    </a:lnTo>
                    <a:lnTo>
                      <a:pt x="1227520" y="787497"/>
                    </a:lnTo>
                    <a:lnTo>
                      <a:pt x="1244064" y="759683"/>
                    </a:lnTo>
                    <a:lnTo>
                      <a:pt x="1280644" y="716456"/>
                    </a:lnTo>
                    <a:lnTo>
                      <a:pt x="1345328" y="700717"/>
                    </a:lnTo>
                    <a:lnTo>
                      <a:pt x="1369476" y="680213"/>
                    </a:lnTo>
                    <a:lnTo>
                      <a:pt x="1420098" y="651497"/>
                    </a:lnTo>
                    <a:lnTo>
                      <a:pt x="1535501" y="619280"/>
                    </a:lnTo>
                    <a:lnTo>
                      <a:pt x="1583699" y="612205"/>
                    </a:lnTo>
                    <a:lnTo>
                      <a:pt x="1630927" y="611338"/>
                    </a:lnTo>
                    <a:lnTo>
                      <a:pt x="1672976" y="636751"/>
                    </a:lnTo>
                    <a:lnTo>
                      <a:pt x="1717489" y="668120"/>
                    </a:lnTo>
                    <a:lnTo>
                      <a:pt x="1725499" y="687054"/>
                    </a:lnTo>
                    <a:lnTo>
                      <a:pt x="1701410" y="675250"/>
                    </a:lnTo>
                    <a:lnTo>
                      <a:pt x="1666304" y="647075"/>
                    </a:lnTo>
                    <a:lnTo>
                      <a:pt x="1653328" y="645884"/>
                    </a:lnTo>
                    <a:lnTo>
                      <a:pt x="1683294" y="731581"/>
                    </a:lnTo>
                    <a:lnTo>
                      <a:pt x="1699684" y="761885"/>
                    </a:lnTo>
                    <a:lnTo>
                      <a:pt x="1732811" y="784555"/>
                    </a:lnTo>
                    <a:lnTo>
                      <a:pt x="1760585" y="792189"/>
                    </a:lnTo>
                    <a:lnTo>
                      <a:pt x="1846158" y="778454"/>
                    </a:lnTo>
                    <a:lnTo>
                      <a:pt x="1876551" y="760513"/>
                    </a:lnTo>
                    <a:lnTo>
                      <a:pt x="1885337" y="751435"/>
                    </a:lnTo>
                    <a:lnTo>
                      <a:pt x="1893251" y="755911"/>
                    </a:lnTo>
                    <a:lnTo>
                      <a:pt x="1948877" y="760748"/>
                    </a:lnTo>
                    <a:lnTo>
                      <a:pt x="1963908" y="762052"/>
                    </a:lnTo>
                    <a:lnTo>
                      <a:pt x="1963908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5" name="ph28">
                <a:extLst>
                  <a:ext uri="{FF2B5EF4-FFF2-40B4-BE49-F238E27FC236}">
                    <a16:creationId xmlns:a16="http://schemas.microsoft.com/office/drawing/2014/main" id="{46BC3DD0-CACD-8757-241A-58BA42B0F5F6}"/>
                  </a:ext>
                </a:extLst>
              </p:cNvPr>
              <p:cNvSpPr/>
              <p:nvPr/>
            </p:nvSpPr>
            <p:spPr>
              <a:xfrm>
                <a:off x="4233865" y="743908"/>
                <a:ext cx="968823" cy="1653363"/>
              </a:xfrm>
              <a:custGeom>
                <a:avLst/>
                <a:gdLst/>
                <a:ahLst/>
                <a:cxnLst/>
                <a:rect l="0" t="0" r="0" b="0"/>
                <a:pathLst>
                  <a:path w="968823" h="1653363">
                    <a:moveTo>
                      <a:pt x="914400" y="914400"/>
                    </a:moveTo>
                    <a:lnTo>
                      <a:pt x="940351" y="989249"/>
                    </a:lnTo>
                    <a:lnTo>
                      <a:pt x="961899" y="1042475"/>
                    </a:lnTo>
                    <a:lnTo>
                      <a:pt x="968823" y="1077563"/>
                    </a:lnTo>
                    <a:lnTo>
                      <a:pt x="961705" y="1113137"/>
                    </a:lnTo>
                    <a:lnTo>
                      <a:pt x="954354" y="1131349"/>
                    </a:lnTo>
                    <a:lnTo>
                      <a:pt x="954121" y="1155878"/>
                    </a:lnTo>
                    <a:lnTo>
                      <a:pt x="948458" y="1204700"/>
                    </a:lnTo>
                    <a:lnTo>
                      <a:pt x="931758" y="1229373"/>
                    </a:lnTo>
                    <a:lnTo>
                      <a:pt x="909900" y="1256284"/>
                    </a:lnTo>
                    <a:lnTo>
                      <a:pt x="885520" y="1276373"/>
                    </a:lnTo>
                    <a:lnTo>
                      <a:pt x="866182" y="1282022"/>
                    </a:lnTo>
                    <a:lnTo>
                      <a:pt x="849580" y="1284351"/>
                    </a:lnTo>
                    <a:lnTo>
                      <a:pt x="838427" y="1294566"/>
                    </a:lnTo>
                    <a:lnTo>
                      <a:pt x="828322" y="1324582"/>
                    </a:lnTo>
                    <a:lnTo>
                      <a:pt x="818993" y="1356114"/>
                    </a:lnTo>
                    <a:lnTo>
                      <a:pt x="788503" y="1394883"/>
                    </a:lnTo>
                    <a:lnTo>
                      <a:pt x="789318" y="1408384"/>
                    </a:lnTo>
                    <a:lnTo>
                      <a:pt x="800936" y="1454336"/>
                    </a:lnTo>
                    <a:lnTo>
                      <a:pt x="811817" y="1506661"/>
                    </a:lnTo>
                    <a:lnTo>
                      <a:pt x="802623" y="1555573"/>
                    </a:lnTo>
                    <a:lnTo>
                      <a:pt x="794749" y="1606923"/>
                    </a:lnTo>
                    <a:lnTo>
                      <a:pt x="780959" y="1641144"/>
                    </a:lnTo>
                    <a:lnTo>
                      <a:pt x="761253" y="1653363"/>
                    </a:lnTo>
                    <a:lnTo>
                      <a:pt x="746784" y="1647263"/>
                    </a:lnTo>
                    <a:lnTo>
                      <a:pt x="730414" y="1600317"/>
                    </a:lnTo>
                    <a:lnTo>
                      <a:pt x="730045" y="1589524"/>
                    </a:lnTo>
                    <a:lnTo>
                      <a:pt x="725972" y="1575175"/>
                    </a:lnTo>
                    <a:lnTo>
                      <a:pt x="679540" y="1560880"/>
                    </a:lnTo>
                    <a:lnTo>
                      <a:pt x="671335" y="1561403"/>
                    </a:lnTo>
                    <a:lnTo>
                      <a:pt x="653084" y="1553029"/>
                    </a:lnTo>
                    <a:lnTo>
                      <a:pt x="642378" y="1550664"/>
                    </a:lnTo>
                    <a:lnTo>
                      <a:pt x="620422" y="1545827"/>
                    </a:lnTo>
                    <a:lnTo>
                      <a:pt x="602171" y="1504404"/>
                    </a:lnTo>
                    <a:lnTo>
                      <a:pt x="582776" y="1469949"/>
                    </a:lnTo>
                    <a:lnTo>
                      <a:pt x="580021" y="1455546"/>
                    </a:lnTo>
                    <a:lnTo>
                      <a:pt x="580681" y="1391111"/>
                    </a:lnTo>
                    <a:lnTo>
                      <a:pt x="574746" y="1362449"/>
                    </a:lnTo>
                    <a:lnTo>
                      <a:pt x="572923" y="1331206"/>
                    </a:lnTo>
                    <a:lnTo>
                      <a:pt x="560723" y="1356619"/>
                    </a:lnTo>
                    <a:lnTo>
                      <a:pt x="567802" y="1396796"/>
                    </a:lnTo>
                    <a:lnTo>
                      <a:pt x="552751" y="1413654"/>
                    </a:lnTo>
                    <a:lnTo>
                      <a:pt x="533763" y="1421848"/>
                    </a:lnTo>
                    <a:lnTo>
                      <a:pt x="535548" y="1445384"/>
                    </a:lnTo>
                    <a:lnTo>
                      <a:pt x="543345" y="1449842"/>
                    </a:lnTo>
                    <a:lnTo>
                      <a:pt x="544974" y="1474281"/>
                    </a:lnTo>
                    <a:lnTo>
                      <a:pt x="540358" y="1510451"/>
                    </a:lnTo>
                    <a:lnTo>
                      <a:pt x="502983" y="1590877"/>
                    </a:lnTo>
                    <a:lnTo>
                      <a:pt x="495438" y="1599523"/>
                    </a:lnTo>
                    <a:lnTo>
                      <a:pt x="490317" y="1610388"/>
                    </a:lnTo>
                    <a:lnTo>
                      <a:pt x="471193" y="1603169"/>
                    </a:lnTo>
                    <a:lnTo>
                      <a:pt x="454688" y="1618237"/>
                    </a:lnTo>
                    <a:lnTo>
                      <a:pt x="454688" y="874529"/>
                    </a:lnTo>
                    <a:lnTo>
                      <a:pt x="910425" y="874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6" name="ph29">
                <a:extLst>
                  <a:ext uri="{FF2B5EF4-FFF2-40B4-BE49-F238E27FC236}">
                    <a16:creationId xmlns:a16="http://schemas.microsoft.com/office/drawing/2014/main" id="{4DC6F76E-B83F-1A65-292C-64E9FC6EEC85}"/>
                  </a:ext>
                </a:extLst>
              </p:cNvPr>
              <p:cNvSpPr/>
              <p:nvPr/>
            </p:nvSpPr>
            <p:spPr>
              <a:xfrm>
                <a:off x="3778556" y="3042434"/>
                <a:ext cx="915718" cy="956750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50">
                    <a:moveTo>
                      <a:pt x="914400" y="914399"/>
                    </a:moveTo>
                    <a:lnTo>
                      <a:pt x="915718" y="948639"/>
                    </a:lnTo>
                    <a:lnTo>
                      <a:pt x="909997" y="956750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7" name="ph30">
                <a:extLst>
                  <a:ext uri="{FF2B5EF4-FFF2-40B4-BE49-F238E27FC236}">
                    <a16:creationId xmlns:a16="http://schemas.microsoft.com/office/drawing/2014/main" id="{F5B6E375-02F3-B57A-B6CC-BDA7BFB195D8}"/>
                  </a:ext>
                </a:extLst>
              </p:cNvPr>
              <p:cNvSpPr/>
              <p:nvPr/>
            </p:nvSpPr>
            <p:spPr>
              <a:xfrm>
                <a:off x="3802645" y="3111002"/>
                <a:ext cx="1097299" cy="1094944"/>
              </a:xfrm>
              <a:custGeom>
                <a:avLst/>
                <a:gdLst/>
                <a:ahLst/>
                <a:cxnLst/>
                <a:rect l="0" t="0" r="0" b="0"/>
                <a:pathLst>
                  <a:path w="1097299" h="1094944">
                    <a:moveTo>
                      <a:pt x="914400" y="914399"/>
                    </a:moveTo>
                    <a:lnTo>
                      <a:pt x="919830" y="928532"/>
                    </a:lnTo>
                    <a:lnTo>
                      <a:pt x="928093" y="943783"/>
                    </a:lnTo>
                    <a:lnTo>
                      <a:pt x="957496" y="932918"/>
                    </a:lnTo>
                    <a:lnTo>
                      <a:pt x="1031199" y="978040"/>
                    </a:lnTo>
                    <a:lnTo>
                      <a:pt x="1075770" y="956075"/>
                    </a:lnTo>
                    <a:lnTo>
                      <a:pt x="1087174" y="954793"/>
                    </a:lnTo>
                    <a:lnTo>
                      <a:pt x="1097299" y="991252"/>
                    </a:lnTo>
                    <a:lnTo>
                      <a:pt x="1086224" y="1027982"/>
                    </a:lnTo>
                    <a:lnTo>
                      <a:pt x="1046929" y="1067167"/>
                    </a:lnTo>
                    <a:lnTo>
                      <a:pt x="1055637" y="1091316"/>
                    </a:lnTo>
                    <a:lnTo>
                      <a:pt x="1064130" y="1094944"/>
                    </a:lnTo>
                    <a:lnTo>
                      <a:pt x="885908" y="1094944"/>
                    </a:lnTo>
                    <a:lnTo>
                      <a:pt x="885908" y="9174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8" name="ph31">
                <a:extLst>
                  <a:ext uri="{FF2B5EF4-FFF2-40B4-BE49-F238E27FC236}">
                    <a16:creationId xmlns:a16="http://schemas.microsoft.com/office/drawing/2014/main" id="{F566DBFF-4F0C-6876-C3ED-2620FFD4356A}"/>
                  </a:ext>
                </a:extLst>
              </p:cNvPr>
              <p:cNvSpPr/>
              <p:nvPr/>
            </p:nvSpPr>
            <p:spPr>
              <a:xfrm>
                <a:off x="3993477" y="3288154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79" name="ph32">
                <a:extLst>
                  <a:ext uri="{FF2B5EF4-FFF2-40B4-BE49-F238E27FC236}">
                    <a16:creationId xmlns:a16="http://schemas.microsoft.com/office/drawing/2014/main" id="{D72328B5-BC0C-0935-9EAF-B4A8B10CF406}"/>
                  </a:ext>
                </a:extLst>
              </p:cNvPr>
              <p:cNvSpPr/>
              <p:nvPr/>
            </p:nvSpPr>
            <p:spPr>
              <a:xfrm>
                <a:off x="4111906" y="3249583"/>
                <a:ext cx="1336773" cy="956364"/>
              </a:xfrm>
              <a:custGeom>
                <a:avLst/>
                <a:gdLst/>
                <a:ahLst/>
                <a:cxnLst/>
                <a:rect l="0" t="0" r="0" b="0"/>
                <a:pathLst>
                  <a:path w="1336773" h="956364">
                    <a:moveTo>
                      <a:pt x="914400" y="914400"/>
                    </a:moveTo>
                    <a:lnTo>
                      <a:pt x="933407" y="902595"/>
                    </a:lnTo>
                    <a:lnTo>
                      <a:pt x="995977" y="894148"/>
                    </a:lnTo>
                    <a:lnTo>
                      <a:pt x="1007362" y="872869"/>
                    </a:lnTo>
                    <a:lnTo>
                      <a:pt x="1032712" y="851463"/>
                    </a:lnTo>
                    <a:lnTo>
                      <a:pt x="1049043" y="828089"/>
                    </a:lnTo>
                    <a:lnTo>
                      <a:pt x="1088144" y="783598"/>
                    </a:lnTo>
                    <a:lnTo>
                      <a:pt x="1128603" y="791612"/>
                    </a:lnTo>
                    <a:lnTo>
                      <a:pt x="1152227" y="800131"/>
                    </a:lnTo>
                    <a:lnTo>
                      <a:pt x="1178159" y="804427"/>
                    </a:lnTo>
                    <a:lnTo>
                      <a:pt x="1201763" y="851860"/>
                    </a:lnTo>
                    <a:lnTo>
                      <a:pt x="1261462" y="904292"/>
                    </a:lnTo>
                    <a:lnTo>
                      <a:pt x="1316313" y="899726"/>
                    </a:lnTo>
                    <a:lnTo>
                      <a:pt x="1335786" y="949324"/>
                    </a:lnTo>
                    <a:lnTo>
                      <a:pt x="1336773" y="956364"/>
                    </a:lnTo>
                    <a:lnTo>
                      <a:pt x="878111" y="9563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0" name="ph33">
                <a:extLst>
                  <a:ext uri="{FF2B5EF4-FFF2-40B4-BE49-F238E27FC236}">
                    <a16:creationId xmlns:a16="http://schemas.microsoft.com/office/drawing/2014/main" id="{F715464F-9A9C-62B7-1EEF-A23E61E095D2}"/>
                  </a:ext>
                </a:extLst>
              </p:cNvPr>
              <p:cNvSpPr/>
              <p:nvPr/>
            </p:nvSpPr>
            <p:spPr>
              <a:xfrm>
                <a:off x="4515798" y="3174950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0" y="906277"/>
                    </a:lnTo>
                    <a:lnTo>
                      <a:pt x="850918" y="938748"/>
                    </a:lnTo>
                    <a:lnTo>
                      <a:pt x="840949" y="940119"/>
                    </a:lnTo>
                    <a:lnTo>
                      <a:pt x="806328" y="910627"/>
                    </a:lnTo>
                    <a:lnTo>
                      <a:pt x="800781" y="896242"/>
                    </a:lnTo>
                    <a:lnTo>
                      <a:pt x="799636" y="884276"/>
                    </a:lnTo>
                    <a:lnTo>
                      <a:pt x="804582" y="842853"/>
                    </a:lnTo>
                    <a:lnTo>
                      <a:pt x="803671" y="829822"/>
                    </a:lnTo>
                    <a:lnTo>
                      <a:pt x="814552" y="815581"/>
                    </a:lnTo>
                    <a:lnTo>
                      <a:pt x="816239" y="795005"/>
                    </a:lnTo>
                    <a:lnTo>
                      <a:pt x="835479" y="773310"/>
                    </a:lnTo>
                    <a:lnTo>
                      <a:pt x="852547" y="772498"/>
                    </a:lnTo>
                    <a:lnTo>
                      <a:pt x="857978" y="790872"/>
                    </a:lnTo>
                    <a:lnTo>
                      <a:pt x="866144" y="803524"/>
                    </a:lnTo>
                    <a:lnTo>
                      <a:pt x="894907" y="817711"/>
                    </a:lnTo>
                    <a:lnTo>
                      <a:pt x="899193" y="824154"/>
                    </a:lnTo>
                    <a:lnTo>
                      <a:pt x="901792" y="833071"/>
                    </a:lnTo>
                    <a:lnTo>
                      <a:pt x="888410" y="850542"/>
                    </a:lnTo>
                    <a:lnTo>
                      <a:pt x="883871" y="859494"/>
                    </a:lnTo>
                    <a:lnTo>
                      <a:pt x="888119" y="873843"/>
                    </a:lnTo>
                    <a:lnTo>
                      <a:pt x="909434" y="88952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1" name="ph34">
                <a:extLst>
                  <a:ext uri="{FF2B5EF4-FFF2-40B4-BE49-F238E27FC236}">
                    <a16:creationId xmlns:a16="http://schemas.microsoft.com/office/drawing/2014/main" id="{51B83B5F-DD2F-F246-0CF5-F59DFDCDFA97}"/>
                  </a:ext>
                </a:extLst>
              </p:cNvPr>
              <p:cNvSpPr/>
              <p:nvPr/>
            </p:nvSpPr>
            <p:spPr>
              <a:xfrm>
                <a:off x="4543262" y="3278136"/>
                <a:ext cx="961516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6" h="927810">
                    <a:moveTo>
                      <a:pt x="914400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6" y="880774"/>
                    </a:lnTo>
                    <a:lnTo>
                      <a:pt x="947449" y="915031"/>
                    </a:lnTo>
                    <a:lnTo>
                      <a:pt x="961516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2" name="ph35">
                <a:extLst>
                  <a:ext uri="{FF2B5EF4-FFF2-40B4-BE49-F238E27FC236}">
                    <a16:creationId xmlns:a16="http://schemas.microsoft.com/office/drawing/2014/main" id="{DA74D491-B15D-B5C3-D97B-DB0B3B5F0877}"/>
                  </a:ext>
                </a:extLst>
              </p:cNvPr>
              <p:cNvSpPr/>
              <p:nvPr/>
            </p:nvSpPr>
            <p:spPr>
              <a:xfrm>
                <a:off x="3998443" y="3137769"/>
                <a:ext cx="9448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9" h="914400">
                    <a:moveTo>
                      <a:pt x="914400" y="914400"/>
                    </a:moveTo>
                    <a:lnTo>
                      <a:pt x="902762" y="899617"/>
                    </a:lnTo>
                    <a:lnTo>
                      <a:pt x="891047" y="895863"/>
                    </a:lnTo>
                    <a:lnTo>
                      <a:pt x="897351" y="877634"/>
                    </a:lnTo>
                    <a:lnTo>
                      <a:pt x="905594" y="871010"/>
                    </a:lnTo>
                    <a:lnTo>
                      <a:pt x="935114" y="882886"/>
                    </a:lnTo>
                    <a:lnTo>
                      <a:pt x="944385" y="906133"/>
                    </a:lnTo>
                    <a:lnTo>
                      <a:pt x="944889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3" name="ph36">
                <a:extLst>
                  <a:ext uri="{FF2B5EF4-FFF2-40B4-BE49-F238E27FC236}">
                    <a16:creationId xmlns:a16="http://schemas.microsoft.com/office/drawing/2014/main" id="{FB79DD97-B437-21AC-6DC8-71C057867FB2}"/>
                  </a:ext>
                </a:extLst>
              </p:cNvPr>
              <p:cNvSpPr/>
              <p:nvPr/>
            </p:nvSpPr>
            <p:spPr>
              <a:xfrm>
                <a:off x="5760250" y="943910"/>
                <a:ext cx="914400" cy="1013957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7">
                    <a:moveTo>
                      <a:pt x="914400" y="914400"/>
                    </a:moveTo>
                    <a:lnTo>
                      <a:pt x="914400" y="1010223"/>
                    </a:lnTo>
                    <a:lnTo>
                      <a:pt x="874639" y="1013957"/>
                    </a:lnTo>
                    <a:lnTo>
                      <a:pt x="863952" y="1007586"/>
                    </a:lnTo>
                    <a:lnTo>
                      <a:pt x="849308" y="958041"/>
                    </a:lnTo>
                    <a:lnTo>
                      <a:pt x="852218" y="945244"/>
                    </a:lnTo>
                    <a:lnTo>
                      <a:pt x="862070" y="939794"/>
                    </a:lnTo>
                    <a:lnTo>
                      <a:pt x="870508" y="938621"/>
                    </a:lnTo>
                    <a:lnTo>
                      <a:pt x="871749" y="965297"/>
                    </a:lnTo>
                    <a:lnTo>
                      <a:pt x="884143" y="962644"/>
                    </a:lnTo>
                    <a:lnTo>
                      <a:pt x="888022" y="945064"/>
                    </a:lnTo>
                    <a:lnTo>
                      <a:pt x="888894" y="932682"/>
                    </a:lnTo>
                    <a:lnTo>
                      <a:pt x="885539" y="926437"/>
                    </a:lnTo>
                    <a:lnTo>
                      <a:pt x="877121" y="921600"/>
                    </a:lnTo>
                    <a:lnTo>
                      <a:pt x="872253" y="913298"/>
                    </a:lnTo>
                    <a:lnTo>
                      <a:pt x="879255" y="899941"/>
                    </a:lnTo>
                    <a:lnTo>
                      <a:pt x="892211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4" name="ph37">
                <a:extLst>
                  <a:ext uri="{FF2B5EF4-FFF2-40B4-BE49-F238E27FC236}">
                    <a16:creationId xmlns:a16="http://schemas.microsoft.com/office/drawing/2014/main" id="{A8121576-F7F0-6017-BDF8-758F7AD8F03B}"/>
                  </a:ext>
                </a:extLst>
              </p:cNvPr>
              <p:cNvSpPr/>
              <p:nvPr/>
            </p:nvSpPr>
            <p:spPr>
              <a:xfrm>
                <a:off x="5694209" y="1012784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6" y="912324"/>
                    </a:lnTo>
                    <a:lnTo>
                      <a:pt x="900958" y="915158"/>
                    </a:lnTo>
                    <a:lnTo>
                      <a:pt x="897002" y="925373"/>
                    </a:lnTo>
                    <a:lnTo>
                      <a:pt x="888390" y="921709"/>
                    </a:lnTo>
                    <a:lnTo>
                      <a:pt x="884918" y="907072"/>
                    </a:lnTo>
                    <a:lnTo>
                      <a:pt x="891338" y="885160"/>
                    </a:lnTo>
                    <a:lnTo>
                      <a:pt x="906719" y="884330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5" name="ph38">
                <a:extLst>
                  <a:ext uri="{FF2B5EF4-FFF2-40B4-BE49-F238E27FC236}">
                    <a16:creationId xmlns:a16="http://schemas.microsoft.com/office/drawing/2014/main" id="{9CEA3E29-120C-6819-D0C5-1DF4A9F28125}"/>
                  </a:ext>
                </a:extLst>
              </p:cNvPr>
              <p:cNvSpPr/>
              <p:nvPr/>
            </p:nvSpPr>
            <p:spPr>
              <a:xfrm>
                <a:off x="4284817" y="2668711"/>
                <a:ext cx="921789" cy="1251646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46">
                    <a:moveTo>
                      <a:pt x="914400" y="914399"/>
                    </a:moveTo>
                    <a:lnTo>
                      <a:pt x="909240" y="925175"/>
                    </a:lnTo>
                    <a:lnTo>
                      <a:pt x="901657" y="932268"/>
                    </a:lnTo>
                    <a:lnTo>
                      <a:pt x="881815" y="939794"/>
                    </a:lnTo>
                    <a:lnTo>
                      <a:pt x="864631" y="950299"/>
                    </a:lnTo>
                    <a:lnTo>
                      <a:pt x="849308" y="968763"/>
                    </a:lnTo>
                    <a:lnTo>
                      <a:pt x="843664" y="995151"/>
                    </a:lnTo>
                    <a:lnTo>
                      <a:pt x="855651" y="1014463"/>
                    </a:lnTo>
                    <a:lnTo>
                      <a:pt x="877451" y="1025040"/>
                    </a:lnTo>
                    <a:lnTo>
                      <a:pt x="882998" y="1061806"/>
                    </a:lnTo>
                    <a:lnTo>
                      <a:pt x="864999" y="1079945"/>
                    </a:lnTo>
                    <a:lnTo>
                      <a:pt x="818819" y="1098048"/>
                    </a:lnTo>
                    <a:lnTo>
                      <a:pt x="813970" y="1141745"/>
                    </a:lnTo>
                    <a:lnTo>
                      <a:pt x="815463" y="1176183"/>
                    </a:lnTo>
                    <a:lnTo>
                      <a:pt x="814629" y="1201217"/>
                    </a:lnTo>
                    <a:lnTo>
                      <a:pt x="810963" y="1235853"/>
                    </a:lnTo>
                    <a:lnTo>
                      <a:pt x="773608" y="1251646"/>
                    </a:lnTo>
                    <a:lnTo>
                      <a:pt x="749499" y="1198888"/>
                    </a:lnTo>
                    <a:lnTo>
                      <a:pt x="749286" y="1177771"/>
                    </a:lnTo>
                    <a:lnTo>
                      <a:pt x="742090" y="1153116"/>
                    </a:lnTo>
                    <a:lnTo>
                      <a:pt x="740732" y="1132107"/>
                    </a:lnTo>
                    <a:lnTo>
                      <a:pt x="732198" y="1098500"/>
                    </a:lnTo>
                    <a:lnTo>
                      <a:pt x="696860" y="1089403"/>
                    </a:lnTo>
                    <a:lnTo>
                      <a:pt x="683147" y="1088212"/>
                    </a:lnTo>
                    <a:lnTo>
                      <a:pt x="663965" y="1094457"/>
                    </a:lnTo>
                    <a:lnTo>
                      <a:pt x="659213" y="1092020"/>
                    </a:lnTo>
                    <a:lnTo>
                      <a:pt x="636249" y="1046121"/>
                    </a:lnTo>
                    <a:lnTo>
                      <a:pt x="640031" y="995476"/>
                    </a:lnTo>
                    <a:lnTo>
                      <a:pt x="627773" y="969918"/>
                    </a:lnTo>
                    <a:lnTo>
                      <a:pt x="626086" y="958349"/>
                    </a:lnTo>
                    <a:lnTo>
                      <a:pt x="626377" y="945534"/>
                    </a:lnTo>
                    <a:lnTo>
                      <a:pt x="616310" y="934975"/>
                    </a:lnTo>
                    <a:lnTo>
                      <a:pt x="604091" y="929380"/>
                    </a:lnTo>
                    <a:lnTo>
                      <a:pt x="598156" y="900881"/>
                    </a:lnTo>
                    <a:lnTo>
                      <a:pt x="612199" y="893968"/>
                    </a:lnTo>
                    <a:lnTo>
                      <a:pt x="646916" y="897307"/>
                    </a:lnTo>
                    <a:lnTo>
                      <a:pt x="657060" y="895358"/>
                    </a:lnTo>
                    <a:lnTo>
                      <a:pt x="666351" y="889420"/>
                    </a:lnTo>
                    <a:lnTo>
                      <a:pt x="694435" y="842564"/>
                    </a:lnTo>
                    <a:lnTo>
                      <a:pt x="693621" y="832240"/>
                    </a:lnTo>
                    <a:lnTo>
                      <a:pt x="696627" y="818848"/>
                    </a:lnTo>
                    <a:lnTo>
                      <a:pt x="727020" y="813884"/>
                    </a:lnTo>
                    <a:lnTo>
                      <a:pt x="740558" y="831988"/>
                    </a:lnTo>
                    <a:lnTo>
                      <a:pt x="737842" y="860974"/>
                    </a:lnTo>
                    <a:lnTo>
                      <a:pt x="739569" y="898119"/>
                    </a:lnTo>
                    <a:lnTo>
                      <a:pt x="757975" y="908227"/>
                    </a:lnTo>
                    <a:lnTo>
                      <a:pt x="765151" y="909707"/>
                    </a:lnTo>
                    <a:lnTo>
                      <a:pt x="772813" y="882272"/>
                    </a:lnTo>
                    <a:lnTo>
                      <a:pt x="778185" y="868934"/>
                    </a:lnTo>
                    <a:lnTo>
                      <a:pt x="785478" y="861498"/>
                    </a:lnTo>
                    <a:lnTo>
                      <a:pt x="787960" y="836428"/>
                    </a:lnTo>
                    <a:lnTo>
                      <a:pt x="783635" y="821122"/>
                    </a:lnTo>
                    <a:lnTo>
                      <a:pt x="774422" y="809715"/>
                    </a:lnTo>
                    <a:lnTo>
                      <a:pt x="808830" y="778671"/>
                    </a:lnTo>
                    <a:lnTo>
                      <a:pt x="844440" y="754088"/>
                    </a:lnTo>
                    <a:lnTo>
                      <a:pt x="865154" y="752806"/>
                    </a:lnTo>
                    <a:lnTo>
                      <a:pt x="886005" y="758817"/>
                    </a:lnTo>
                    <a:lnTo>
                      <a:pt x="905381" y="767119"/>
                    </a:lnTo>
                    <a:lnTo>
                      <a:pt x="915893" y="774267"/>
                    </a:lnTo>
                    <a:lnTo>
                      <a:pt x="921789" y="785746"/>
                    </a:lnTo>
                    <a:lnTo>
                      <a:pt x="908794" y="813108"/>
                    </a:lnTo>
                    <a:lnTo>
                      <a:pt x="905187" y="828089"/>
                    </a:lnTo>
                    <a:lnTo>
                      <a:pt x="913915" y="8773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6" name="ph39">
                <a:extLst>
                  <a:ext uri="{FF2B5EF4-FFF2-40B4-BE49-F238E27FC236}">
                    <a16:creationId xmlns:a16="http://schemas.microsoft.com/office/drawing/2014/main" id="{E3D59038-306E-6A72-5506-CD82418C5FC4}"/>
                  </a:ext>
                </a:extLst>
              </p:cNvPr>
              <p:cNvSpPr/>
              <p:nvPr/>
            </p:nvSpPr>
            <p:spPr>
              <a:xfrm>
                <a:off x="3825610" y="1954528"/>
                <a:ext cx="1046890" cy="1566168"/>
              </a:xfrm>
              <a:custGeom>
                <a:avLst/>
                <a:gdLst/>
                <a:ahLst/>
                <a:cxnLst/>
                <a:rect l="0" t="0" r="0" b="0"/>
                <a:pathLst>
                  <a:path w="1046890" h="1566168">
                    <a:moveTo>
                      <a:pt x="914400" y="914400"/>
                    </a:moveTo>
                    <a:lnTo>
                      <a:pt x="968862" y="870649"/>
                    </a:lnTo>
                    <a:lnTo>
                      <a:pt x="984087" y="870089"/>
                    </a:lnTo>
                    <a:lnTo>
                      <a:pt x="958466" y="902704"/>
                    </a:lnTo>
                    <a:lnTo>
                      <a:pt x="954354" y="915320"/>
                    </a:lnTo>
                    <a:lnTo>
                      <a:pt x="951251" y="934669"/>
                    </a:lnTo>
                    <a:lnTo>
                      <a:pt x="969618" y="976687"/>
                    </a:lnTo>
                    <a:lnTo>
                      <a:pt x="965739" y="1002262"/>
                    </a:lnTo>
                    <a:lnTo>
                      <a:pt x="967039" y="1052583"/>
                    </a:lnTo>
                    <a:lnTo>
                      <a:pt x="949719" y="1078808"/>
                    </a:lnTo>
                    <a:lnTo>
                      <a:pt x="930168" y="1134598"/>
                    </a:lnTo>
                    <a:lnTo>
                      <a:pt x="921750" y="1142810"/>
                    </a:lnTo>
                    <a:lnTo>
                      <a:pt x="919947" y="1207931"/>
                    </a:lnTo>
                    <a:lnTo>
                      <a:pt x="921867" y="1223471"/>
                    </a:lnTo>
                    <a:lnTo>
                      <a:pt x="919093" y="1282762"/>
                    </a:lnTo>
                    <a:lnTo>
                      <a:pt x="939129" y="1307038"/>
                    </a:lnTo>
                    <a:lnTo>
                      <a:pt x="960309" y="1319727"/>
                    </a:lnTo>
                    <a:lnTo>
                      <a:pt x="1030947" y="1319275"/>
                    </a:lnTo>
                    <a:lnTo>
                      <a:pt x="1038278" y="1329942"/>
                    </a:lnTo>
                    <a:lnTo>
                      <a:pt x="1046890" y="1348280"/>
                    </a:lnTo>
                    <a:lnTo>
                      <a:pt x="1040586" y="1379415"/>
                    </a:lnTo>
                    <a:lnTo>
                      <a:pt x="1033042" y="1402897"/>
                    </a:lnTo>
                    <a:lnTo>
                      <a:pt x="1012579" y="1422678"/>
                    </a:lnTo>
                    <a:lnTo>
                      <a:pt x="986318" y="1437424"/>
                    </a:lnTo>
                    <a:lnTo>
                      <a:pt x="969987" y="1438074"/>
                    </a:lnTo>
                    <a:lnTo>
                      <a:pt x="947740" y="1410044"/>
                    </a:lnTo>
                    <a:lnTo>
                      <a:pt x="937170" y="1419141"/>
                    </a:lnTo>
                    <a:lnTo>
                      <a:pt x="926250" y="1433436"/>
                    </a:lnTo>
                    <a:lnTo>
                      <a:pt x="907960" y="1510144"/>
                    </a:lnTo>
                    <a:lnTo>
                      <a:pt x="899290" y="1561963"/>
                    </a:lnTo>
                    <a:lnTo>
                      <a:pt x="894597" y="1566168"/>
                    </a:lnTo>
                    <a:lnTo>
                      <a:pt x="884259" y="1558533"/>
                    </a:lnTo>
                    <a:lnTo>
                      <a:pt x="866396" y="1557938"/>
                    </a:lnTo>
                    <a:lnTo>
                      <a:pt x="862943" y="1559817"/>
                    </a:lnTo>
                    <a:lnTo>
                      <a:pt x="862943" y="92604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7" name="ph40">
                <a:extLst>
                  <a:ext uri="{FF2B5EF4-FFF2-40B4-BE49-F238E27FC236}">
                    <a16:creationId xmlns:a16="http://schemas.microsoft.com/office/drawing/2014/main" id="{80EF8B41-F3E1-D28D-501A-81A3EA5146EC}"/>
                  </a:ext>
                </a:extLst>
              </p:cNvPr>
              <p:cNvSpPr/>
              <p:nvPr/>
            </p:nvSpPr>
            <p:spPr>
              <a:xfrm>
                <a:off x="3778847" y="2640446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8" name="ph41">
                <a:extLst>
                  <a:ext uri="{FF2B5EF4-FFF2-40B4-BE49-F238E27FC236}">
                    <a16:creationId xmlns:a16="http://schemas.microsoft.com/office/drawing/2014/main" id="{7476B25E-4D7E-D56C-B4C7-BCB2933B6011}"/>
                  </a:ext>
                </a:extLst>
              </p:cNvPr>
              <p:cNvSpPr/>
              <p:nvPr/>
            </p:nvSpPr>
            <p:spPr>
              <a:xfrm>
                <a:off x="3910562" y="2715783"/>
                <a:ext cx="940700" cy="1102488"/>
              </a:xfrm>
              <a:custGeom>
                <a:avLst/>
                <a:gdLst/>
                <a:ahLst/>
                <a:cxnLst/>
                <a:rect l="0" t="0" r="0" b="0"/>
                <a:pathLst>
                  <a:path w="940700" h="1102488">
                    <a:moveTo>
                      <a:pt x="914400" y="914399"/>
                    </a:moveTo>
                    <a:lnTo>
                      <a:pt x="924582" y="955533"/>
                    </a:lnTo>
                    <a:lnTo>
                      <a:pt x="940700" y="1001540"/>
                    </a:lnTo>
                    <a:lnTo>
                      <a:pt x="933970" y="1020799"/>
                    </a:lnTo>
                    <a:lnTo>
                      <a:pt x="938547" y="1045472"/>
                    </a:lnTo>
                    <a:lnTo>
                      <a:pt x="933950" y="1071210"/>
                    </a:lnTo>
                    <a:lnTo>
                      <a:pt x="901889" y="1101135"/>
                    </a:lnTo>
                    <a:lnTo>
                      <a:pt x="865930" y="1102488"/>
                    </a:lnTo>
                    <a:lnTo>
                      <a:pt x="828555" y="1088031"/>
                    </a:lnTo>
                    <a:lnTo>
                      <a:pt x="777991" y="1061375"/>
                    </a:lnTo>
                    <a:lnTo>
                      <a:pt x="777991" y="922097"/>
                    </a:lnTo>
                    <a:lnTo>
                      <a:pt x="834820" y="894726"/>
                    </a:lnTo>
                    <a:lnTo>
                      <a:pt x="848222" y="899112"/>
                    </a:lnTo>
                    <a:lnTo>
                      <a:pt x="862206" y="913389"/>
                    </a:lnTo>
                    <a:lnTo>
                      <a:pt x="878305" y="914237"/>
                    </a:lnTo>
                    <a:lnTo>
                      <a:pt x="901676" y="893986"/>
                    </a:lnTo>
                    <a:lnTo>
                      <a:pt x="906118" y="8951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89" name="ph42">
                <a:extLst>
                  <a:ext uri="{FF2B5EF4-FFF2-40B4-BE49-F238E27FC236}">
                    <a16:creationId xmlns:a16="http://schemas.microsoft.com/office/drawing/2014/main" id="{54D5D6C6-A68A-DDA7-ABA2-EB9CAC474C08}"/>
                  </a:ext>
                </a:extLst>
              </p:cNvPr>
              <p:cNvSpPr/>
              <p:nvPr/>
            </p:nvSpPr>
            <p:spPr>
              <a:xfrm>
                <a:off x="4079690" y="2984894"/>
                <a:ext cx="959591" cy="988599"/>
              </a:xfrm>
              <a:custGeom>
                <a:avLst/>
                <a:gdLst/>
                <a:ahLst/>
                <a:cxnLst/>
                <a:rect l="0" t="0" r="0" b="0"/>
                <a:pathLst>
                  <a:path w="959591" h="988599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4" y="922594"/>
                    </a:lnTo>
                    <a:lnTo>
                      <a:pt x="958214" y="937286"/>
                    </a:lnTo>
                    <a:lnTo>
                      <a:pt x="959591" y="969900"/>
                    </a:lnTo>
                    <a:lnTo>
                      <a:pt x="942601" y="979412"/>
                    </a:lnTo>
                    <a:lnTo>
                      <a:pt x="923845" y="976181"/>
                    </a:lnTo>
                    <a:lnTo>
                      <a:pt x="898321" y="988599"/>
                    </a:lnTo>
                    <a:lnTo>
                      <a:pt x="814532" y="935282"/>
                    </a:lnTo>
                    <a:lnTo>
                      <a:pt x="815754" y="890827"/>
                    </a:lnTo>
                    <a:lnTo>
                      <a:pt x="819110" y="873374"/>
                    </a:lnTo>
                    <a:lnTo>
                      <a:pt x="858812" y="869223"/>
                    </a:lnTo>
                    <a:lnTo>
                      <a:pt x="879255" y="8914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0" name="ph43">
                <a:extLst>
                  <a:ext uri="{FF2B5EF4-FFF2-40B4-BE49-F238E27FC236}">
                    <a16:creationId xmlns:a16="http://schemas.microsoft.com/office/drawing/2014/main" id="{91DEC89D-7552-F68E-095C-8490A10C91E3}"/>
                  </a:ext>
                </a:extLst>
              </p:cNvPr>
              <p:cNvSpPr/>
              <p:nvPr/>
            </p:nvSpPr>
            <p:spPr>
              <a:xfrm>
                <a:off x="3911144" y="3016137"/>
                <a:ext cx="96630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2" h="914400">
                    <a:moveTo>
                      <a:pt x="914400" y="914400"/>
                    </a:moveTo>
                    <a:lnTo>
                      <a:pt x="902432" y="884456"/>
                    </a:lnTo>
                    <a:lnTo>
                      <a:pt x="900881" y="875089"/>
                    </a:lnTo>
                    <a:lnTo>
                      <a:pt x="914943" y="855921"/>
                    </a:lnTo>
                    <a:lnTo>
                      <a:pt x="924039" y="834208"/>
                    </a:lnTo>
                    <a:lnTo>
                      <a:pt x="947566" y="800871"/>
                    </a:lnTo>
                    <a:lnTo>
                      <a:pt x="961123" y="761813"/>
                    </a:lnTo>
                    <a:lnTo>
                      <a:pt x="966302" y="762427"/>
                    </a:lnTo>
                    <a:lnTo>
                      <a:pt x="960289" y="797207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1" name="ph44">
                <a:extLst>
                  <a:ext uri="{FF2B5EF4-FFF2-40B4-BE49-F238E27FC236}">
                    <a16:creationId xmlns:a16="http://schemas.microsoft.com/office/drawing/2014/main" id="{A0DEC1BF-E955-B1FD-D068-5D7E20A124C9}"/>
                  </a:ext>
                </a:extLst>
              </p:cNvPr>
              <p:cNvSpPr/>
              <p:nvPr/>
            </p:nvSpPr>
            <p:spPr>
              <a:xfrm>
                <a:off x="4272869" y="2940060"/>
                <a:ext cx="921983" cy="935986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6">
                    <a:moveTo>
                      <a:pt x="914400" y="914400"/>
                    </a:moveTo>
                    <a:lnTo>
                      <a:pt x="883910" y="910357"/>
                    </a:lnTo>
                    <a:lnTo>
                      <a:pt x="849541" y="935986"/>
                    </a:lnTo>
                    <a:lnTo>
                      <a:pt x="836507" y="927882"/>
                    </a:lnTo>
                    <a:lnTo>
                      <a:pt x="841434" y="911512"/>
                    </a:lnTo>
                    <a:lnTo>
                      <a:pt x="845022" y="905555"/>
                    </a:lnTo>
                    <a:lnTo>
                      <a:pt x="856582" y="898607"/>
                    </a:lnTo>
                    <a:lnTo>
                      <a:pt x="864301" y="888445"/>
                    </a:lnTo>
                    <a:lnTo>
                      <a:pt x="867327" y="872544"/>
                    </a:lnTo>
                    <a:lnTo>
                      <a:pt x="874484" y="881117"/>
                    </a:lnTo>
                    <a:lnTo>
                      <a:pt x="895760" y="884709"/>
                    </a:lnTo>
                    <a:lnTo>
                      <a:pt x="906156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2" name="ph45">
                <a:extLst>
                  <a:ext uri="{FF2B5EF4-FFF2-40B4-BE49-F238E27FC236}">
                    <a16:creationId xmlns:a16="http://schemas.microsoft.com/office/drawing/2014/main" id="{2EA44F43-928D-139E-FFEE-DD38D3FEE2AD}"/>
                  </a:ext>
                </a:extLst>
              </p:cNvPr>
              <p:cNvSpPr/>
              <p:nvPr/>
            </p:nvSpPr>
            <p:spPr>
              <a:xfrm>
                <a:off x="4284894" y="2717118"/>
                <a:ext cx="9330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7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79"/>
                    </a:lnTo>
                    <a:lnTo>
                      <a:pt x="919888" y="867743"/>
                    </a:lnTo>
                    <a:lnTo>
                      <a:pt x="924020" y="868068"/>
                    </a:lnTo>
                    <a:lnTo>
                      <a:pt x="929664" y="880106"/>
                    </a:lnTo>
                    <a:lnTo>
                      <a:pt x="933097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3" name="ph46">
                <a:extLst>
                  <a:ext uri="{FF2B5EF4-FFF2-40B4-BE49-F238E27FC236}">
                    <a16:creationId xmlns:a16="http://schemas.microsoft.com/office/drawing/2014/main" id="{9063FA82-C7F3-D5F4-70E8-4A7C6E6D9370}"/>
                  </a:ext>
                </a:extLst>
              </p:cNvPr>
              <p:cNvSpPr/>
              <p:nvPr/>
            </p:nvSpPr>
            <p:spPr>
              <a:xfrm>
                <a:off x="3857030" y="2982096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8" y="876027"/>
                    </a:lnTo>
                    <a:lnTo>
                      <a:pt x="871225" y="867977"/>
                    </a:lnTo>
                    <a:lnTo>
                      <a:pt x="884259" y="873121"/>
                    </a:lnTo>
                    <a:lnTo>
                      <a:pt x="900435" y="888968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4" name="ph47">
                <a:extLst>
                  <a:ext uri="{FF2B5EF4-FFF2-40B4-BE49-F238E27FC236}">
                    <a16:creationId xmlns:a16="http://schemas.microsoft.com/office/drawing/2014/main" id="{71CD8A3E-8466-3195-EA0E-2E96569EA1C2}"/>
                  </a:ext>
                </a:extLst>
              </p:cNvPr>
              <p:cNvSpPr/>
              <p:nvPr/>
            </p:nvSpPr>
            <p:spPr>
              <a:xfrm>
                <a:off x="3774153" y="2966928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1"/>
                    </a:lnTo>
                    <a:lnTo>
                      <a:pt x="925862" y="903414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5" name="ph48">
                <a:extLst>
                  <a:ext uri="{FF2B5EF4-FFF2-40B4-BE49-F238E27FC236}">
                    <a16:creationId xmlns:a16="http://schemas.microsoft.com/office/drawing/2014/main" id="{6614F97F-C96D-8785-D28B-D9A5EF5B3A9B}"/>
                  </a:ext>
                </a:extLst>
              </p:cNvPr>
              <p:cNvSpPr/>
              <p:nvPr/>
            </p:nvSpPr>
            <p:spPr>
              <a:xfrm>
                <a:off x="3891399" y="2639092"/>
                <a:ext cx="92857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8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2"/>
                    </a:lnTo>
                    <a:lnTo>
                      <a:pt x="905264" y="862093"/>
                    </a:lnTo>
                    <a:lnTo>
                      <a:pt x="899659" y="842889"/>
                    </a:lnTo>
                    <a:lnTo>
                      <a:pt x="905827" y="830544"/>
                    </a:lnTo>
                    <a:lnTo>
                      <a:pt x="923535" y="859296"/>
                    </a:lnTo>
                    <a:lnTo>
                      <a:pt x="928578" y="872815"/>
                    </a:lnTo>
                    <a:lnTo>
                      <a:pt x="921750" y="888968"/>
                    </a:lnTo>
                    <a:lnTo>
                      <a:pt x="917774" y="90775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6" name="ph49">
                <a:extLst>
                  <a:ext uri="{FF2B5EF4-FFF2-40B4-BE49-F238E27FC236}">
                    <a16:creationId xmlns:a16="http://schemas.microsoft.com/office/drawing/2014/main" id="{F32E083F-1591-2B55-110A-FC422D3471CC}"/>
                  </a:ext>
                </a:extLst>
              </p:cNvPr>
              <p:cNvSpPr/>
              <p:nvPr/>
            </p:nvSpPr>
            <p:spPr>
              <a:xfrm>
                <a:off x="3975032" y="2097928"/>
                <a:ext cx="94679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90" h="914400">
                    <a:moveTo>
                      <a:pt x="914400" y="914400"/>
                    </a:moveTo>
                    <a:lnTo>
                      <a:pt x="887071" y="902144"/>
                    </a:lnTo>
                    <a:lnTo>
                      <a:pt x="899135" y="885016"/>
                    </a:lnTo>
                    <a:lnTo>
                      <a:pt x="929159" y="877128"/>
                    </a:lnTo>
                    <a:lnTo>
                      <a:pt x="946790" y="879727"/>
                    </a:lnTo>
                    <a:lnTo>
                      <a:pt x="927394" y="896729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7" name="ph50">
                <a:extLst>
                  <a:ext uri="{FF2B5EF4-FFF2-40B4-BE49-F238E27FC236}">
                    <a16:creationId xmlns:a16="http://schemas.microsoft.com/office/drawing/2014/main" id="{DAA80C99-6F58-644D-FE14-C72A417B286B}"/>
                  </a:ext>
                </a:extLst>
              </p:cNvPr>
              <p:cNvSpPr/>
              <p:nvPr/>
            </p:nvSpPr>
            <p:spPr>
              <a:xfrm>
                <a:off x="4777287" y="2920080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400" y="914400"/>
                    </a:moveTo>
                    <a:lnTo>
                      <a:pt x="881582" y="904039"/>
                    </a:lnTo>
                    <a:lnTo>
                      <a:pt x="841589" y="878428"/>
                    </a:lnTo>
                    <a:lnTo>
                      <a:pt x="847446" y="828233"/>
                    </a:lnTo>
                    <a:lnTo>
                      <a:pt x="857707" y="806538"/>
                    </a:lnTo>
                    <a:lnTo>
                      <a:pt x="930653" y="862797"/>
                    </a:lnTo>
                    <a:lnTo>
                      <a:pt x="931545" y="884005"/>
                    </a:lnTo>
                    <a:lnTo>
                      <a:pt x="921731" y="9081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8" name="pt51">
                <a:extLst>
                  <a:ext uri="{FF2B5EF4-FFF2-40B4-BE49-F238E27FC236}">
                    <a16:creationId xmlns:a16="http://schemas.microsoft.com/office/drawing/2014/main" id="{A0D22F4D-1AC6-5C15-10E5-4822D4302DD2}"/>
                  </a:ext>
                </a:extLst>
              </p:cNvPr>
              <p:cNvSpPr/>
              <p:nvPr/>
            </p:nvSpPr>
            <p:spPr>
              <a:xfrm>
                <a:off x="5206194" y="3498415"/>
                <a:ext cx="117405" cy="117405"/>
              </a:xfrm>
              <a:prstGeom prst="ellipse">
                <a:avLst/>
              </a:prstGeom>
              <a:solidFill>
                <a:srgbClr val="FEA06E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199" name="pt52">
                <a:extLst>
                  <a:ext uri="{FF2B5EF4-FFF2-40B4-BE49-F238E27FC236}">
                    <a16:creationId xmlns:a16="http://schemas.microsoft.com/office/drawing/2014/main" id="{7A301A0D-089E-A241-A00C-19AA756BEB17}"/>
                  </a:ext>
                </a:extLst>
              </p:cNvPr>
              <p:cNvSpPr/>
              <p:nvPr/>
            </p:nvSpPr>
            <p:spPr>
              <a:xfrm>
                <a:off x="6432965" y="1990428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00" name="pt53">
                <a:extLst>
                  <a:ext uri="{FF2B5EF4-FFF2-40B4-BE49-F238E27FC236}">
                    <a16:creationId xmlns:a16="http://schemas.microsoft.com/office/drawing/2014/main" id="{106C986B-9FF7-C057-A9AF-05C8ACCCC120}"/>
                  </a:ext>
                </a:extLst>
              </p:cNvPr>
              <p:cNvSpPr/>
              <p:nvPr/>
            </p:nvSpPr>
            <p:spPr>
              <a:xfrm>
                <a:off x="5136586" y="3335173"/>
                <a:ext cx="117405" cy="117405"/>
              </a:xfrm>
              <a:prstGeom prst="ellipse">
                <a:avLst/>
              </a:prstGeom>
              <a:solidFill>
                <a:srgbClr val="EF766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01" name="pt54">
                <a:extLst>
                  <a:ext uri="{FF2B5EF4-FFF2-40B4-BE49-F238E27FC236}">
                    <a16:creationId xmlns:a16="http://schemas.microsoft.com/office/drawing/2014/main" id="{31038BD3-9E7C-F696-B38C-C8442FC05C6E}"/>
                  </a:ext>
                </a:extLst>
              </p:cNvPr>
              <p:cNvSpPr/>
              <p:nvPr/>
            </p:nvSpPr>
            <p:spPr>
              <a:xfrm>
                <a:off x="5966618" y="2781353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02" name="pt55">
                <a:extLst>
                  <a:ext uri="{FF2B5EF4-FFF2-40B4-BE49-F238E27FC236}">
                    <a16:creationId xmlns:a16="http://schemas.microsoft.com/office/drawing/2014/main" id="{7D1E2924-E1EC-99C9-DBBD-41787CEB4C85}"/>
                  </a:ext>
                </a:extLst>
              </p:cNvPr>
              <p:cNvSpPr/>
              <p:nvPr/>
            </p:nvSpPr>
            <p:spPr>
              <a:xfrm>
                <a:off x="5891401" y="3166049"/>
                <a:ext cx="117405" cy="117405"/>
              </a:xfrm>
              <a:prstGeom prst="ellipse">
                <a:avLst/>
              </a:prstGeom>
              <a:solidFill>
                <a:srgbClr val="FEA16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03" name="pt56">
                <a:extLst>
                  <a:ext uri="{FF2B5EF4-FFF2-40B4-BE49-F238E27FC236}">
                    <a16:creationId xmlns:a16="http://schemas.microsoft.com/office/drawing/2014/main" id="{308C923E-EC51-660A-DBEE-1914637B8170}"/>
                  </a:ext>
                </a:extLst>
              </p:cNvPr>
              <p:cNvSpPr/>
              <p:nvPr/>
            </p:nvSpPr>
            <p:spPr>
              <a:xfrm>
                <a:off x="5222276" y="3631231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04" name="pt57">
                <a:extLst>
                  <a:ext uri="{FF2B5EF4-FFF2-40B4-BE49-F238E27FC236}">
                    <a16:creationId xmlns:a16="http://schemas.microsoft.com/office/drawing/2014/main" id="{465E576D-372B-96CD-6517-FB1C71D6EC17}"/>
                  </a:ext>
                </a:extLst>
              </p:cNvPr>
              <p:cNvSpPr/>
              <p:nvPr/>
            </p:nvSpPr>
            <p:spPr>
              <a:xfrm>
                <a:off x="4851429" y="2344381"/>
                <a:ext cx="117405" cy="117405"/>
              </a:xfrm>
              <a:prstGeom prst="ellipse">
                <a:avLst/>
              </a:prstGeom>
              <a:solidFill>
                <a:srgbClr val="9A2E7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05" name="pt58">
                <a:extLst>
                  <a:ext uri="{FF2B5EF4-FFF2-40B4-BE49-F238E27FC236}">
                    <a16:creationId xmlns:a16="http://schemas.microsoft.com/office/drawing/2014/main" id="{C5A620F6-DA4A-BA17-55EF-CBC8CB2750C5}"/>
                  </a:ext>
                </a:extLst>
              </p:cNvPr>
              <p:cNvSpPr/>
              <p:nvPr/>
            </p:nvSpPr>
            <p:spPr>
              <a:xfrm>
                <a:off x="4941332" y="2649251"/>
                <a:ext cx="117405" cy="117405"/>
              </a:xfrm>
              <a:prstGeom prst="ellipse">
                <a:avLst/>
              </a:prstGeom>
              <a:solidFill>
                <a:srgbClr val="E9666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06" name="pl59">
                <a:extLst>
                  <a:ext uri="{FF2B5EF4-FFF2-40B4-BE49-F238E27FC236}">
                    <a16:creationId xmlns:a16="http://schemas.microsoft.com/office/drawing/2014/main" id="{15815648-7B3C-4DFF-0E51-32EE71947403}"/>
                  </a:ext>
                </a:extLst>
              </p:cNvPr>
              <p:cNvSpPr/>
              <p:nvPr/>
            </p:nvSpPr>
            <p:spPr>
              <a:xfrm>
                <a:off x="5970139" y="2737052"/>
                <a:ext cx="48782" cy="91058"/>
              </a:xfrm>
              <a:custGeom>
                <a:avLst/>
                <a:gdLst/>
                <a:ahLst/>
                <a:cxnLst/>
                <a:rect l="0" t="0" r="0" b="0"/>
                <a:pathLst>
                  <a:path w="48782" h="91058">
                    <a:moveTo>
                      <a:pt x="0" y="0"/>
                    </a:moveTo>
                    <a:lnTo>
                      <a:pt x="48782" y="91058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07" name="pg60">
                <a:extLst>
                  <a:ext uri="{FF2B5EF4-FFF2-40B4-BE49-F238E27FC236}">
                    <a16:creationId xmlns:a16="http://schemas.microsoft.com/office/drawing/2014/main" id="{920D6F29-A865-DBB5-A125-2290EBB2DB74}"/>
                  </a:ext>
                </a:extLst>
              </p:cNvPr>
              <p:cNvSpPr/>
              <p:nvPr/>
            </p:nvSpPr>
            <p:spPr>
              <a:xfrm>
                <a:off x="5320910" y="3426019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3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1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08" name="tx61">
                <a:extLst>
                  <a:ext uri="{FF2B5EF4-FFF2-40B4-BE49-F238E27FC236}">
                    <a16:creationId xmlns:a16="http://schemas.microsoft.com/office/drawing/2014/main" id="{200A48AD-6680-EAC5-EF49-46650E99082C}"/>
                  </a:ext>
                </a:extLst>
              </p:cNvPr>
              <p:cNvSpPr/>
              <p:nvPr/>
            </p:nvSpPr>
            <p:spPr>
              <a:xfrm>
                <a:off x="5366630" y="3471739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2209" name="pg62">
                <a:extLst>
                  <a:ext uri="{FF2B5EF4-FFF2-40B4-BE49-F238E27FC236}">
                    <a16:creationId xmlns:a16="http://schemas.microsoft.com/office/drawing/2014/main" id="{1A87A0E7-AA34-1206-1134-206D92962911}"/>
                  </a:ext>
                </a:extLst>
              </p:cNvPr>
              <p:cNvSpPr/>
              <p:nvPr/>
            </p:nvSpPr>
            <p:spPr>
              <a:xfrm>
                <a:off x="6190124" y="2109127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2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1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10" name="tx63">
                <a:extLst>
                  <a:ext uri="{FF2B5EF4-FFF2-40B4-BE49-F238E27FC236}">
                    <a16:creationId xmlns:a16="http://schemas.microsoft.com/office/drawing/2014/main" id="{DCCF0328-3A1A-0795-8E4D-A91A0AB60FAB}"/>
                  </a:ext>
                </a:extLst>
              </p:cNvPr>
              <p:cNvSpPr/>
              <p:nvPr/>
            </p:nvSpPr>
            <p:spPr>
              <a:xfrm>
                <a:off x="6235844" y="2154847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2211" name="pg64">
                <a:extLst>
                  <a:ext uri="{FF2B5EF4-FFF2-40B4-BE49-F238E27FC236}">
                    <a16:creationId xmlns:a16="http://schemas.microsoft.com/office/drawing/2014/main" id="{101BFBA2-7047-DFAD-FE5B-9141422B03FE}"/>
                  </a:ext>
                </a:extLst>
              </p:cNvPr>
              <p:cNvSpPr/>
              <p:nvPr/>
            </p:nvSpPr>
            <p:spPr>
              <a:xfrm>
                <a:off x="4870931" y="3142703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2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12" name="tx65">
                <a:extLst>
                  <a:ext uri="{FF2B5EF4-FFF2-40B4-BE49-F238E27FC236}">
                    <a16:creationId xmlns:a16="http://schemas.microsoft.com/office/drawing/2014/main" id="{35714C31-A4FE-F98F-195F-23F4BC619F27}"/>
                  </a:ext>
                </a:extLst>
              </p:cNvPr>
              <p:cNvSpPr/>
              <p:nvPr/>
            </p:nvSpPr>
            <p:spPr>
              <a:xfrm>
                <a:off x="4916651" y="3188423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2213" name="pg66">
                <a:extLst>
                  <a:ext uri="{FF2B5EF4-FFF2-40B4-BE49-F238E27FC236}">
                    <a16:creationId xmlns:a16="http://schemas.microsoft.com/office/drawing/2014/main" id="{249F80C7-5AE5-FDB4-58FF-43B82D998E5A}"/>
                  </a:ext>
                </a:extLst>
              </p:cNvPr>
              <p:cNvSpPr/>
              <p:nvPr/>
            </p:nvSpPr>
            <p:spPr>
              <a:xfrm>
                <a:off x="5567437" y="2596998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1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2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14" name="tx67">
                <a:extLst>
                  <a:ext uri="{FF2B5EF4-FFF2-40B4-BE49-F238E27FC236}">
                    <a16:creationId xmlns:a16="http://schemas.microsoft.com/office/drawing/2014/main" id="{8C53591F-ADA3-688E-F2B6-D6B9D7252A5E}"/>
                  </a:ext>
                </a:extLst>
              </p:cNvPr>
              <p:cNvSpPr/>
              <p:nvPr/>
            </p:nvSpPr>
            <p:spPr>
              <a:xfrm>
                <a:off x="5613157" y="2642718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2215" name="pg68">
                <a:extLst>
                  <a:ext uri="{FF2B5EF4-FFF2-40B4-BE49-F238E27FC236}">
                    <a16:creationId xmlns:a16="http://schemas.microsoft.com/office/drawing/2014/main" id="{5512C09B-614E-1857-C719-1598CED3DCFF}"/>
                  </a:ext>
                </a:extLst>
              </p:cNvPr>
              <p:cNvSpPr/>
              <p:nvPr/>
            </p:nvSpPr>
            <p:spPr>
              <a:xfrm>
                <a:off x="5891380" y="2973257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2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16" name="tx69">
                <a:extLst>
                  <a:ext uri="{FF2B5EF4-FFF2-40B4-BE49-F238E27FC236}">
                    <a16:creationId xmlns:a16="http://schemas.microsoft.com/office/drawing/2014/main" id="{FCEDD398-038B-F2AA-F0D6-72749062A0C6}"/>
                  </a:ext>
                </a:extLst>
              </p:cNvPr>
              <p:cNvSpPr/>
              <p:nvPr/>
            </p:nvSpPr>
            <p:spPr>
              <a:xfrm>
                <a:off x="5937100" y="3018977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2217" name="pg70">
                <a:extLst>
                  <a:ext uri="{FF2B5EF4-FFF2-40B4-BE49-F238E27FC236}">
                    <a16:creationId xmlns:a16="http://schemas.microsoft.com/office/drawing/2014/main" id="{A0F34C7A-C1C3-321A-2DBE-9EDE06E1D2FE}"/>
                  </a:ext>
                </a:extLst>
              </p:cNvPr>
              <p:cNvSpPr/>
              <p:nvPr/>
            </p:nvSpPr>
            <p:spPr>
              <a:xfrm>
                <a:off x="5206622" y="3749492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1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18" name="tx71">
                <a:extLst>
                  <a:ext uri="{FF2B5EF4-FFF2-40B4-BE49-F238E27FC236}">
                    <a16:creationId xmlns:a16="http://schemas.microsoft.com/office/drawing/2014/main" id="{8B6AB1AB-46C5-D537-8D1C-BA059CB37E6E}"/>
                  </a:ext>
                </a:extLst>
              </p:cNvPr>
              <p:cNvSpPr/>
              <p:nvPr/>
            </p:nvSpPr>
            <p:spPr>
              <a:xfrm>
                <a:off x="5252342" y="3795212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2219" name="pg72">
                <a:extLst>
                  <a:ext uri="{FF2B5EF4-FFF2-40B4-BE49-F238E27FC236}">
                    <a16:creationId xmlns:a16="http://schemas.microsoft.com/office/drawing/2014/main" id="{ECEA33C3-DDF1-53D4-6671-140E8F2274E2}"/>
                  </a:ext>
                </a:extLst>
              </p:cNvPr>
              <p:cNvSpPr/>
              <p:nvPr/>
            </p:nvSpPr>
            <p:spPr>
              <a:xfrm>
                <a:off x="4634968" y="2462755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2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5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20" name="tx73">
                <a:extLst>
                  <a:ext uri="{FF2B5EF4-FFF2-40B4-BE49-F238E27FC236}">
                    <a16:creationId xmlns:a16="http://schemas.microsoft.com/office/drawing/2014/main" id="{E2DA5D51-07C9-DA13-691A-82A1BC0FFFE0}"/>
                  </a:ext>
                </a:extLst>
              </p:cNvPr>
              <p:cNvSpPr/>
              <p:nvPr/>
            </p:nvSpPr>
            <p:spPr>
              <a:xfrm>
                <a:off x="4680688" y="2508475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  <p:sp>
            <p:nvSpPr>
              <p:cNvPr id="2221" name="pg74">
                <a:extLst>
                  <a:ext uri="{FF2B5EF4-FFF2-40B4-BE49-F238E27FC236}">
                    <a16:creationId xmlns:a16="http://schemas.microsoft.com/office/drawing/2014/main" id="{46925C65-E789-F5D3-AECF-66DF530E668E}"/>
                  </a:ext>
                </a:extLst>
              </p:cNvPr>
              <p:cNvSpPr/>
              <p:nvPr/>
            </p:nvSpPr>
            <p:spPr>
              <a:xfrm>
                <a:off x="5069517" y="2730544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2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22" name="tx75">
                <a:extLst>
                  <a:ext uri="{FF2B5EF4-FFF2-40B4-BE49-F238E27FC236}">
                    <a16:creationId xmlns:a16="http://schemas.microsoft.com/office/drawing/2014/main" id="{B0583806-87C2-0797-8360-53553085A974}"/>
                  </a:ext>
                </a:extLst>
              </p:cNvPr>
              <p:cNvSpPr/>
              <p:nvPr/>
            </p:nvSpPr>
            <p:spPr>
              <a:xfrm>
                <a:off x="5115237" y="2776264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2223" name="rc76">
                <a:extLst>
                  <a:ext uri="{FF2B5EF4-FFF2-40B4-BE49-F238E27FC236}">
                    <a16:creationId xmlns:a16="http://schemas.microsoft.com/office/drawing/2014/main" id="{875E9FD6-4B01-AB61-E3EB-7EC54A2F1FB2}"/>
                  </a:ext>
                </a:extLst>
              </p:cNvPr>
              <p:cNvSpPr/>
              <p:nvPr/>
            </p:nvSpPr>
            <p:spPr>
              <a:xfrm>
                <a:off x="4589248" y="1489062"/>
                <a:ext cx="2184706" cy="2846260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24" name="tx77">
                <a:extLst>
                  <a:ext uri="{FF2B5EF4-FFF2-40B4-BE49-F238E27FC236}">
                    <a16:creationId xmlns:a16="http://schemas.microsoft.com/office/drawing/2014/main" id="{1EA8ADE4-DEEF-662B-7A3D-28240BA9BAA1}"/>
                  </a:ext>
                </a:extLst>
              </p:cNvPr>
              <p:cNvSpPr/>
              <p:nvPr/>
            </p:nvSpPr>
            <p:spPr>
              <a:xfrm>
                <a:off x="4276896" y="4165256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2225" name="tx78">
                <a:extLst>
                  <a:ext uri="{FF2B5EF4-FFF2-40B4-BE49-F238E27FC236}">
                    <a16:creationId xmlns:a16="http://schemas.microsoft.com/office/drawing/2014/main" id="{09A39368-EF87-2B42-84D8-AC034A36DFE1}"/>
                  </a:ext>
                </a:extLst>
              </p:cNvPr>
              <p:cNvSpPr/>
              <p:nvPr/>
            </p:nvSpPr>
            <p:spPr>
              <a:xfrm>
                <a:off x="4401254" y="414678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26" name="tx79">
                <a:extLst>
                  <a:ext uri="{FF2B5EF4-FFF2-40B4-BE49-F238E27FC236}">
                    <a16:creationId xmlns:a16="http://schemas.microsoft.com/office/drawing/2014/main" id="{A0E82D4F-F93E-AD4C-98AD-BE9E0B3AD2A0}"/>
                  </a:ext>
                </a:extLst>
              </p:cNvPr>
              <p:cNvSpPr/>
              <p:nvPr/>
            </p:nvSpPr>
            <p:spPr>
              <a:xfrm>
                <a:off x="4445968" y="4165256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227" name="tx80">
                <a:extLst>
                  <a:ext uri="{FF2B5EF4-FFF2-40B4-BE49-F238E27FC236}">
                    <a16:creationId xmlns:a16="http://schemas.microsoft.com/office/drawing/2014/main" id="{BBEB341E-413D-D493-A01A-FFA6ACAD9C2E}"/>
                  </a:ext>
                </a:extLst>
              </p:cNvPr>
              <p:cNvSpPr/>
              <p:nvPr/>
            </p:nvSpPr>
            <p:spPr>
              <a:xfrm>
                <a:off x="4276896" y="379561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2228" name="tx81">
                <a:extLst>
                  <a:ext uri="{FF2B5EF4-FFF2-40B4-BE49-F238E27FC236}">
                    <a16:creationId xmlns:a16="http://schemas.microsoft.com/office/drawing/2014/main" id="{AB99E56C-86CA-C833-2409-9113AD9591B4}"/>
                  </a:ext>
                </a:extLst>
              </p:cNvPr>
              <p:cNvSpPr/>
              <p:nvPr/>
            </p:nvSpPr>
            <p:spPr>
              <a:xfrm>
                <a:off x="4401254" y="377714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29" name="tx82">
                <a:extLst>
                  <a:ext uri="{FF2B5EF4-FFF2-40B4-BE49-F238E27FC236}">
                    <a16:creationId xmlns:a16="http://schemas.microsoft.com/office/drawing/2014/main" id="{45C172FA-C9D7-B8AE-FD41-398A5C724A8D}"/>
                  </a:ext>
                </a:extLst>
              </p:cNvPr>
              <p:cNvSpPr/>
              <p:nvPr/>
            </p:nvSpPr>
            <p:spPr>
              <a:xfrm>
                <a:off x="4445968" y="379561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230" name="tx83">
                <a:extLst>
                  <a:ext uri="{FF2B5EF4-FFF2-40B4-BE49-F238E27FC236}">
                    <a16:creationId xmlns:a16="http://schemas.microsoft.com/office/drawing/2014/main" id="{6BECF4FD-8F21-1B39-14AF-07564EDA81D7}"/>
                  </a:ext>
                </a:extLst>
              </p:cNvPr>
              <p:cNvSpPr/>
              <p:nvPr/>
            </p:nvSpPr>
            <p:spPr>
              <a:xfrm>
                <a:off x="4276896" y="342615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2231" name="tx84">
                <a:extLst>
                  <a:ext uri="{FF2B5EF4-FFF2-40B4-BE49-F238E27FC236}">
                    <a16:creationId xmlns:a16="http://schemas.microsoft.com/office/drawing/2014/main" id="{44918539-D843-5019-BC51-CE59E6E046BD}"/>
                  </a:ext>
                </a:extLst>
              </p:cNvPr>
              <p:cNvSpPr/>
              <p:nvPr/>
            </p:nvSpPr>
            <p:spPr>
              <a:xfrm>
                <a:off x="4401254" y="340768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32" name="tx85">
                <a:extLst>
                  <a:ext uri="{FF2B5EF4-FFF2-40B4-BE49-F238E27FC236}">
                    <a16:creationId xmlns:a16="http://schemas.microsoft.com/office/drawing/2014/main" id="{B8F5BD13-D896-3D85-D480-81AE990F825B}"/>
                  </a:ext>
                </a:extLst>
              </p:cNvPr>
              <p:cNvSpPr/>
              <p:nvPr/>
            </p:nvSpPr>
            <p:spPr>
              <a:xfrm>
                <a:off x="4445968" y="342615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233" name="tx86">
                <a:extLst>
                  <a:ext uri="{FF2B5EF4-FFF2-40B4-BE49-F238E27FC236}">
                    <a16:creationId xmlns:a16="http://schemas.microsoft.com/office/drawing/2014/main" id="{62F5C708-8E9C-2859-EC39-9FA682A79EC6}"/>
                  </a:ext>
                </a:extLst>
              </p:cNvPr>
              <p:cNvSpPr/>
              <p:nvPr/>
            </p:nvSpPr>
            <p:spPr>
              <a:xfrm>
                <a:off x="4276896" y="305632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2234" name="tx87">
                <a:extLst>
                  <a:ext uri="{FF2B5EF4-FFF2-40B4-BE49-F238E27FC236}">
                    <a16:creationId xmlns:a16="http://schemas.microsoft.com/office/drawing/2014/main" id="{902F3EBA-D0E9-D9AB-7042-CD5E1DFD7B8E}"/>
                  </a:ext>
                </a:extLst>
              </p:cNvPr>
              <p:cNvSpPr/>
              <p:nvPr/>
            </p:nvSpPr>
            <p:spPr>
              <a:xfrm>
                <a:off x="4401254" y="303785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35" name="tx88">
                <a:extLst>
                  <a:ext uri="{FF2B5EF4-FFF2-40B4-BE49-F238E27FC236}">
                    <a16:creationId xmlns:a16="http://schemas.microsoft.com/office/drawing/2014/main" id="{EB45BC18-58AF-B4C4-1B54-C421FDDAF91F}"/>
                  </a:ext>
                </a:extLst>
              </p:cNvPr>
              <p:cNvSpPr/>
              <p:nvPr/>
            </p:nvSpPr>
            <p:spPr>
              <a:xfrm>
                <a:off x="4445968" y="305632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236" name="tx89">
                <a:extLst>
                  <a:ext uri="{FF2B5EF4-FFF2-40B4-BE49-F238E27FC236}">
                    <a16:creationId xmlns:a16="http://schemas.microsoft.com/office/drawing/2014/main" id="{359371D1-C89B-466F-C71C-B4347F9B927E}"/>
                  </a:ext>
                </a:extLst>
              </p:cNvPr>
              <p:cNvSpPr/>
              <p:nvPr/>
            </p:nvSpPr>
            <p:spPr>
              <a:xfrm>
                <a:off x="4276896" y="268686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2237" name="tx90">
                <a:extLst>
                  <a:ext uri="{FF2B5EF4-FFF2-40B4-BE49-F238E27FC236}">
                    <a16:creationId xmlns:a16="http://schemas.microsoft.com/office/drawing/2014/main" id="{84B63685-1B4A-78F3-59A5-ABEF77F3D2A8}"/>
                  </a:ext>
                </a:extLst>
              </p:cNvPr>
              <p:cNvSpPr/>
              <p:nvPr/>
            </p:nvSpPr>
            <p:spPr>
              <a:xfrm>
                <a:off x="4401254" y="266839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38" name="tx91">
                <a:extLst>
                  <a:ext uri="{FF2B5EF4-FFF2-40B4-BE49-F238E27FC236}">
                    <a16:creationId xmlns:a16="http://schemas.microsoft.com/office/drawing/2014/main" id="{EB037151-7E4C-0027-7168-5A823B4ACCD8}"/>
                  </a:ext>
                </a:extLst>
              </p:cNvPr>
              <p:cNvSpPr/>
              <p:nvPr/>
            </p:nvSpPr>
            <p:spPr>
              <a:xfrm>
                <a:off x="4445968" y="268686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239" name="tx92">
                <a:extLst>
                  <a:ext uri="{FF2B5EF4-FFF2-40B4-BE49-F238E27FC236}">
                    <a16:creationId xmlns:a16="http://schemas.microsoft.com/office/drawing/2014/main" id="{F845C8FD-C3DC-1096-A509-8A7B70732777}"/>
                  </a:ext>
                </a:extLst>
              </p:cNvPr>
              <p:cNvSpPr/>
              <p:nvPr/>
            </p:nvSpPr>
            <p:spPr>
              <a:xfrm>
                <a:off x="4276896" y="23172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2240" name="tx93">
                <a:extLst>
                  <a:ext uri="{FF2B5EF4-FFF2-40B4-BE49-F238E27FC236}">
                    <a16:creationId xmlns:a16="http://schemas.microsoft.com/office/drawing/2014/main" id="{BF9487A2-EAF8-FAFD-58D7-35886723D2BC}"/>
                  </a:ext>
                </a:extLst>
              </p:cNvPr>
              <p:cNvSpPr/>
              <p:nvPr/>
            </p:nvSpPr>
            <p:spPr>
              <a:xfrm>
                <a:off x="4401254" y="22987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41" name="tx94">
                <a:extLst>
                  <a:ext uri="{FF2B5EF4-FFF2-40B4-BE49-F238E27FC236}">
                    <a16:creationId xmlns:a16="http://schemas.microsoft.com/office/drawing/2014/main" id="{C83D42F9-DEFC-4E94-446D-3DAA36352093}"/>
                  </a:ext>
                </a:extLst>
              </p:cNvPr>
              <p:cNvSpPr/>
              <p:nvPr/>
            </p:nvSpPr>
            <p:spPr>
              <a:xfrm>
                <a:off x="4445968" y="231721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242" name="tx95">
                <a:extLst>
                  <a:ext uri="{FF2B5EF4-FFF2-40B4-BE49-F238E27FC236}">
                    <a16:creationId xmlns:a16="http://schemas.microsoft.com/office/drawing/2014/main" id="{5E3BB5CB-D86C-90EA-CFD4-A5BE26B4B7A9}"/>
                  </a:ext>
                </a:extLst>
              </p:cNvPr>
              <p:cNvSpPr/>
              <p:nvPr/>
            </p:nvSpPr>
            <p:spPr>
              <a:xfrm>
                <a:off x="4276896" y="1947574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2243" name="tx96">
                <a:extLst>
                  <a:ext uri="{FF2B5EF4-FFF2-40B4-BE49-F238E27FC236}">
                    <a16:creationId xmlns:a16="http://schemas.microsoft.com/office/drawing/2014/main" id="{110F2588-BFFD-FE47-376A-D4926752F599}"/>
                  </a:ext>
                </a:extLst>
              </p:cNvPr>
              <p:cNvSpPr/>
              <p:nvPr/>
            </p:nvSpPr>
            <p:spPr>
              <a:xfrm>
                <a:off x="4401254" y="1929103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44" name="tx97">
                <a:extLst>
                  <a:ext uri="{FF2B5EF4-FFF2-40B4-BE49-F238E27FC236}">
                    <a16:creationId xmlns:a16="http://schemas.microsoft.com/office/drawing/2014/main" id="{126262BA-CC1C-C9F9-69F9-8BC07310D6C2}"/>
                  </a:ext>
                </a:extLst>
              </p:cNvPr>
              <p:cNvSpPr/>
              <p:nvPr/>
            </p:nvSpPr>
            <p:spPr>
              <a:xfrm>
                <a:off x="4445968" y="1947574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245" name="tx98">
                <a:extLst>
                  <a:ext uri="{FF2B5EF4-FFF2-40B4-BE49-F238E27FC236}">
                    <a16:creationId xmlns:a16="http://schemas.microsoft.com/office/drawing/2014/main" id="{440DA116-7F39-B5B9-A491-13C0A5BBCE56}"/>
                  </a:ext>
                </a:extLst>
              </p:cNvPr>
              <p:cNvSpPr/>
              <p:nvPr/>
            </p:nvSpPr>
            <p:spPr>
              <a:xfrm>
                <a:off x="4276896" y="157792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2246" name="tx99">
                <a:extLst>
                  <a:ext uri="{FF2B5EF4-FFF2-40B4-BE49-F238E27FC236}">
                    <a16:creationId xmlns:a16="http://schemas.microsoft.com/office/drawing/2014/main" id="{87D8DC70-13D3-F0CC-C631-C109A1ED9FAB}"/>
                  </a:ext>
                </a:extLst>
              </p:cNvPr>
              <p:cNvSpPr/>
              <p:nvPr/>
            </p:nvSpPr>
            <p:spPr>
              <a:xfrm>
                <a:off x="4401254" y="155945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47" name="tx100">
                <a:extLst>
                  <a:ext uri="{FF2B5EF4-FFF2-40B4-BE49-F238E27FC236}">
                    <a16:creationId xmlns:a16="http://schemas.microsoft.com/office/drawing/2014/main" id="{93E9C68F-92BC-CBB4-83A9-6EB654B32BF1}"/>
                  </a:ext>
                </a:extLst>
              </p:cNvPr>
              <p:cNvSpPr/>
              <p:nvPr/>
            </p:nvSpPr>
            <p:spPr>
              <a:xfrm>
                <a:off x="4445968" y="157792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248" name="pl101">
                <a:extLst>
                  <a:ext uri="{FF2B5EF4-FFF2-40B4-BE49-F238E27FC236}">
                    <a16:creationId xmlns:a16="http://schemas.microsoft.com/office/drawing/2014/main" id="{B112A328-22A9-8D02-C5BE-E52AED053A5D}"/>
                  </a:ext>
                </a:extLst>
              </p:cNvPr>
              <p:cNvSpPr/>
              <p:nvPr/>
            </p:nvSpPr>
            <p:spPr>
              <a:xfrm>
                <a:off x="4554454" y="420594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49" name="pl102">
                <a:extLst>
                  <a:ext uri="{FF2B5EF4-FFF2-40B4-BE49-F238E27FC236}">
                    <a16:creationId xmlns:a16="http://schemas.microsoft.com/office/drawing/2014/main" id="{99768982-D877-CB64-B5D3-A5E58C1B5DEB}"/>
                  </a:ext>
                </a:extLst>
              </p:cNvPr>
              <p:cNvSpPr/>
              <p:nvPr/>
            </p:nvSpPr>
            <p:spPr>
              <a:xfrm>
                <a:off x="4554454" y="383630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0" name="pl103">
                <a:extLst>
                  <a:ext uri="{FF2B5EF4-FFF2-40B4-BE49-F238E27FC236}">
                    <a16:creationId xmlns:a16="http://schemas.microsoft.com/office/drawing/2014/main" id="{F31E10CB-300B-7740-8499-0DDB4582155C}"/>
                  </a:ext>
                </a:extLst>
              </p:cNvPr>
              <p:cNvSpPr/>
              <p:nvPr/>
            </p:nvSpPr>
            <p:spPr>
              <a:xfrm>
                <a:off x="4554454" y="3466658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1" name="pl104">
                <a:extLst>
                  <a:ext uri="{FF2B5EF4-FFF2-40B4-BE49-F238E27FC236}">
                    <a16:creationId xmlns:a16="http://schemas.microsoft.com/office/drawing/2014/main" id="{BF3EE7B4-7052-4175-61BF-BC6B823C616A}"/>
                  </a:ext>
                </a:extLst>
              </p:cNvPr>
              <p:cNvSpPr/>
              <p:nvPr/>
            </p:nvSpPr>
            <p:spPr>
              <a:xfrm>
                <a:off x="4554454" y="3097014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2" name="pl105">
                <a:extLst>
                  <a:ext uri="{FF2B5EF4-FFF2-40B4-BE49-F238E27FC236}">
                    <a16:creationId xmlns:a16="http://schemas.microsoft.com/office/drawing/2014/main" id="{B81B804F-35A2-3097-3045-FC1FFAF4439D}"/>
                  </a:ext>
                </a:extLst>
              </p:cNvPr>
              <p:cNvSpPr/>
              <p:nvPr/>
            </p:nvSpPr>
            <p:spPr>
              <a:xfrm>
                <a:off x="4554454" y="27273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3" name="pl106">
                <a:extLst>
                  <a:ext uri="{FF2B5EF4-FFF2-40B4-BE49-F238E27FC236}">
                    <a16:creationId xmlns:a16="http://schemas.microsoft.com/office/drawing/2014/main" id="{E3A64BB4-BFC7-6EE5-311C-9A47D56EBB28}"/>
                  </a:ext>
                </a:extLst>
              </p:cNvPr>
              <p:cNvSpPr/>
              <p:nvPr/>
            </p:nvSpPr>
            <p:spPr>
              <a:xfrm>
                <a:off x="4554454" y="235772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4" name="pl107">
                <a:extLst>
                  <a:ext uri="{FF2B5EF4-FFF2-40B4-BE49-F238E27FC236}">
                    <a16:creationId xmlns:a16="http://schemas.microsoft.com/office/drawing/2014/main" id="{E3EE754F-C1D8-4886-30A1-15760B2EC149}"/>
                  </a:ext>
                </a:extLst>
              </p:cNvPr>
              <p:cNvSpPr/>
              <p:nvPr/>
            </p:nvSpPr>
            <p:spPr>
              <a:xfrm>
                <a:off x="4554454" y="198808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5" name="pl108">
                <a:extLst>
                  <a:ext uri="{FF2B5EF4-FFF2-40B4-BE49-F238E27FC236}">
                    <a16:creationId xmlns:a16="http://schemas.microsoft.com/office/drawing/2014/main" id="{DFB150BD-AA7F-5A9A-66B1-D9E0E04FB39D}"/>
                  </a:ext>
                </a:extLst>
              </p:cNvPr>
              <p:cNvSpPr/>
              <p:nvPr/>
            </p:nvSpPr>
            <p:spPr>
              <a:xfrm>
                <a:off x="4554454" y="161843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6" name="pl109">
                <a:extLst>
                  <a:ext uri="{FF2B5EF4-FFF2-40B4-BE49-F238E27FC236}">
                    <a16:creationId xmlns:a16="http://schemas.microsoft.com/office/drawing/2014/main" id="{A2948D23-49EC-4118-E7C0-645C753F5284}"/>
                  </a:ext>
                </a:extLst>
              </p:cNvPr>
              <p:cNvSpPr/>
              <p:nvPr/>
            </p:nvSpPr>
            <p:spPr>
              <a:xfrm>
                <a:off x="4688553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7" name="pl110">
                <a:extLst>
                  <a:ext uri="{FF2B5EF4-FFF2-40B4-BE49-F238E27FC236}">
                    <a16:creationId xmlns:a16="http://schemas.microsoft.com/office/drawing/2014/main" id="{22BBD384-D3FC-3865-09EB-35190FD3A00F}"/>
                  </a:ext>
                </a:extLst>
              </p:cNvPr>
              <p:cNvSpPr/>
              <p:nvPr/>
            </p:nvSpPr>
            <p:spPr>
              <a:xfrm>
                <a:off x="5085773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8" name="pl111">
                <a:extLst>
                  <a:ext uri="{FF2B5EF4-FFF2-40B4-BE49-F238E27FC236}">
                    <a16:creationId xmlns:a16="http://schemas.microsoft.com/office/drawing/2014/main" id="{5D977DD7-8AA0-D969-3334-597F8F7E3485}"/>
                  </a:ext>
                </a:extLst>
              </p:cNvPr>
              <p:cNvSpPr/>
              <p:nvPr/>
            </p:nvSpPr>
            <p:spPr>
              <a:xfrm>
                <a:off x="5482992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59" name="pl112">
                <a:extLst>
                  <a:ext uri="{FF2B5EF4-FFF2-40B4-BE49-F238E27FC236}">
                    <a16:creationId xmlns:a16="http://schemas.microsoft.com/office/drawing/2014/main" id="{6111034A-286A-04F8-C54D-B7B1B1AE355E}"/>
                  </a:ext>
                </a:extLst>
              </p:cNvPr>
              <p:cNvSpPr/>
              <p:nvPr/>
            </p:nvSpPr>
            <p:spPr>
              <a:xfrm>
                <a:off x="5880212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60" name="pl113">
                <a:extLst>
                  <a:ext uri="{FF2B5EF4-FFF2-40B4-BE49-F238E27FC236}">
                    <a16:creationId xmlns:a16="http://schemas.microsoft.com/office/drawing/2014/main" id="{C0B8322B-DD13-3DCF-D156-F157FA904E2F}"/>
                  </a:ext>
                </a:extLst>
              </p:cNvPr>
              <p:cNvSpPr/>
              <p:nvPr/>
            </p:nvSpPr>
            <p:spPr>
              <a:xfrm>
                <a:off x="6277431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61" name="pl114">
                <a:extLst>
                  <a:ext uri="{FF2B5EF4-FFF2-40B4-BE49-F238E27FC236}">
                    <a16:creationId xmlns:a16="http://schemas.microsoft.com/office/drawing/2014/main" id="{4EB4BA67-46F2-B0B2-004C-87EF5C2F94E6}"/>
                  </a:ext>
                </a:extLst>
              </p:cNvPr>
              <p:cNvSpPr/>
              <p:nvPr/>
            </p:nvSpPr>
            <p:spPr>
              <a:xfrm>
                <a:off x="6674650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62" name="tx115">
                <a:extLst>
                  <a:ext uri="{FF2B5EF4-FFF2-40B4-BE49-F238E27FC236}">
                    <a16:creationId xmlns:a16="http://schemas.microsoft.com/office/drawing/2014/main" id="{179C0D6D-2E37-F7DD-D1C1-F85EFA16FDF6}"/>
                  </a:ext>
                </a:extLst>
              </p:cNvPr>
              <p:cNvSpPr/>
              <p:nvPr/>
            </p:nvSpPr>
            <p:spPr>
              <a:xfrm>
                <a:off x="4566755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2263" name="tx116">
                <a:extLst>
                  <a:ext uri="{FF2B5EF4-FFF2-40B4-BE49-F238E27FC236}">
                    <a16:creationId xmlns:a16="http://schemas.microsoft.com/office/drawing/2014/main" id="{CA5787B8-8223-FEF0-6629-B5392B170621}"/>
                  </a:ext>
                </a:extLst>
              </p:cNvPr>
              <p:cNvSpPr/>
              <p:nvPr/>
            </p:nvSpPr>
            <p:spPr>
              <a:xfrm>
                <a:off x="4691114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64" name="tx117">
                <a:extLst>
                  <a:ext uri="{FF2B5EF4-FFF2-40B4-BE49-F238E27FC236}">
                    <a16:creationId xmlns:a16="http://schemas.microsoft.com/office/drawing/2014/main" id="{38B77D78-4352-7AAD-719E-BDFD66210018}"/>
                  </a:ext>
                </a:extLst>
              </p:cNvPr>
              <p:cNvSpPr/>
              <p:nvPr/>
            </p:nvSpPr>
            <p:spPr>
              <a:xfrm>
                <a:off x="4735828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265" name="tx118">
                <a:extLst>
                  <a:ext uri="{FF2B5EF4-FFF2-40B4-BE49-F238E27FC236}">
                    <a16:creationId xmlns:a16="http://schemas.microsoft.com/office/drawing/2014/main" id="{DE189A74-4581-7258-BBCD-ADFF7EDB7961}"/>
                  </a:ext>
                </a:extLst>
              </p:cNvPr>
              <p:cNvSpPr/>
              <p:nvPr/>
            </p:nvSpPr>
            <p:spPr>
              <a:xfrm>
                <a:off x="4963975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2266" name="tx119">
                <a:extLst>
                  <a:ext uri="{FF2B5EF4-FFF2-40B4-BE49-F238E27FC236}">
                    <a16:creationId xmlns:a16="http://schemas.microsoft.com/office/drawing/2014/main" id="{AB2278F8-A2A1-B302-149A-07C886E2A8D3}"/>
                  </a:ext>
                </a:extLst>
              </p:cNvPr>
              <p:cNvSpPr/>
              <p:nvPr/>
            </p:nvSpPr>
            <p:spPr>
              <a:xfrm>
                <a:off x="5088333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67" name="tx120">
                <a:extLst>
                  <a:ext uri="{FF2B5EF4-FFF2-40B4-BE49-F238E27FC236}">
                    <a16:creationId xmlns:a16="http://schemas.microsoft.com/office/drawing/2014/main" id="{04F2E951-8EBB-038A-0473-87A6C6B17A44}"/>
                  </a:ext>
                </a:extLst>
              </p:cNvPr>
              <p:cNvSpPr/>
              <p:nvPr/>
            </p:nvSpPr>
            <p:spPr>
              <a:xfrm>
                <a:off x="5133047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268" name="tx121">
                <a:extLst>
                  <a:ext uri="{FF2B5EF4-FFF2-40B4-BE49-F238E27FC236}">
                    <a16:creationId xmlns:a16="http://schemas.microsoft.com/office/drawing/2014/main" id="{7BED34F3-9183-A125-9DE2-3881875303E3}"/>
                  </a:ext>
                </a:extLst>
              </p:cNvPr>
              <p:cNvSpPr/>
              <p:nvPr/>
            </p:nvSpPr>
            <p:spPr>
              <a:xfrm>
                <a:off x="5361194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2269" name="tx122">
                <a:extLst>
                  <a:ext uri="{FF2B5EF4-FFF2-40B4-BE49-F238E27FC236}">
                    <a16:creationId xmlns:a16="http://schemas.microsoft.com/office/drawing/2014/main" id="{B4DC399D-27B9-1904-9E24-08B952A2E4CC}"/>
                  </a:ext>
                </a:extLst>
              </p:cNvPr>
              <p:cNvSpPr/>
              <p:nvPr/>
            </p:nvSpPr>
            <p:spPr>
              <a:xfrm>
                <a:off x="5485552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70" name="tx123">
                <a:extLst>
                  <a:ext uri="{FF2B5EF4-FFF2-40B4-BE49-F238E27FC236}">
                    <a16:creationId xmlns:a16="http://schemas.microsoft.com/office/drawing/2014/main" id="{DD4E468C-DD11-424E-DAA0-3226D7B6E837}"/>
                  </a:ext>
                </a:extLst>
              </p:cNvPr>
              <p:cNvSpPr/>
              <p:nvPr/>
            </p:nvSpPr>
            <p:spPr>
              <a:xfrm>
                <a:off x="5530267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271" name="tx124">
                <a:extLst>
                  <a:ext uri="{FF2B5EF4-FFF2-40B4-BE49-F238E27FC236}">
                    <a16:creationId xmlns:a16="http://schemas.microsoft.com/office/drawing/2014/main" id="{CC90E0C3-76DC-4462-F830-FBE6243B6239}"/>
                  </a:ext>
                </a:extLst>
              </p:cNvPr>
              <p:cNvSpPr/>
              <p:nvPr/>
            </p:nvSpPr>
            <p:spPr>
              <a:xfrm>
                <a:off x="5758413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2272" name="tx125">
                <a:extLst>
                  <a:ext uri="{FF2B5EF4-FFF2-40B4-BE49-F238E27FC236}">
                    <a16:creationId xmlns:a16="http://schemas.microsoft.com/office/drawing/2014/main" id="{1E057929-48E3-480A-483F-B5A62204A7FB}"/>
                  </a:ext>
                </a:extLst>
              </p:cNvPr>
              <p:cNvSpPr/>
              <p:nvPr/>
            </p:nvSpPr>
            <p:spPr>
              <a:xfrm>
                <a:off x="5882772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73" name="tx126">
                <a:extLst>
                  <a:ext uri="{FF2B5EF4-FFF2-40B4-BE49-F238E27FC236}">
                    <a16:creationId xmlns:a16="http://schemas.microsoft.com/office/drawing/2014/main" id="{C065D43F-69C3-F3E4-73F7-E58791B610EA}"/>
                  </a:ext>
                </a:extLst>
              </p:cNvPr>
              <p:cNvSpPr/>
              <p:nvPr/>
            </p:nvSpPr>
            <p:spPr>
              <a:xfrm>
                <a:off x="5927486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274" name="tx127">
                <a:extLst>
                  <a:ext uri="{FF2B5EF4-FFF2-40B4-BE49-F238E27FC236}">
                    <a16:creationId xmlns:a16="http://schemas.microsoft.com/office/drawing/2014/main" id="{F0F196FB-DA18-7BBB-B29D-5B9E400DBAB1}"/>
                  </a:ext>
                </a:extLst>
              </p:cNvPr>
              <p:cNvSpPr/>
              <p:nvPr/>
            </p:nvSpPr>
            <p:spPr>
              <a:xfrm>
                <a:off x="6155633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2275" name="tx128">
                <a:extLst>
                  <a:ext uri="{FF2B5EF4-FFF2-40B4-BE49-F238E27FC236}">
                    <a16:creationId xmlns:a16="http://schemas.microsoft.com/office/drawing/2014/main" id="{C5416BBC-DAFF-22B9-C7DE-B96A2EE1294D}"/>
                  </a:ext>
                </a:extLst>
              </p:cNvPr>
              <p:cNvSpPr/>
              <p:nvPr/>
            </p:nvSpPr>
            <p:spPr>
              <a:xfrm>
                <a:off x="6279991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76" name="tx129">
                <a:extLst>
                  <a:ext uri="{FF2B5EF4-FFF2-40B4-BE49-F238E27FC236}">
                    <a16:creationId xmlns:a16="http://schemas.microsoft.com/office/drawing/2014/main" id="{DC1239D7-2C42-B012-2F9C-BBC75B8BF4A0}"/>
                  </a:ext>
                </a:extLst>
              </p:cNvPr>
              <p:cNvSpPr/>
              <p:nvPr/>
            </p:nvSpPr>
            <p:spPr>
              <a:xfrm>
                <a:off x="6324705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277" name="tx130">
                <a:extLst>
                  <a:ext uri="{FF2B5EF4-FFF2-40B4-BE49-F238E27FC236}">
                    <a16:creationId xmlns:a16="http://schemas.microsoft.com/office/drawing/2014/main" id="{6679C31A-1CBB-3B99-2CC4-3DF956A81B87}"/>
                  </a:ext>
                </a:extLst>
              </p:cNvPr>
              <p:cNvSpPr/>
              <p:nvPr/>
            </p:nvSpPr>
            <p:spPr>
              <a:xfrm>
                <a:off x="6552852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2278" name="tx131">
                <a:extLst>
                  <a:ext uri="{FF2B5EF4-FFF2-40B4-BE49-F238E27FC236}">
                    <a16:creationId xmlns:a16="http://schemas.microsoft.com/office/drawing/2014/main" id="{63DAF5CC-C0E4-C1B7-9952-58B932A600A0}"/>
                  </a:ext>
                </a:extLst>
              </p:cNvPr>
              <p:cNvSpPr/>
              <p:nvPr/>
            </p:nvSpPr>
            <p:spPr>
              <a:xfrm>
                <a:off x="6677211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279" name="tx132">
                <a:extLst>
                  <a:ext uri="{FF2B5EF4-FFF2-40B4-BE49-F238E27FC236}">
                    <a16:creationId xmlns:a16="http://schemas.microsoft.com/office/drawing/2014/main" id="{12650416-6C90-736C-F5B5-CFE28396696F}"/>
                  </a:ext>
                </a:extLst>
              </p:cNvPr>
              <p:cNvSpPr/>
              <p:nvPr/>
            </p:nvSpPr>
            <p:spPr>
              <a:xfrm>
                <a:off x="6721925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280" name="tx133">
                <a:extLst>
                  <a:ext uri="{FF2B5EF4-FFF2-40B4-BE49-F238E27FC236}">
                    <a16:creationId xmlns:a16="http://schemas.microsoft.com/office/drawing/2014/main" id="{C987DC5A-0244-46AC-CC2C-BDB734A63F94}"/>
                  </a:ext>
                </a:extLst>
              </p:cNvPr>
              <p:cNvSpPr/>
              <p:nvPr/>
            </p:nvSpPr>
            <p:spPr>
              <a:xfrm>
                <a:off x="5374638" y="4542132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2281" name="tx134">
                <a:extLst>
                  <a:ext uri="{FF2B5EF4-FFF2-40B4-BE49-F238E27FC236}">
                    <a16:creationId xmlns:a16="http://schemas.microsoft.com/office/drawing/2014/main" id="{5215D1A7-5BC2-9797-BD96-8B09D7341974}"/>
                  </a:ext>
                </a:extLst>
              </p:cNvPr>
              <p:cNvSpPr/>
              <p:nvPr/>
            </p:nvSpPr>
            <p:spPr>
              <a:xfrm rot="16200000">
                <a:off x="3907055" y="2862174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2282" name="rc135">
                <a:extLst>
                  <a:ext uri="{FF2B5EF4-FFF2-40B4-BE49-F238E27FC236}">
                    <a16:creationId xmlns:a16="http://schemas.microsoft.com/office/drawing/2014/main" id="{FEEE8F28-E423-3B45-55CB-E9E1C27494CD}"/>
                  </a:ext>
                </a:extLst>
              </p:cNvPr>
              <p:cNvSpPr/>
              <p:nvPr/>
            </p:nvSpPr>
            <p:spPr>
              <a:xfrm>
                <a:off x="6913133" y="2193649"/>
                <a:ext cx="1097799" cy="1437085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83" name="tx136">
                <a:extLst>
                  <a:ext uri="{FF2B5EF4-FFF2-40B4-BE49-F238E27FC236}">
                    <a16:creationId xmlns:a16="http://schemas.microsoft.com/office/drawing/2014/main" id="{926C699E-4228-0CA9-0401-3EBB40924D47}"/>
                  </a:ext>
                </a:extLst>
              </p:cNvPr>
              <p:cNvSpPr/>
              <p:nvPr/>
            </p:nvSpPr>
            <p:spPr>
              <a:xfrm>
                <a:off x="6982722" y="2278740"/>
                <a:ext cx="96066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Weight Change</a:t>
                </a:r>
              </a:p>
            </p:txBody>
          </p:sp>
          <p:pic>
            <p:nvPicPr>
              <p:cNvPr id="2284" name="pic137">
                <a:extLst>
                  <a:ext uri="{FF2B5EF4-FFF2-40B4-BE49-F238E27FC236}">
                    <a16:creationId xmlns:a16="http://schemas.microsoft.com/office/drawing/2014/main" id="{672BD336-146F-3943-91EB-06C07E445F93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982722" y="2463866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2285" name="pl138">
                <a:extLst>
                  <a:ext uri="{FF2B5EF4-FFF2-40B4-BE49-F238E27FC236}">
                    <a16:creationId xmlns:a16="http://schemas.microsoft.com/office/drawing/2014/main" id="{98696666-1E45-F860-9826-59159786DC02}"/>
                  </a:ext>
                </a:extLst>
              </p:cNvPr>
              <p:cNvSpPr/>
              <p:nvPr/>
            </p:nvSpPr>
            <p:spPr>
              <a:xfrm>
                <a:off x="7158287" y="355931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86" name="pl139">
                <a:extLst>
                  <a:ext uri="{FF2B5EF4-FFF2-40B4-BE49-F238E27FC236}">
                    <a16:creationId xmlns:a16="http://schemas.microsoft.com/office/drawing/2014/main" id="{EB95FF8F-4D56-7736-4A17-2D2FA66C9356}"/>
                  </a:ext>
                </a:extLst>
              </p:cNvPr>
              <p:cNvSpPr/>
              <p:nvPr/>
            </p:nvSpPr>
            <p:spPr>
              <a:xfrm>
                <a:off x="7158287" y="328591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87" name="pl140">
                <a:extLst>
                  <a:ext uri="{FF2B5EF4-FFF2-40B4-BE49-F238E27FC236}">
                    <a16:creationId xmlns:a16="http://schemas.microsoft.com/office/drawing/2014/main" id="{C413E1C7-736B-D531-4DD4-FB9A8882E729}"/>
                  </a:ext>
                </a:extLst>
              </p:cNvPr>
              <p:cNvSpPr/>
              <p:nvPr/>
            </p:nvSpPr>
            <p:spPr>
              <a:xfrm>
                <a:off x="7158287" y="301250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88" name="pl141">
                <a:extLst>
                  <a:ext uri="{FF2B5EF4-FFF2-40B4-BE49-F238E27FC236}">
                    <a16:creationId xmlns:a16="http://schemas.microsoft.com/office/drawing/2014/main" id="{25E779E6-3F94-1EA7-AFC6-EAE34820EA97}"/>
                  </a:ext>
                </a:extLst>
              </p:cNvPr>
              <p:cNvSpPr/>
              <p:nvPr/>
            </p:nvSpPr>
            <p:spPr>
              <a:xfrm>
                <a:off x="7158287" y="273910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89" name="pl142">
                <a:extLst>
                  <a:ext uri="{FF2B5EF4-FFF2-40B4-BE49-F238E27FC236}">
                    <a16:creationId xmlns:a16="http://schemas.microsoft.com/office/drawing/2014/main" id="{2A0D1220-C26C-67F0-096C-2A1A5C35503B}"/>
                  </a:ext>
                </a:extLst>
              </p:cNvPr>
              <p:cNvSpPr/>
              <p:nvPr/>
            </p:nvSpPr>
            <p:spPr>
              <a:xfrm>
                <a:off x="7158287" y="246569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90" name="pl143">
                <a:extLst>
                  <a:ext uri="{FF2B5EF4-FFF2-40B4-BE49-F238E27FC236}">
                    <a16:creationId xmlns:a16="http://schemas.microsoft.com/office/drawing/2014/main" id="{DEB8FBAB-7245-5026-2FF4-EEEF16A9AFFF}"/>
                  </a:ext>
                </a:extLst>
              </p:cNvPr>
              <p:cNvSpPr/>
              <p:nvPr/>
            </p:nvSpPr>
            <p:spPr>
              <a:xfrm>
                <a:off x="6982722" y="355931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91" name="pl144">
                <a:extLst>
                  <a:ext uri="{FF2B5EF4-FFF2-40B4-BE49-F238E27FC236}">
                    <a16:creationId xmlns:a16="http://schemas.microsoft.com/office/drawing/2014/main" id="{1FAAF118-322D-9F20-A07E-B07154B89191}"/>
                  </a:ext>
                </a:extLst>
              </p:cNvPr>
              <p:cNvSpPr/>
              <p:nvPr/>
            </p:nvSpPr>
            <p:spPr>
              <a:xfrm>
                <a:off x="6982722" y="328591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92" name="pl145">
                <a:extLst>
                  <a:ext uri="{FF2B5EF4-FFF2-40B4-BE49-F238E27FC236}">
                    <a16:creationId xmlns:a16="http://schemas.microsoft.com/office/drawing/2014/main" id="{F6732D52-9B11-B46B-EFFD-15931ACCDCBA}"/>
                  </a:ext>
                </a:extLst>
              </p:cNvPr>
              <p:cNvSpPr/>
              <p:nvPr/>
            </p:nvSpPr>
            <p:spPr>
              <a:xfrm>
                <a:off x="6982722" y="301250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93" name="pl146">
                <a:extLst>
                  <a:ext uri="{FF2B5EF4-FFF2-40B4-BE49-F238E27FC236}">
                    <a16:creationId xmlns:a16="http://schemas.microsoft.com/office/drawing/2014/main" id="{6A25DA76-FF0E-440D-B65D-7E8349BF0176}"/>
                  </a:ext>
                </a:extLst>
              </p:cNvPr>
              <p:cNvSpPr/>
              <p:nvPr/>
            </p:nvSpPr>
            <p:spPr>
              <a:xfrm>
                <a:off x="6982722" y="273910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94" name="pl147">
                <a:extLst>
                  <a:ext uri="{FF2B5EF4-FFF2-40B4-BE49-F238E27FC236}">
                    <a16:creationId xmlns:a16="http://schemas.microsoft.com/office/drawing/2014/main" id="{10F5171B-EA3C-2E7A-0885-B8B78894EBB8}"/>
                  </a:ext>
                </a:extLst>
              </p:cNvPr>
              <p:cNvSpPr/>
              <p:nvPr/>
            </p:nvSpPr>
            <p:spPr>
              <a:xfrm>
                <a:off x="6982722" y="2465695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295" name="tx148">
                <a:extLst>
                  <a:ext uri="{FF2B5EF4-FFF2-40B4-BE49-F238E27FC236}">
                    <a16:creationId xmlns:a16="http://schemas.microsoft.com/office/drawing/2014/main" id="{A4C52378-AAC8-CE6E-4DA7-87778C2244DF}"/>
                  </a:ext>
                </a:extLst>
              </p:cNvPr>
              <p:cNvSpPr/>
              <p:nvPr/>
            </p:nvSpPr>
            <p:spPr>
              <a:xfrm>
                <a:off x="7271767" y="3519312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-1.00</a:t>
                </a:r>
              </a:p>
            </p:txBody>
          </p:sp>
          <p:sp>
            <p:nvSpPr>
              <p:cNvPr id="2296" name="tx149">
                <a:extLst>
                  <a:ext uri="{FF2B5EF4-FFF2-40B4-BE49-F238E27FC236}">
                    <a16:creationId xmlns:a16="http://schemas.microsoft.com/office/drawing/2014/main" id="{F4D37196-6BBA-FA59-19F2-9B79C3E07559}"/>
                  </a:ext>
                </a:extLst>
              </p:cNvPr>
              <p:cNvSpPr/>
              <p:nvPr/>
            </p:nvSpPr>
            <p:spPr>
              <a:xfrm>
                <a:off x="7271767" y="3245906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-0.75</a:t>
                </a:r>
              </a:p>
            </p:txBody>
          </p:sp>
          <p:sp>
            <p:nvSpPr>
              <p:cNvPr id="2297" name="tx150">
                <a:extLst>
                  <a:ext uri="{FF2B5EF4-FFF2-40B4-BE49-F238E27FC236}">
                    <a16:creationId xmlns:a16="http://schemas.microsoft.com/office/drawing/2014/main" id="{A655A647-0740-89B8-90EB-75AB5ACD45F2}"/>
                  </a:ext>
                </a:extLst>
              </p:cNvPr>
              <p:cNvSpPr/>
              <p:nvPr/>
            </p:nvSpPr>
            <p:spPr>
              <a:xfrm>
                <a:off x="7271767" y="2972501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-0.50</a:t>
                </a:r>
              </a:p>
            </p:txBody>
          </p:sp>
          <p:sp>
            <p:nvSpPr>
              <p:cNvPr id="2298" name="tx151">
                <a:extLst>
                  <a:ext uri="{FF2B5EF4-FFF2-40B4-BE49-F238E27FC236}">
                    <a16:creationId xmlns:a16="http://schemas.microsoft.com/office/drawing/2014/main" id="{63736810-D8ED-43E9-9E57-79D66EEC21BF}"/>
                  </a:ext>
                </a:extLst>
              </p:cNvPr>
              <p:cNvSpPr/>
              <p:nvPr/>
            </p:nvSpPr>
            <p:spPr>
              <a:xfrm>
                <a:off x="7271767" y="2699095"/>
                <a:ext cx="25484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-0.25</a:t>
                </a:r>
              </a:p>
            </p:txBody>
          </p:sp>
          <p:sp>
            <p:nvSpPr>
              <p:cNvPr id="2299" name="tx152">
                <a:extLst>
                  <a:ext uri="{FF2B5EF4-FFF2-40B4-BE49-F238E27FC236}">
                    <a16:creationId xmlns:a16="http://schemas.microsoft.com/office/drawing/2014/main" id="{F6C1721C-09AE-545E-9414-005EBBE28337}"/>
                  </a:ext>
                </a:extLst>
              </p:cNvPr>
              <p:cNvSpPr/>
              <p:nvPr/>
            </p:nvSpPr>
            <p:spPr>
              <a:xfrm>
                <a:off x="7271767" y="2425690"/>
                <a:ext cx="217627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0.00</a:t>
                </a:r>
              </a:p>
            </p:txBody>
          </p:sp>
        </p:grpSp>
        <p:grpSp>
          <p:nvGrpSpPr>
            <p:cNvPr id="2448" name="Group 2447">
              <a:extLst>
                <a:ext uri="{FF2B5EF4-FFF2-40B4-BE49-F238E27FC236}">
                  <a16:creationId xmlns:a16="http://schemas.microsoft.com/office/drawing/2014/main" id="{122B49E3-09A1-DBF3-6BF9-576FB9F33864}"/>
                </a:ext>
              </a:extLst>
            </p:cNvPr>
            <p:cNvGrpSpPr/>
            <p:nvPr/>
          </p:nvGrpSpPr>
          <p:grpSpPr>
            <a:xfrm>
              <a:off x="4023361" y="256033"/>
              <a:ext cx="4236779" cy="3898259"/>
              <a:chOff x="9717753" y="743908"/>
              <a:chExt cx="4236779" cy="3898259"/>
            </a:xfrm>
          </p:grpSpPr>
          <p:sp>
            <p:nvSpPr>
              <p:cNvPr id="2449" name="rc155">
                <a:extLst>
                  <a:ext uri="{FF2B5EF4-FFF2-40B4-BE49-F238E27FC236}">
                    <a16:creationId xmlns:a16="http://schemas.microsoft.com/office/drawing/2014/main" id="{CE7DA862-1699-9D7A-D940-F23F96394674}"/>
                  </a:ext>
                </a:extLst>
              </p:cNvPr>
              <p:cNvSpPr/>
              <p:nvPr/>
            </p:nvSpPr>
            <p:spPr>
              <a:xfrm>
                <a:off x="10532848" y="1489062"/>
                <a:ext cx="2184706" cy="284626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0" name="pl156">
                <a:extLst>
                  <a:ext uri="{FF2B5EF4-FFF2-40B4-BE49-F238E27FC236}">
                    <a16:creationId xmlns:a16="http://schemas.microsoft.com/office/drawing/2014/main" id="{5D3FC649-CD17-2A22-EC53-C1F5B0DD4EDA}"/>
                  </a:ext>
                </a:extLst>
              </p:cNvPr>
              <p:cNvSpPr/>
              <p:nvPr/>
            </p:nvSpPr>
            <p:spPr>
              <a:xfrm>
                <a:off x="10632153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1" name="pl157">
                <a:extLst>
                  <a:ext uri="{FF2B5EF4-FFF2-40B4-BE49-F238E27FC236}">
                    <a16:creationId xmlns:a16="http://schemas.microsoft.com/office/drawing/2014/main" id="{804298FF-83CB-F654-AD00-27379505E75C}"/>
                  </a:ext>
                </a:extLst>
              </p:cNvPr>
              <p:cNvSpPr/>
              <p:nvPr/>
            </p:nvSpPr>
            <p:spPr>
              <a:xfrm>
                <a:off x="11029373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2" name="pl158">
                <a:extLst>
                  <a:ext uri="{FF2B5EF4-FFF2-40B4-BE49-F238E27FC236}">
                    <a16:creationId xmlns:a16="http://schemas.microsoft.com/office/drawing/2014/main" id="{40F075D5-496D-C5E4-D01F-C2577EA83D9F}"/>
                  </a:ext>
                </a:extLst>
              </p:cNvPr>
              <p:cNvSpPr/>
              <p:nvPr/>
            </p:nvSpPr>
            <p:spPr>
              <a:xfrm>
                <a:off x="11426592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3" name="pl159">
                <a:extLst>
                  <a:ext uri="{FF2B5EF4-FFF2-40B4-BE49-F238E27FC236}">
                    <a16:creationId xmlns:a16="http://schemas.microsoft.com/office/drawing/2014/main" id="{C1B47A40-23F9-A9B1-59AA-75EAFDDB86DD}"/>
                  </a:ext>
                </a:extLst>
              </p:cNvPr>
              <p:cNvSpPr/>
              <p:nvPr/>
            </p:nvSpPr>
            <p:spPr>
              <a:xfrm>
                <a:off x="11823812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4" name="pl160">
                <a:extLst>
                  <a:ext uri="{FF2B5EF4-FFF2-40B4-BE49-F238E27FC236}">
                    <a16:creationId xmlns:a16="http://schemas.microsoft.com/office/drawing/2014/main" id="{99D8EC4C-AEEC-F658-A8D7-46FBAB16FF1E}"/>
                  </a:ext>
                </a:extLst>
              </p:cNvPr>
              <p:cNvSpPr/>
              <p:nvPr/>
            </p:nvSpPr>
            <p:spPr>
              <a:xfrm>
                <a:off x="12221031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5" name="pl161">
                <a:extLst>
                  <a:ext uri="{FF2B5EF4-FFF2-40B4-BE49-F238E27FC236}">
                    <a16:creationId xmlns:a16="http://schemas.microsoft.com/office/drawing/2014/main" id="{33B01011-18D4-7A88-0D00-D98E38F5C560}"/>
                  </a:ext>
                </a:extLst>
              </p:cNvPr>
              <p:cNvSpPr/>
              <p:nvPr/>
            </p:nvSpPr>
            <p:spPr>
              <a:xfrm>
                <a:off x="12618250" y="1489062"/>
                <a:ext cx="0" cy="2846260"/>
              </a:xfrm>
              <a:custGeom>
                <a:avLst/>
                <a:gdLst/>
                <a:ahLst/>
                <a:cxnLst/>
                <a:rect l="0" t="0" r="0" b="0"/>
                <a:pathLst>
                  <a:path h="2846260">
                    <a:moveTo>
                      <a:pt x="0" y="2846260"/>
                    </a:moveTo>
                    <a:lnTo>
                      <a:pt x="0" y="2817697"/>
                    </a:lnTo>
                    <a:lnTo>
                      <a:pt x="0" y="2784093"/>
                    </a:lnTo>
                    <a:lnTo>
                      <a:pt x="0" y="2750489"/>
                    </a:lnTo>
                    <a:lnTo>
                      <a:pt x="0" y="2716885"/>
                    </a:lnTo>
                    <a:lnTo>
                      <a:pt x="0" y="2683281"/>
                    </a:lnTo>
                    <a:lnTo>
                      <a:pt x="0" y="2649677"/>
                    </a:lnTo>
                    <a:lnTo>
                      <a:pt x="0" y="2616073"/>
                    </a:lnTo>
                    <a:lnTo>
                      <a:pt x="0" y="2582469"/>
                    </a:lnTo>
                    <a:lnTo>
                      <a:pt x="0" y="2548865"/>
                    </a:lnTo>
                    <a:lnTo>
                      <a:pt x="0" y="2515261"/>
                    </a:lnTo>
                    <a:lnTo>
                      <a:pt x="0" y="2481657"/>
                    </a:lnTo>
                    <a:lnTo>
                      <a:pt x="0" y="2448052"/>
                    </a:lnTo>
                    <a:lnTo>
                      <a:pt x="0" y="2414448"/>
                    </a:lnTo>
                    <a:lnTo>
                      <a:pt x="0" y="2380844"/>
                    </a:lnTo>
                    <a:lnTo>
                      <a:pt x="0" y="2347240"/>
                    </a:lnTo>
                    <a:lnTo>
                      <a:pt x="0" y="2313636"/>
                    </a:lnTo>
                    <a:lnTo>
                      <a:pt x="0" y="2280032"/>
                    </a:lnTo>
                    <a:lnTo>
                      <a:pt x="0" y="2246428"/>
                    </a:lnTo>
                    <a:lnTo>
                      <a:pt x="0" y="2212824"/>
                    </a:lnTo>
                    <a:lnTo>
                      <a:pt x="0" y="2179220"/>
                    </a:lnTo>
                    <a:lnTo>
                      <a:pt x="0" y="2145616"/>
                    </a:lnTo>
                    <a:lnTo>
                      <a:pt x="0" y="2112012"/>
                    </a:lnTo>
                    <a:lnTo>
                      <a:pt x="0" y="2078408"/>
                    </a:lnTo>
                    <a:lnTo>
                      <a:pt x="0" y="2044804"/>
                    </a:lnTo>
                    <a:lnTo>
                      <a:pt x="0" y="2011200"/>
                    </a:lnTo>
                    <a:lnTo>
                      <a:pt x="0" y="1977596"/>
                    </a:lnTo>
                    <a:lnTo>
                      <a:pt x="0" y="1943992"/>
                    </a:lnTo>
                    <a:lnTo>
                      <a:pt x="0" y="1910388"/>
                    </a:lnTo>
                    <a:lnTo>
                      <a:pt x="0" y="1876784"/>
                    </a:lnTo>
                    <a:lnTo>
                      <a:pt x="0" y="1843180"/>
                    </a:lnTo>
                    <a:lnTo>
                      <a:pt x="0" y="1809576"/>
                    </a:lnTo>
                    <a:lnTo>
                      <a:pt x="0" y="1775972"/>
                    </a:lnTo>
                    <a:lnTo>
                      <a:pt x="0" y="1742368"/>
                    </a:lnTo>
                    <a:lnTo>
                      <a:pt x="0" y="1708764"/>
                    </a:lnTo>
                    <a:lnTo>
                      <a:pt x="0" y="1675160"/>
                    </a:lnTo>
                    <a:lnTo>
                      <a:pt x="0" y="1641556"/>
                    </a:lnTo>
                    <a:lnTo>
                      <a:pt x="0" y="1607952"/>
                    </a:lnTo>
                    <a:lnTo>
                      <a:pt x="0" y="1574348"/>
                    </a:lnTo>
                    <a:lnTo>
                      <a:pt x="0" y="1540744"/>
                    </a:lnTo>
                    <a:lnTo>
                      <a:pt x="0" y="1507140"/>
                    </a:lnTo>
                    <a:lnTo>
                      <a:pt x="0" y="1473536"/>
                    </a:lnTo>
                    <a:lnTo>
                      <a:pt x="0" y="1439932"/>
                    </a:lnTo>
                    <a:lnTo>
                      <a:pt x="0" y="1406328"/>
                    </a:lnTo>
                    <a:lnTo>
                      <a:pt x="0" y="1372724"/>
                    </a:lnTo>
                    <a:lnTo>
                      <a:pt x="0" y="1339120"/>
                    </a:lnTo>
                    <a:lnTo>
                      <a:pt x="0" y="1305516"/>
                    </a:lnTo>
                    <a:lnTo>
                      <a:pt x="0" y="1271912"/>
                    </a:lnTo>
                    <a:lnTo>
                      <a:pt x="0" y="1238308"/>
                    </a:lnTo>
                    <a:lnTo>
                      <a:pt x="0" y="1204704"/>
                    </a:lnTo>
                    <a:lnTo>
                      <a:pt x="0" y="1171100"/>
                    </a:lnTo>
                    <a:lnTo>
                      <a:pt x="0" y="1137496"/>
                    </a:lnTo>
                    <a:lnTo>
                      <a:pt x="0" y="1103892"/>
                    </a:lnTo>
                    <a:lnTo>
                      <a:pt x="0" y="1070288"/>
                    </a:lnTo>
                    <a:lnTo>
                      <a:pt x="0" y="1036684"/>
                    </a:lnTo>
                    <a:lnTo>
                      <a:pt x="0" y="1003080"/>
                    </a:lnTo>
                    <a:lnTo>
                      <a:pt x="0" y="969476"/>
                    </a:lnTo>
                    <a:lnTo>
                      <a:pt x="0" y="935872"/>
                    </a:lnTo>
                    <a:lnTo>
                      <a:pt x="0" y="902267"/>
                    </a:lnTo>
                    <a:lnTo>
                      <a:pt x="0" y="868663"/>
                    </a:lnTo>
                    <a:lnTo>
                      <a:pt x="0" y="835059"/>
                    </a:lnTo>
                    <a:lnTo>
                      <a:pt x="0" y="801455"/>
                    </a:lnTo>
                    <a:lnTo>
                      <a:pt x="0" y="767851"/>
                    </a:lnTo>
                    <a:lnTo>
                      <a:pt x="0" y="734247"/>
                    </a:lnTo>
                    <a:lnTo>
                      <a:pt x="0" y="700643"/>
                    </a:lnTo>
                    <a:lnTo>
                      <a:pt x="0" y="667039"/>
                    </a:lnTo>
                    <a:lnTo>
                      <a:pt x="0" y="633435"/>
                    </a:lnTo>
                    <a:lnTo>
                      <a:pt x="0" y="599831"/>
                    </a:lnTo>
                    <a:lnTo>
                      <a:pt x="0" y="566227"/>
                    </a:lnTo>
                    <a:lnTo>
                      <a:pt x="0" y="532623"/>
                    </a:lnTo>
                    <a:lnTo>
                      <a:pt x="0" y="499019"/>
                    </a:lnTo>
                    <a:lnTo>
                      <a:pt x="0" y="465415"/>
                    </a:lnTo>
                    <a:lnTo>
                      <a:pt x="0" y="431811"/>
                    </a:lnTo>
                    <a:lnTo>
                      <a:pt x="0" y="398207"/>
                    </a:lnTo>
                    <a:lnTo>
                      <a:pt x="0" y="364603"/>
                    </a:lnTo>
                    <a:lnTo>
                      <a:pt x="0" y="330999"/>
                    </a:lnTo>
                    <a:lnTo>
                      <a:pt x="0" y="297395"/>
                    </a:lnTo>
                    <a:lnTo>
                      <a:pt x="0" y="263791"/>
                    </a:lnTo>
                    <a:lnTo>
                      <a:pt x="0" y="230187"/>
                    </a:lnTo>
                    <a:lnTo>
                      <a:pt x="0" y="196583"/>
                    </a:lnTo>
                    <a:lnTo>
                      <a:pt x="0" y="162979"/>
                    </a:lnTo>
                    <a:lnTo>
                      <a:pt x="0" y="129375"/>
                    </a:lnTo>
                    <a:lnTo>
                      <a:pt x="0" y="95771"/>
                    </a:lnTo>
                    <a:lnTo>
                      <a:pt x="0" y="62167"/>
                    </a:lnTo>
                    <a:lnTo>
                      <a:pt x="0" y="28563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6" name="pl162">
                <a:extLst>
                  <a:ext uri="{FF2B5EF4-FFF2-40B4-BE49-F238E27FC236}">
                    <a16:creationId xmlns:a16="http://schemas.microsoft.com/office/drawing/2014/main" id="{4FFADAA3-FE97-6CDA-9617-0FAECE52552A}"/>
                  </a:ext>
                </a:extLst>
              </p:cNvPr>
              <p:cNvSpPr/>
              <p:nvPr/>
            </p:nvSpPr>
            <p:spPr>
              <a:xfrm>
                <a:off x="10532848" y="4205947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7" name="pl163">
                <a:extLst>
                  <a:ext uri="{FF2B5EF4-FFF2-40B4-BE49-F238E27FC236}">
                    <a16:creationId xmlns:a16="http://schemas.microsoft.com/office/drawing/2014/main" id="{ABA3A40C-EEB7-908A-39C8-367C29CA08C3}"/>
                  </a:ext>
                </a:extLst>
              </p:cNvPr>
              <p:cNvSpPr/>
              <p:nvPr/>
            </p:nvSpPr>
            <p:spPr>
              <a:xfrm>
                <a:off x="10532848" y="3836303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8" name="pl164">
                <a:extLst>
                  <a:ext uri="{FF2B5EF4-FFF2-40B4-BE49-F238E27FC236}">
                    <a16:creationId xmlns:a16="http://schemas.microsoft.com/office/drawing/2014/main" id="{2487483F-F449-0564-5588-95A048466953}"/>
                  </a:ext>
                </a:extLst>
              </p:cNvPr>
              <p:cNvSpPr/>
              <p:nvPr/>
            </p:nvSpPr>
            <p:spPr>
              <a:xfrm>
                <a:off x="10532848" y="3466658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59" name="pl165">
                <a:extLst>
                  <a:ext uri="{FF2B5EF4-FFF2-40B4-BE49-F238E27FC236}">
                    <a16:creationId xmlns:a16="http://schemas.microsoft.com/office/drawing/2014/main" id="{25084571-7AA9-DAF2-DF9E-F9CAF8A2709B}"/>
                  </a:ext>
                </a:extLst>
              </p:cNvPr>
              <p:cNvSpPr/>
              <p:nvPr/>
            </p:nvSpPr>
            <p:spPr>
              <a:xfrm>
                <a:off x="10532848" y="3097014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0" name="pl166">
                <a:extLst>
                  <a:ext uri="{FF2B5EF4-FFF2-40B4-BE49-F238E27FC236}">
                    <a16:creationId xmlns:a16="http://schemas.microsoft.com/office/drawing/2014/main" id="{A7EFF709-FC32-34FA-C558-D757516AA568}"/>
                  </a:ext>
                </a:extLst>
              </p:cNvPr>
              <p:cNvSpPr/>
              <p:nvPr/>
            </p:nvSpPr>
            <p:spPr>
              <a:xfrm>
                <a:off x="10532848" y="2727370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1" name="pl167">
                <a:extLst>
                  <a:ext uri="{FF2B5EF4-FFF2-40B4-BE49-F238E27FC236}">
                    <a16:creationId xmlns:a16="http://schemas.microsoft.com/office/drawing/2014/main" id="{A4748F96-8EBC-C7C2-C1E9-A8306D3DB47D}"/>
                  </a:ext>
                </a:extLst>
              </p:cNvPr>
              <p:cNvSpPr/>
              <p:nvPr/>
            </p:nvSpPr>
            <p:spPr>
              <a:xfrm>
                <a:off x="10532848" y="2357726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2" name="pl168">
                <a:extLst>
                  <a:ext uri="{FF2B5EF4-FFF2-40B4-BE49-F238E27FC236}">
                    <a16:creationId xmlns:a16="http://schemas.microsoft.com/office/drawing/2014/main" id="{AA4BFA9B-A158-4E9B-0C33-DAC01FCCD41F}"/>
                  </a:ext>
                </a:extLst>
              </p:cNvPr>
              <p:cNvSpPr/>
              <p:nvPr/>
            </p:nvSpPr>
            <p:spPr>
              <a:xfrm>
                <a:off x="10532848" y="1988081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3" name="pl169">
                <a:extLst>
                  <a:ext uri="{FF2B5EF4-FFF2-40B4-BE49-F238E27FC236}">
                    <a16:creationId xmlns:a16="http://schemas.microsoft.com/office/drawing/2014/main" id="{FD9FB8A6-F8AF-9291-0F62-CC226A7D3E5D}"/>
                  </a:ext>
                </a:extLst>
              </p:cNvPr>
              <p:cNvSpPr/>
              <p:nvPr/>
            </p:nvSpPr>
            <p:spPr>
              <a:xfrm>
                <a:off x="10532848" y="1618437"/>
                <a:ext cx="218470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706">
                    <a:moveTo>
                      <a:pt x="0" y="0"/>
                    </a:moveTo>
                    <a:lnTo>
                      <a:pt x="11033" y="0"/>
                    </a:lnTo>
                    <a:lnTo>
                      <a:pt x="39120" y="0"/>
                    </a:lnTo>
                    <a:lnTo>
                      <a:pt x="67206" y="0"/>
                    </a:lnTo>
                    <a:lnTo>
                      <a:pt x="95292" y="0"/>
                    </a:lnTo>
                    <a:lnTo>
                      <a:pt x="123378" y="0"/>
                    </a:lnTo>
                    <a:lnTo>
                      <a:pt x="151464" y="0"/>
                    </a:lnTo>
                    <a:lnTo>
                      <a:pt x="179551" y="0"/>
                    </a:lnTo>
                    <a:lnTo>
                      <a:pt x="207637" y="0"/>
                    </a:lnTo>
                    <a:lnTo>
                      <a:pt x="235723" y="0"/>
                    </a:lnTo>
                    <a:lnTo>
                      <a:pt x="263809" y="0"/>
                    </a:lnTo>
                    <a:lnTo>
                      <a:pt x="291896" y="0"/>
                    </a:lnTo>
                    <a:lnTo>
                      <a:pt x="319982" y="0"/>
                    </a:lnTo>
                    <a:lnTo>
                      <a:pt x="348068" y="0"/>
                    </a:lnTo>
                    <a:lnTo>
                      <a:pt x="376154" y="0"/>
                    </a:lnTo>
                    <a:lnTo>
                      <a:pt x="404240" y="0"/>
                    </a:lnTo>
                    <a:lnTo>
                      <a:pt x="432327" y="0"/>
                    </a:lnTo>
                    <a:lnTo>
                      <a:pt x="460413" y="0"/>
                    </a:lnTo>
                    <a:lnTo>
                      <a:pt x="488499" y="0"/>
                    </a:lnTo>
                    <a:lnTo>
                      <a:pt x="516585" y="0"/>
                    </a:lnTo>
                    <a:lnTo>
                      <a:pt x="544672" y="0"/>
                    </a:lnTo>
                    <a:lnTo>
                      <a:pt x="572758" y="0"/>
                    </a:lnTo>
                    <a:lnTo>
                      <a:pt x="600844" y="0"/>
                    </a:lnTo>
                    <a:lnTo>
                      <a:pt x="628930" y="0"/>
                    </a:lnTo>
                    <a:lnTo>
                      <a:pt x="657016" y="0"/>
                    </a:lnTo>
                    <a:lnTo>
                      <a:pt x="685103" y="0"/>
                    </a:lnTo>
                    <a:lnTo>
                      <a:pt x="713189" y="0"/>
                    </a:lnTo>
                    <a:lnTo>
                      <a:pt x="741275" y="0"/>
                    </a:lnTo>
                    <a:lnTo>
                      <a:pt x="769361" y="0"/>
                    </a:lnTo>
                    <a:lnTo>
                      <a:pt x="797448" y="0"/>
                    </a:lnTo>
                    <a:lnTo>
                      <a:pt x="825534" y="0"/>
                    </a:lnTo>
                    <a:lnTo>
                      <a:pt x="853620" y="0"/>
                    </a:lnTo>
                    <a:lnTo>
                      <a:pt x="881706" y="0"/>
                    </a:lnTo>
                    <a:lnTo>
                      <a:pt x="909792" y="0"/>
                    </a:lnTo>
                    <a:lnTo>
                      <a:pt x="937879" y="0"/>
                    </a:lnTo>
                    <a:lnTo>
                      <a:pt x="965965" y="0"/>
                    </a:lnTo>
                    <a:lnTo>
                      <a:pt x="994051" y="0"/>
                    </a:lnTo>
                    <a:lnTo>
                      <a:pt x="1022137" y="0"/>
                    </a:lnTo>
                    <a:lnTo>
                      <a:pt x="1050224" y="0"/>
                    </a:lnTo>
                    <a:lnTo>
                      <a:pt x="1078310" y="0"/>
                    </a:lnTo>
                    <a:lnTo>
                      <a:pt x="1106396" y="0"/>
                    </a:lnTo>
                    <a:lnTo>
                      <a:pt x="1134482" y="0"/>
                    </a:lnTo>
                    <a:lnTo>
                      <a:pt x="1162568" y="0"/>
                    </a:lnTo>
                    <a:lnTo>
                      <a:pt x="1190655" y="0"/>
                    </a:lnTo>
                    <a:lnTo>
                      <a:pt x="1218741" y="0"/>
                    </a:lnTo>
                    <a:lnTo>
                      <a:pt x="1246827" y="0"/>
                    </a:lnTo>
                    <a:lnTo>
                      <a:pt x="1274913" y="0"/>
                    </a:lnTo>
                    <a:lnTo>
                      <a:pt x="1303000" y="0"/>
                    </a:lnTo>
                    <a:lnTo>
                      <a:pt x="1331086" y="0"/>
                    </a:lnTo>
                    <a:lnTo>
                      <a:pt x="1359172" y="0"/>
                    </a:lnTo>
                    <a:lnTo>
                      <a:pt x="1387258" y="0"/>
                    </a:lnTo>
                    <a:lnTo>
                      <a:pt x="1415344" y="0"/>
                    </a:lnTo>
                    <a:lnTo>
                      <a:pt x="1443431" y="0"/>
                    </a:lnTo>
                    <a:lnTo>
                      <a:pt x="1471517" y="0"/>
                    </a:lnTo>
                    <a:lnTo>
                      <a:pt x="1499603" y="0"/>
                    </a:lnTo>
                    <a:lnTo>
                      <a:pt x="1527689" y="0"/>
                    </a:lnTo>
                    <a:lnTo>
                      <a:pt x="1555776" y="0"/>
                    </a:lnTo>
                    <a:lnTo>
                      <a:pt x="1583862" y="0"/>
                    </a:lnTo>
                    <a:lnTo>
                      <a:pt x="1611948" y="0"/>
                    </a:lnTo>
                    <a:lnTo>
                      <a:pt x="1640034" y="0"/>
                    </a:lnTo>
                    <a:lnTo>
                      <a:pt x="1668120" y="0"/>
                    </a:lnTo>
                    <a:lnTo>
                      <a:pt x="1696207" y="0"/>
                    </a:lnTo>
                    <a:lnTo>
                      <a:pt x="1724293" y="0"/>
                    </a:lnTo>
                    <a:lnTo>
                      <a:pt x="1752379" y="0"/>
                    </a:lnTo>
                    <a:lnTo>
                      <a:pt x="1780465" y="0"/>
                    </a:lnTo>
                    <a:lnTo>
                      <a:pt x="1808552" y="0"/>
                    </a:lnTo>
                    <a:lnTo>
                      <a:pt x="1836638" y="0"/>
                    </a:lnTo>
                    <a:lnTo>
                      <a:pt x="1864724" y="0"/>
                    </a:lnTo>
                    <a:lnTo>
                      <a:pt x="1892810" y="0"/>
                    </a:lnTo>
                    <a:lnTo>
                      <a:pt x="1920896" y="0"/>
                    </a:lnTo>
                    <a:lnTo>
                      <a:pt x="1948983" y="0"/>
                    </a:lnTo>
                    <a:lnTo>
                      <a:pt x="1977069" y="0"/>
                    </a:lnTo>
                    <a:lnTo>
                      <a:pt x="2005155" y="0"/>
                    </a:lnTo>
                    <a:lnTo>
                      <a:pt x="2033241" y="0"/>
                    </a:lnTo>
                    <a:lnTo>
                      <a:pt x="2061327" y="0"/>
                    </a:lnTo>
                    <a:lnTo>
                      <a:pt x="2089414" y="0"/>
                    </a:lnTo>
                    <a:lnTo>
                      <a:pt x="2117500" y="0"/>
                    </a:lnTo>
                    <a:lnTo>
                      <a:pt x="2145586" y="0"/>
                    </a:lnTo>
                    <a:lnTo>
                      <a:pt x="2173672" y="0"/>
                    </a:lnTo>
                    <a:lnTo>
                      <a:pt x="2184706" y="0"/>
                    </a:lnTo>
                    <a:lnTo>
                      <a:pt x="218470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4" name="ph170">
                <a:extLst>
                  <a:ext uri="{FF2B5EF4-FFF2-40B4-BE49-F238E27FC236}">
                    <a16:creationId xmlns:a16="http://schemas.microsoft.com/office/drawing/2014/main" id="{445A5509-E245-7999-622C-82BD4E2DAE89}"/>
                  </a:ext>
                </a:extLst>
              </p:cNvPr>
              <p:cNvSpPr/>
              <p:nvPr/>
            </p:nvSpPr>
            <p:spPr>
              <a:xfrm>
                <a:off x="11503999" y="1882423"/>
                <a:ext cx="930827" cy="1243975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75">
                    <a:moveTo>
                      <a:pt x="914400" y="914400"/>
                    </a:moveTo>
                    <a:lnTo>
                      <a:pt x="904741" y="940462"/>
                    </a:lnTo>
                    <a:lnTo>
                      <a:pt x="891435" y="944866"/>
                    </a:lnTo>
                    <a:lnTo>
                      <a:pt x="878673" y="953548"/>
                    </a:lnTo>
                    <a:lnTo>
                      <a:pt x="874115" y="1036014"/>
                    </a:lnTo>
                    <a:lnTo>
                      <a:pt x="897351" y="1067347"/>
                    </a:lnTo>
                    <a:lnTo>
                      <a:pt x="884589" y="1071733"/>
                    </a:lnTo>
                    <a:lnTo>
                      <a:pt x="872913" y="1081118"/>
                    </a:lnTo>
                    <a:lnTo>
                      <a:pt x="864573" y="1094998"/>
                    </a:lnTo>
                    <a:lnTo>
                      <a:pt x="856039" y="1124869"/>
                    </a:lnTo>
                    <a:lnTo>
                      <a:pt x="823978" y="1141799"/>
                    </a:lnTo>
                    <a:lnTo>
                      <a:pt x="811836" y="1154325"/>
                    </a:lnTo>
                    <a:lnTo>
                      <a:pt x="793934" y="1182193"/>
                    </a:lnTo>
                    <a:lnTo>
                      <a:pt x="784605" y="1222641"/>
                    </a:lnTo>
                    <a:lnTo>
                      <a:pt x="766470" y="1239896"/>
                    </a:lnTo>
                    <a:lnTo>
                      <a:pt x="746105" y="1243975"/>
                    </a:lnTo>
                    <a:lnTo>
                      <a:pt x="758053" y="1210837"/>
                    </a:lnTo>
                    <a:lnTo>
                      <a:pt x="773705" y="1183835"/>
                    </a:lnTo>
                    <a:lnTo>
                      <a:pt x="758654" y="1165317"/>
                    </a:lnTo>
                    <a:lnTo>
                      <a:pt x="749596" y="1136330"/>
                    </a:lnTo>
                    <a:lnTo>
                      <a:pt x="737901" y="1114094"/>
                    </a:lnTo>
                    <a:lnTo>
                      <a:pt x="747210" y="1089259"/>
                    </a:lnTo>
                    <a:lnTo>
                      <a:pt x="742633" y="1048558"/>
                    </a:lnTo>
                    <a:lnTo>
                      <a:pt x="744146" y="1008832"/>
                    </a:lnTo>
                    <a:lnTo>
                      <a:pt x="757723" y="988780"/>
                    </a:lnTo>
                    <a:lnTo>
                      <a:pt x="773278" y="972427"/>
                    </a:lnTo>
                    <a:lnTo>
                      <a:pt x="797503" y="934831"/>
                    </a:lnTo>
                    <a:lnTo>
                      <a:pt x="823764" y="907577"/>
                    </a:lnTo>
                    <a:lnTo>
                      <a:pt x="860402" y="895322"/>
                    </a:lnTo>
                    <a:lnTo>
                      <a:pt x="876947" y="906620"/>
                    </a:lnTo>
                    <a:lnTo>
                      <a:pt x="884084" y="881839"/>
                    </a:lnTo>
                    <a:lnTo>
                      <a:pt x="895896" y="876190"/>
                    </a:lnTo>
                    <a:lnTo>
                      <a:pt x="906990" y="881911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5" name="ph171">
                <a:extLst>
                  <a:ext uri="{FF2B5EF4-FFF2-40B4-BE49-F238E27FC236}">
                    <a16:creationId xmlns:a16="http://schemas.microsoft.com/office/drawing/2014/main" id="{35013CAE-30D2-130D-03AC-BF75532F9E15}"/>
                  </a:ext>
                </a:extLst>
              </p:cNvPr>
              <p:cNvSpPr/>
              <p:nvPr/>
            </p:nvSpPr>
            <p:spPr>
              <a:xfrm>
                <a:off x="11004178" y="2463475"/>
                <a:ext cx="104161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4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29" y="888264"/>
                    </a:lnTo>
                    <a:lnTo>
                      <a:pt x="897913" y="824407"/>
                    </a:lnTo>
                    <a:lnTo>
                      <a:pt x="901521" y="792857"/>
                    </a:lnTo>
                    <a:lnTo>
                      <a:pt x="944831" y="679058"/>
                    </a:lnTo>
                    <a:lnTo>
                      <a:pt x="964168" y="669763"/>
                    </a:lnTo>
                    <a:lnTo>
                      <a:pt x="991361" y="600021"/>
                    </a:lnTo>
                    <a:lnTo>
                      <a:pt x="998692" y="568995"/>
                    </a:lnTo>
                    <a:lnTo>
                      <a:pt x="1010485" y="541055"/>
                    </a:lnTo>
                    <a:lnTo>
                      <a:pt x="1017448" y="516075"/>
                    </a:lnTo>
                    <a:lnTo>
                      <a:pt x="1023286" y="505986"/>
                    </a:lnTo>
                    <a:lnTo>
                      <a:pt x="1035970" y="510715"/>
                    </a:lnTo>
                    <a:lnTo>
                      <a:pt x="1041614" y="515317"/>
                    </a:lnTo>
                    <a:lnTo>
                      <a:pt x="1028251" y="529865"/>
                    </a:lnTo>
                    <a:lnTo>
                      <a:pt x="1029803" y="548798"/>
                    </a:lnTo>
                    <a:lnTo>
                      <a:pt x="1028872" y="556650"/>
                    </a:lnTo>
                    <a:lnTo>
                      <a:pt x="995143" y="639007"/>
                    </a:lnTo>
                    <a:lnTo>
                      <a:pt x="986124" y="692487"/>
                    </a:lnTo>
                    <a:lnTo>
                      <a:pt x="974157" y="705536"/>
                    </a:lnTo>
                    <a:lnTo>
                      <a:pt x="924602" y="89579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6" name="ph172">
                <a:extLst>
                  <a:ext uri="{FF2B5EF4-FFF2-40B4-BE49-F238E27FC236}">
                    <a16:creationId xmlns:a16="http://schemas.microsoft.com/office/drawing/2014/main" id="{38CBCB41-5362-0592-2153-F032D8588624}"/>
                  </a:ext>
                </a:extLst>
              </p:cNvPr>
              <p:cNvSpPr/>
              <p:nvPr/>
            </p:nvSpPr>
            <p:spPr>
              <a:xfrm>
                <a:off x="10009849" y="1476771"/>
                <a:ext cx="2407890" cy="2231492"/>
              </a:xfrm>
              <a:custGeom>
                <a:avLst/>
                <a:gdLst/>
                <a:ahLst/>
                <a:cxnLst/>
                <a:rect l="0" t="0" r="0" b="0"/>
                <a:pathLst>
                  <a:path w="2407890" h="2231492">
                    <a:moveTo>
                      <a:pt x="914400" y="914400"/>
                    </a:moveTo>
                    <a:lnTo>
                      <a:pt x="928869" y="920500"/>
                    </a:lnTo>
                    <a:lnTo>
                      <a:pt x="948574" y="908281"/>
                    </a:lnTo>
                    <a:lnTo>
                      <a:pt x="962365" y="874060"/>
                    </a:lnTo>
                    <a:lnTo>
                      <a:pt x="970239" y="822710"/>
                    </a:lnTo>
                    <a:lnTo>
                      <a:pt x="979433" y="773798"/>
                    </a:lnTo>
                    <a:lnTo>
                      <a:pt x="968552" y="721473"/>
                    </a:lnTo>
                    <a:lnTo>
                      <a:pt x="956934" y="675521"/>
                    </a:lnTo>
                    <a:lnTo>
                      <a:pt x="956119" y="662020"/>
                    </a:lnTo>
                    <a:lnTo>
                      <a:pt x="986609" y="623251"/>
                    </a:lnTo>
                    <a:lnTo>
                      <a:pt x="995938" y="591719"/>
                    </a:lnTo>
                    <a:lnTo>
                      <a:pt x="1006043" y="561703"/>
                    </a:lnTo>
                    <a:lnTo>
                      <a:pt x="1017196" y="551488"/>
                    </a:lnTo>
                    <a:lnTo>
                      <a:pt x="1033798" y="549159"/>
                    </a:lnTo>
                    <a:lnTo>
                      <a:pt x="1053135" y="543510"/>
                    </a:lnTo>
                    <a:lnTo>
                      <a:pt x="1077515" y="523421"/>
                    </a:lnTo>
                    <a:lnTo>
                      <a:pt x="1099374" y="496510"/>
                    </a:lnTo>
                    <a:lnTo>
                      <a:pt x="1116074" y="471837"/>
                    </a:lnTo>
                    <a:lnTo>
                      <a:pt x="1121737" y="423015"/>
                    </a:lnTo>
                    <a:lnTo>
                      <a:pt x="1121970" y="398486"/>
                    </a:lnTo>
                    <a:lnTo>
                      <a:pt x="1129321" y="380274"/>
                    </a:lnTo>
                    <a:lnTo>
                      <a:pt x="1136439" y="344700"/>
                    </a:lnTo>
                    <a:lnTo>
                      <a:pt x="1129515" y="309612"/>
                    </a:lnTo>
                    <a:lnTo>
                      <a:pt x="1107966" y="256386"/>
                    </a:lnTo>
                    <a:lnTo>
                      <a:pt x="1082015" y="181536"/>
                    </a:lnTo>
                    <a:lnTo>
                      <a:pt x="1078041" y="141666"/>
                    </a:lnTo>
                    <a:lnTo>
                      <a:pt x="2054379" y="141666"/>
                    </a:lnTo>
                    <a:lnTo>
                      <a:pt x="2054854" y="146900"/>
                    </a:lnTo>
                    <a:lnTo>
                      <a:pt x="2052875" y="159463"/>
                    </a:lnTo>
                    <a:lnTo>
                      <a:pt x="2067965" y="211101"/>
                    </a:lnTo>
                    <a:lnTo>
                      <a:pt x="2064454" y="229204"/>
                    </a:lnTo>
                    <a:lnTo>
                      <a:pt x="2062418" y="252271"/>
                    </a:lnTo>
                    <a:lnTo>
                      <a:pt x="2084044" y="274435"/>
                    </a:lnTo>
                    <a:lnTo>
                      <a:pt x="2103342" y="274074"/>
                    </a:lnTo>
                    <a:lnTo>
                      <a:pt x="2122893" y="273731"/>
                    </a:lnTo>
                    <a:lnTo>
                      <a:pt x="2130360" y="279290"/>
                    </a:lnTo>
                    <a:lnTo>
                      <a:pt x="2137847" y="294975"/>
                    </a:lnTo>
                    <a:lnTo>
                      <a:pt x="2143879" y="313493"/>
                    </a:lnTo>
                    <a:lnTo>
                      <a:pt x="2159977" y="311959"/>
                    </a:lnTo>
                    <a:lnTo>
                      <a:pt x="2185676" y="296888"/>
                    </a:lnTo>
                    <a:lnTo>
                      <a:pt x="2202395" y="293296"/>
                    </a:lnTo>
                    <a:lnTo>
                      <a:pt x="2213431" y="322265"/>
                    </a:lnTo>
                    <a:lnTo>
                      <a:pt x="2243455" y="360529"/>
                    </a:lnTo>
                    <a:lnTo>
                      <a:pt x="2260931" y="377675"/>
                    </a:lnTo>
                    <a:lnTo>
                      <a:pt x="2290625" y="386700"/>
                    </a:lnTo>
                    <a:lnTo>
                      <a:pt x="2321910" y="417582"/>
                    </a:lnTo>
                    <a:lnTo>
                      <a:pt x="2317527" y="454799"/>
                    </a:lnTo>
                    <a:lnTo>
                      <a:pt x="2330580" y="467235"/>
                    </a:lnTo>
                    <a:lnTo>
                      <a:pt x="2367489" y="481927"/>
                    </a:lnTo>
                    <a:lnTo>
                      <a:pt x="2380543" y="501744"/>
                    </a:lnTo>
                    <a:lnTo>
                      <a:pt x="2386807" y="518638"/>
                    </a:lnTo>
                    <a:lnTo>
                      <a:pt x="2396524" y="532644"/>
                    </a:lnTo>
                    <a:lnTo>
                      <a:pt x="2407890" y="574969"/>
                    </a:lnTo>
                    <a:lnTo>
                      <a:pt x="2403933" y="601050"/>
                    </a:lnTo>
                    <a:lnTo>
                      <a:pt x="2389057" y="610021"/>
                    </a:lnTo>
                    <a:lnTo>
                      <a:pt x="2353932" y="637960"/>
                    </a:lnTo>
                    <a:lnTo>
                      <a:pt x="2338280" y="658825"/>
                    </a:lnTo>
                    <a:lnTo>
                      <a:pt x="2326002" y="671820"/>
                    </a:lnTo>
                    <a:lnTo>
                      <a:pt x="2291110" y="699688"/>
                    </a:lnTo>
                    <a:lnTo>
                      <a:pt x="2278328" y="704688"/>
                    </a:lnTo>
                    <a:lnTo>
                      <a:pt x="2266090" y="719181"/>
                    </a:lnTo>
                    <a:lnTo>
                      <a:pt x="2254259" y="725516"/>
                    </a:lnTo>
                    <a:lnTo>
                      <a:pt x="2243669" y="721870"/>
                    </a:lnTo>
                    <a:lnTo>
                      <a:pt x="2204082" y="748114"/>
                    </a:lnTo>
                    <a:lnTo>
                      <a:pt x="2207166" y="759322"/>
                    </a:lnTo>
                    <a:lnTo>
                      <a:pt x="2237520" y="764069"/>
                    </a:lnTo>
                    <a:lnTo>
                      <a:pt x="2252998" y="758438"/>
                    </a:lnTo>
                    <a:lnTo>
                      <a:pt x="2264907" y="745244"/>
                    </a:lnTo>
                    <a:lnTo>
                      <a:pt x="2277921" y="742212"/>
                    </a:lnTo>
                    <a:lnTo>
                      <a:pt x="2289791" y="744702"/>
                    </a:lnTo>
                    <a:lnTo>
                      <a:pt x="2302379" y="734306"/>
                    </a:lnTo>
                    <a:lnTo>
                      <a:pt x="2312251" y="730155"/>
                    </a:lnTo>
                    <a:lnTo>
                      <a:pt x="2322453" y="735136"/>
                    </a:lnTo>
                    <a:lnTo>
                      <a:pt x="2333838" y="760062"/>
                    </a:lnTo>
                    <a:lnTo>
                      <a:pt x="2310215" y="773039"/>
                    </a:lnTo>
                    <a:lnTo>
                      <a:pt x="2293457" y="773635"/>
                    </a:lnTo>
                    <a:lnTo>
                      <a:pt x="2285272" y="814516"/>
                    </a:lnTo>
                    <a:lnTo>
                      <a:pt x="2275128" y="832078"/>
                    </a:lnTo>
                    <a:lnTo>
                      <a:pt x="2267855" y="840525"/>
                    </a:lnTo>
                    <a:lnTo>
                      <a:pt x="2230674" y="857924"/>
                    </a:lnTo>
                    <a:lnTo>
                      <a:pt x="2206138" y="879980"/>
                    </a:lnTo>
                    <a:lnTo>
                      <a:pt x="2177220" y="897740"/>
                    </a:lnTo>
                    <a:lnTo>
                      <a:pt x="2164593" y="893878"/>
                    </a:lnTo>
                    <a:lnTo>
                      <a:pt x="2145566" y="911927"/>
                    </a:lnTo>
                    <a:lnTo>
                      <a:pt x="2103284" y="933297"/>
                    </a:lnTo>
                    <a:lnTo>
                      <a:pt x="2081619" y="962085"/>
                    </a:lnTo>
                    <a:lnTo>
                      <a:pt x="2032995" y="987841"/>
                    </a:lnTo>
                    <a:lnTo>
                      <a:pt x="2008227" y="1008796"/>
                    </a:lnTo>
                    <a:lnTo>
                      <a:pt x="1940944" y="1009897"/>
                    </a:lnTo>
                    <a:lnTo>
                      <a:pt x="1876687" y="1005294"/>
                    </a:lnTo>
                    <a:lnTo>
                      <a:pt x="1856515" y="1015258"/>
                    </a:lnTo>
                    <a:lnTo>
                      <a:pt x="1877133" y="1018344"/>
                    </a:lnTo>
                    <a:lnTo>
                      <a:pt x="1891583" y="1028126"/>
                    </a:lnTo>
                    <a:lnTo>
                      <a:pt x="1908903" y="1024047"/>
                    </a:lnTo>
                    <a:lnTo>
                      <a:pt x="1949614" y="1028939"/>
                    </a:lnTo>
                    <a:lnTo>
                      <a:pt x="1970561" y="1034263"/>
                    </a:lnTo>
                    <a:lnTo>
                      <a:pt x="1997443" y="1068520"/>
                    </a:lnTo>
                    <a:lnTo>
                      <a:pt x="1977679" y="1080703"/>
                    </a:lnTo>
                    <a:lnTo>
                      <a:pt x="1943446" y="1090053"/>
                    </a:lnTo>
                    <a:lnTo>
                      <a:pt x="1956286" y="1138641"/>
                    </a:lnTo>
                    <a:lnTo>
                      <a:pt x="1966876" y="1171400"/>
                    </a:lnTo>
                    <a:lnTo>
                      <a:pt x="1953008" y="1191163"/>
                    </a:lnTo>
                    <a:lnTo>
                      <a:pt x="1951980" y="1281084"/>
                    </a:lnTo>
                    <a:lnTo>
                      <a:pt x="1932526" y="1282798"/>
                    </a:lnTo>
                    <a:lnTo>
                      <a:pt x="1924264" y="1319997"/>
                    </a:lnTo>
                    <a:lnTo>
                      <a:pt x="1930393" y="1338967"/>
                    </a:lnTo>
                    <a:lnTo>
                      <a:pt x="1929908" y="1383025"/>
                    </a:lnTo>
                    <a:lnTo>
                      <a:pt x="1933962" y="1410170"/>
                    </a:lnTo>
                    <a:lnTo>
                      <a:pt x="1943504" y="1435168"/>
                    </a:lnTo>
                    <a:lnTo>
                      <a:pt x="1939257" y="1461231"/>
                    </a:lnTo>
                    <a:lnTo>
                      <a:pt x="1908495" y="1522237"/>
                    </a:lnTo>
                    <a:lnTo>
                      <a:pt x="1909194" y="1550863"/>
                    </a:lnTo>
                    <a:lnTo>
                      <a:pt x="1914721" y="1567865"/>
                    </a:lnTo>
                    <a:lnTo>
                      <a:pt x="1918814" y="1595047"/>
                    </a:lnTo>
                    <a:lnTo>
                      <a:pt x="1904830" y="1647299"/>
                    </a:lnTo>
                    <a:lnTo>
                      <a:pt x="1894957" y="1690959"/>
                    </a:lnTo>
                    <a:lnTo>
                      <a:pt x="1883223" y="1727707"/>
                    </a:lnTo>
                    <a:lnTo>
                      <a:pt x="1856962" y="1771801"/>
                    </a:lnTo>
                    <a:lnTo>
                      <a:pt x="1843889" y="1804758"/>
                    </a:lnTo>
                    <a:lnTo>
                      <a:pt x="1813302" y="1907602"/>
                    </a:lnTo>
                    <a:lnTo>
                      <a:pt x="1798135" y="1928015"/>
                    </a:lnTo>
                    <a:lnTo>
                      <a:pt x="1779535" y="1943700"/>
                    </a:lnTo>
                    <a:lnTo>
                      <a:pt x="1758801" y="1929188"/>
                    </a:lnTo>
                    <a:lnTo>
                      <a:pt x="1739794" y="1921283"/>
                    </a:lnTo>
                    <a:lnTo>
                      <a:pt x="1716577" y="1922240"/>
                    </a:lnTo>
                    <a:lnTo>
                      <a:pt x="1680211" y="1934134"/>
                    </a:lnTo>
                    <a:lnTo>
                      <a:pt x="1625515" y="1926228"/>
                    </a:lnTo>
                    <a:lnTo>
                      <a:pt x="1572061" y="1930037"/>
                    </a:lnTo>
                    <a:lnTo>
                      <a:pt x="1558543" y="1940307"/>
                    </a:lnTo>
                    <a:lnTo>
                      <a:pt x="1566650" y="1977632"/>
                    </a:lnTo>
                    <a:lnTo>
                      <a:pt x="1546944" y="1982523"/>
                    </a:lnTo>
                    <a:lnTo>
                      <a:pt x="1527685" y="1971911"/>
                    </a:lnTo>
                    <a:lnTo>
                      <a:pt x="1510733" y="1984581"/>
                    </a:lnTo>
                    <a:lnTo>
                      <a:pt x="1496574" y="1998479"/>
                    </a:lnTo>
                    <a:lnTo>
                      <a:pt x="1468761" y="2031454"/>
                    </a:lnTo>
                    <a:lnTo>
                      <a:pt x="1459451" y="2051759"/>
                    </a:lnTo>
                    <a:lnTo>
                      <a:pt x="1457046" y="2090005"/>
                    </a:lnTo>
                    <a:lnTo>
                      <a:pt x="1471651" y="2124299"/>
                    </a:lnTo>
                    <a:lnTo>
                      <a:pt x="1484607" y="2164458"/>
                    </a:lnTo>
                    <a:lnTo>
                      <a:pt x="1451247" y="2212919"/>
                    </a:lnTo>
                    <a:lnTo>
                      <a:pt x="1432627" y="2214562"/>
                    </a:lnTo>
                    <a:lnTo>
                      <a:pt x="1378281" y="2201115"/>
                    </a:lnTo>
                    <a:lnTo>
                      <a:pt x="1281963" y="2231492"/>
                    </a:lnTo>
                    <a:lnTo>
                      <a:pt x="1195459" y="2207468"/>
                    </a:lnTo>
                    <a:lnTo>
                      <a:pt x="1206340" y="2181514"/>
                    </a:lnTo>
                    <a:lnTo>
                      <a:pt x="1205972" y="2162436"/>
                    </a:lnTo>
                    <a:lnTo>
                      <a:pt x="1210859" y="2133088"/>
                    </a:lnTo>
                    <a:lnTo>
                      <a:pt x="1213769" y="2103073"/>
                    </a:lnTo>
                    <a:lnTo>
                      <a:pt x="1212954" y="2082984"/>
                    </a:lnTo>
                    <a:lnTo>
                      <a:pt x="1206612" y="2061578"/>
                    </a:lnTo>
                    <a:lnTo>
                      <a:pt x="1185277" y="2033566"/>
                    </a:lnTo>
                    <a:lnTo>
                      <a:pt x="1137215" y="1939025"/>
                    </a:lnTo>
                    <a:lnTo>
                      <a:pt x="1122998" y="1899119"/>
                    </a:lnTo>
                    <a:lnTo>
                      <a:pt x="1113106" y="1882496"/>
                    </a:lnTo>
                    <a:lnTo>
                      <a:pt x="1120224" y="1881593"/>
                    </a:lnTo>
                    <a:lnTo>
                      <a:pt x="1159810" y="1903017"/>
                    </a:lnTo>
                    <a:lnTo>
                      <a:pt x="1169043" y="1900382"/>
                    </a:lnTo>
                    <a:lnTo>
                      <a:pt x="1178740" y="1892332"/>
                    </a:lnTo>
                    <a:lnTo>
                      <a:pt x="1166929" y="1861667"/>
                    </a:lnTo>
                    <a:lnTo>
                      <a:pt x="1156785" y="1847787"/>
                    </a:lnTo>
                    <a:lnTo>
                      <a:pt x="1149899" y="1827031"/>
                    </a:lnTo>
                    <a:lnTo>
                      <a:pt x="1173077" y="1821418"/>
                    </a:lnTo>
                    <a:lnTo>
                      <a:pt x="1189815" y="1822663"/>
                    </a:lnTo>
                    <a:lnTo>
                      <a:pt x="1202151" y="1799308"/>
                    </a:lnTo>
                    <a:lnTo>
                      <a:pt x="1195033" y="1761549"/>
                    </a:lnTo>
                    <a:lnTo>
                      <a:pt x="1177053" y="1749925"/>
                    </a:lnTo>
                    <a:lnTo>
                      <a:pt x="1162041" y="1744872"/>
                    </a:lnTo>
                    <a:lnTo>
                      <a:pt x="1133258" y="1685563"/>
                    </a:lnTo>
                    <a:lnTo>
                      <a:pt x="1103234" y="1654843"/>
                    </a:lnTo>
                    <a:lnTo>
                      <a:pt x="1049683" y="1536351"/>
                    </a:lnTo>
                    <a:lnTo>
                      <a:pt x="1030094" y="1455022"/>
                    </a:lnTo>
                    <a:lnTo>
                      <a:pt x="1011881" y="1462747"/>
                    </a:lnTo>
                    <a:lnTo>
                      <a:pt x="1003037" y="1427317"/>
                    </a:lnTo>
                    <a:lnTo>
                      <a:pt x="996695" y="1393764"/>
                    </a:lnTo>
                    <a:lnTo>
                      <a:pt x="995434" y="1369091"/>
                    </a:lnTo>
                    <a:lnTo>
                      <a:pt x="966884" y="1354958"/>
                    </a:lnTo>
                    <a:lnTo>
                      <a:pt x="965720" y="1337667"/>
                    </a:lnTo>
                    <a:lnTo>
                      <a:pt x="960580" y="1260508"/>
                    </a:lnTo>
                    <a:lnTo>
                      <a:pt x="929955" y="1250148"/>
                    </a:lnTo>
                    <a:lnTo>
                      <a:pt x="910152" y="1206848"/>
                    </a:lnTo>
                    <a:lnTo>
                      <a:pt x="906622" y="1124923"/>
                    </a:lnTo>
                    <a:lnTo>
                      <a:pt x="886451" y="1110015"/>
                    </a:lnTo>
                    <a:lnTo>
                      <a:pt x="870217" y="1114148"/>
                    </a:lnTo>
                    <a:lnTo>
                      <a:pt x="870973" y="1093843"/>
                    </a:lnTo>
                    <a:lnTo>
                      <a:pt x="874852" y="1074783"/>
                    </a:lnTo>
                    <a:lnTo>
                      <a:pt x="865368" y="999266"/>
                    </a:lnTo>
                    <a:lnTo>
                      <a:pt x="862206" y="930337"/>
                    </a:lnTo>
                    <a:lnTo>
                      <a:pt x="854506" y="909526"/>
                    </a:lnTo>
                    <a:lnTo>
                      <a:pt x="850142" y="885160"/>
                    </a:lnTo>
                    <a:lnTo>
                      <a:pt x="854060" y="864115"/>
                    </a:lnTo>
                    <a:lnTo>
                      <a:pt x="859801" y="852022"/>
                    </a:lnTo>
                    <a:lnTo>
                      <a:pt x="879565" y="848845"/>
                    </a:lnTo>
                    <a:lnTo>
                      <a:pt x="898030" y="86745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7" name="ph173">
                <a:extLst>
                  <a:ext uri="{FF2B5EF4-FFF2-40B4-BE49-F238E27FC236}">
                    <a16:creationId xmlns:a16="http://schemas.microsoft.com/office/drawing/2014/main" id="{C6044D44-D773-0FA7-984C-B164B36CE2AE}"/>
                  </a:ext>
                </a:extLst>
              </p:cNvPr>
              <p:cNvSpPr/>
              <p:nvPr/>
            </p:nvSpPr>
            <p:spPr>
              <a:xfrm>
                <a:off x="11532724" y="1864626"/>
                <a:ext cx="952744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4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3" y="895629"/>
                    </a:lnTo>
                    <a:lnTo>
                      <a:pt x="913701" y="869638"/>
                    </a:lnTo>
                    <a:lnTo>
                      <a:pt x="942756" y="871046"/>
                    </a:lnTo>
                    <a:lnTo>
                      <a:pt x="952744" y="876460"/>
                    </a:lnTo>
                    <a:lnTo>
                      <a:pt x="917968" y="8913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8" name="ph174">
                <a:extLst>
                  <a:ext uri="{FF2B5EF4-FFF2-40B4-BE49-F238E27FC236}">
                    <a16:creationId xmlns:a16="http://schemas.microsoft.com/office/drawing/2014/main" id="{ABB8D20D-959E-2443-511A-3888A0065DC8}"/>
                  </a:ext>
                </a:extLst>
              </p:cNvPr>
              <p:cNvSpPr/>
              <p:nvPr/>
            </p:nvSpPr>
            <p:spPr>
              <a:xfrm>
                <a:off x="11380489" y="1436088"/>
                <a:ext cx="93697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6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1" y="888698"/>
                    </a:lnTo>
                    <a:lnTo>
                      <a:pt x="932883" y="881767"/>
                    </a:lnTo>
                    <a:lnTo>
                      <a:pt x="936976" y="882976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69" name="ph175">
                <a:extLst>
                  <a:ext uri="{FF2B5EF4-FFF2-40B4-BE49-F238E27FC236}">
                    <a16:creationId xmlns:a16="http://schemas.microsoft.com/office/drawing/2014/main" id="{166F5E39-EE58-30EA-4633-1E01A015C15E}"/>
                  </a:ext>
                </a:extLst>
              </p:cNvPr>
              <p:cNvSpPr/>
              <p:nvPr/>
            </p:nvSpPr>
            <p:spPr>
              <a:xfrm>
                <a:off x="11419901" y="1281697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5" y="899401"/>
                    </a:lnTo>
                    <a:lnTo>
                      <a:pt x="911393" y="896459"/>
                    </a:lnTo>
                    <a:lnTo>
                      <a:pt x="914807" y="881659"/>
                    </a:lnTo>
                    <a:lnTo>
                      <a:pt x="924446" y="873536"/>
                    </a:lnTo>
                    <a:lnTo>
                      <a:pt x="939846" y="878410"/>
                    </a:lnTo>
                    <a:lnTo>
                      <a:pt x="939749" y="882110"/>
                    </a:lnTo>
                    <a:lnTo>
                      <a:pt x="925028" y="894094"/>
                    </a:lnTo>
                    <a:lnTo>
                      <a:pt x="919384" y="9021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0" name="ph176">
                <a:extLst>
                  <a:ext uri="{FF2B5EF4-FFF2-40B4-BE49-F238E27FC236}">
                    <a16:creationId xmlns:a16="http://schemas.microsoft.com/office/drawing/2014/main" id="{31B7C476-57DE-5FF9-F082-E862D8C44560}"/>
                  </a:ext>
                </a:extLst>
              </p:cNvPr>
              <p:cNvSpPr/>
              <p:nvPr/>
            </p:nvSpPr>
            <p:spPr>
              <a:xfrm>
                <a:off x="11688819" y="3131127"/>
                <a:ext cx="929431" cy="915704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4">
                    <a:moveTo>
                      <a:pt x="914400" y="914400"/>
                    </a:moveTo>
                    <a:lnTo>
                      <a:pt x="858773" y="909562"/>
                    </a:lnTo>
                    <a:lnTo>
                      <a:pt x="850860" y="905086"/>
                    </a:lnTo>
                    <a:lnTo>
                      <a:pt x="881466" y="873428"/>
                    </a:lnTo>
                    <a:lnTo>
                      <a:pt x="901405" y="840525"/>
                    </a:lnTo>
                    <a:lnTo>
                      <a:pt x="918337" y="797586"/>
                    </a:lnTo>
                    <a:lnTo>
                      <a:pt x="920141" y="767841"/>
                    </a:lnTo>
                    <a:lnTo>
                      <a:pt x="924369" y="734306"/>
                    </a:lnTo>
                    <a:lnTo>
                      <a:pt x="929431" y="731807"/>
                    </a:lnTo>
                    <a:lnTo>
                      <a:pt x="929431" y="915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1" name="ph177">
                <a:extLst>
                  <a:ext uri="{FF2B5EF4-FFF2-40B4-BE49-F238E27FC236}">
                    <a16:creationId xmlns:a16="http://schemas.microsoft.com/office/drawing/2014/main" id="{30BC325C-9643-7FF4-CBF4-1FB41680DB30}"/>
                  </a:ext>
                </a:extLst>
              </p:cNvPr>
              <p:cNvSpPr/>
              <p:nvPr/>
            </p:nvSpPr>
            <p:spPr>
              <a:xfrm>
                <a:off x="10654342" y="3284778"/>
                <a:ext cx="1963908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908" h="921168">
                    <a:moveTo>
                      <a:pt x="914400" y="914400"/>
                    </a:moveTo>
                    <a:lnTo>
                      <a:pt x="1028135" y="869457"/>
                    </a:lnTo>
                    <a:lnTo>
                      <a:pt x="1149608" y="827295"/>
                    </a:lnTo>
                    <a:lnTo>
                      <a:pt x="1177965" y="822710"/>
                    </a:lnTo>
                    <a:lnTo>
                      <a:pt x="1206476" y="813830"/>
                    </a:lnTo>
                    <a:lnTo>
                      <a:pt x="1217008" y="798055"/>
                    </a:lnTo>
                    <a:lnTo>
                      <a:pt x="1227520" y="787497"/>
                    </a:lnTo>
                    <a:lnTo>
                      <a:pt x="1244064" y="759683"/>
                    </a:lnTo>
                    <a:lnTo>
                      <a:pt x="1280644" y="716456"/>
                    </a:lnTo>
                    <a:lnTo>
                      <a:pt x="1345328" y="700717"/>
                    </a:lnTo>
                    <a:lnTo>
                      <a:pt x="1369476" y="680213"/>
                    </a:lnTo>
                    <a:lnTo>
                      <a:pt x="1420098" y="651497"/>
                    </a:lnTo>
                    <a:lnTo>
                      <a:pt x="1535501" y="619280"/>
                    </a:lnTo>
                    <a:lnTo>
                      <a:pt x="1583699" y="612205"/>
                    </a:lnTo>
                    <a:lnTo>
                      <a:pt x="1630927" y="611338"/>
                    </a:lnTo>
                    <a:lnTo>
                      <a:pt x="1672976" y="636751"/>
                    </a:lnTo>
                    <a:lnTo>
                      <a:pt x="1717489" y="668120"/>
                    </a:lnTo>
                    <a:lnTo>
                      <a:pt x="1725499" y="687054"/>
                    </a:lnTo>
                    <a:lnTo>
                      <a:pt x="1701410" y="675250"/>
                    </a:lnTo>
                    <a:lnTo>
                      <a:pt x="1666304" y="647075"/>
                    </a:lnTo>
                    <a:lnTo>
                      <a:pt x="1653328" y="645884"/>
                    </a:lnTo>
                    <a:lnTo>
                      <a:pt x="1683294" y="731581"/>
                    </a:lnTo>
                    <a:lnTo>
                      <a:pt x="1699684" y="761885"/>
                    </a:lnTo>
                    <a:lnTo>
                      <a:pt x="1732811" y="784555"/>
                    </a:lnTo>
                    <a:lnTo>
                      <a:pt x="1760585" y="792189"/>
                    </a:lnTo>
                    <a:lnTo>
                      <a:pt x="1846158" y="778454"/>
                    </a:lnTo>
                    <a:lnTo>
                      <a:pt x="1876551" y="760513"/>
                    </a:lnTo>
                    <a:lnTo>
                      <a:pt x="1885337" y="751435"/>
                    </a:lnTo>
                    <a:lnTo>
                      <a:pt x="1893251" y="755911"/>
                    </a:lnTo>
                    <a:lnTo>
                      <a:pt x="1948877" y="760748"/>
                    </a:lnTo>
                    <a:lnTo>
                      <a:pt x="1963908" y="762052"/>
                    </a:lnTo>
                    <a:lnTo>
                      <a:pt x="1963908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2" name="ph178">
                <a:extLst>
                  <a:ext uri="{FF2B5EF4-FFF2-40B4-BE49-F238E27FC236}">
                    <a16:creationId xmlns:a16="http://schemas.microsoft.com/office/drawing/2014/main" id="{D6EC329A-138E-F10B-969C-0779FA6D2C39}"/>
                  </a:ext>
                </a:extLst>
              </p:cNvPr>
              <p:cNvSpPr/>
              <p:nvPr/>
            </p:nvSpPr>
            <p:spPr>
              <a:xfrm>
                <a:off x="10177465" y="743908"/>
                <a:ext cx="968823" cy="1653363"/>
              </a:xfrm>
              <a:custGeom>
                <a:avLst/>
                <a:gdLst/>
                <a:ahLst/>
                <a:cxnLst/>
                <a:rect l="0" t="0" r="0" b="0"/>
                <a:pathLst>
                  <a:path w="968823" h="1653363">
                    <a:moveTo>
                      <a:pt x="914400" y="914400"/>
                    </a:moveTo>
                    <a:lnTo>
                      <a:pt x="940351" y="989249"/>
                    </a:lnTo>
                    <a:lnTo>
                      <a:pt x="961899" y="1042475"/>
                    </a:lnTo>
                    <a:lnTo>
                      <a:pt x="968823" y="1077563"/>
                    </a:lnTo>
                    <a:lnTo>
                      <a:pt x="961705" y="1113137"/>
                    </a:lnTo>
                    <a:lnTo>
                      <a:pt x="954354" y="1131349"/>
                    </a:lnTo>
                    <a:lnTo>
                      <a:pt x="954121" y="1155878"/>
                    </a:lnTo>
                    <a:lnTo>
                      <a:pt x="948458" y="1204700"/>
                    </a:lnTo>
                    <a:lnTo>
                      <a:pt x="931758" y="1229373"/>
                    </a:lnTo>
                    <a:lnTo>
                      <a:pt x="909900" y="1256284"/>
                    </a:lnTo>
                    <a:lnTo>
                      <a:pt x="885520" y="1276373"/>
                    </a:lnTo>
                    <a:lnTo>
                      <a:pt x="866182" y="1282022"/>
                    </a:lnTo>
                    <a:lnTo>
                      <a:pt x="849580" y="1284351"/>
                    </a:lnTo>
                    <a:lnTo>
                      <a:pt x="838427" y="1294566"/>
                    </a:lnTo>
                    <a:lnTo>
                      <a:pt x="828322" y="1324582"/>
                    </a:lnTo>
                    <a:lnTo>
                      <a:pt x="818993" y="1356114"/>
                    </a:lnTo>
                    <a:lnTo>
                      <a:pt x="788503" y="1394883"/>
                    </a:lnTo>
                    <a:lnTo>
                      <a:pt x="789318" y="1408384"/>
                    </a:lnTo>
                    <a:lnTo>
                      <a:pt x="800936" y="1454336"/>
                    </a:lnTo>
                    <a:lnTo>
                      <a:pt x="811817" y="1506661"/>
                    </a:lnTo>
                    <a:lnTo>
                      <a:pt x="802623" y="1555573"/>
                    </a:lnTo>
                    <a:lnTo>
                      <a:pt x="794749" y="1606923"/>
                    </a:lnTo>
                    <a:lnTo>
                      <a:pt x="780959" y="1641144"/>
                    </a:lnTo>
                    <a:lnTo>
                      <a:pt x="761253" y="1653363"/>
                    </a:lnTo>
                    <a:lnTo>
                      <a:pt x="746784" y="1647263"/>
                    </a:lnTo>
                    <a:lnTo>
                      <a:pt x="730414" y="1600317"/>
                    </a:lnTo>
                    <a:lnTo>
                      <a:pt x="730045" y="1589524"/>
                    </a:lnTo>
                    <a:lnTo>
                      <a:pt x="725972" y="1575175"/>
                    </a:lnTo>
                    <a:lnTo>
                      <a:pt x="679540" y="1560880"/>
                    </a:lnTo>
                    <a:lnTo>
                      <a:pt x="671335" y="1561403"/>
                    </a:lnTo>
                    <a:lnTo>
                      <a:pt x="653084" y="1553029"/>
                    </a:lnTo>
                    <a:lnTo>
                      <a:pt x="642378" y="1550664"/>
                    </a:lnTo>
                    <a:lnTo>
                      <a:pt x="620422" y="1545827"/>
                    </a:lnTo>
                    <a:lnTo>
                      <a:pt x="602171" y="1504404"/>
                    </a:lnTo>
                    <a:lnTo>
                      <a:pt x="582776" y="1469949"/>
                    </a:lnTo>
                    <a:lnTo>
                      <a:pt x="580021" y="1455546"/>
                    </a:lnTo>
                    <a:lnTo>
                      <a:pt x="580681" y="1391111"/>
                    </a:lnTo>
                    <a:lnTo>
                      <a:pt x="574746" y="1362449"/>
                    </a:lnTo>
                    <a:lnTo>
                      <a:pt x="572923" y="1331206"/>
                    </a:lnTo>
                    <a:lnTo>
                      <a:pt x="560723" y="1356619"/>
                    </a:lnTo>
                    <a:lnTo>
                      <a:pt x="567802" y="1396796"/>
                    </a:lnTo>
                    <a:lnTo>
                      <a:pt x="552751" y="1413654"/>
                    </a:lnTo>
                    <a:lnTo>
                      <a:pt x="533763" y="1421848"/>
                    </a:lnTo>
                    <a:lnTo>
                      <a:pt x="535548" y="1445384"/>
                    </a:lnTo>
                    <a:lnTo>
                      <a:pt x="543345" y="1449842"/>
                    </a:lnTo>
                    <a:lnTo>
                      <a:pt x="544974" y="1474281"/>
                    </a:lnTo>
                    <a:lnTo>
                      <a:pt x="540358" y="1510451"/>
                    </a:lnTo>
                    <a:lnTo>
                      <a:pt x="502983" y="1590877"/>
                    </a:lnTo>
                    <a:lnTo>
                      <a:pt x="495438" y="1599523"/>
                    </a:lnTo>
                    <a:lnTo>
                      <a:pt x="490317" y="1610388"/>
                    </a:lnTo>
                    <a:lnTo>
                      <a:pt x="471193" y="1603169"/>
                    </a:lnTo>
                    <a:lnTo>
                      <a:pt x="454688" y="1618237"/>
                    </a:lnTo>
                    <a:lnTo>
                      <a:pt x="454688" y="874529"/>
                    </a:lnTo>
                    <a:lnTo>
                      <a:pt x="910425" y="874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3" name="ph179">
                <a:extLst>
                  <a:ext uri="{FF2B5EF4-FFF2-40B4-BE49-F238E27FC236}">
                    <a16:creationId xmlns:a16="http://schemas.microsoft.com/office/drawing/2014/main" id="{A8850A28-084F-7FBB-5149-17639396D99C}"/>
                  </a:ext>
                </a:extLst>
              </p:cNvPr>
              <p:cNvSpPr/>
              <p:nvPr/>
            </p:nvSpPr>
            <p:spPr>
              <a:xfrm>
                <a:off x="9722156" y="3042434"/>
                <a:ext cx="915718" cy="956750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50">
                    <a:moveTo>
                      <a:pt x="914400" y="914399"/>
                    </a:moveTo>
                    <a:lnTo>
                      <a:pt x="915718" y="948639"/>
                    </a:lnTo>
                    <a:lnTo>
                      <a:pt x="909997" y="956750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4" name="ph180">
                <a:extLst>
                  <a:ext uri="{FF2B5EF4-FFF2-40B4-BE49-F238E27FC236}">
                    <a16:creationId xmlns:a16="http://schemas.microsoft.com/office/drawing/2014/main" id="{5F727C45-6E13-64C3-8A5F-B6277B348F85}"/>
                  </a:ext>
                </a:extLst>
              </p:cNvPr>
              <p:cNvSpPr/>
              <p:nvPr/>
            </p:nvSpPr>
            <p:spPr>
              <a:xfrm>
                <a:off x="9746245" y="3111002"/>
                <a:ext cx="1097299" cy="1094944"/>
              </a:xfrm>
              <a:custGeom>
                <a:avLst/>
                <a:gdLst/>
                <a:ahLst/>
                <a:cxnLst/>
                <a:rect l="0" t="0" r="0" b="0"/>
                <a:pathLst>
                  <a:path w="1097299" h="1094944">
                    <a:moveTo>
                      <a:pt x="914400" y="914399"/>
                    </a:moveTo>
                    <a:lnTo>
                      <a:pt x="919830" y="928532"/>
                    </a:lnTo>
                    <a:lnTo>
                      <a:pt x="928093" y="943783"/>
                    </a:lnTo>
                    <a:lnTo>
                      <a:pt x="957496" y="932918"/>
                    </a:lnTo>
                    <a:lnTo>
                      <a:pt x="1031199" y="978040"/>
                    </a:lnTo>
                    <a:lnTo>
                      <a:pt x="1075770" y="956075"/>
                    </a:lnTo>
                    <a:lnTo>
                      <a:pt x="1087174" y="954793"/>
                    </a:lnTo>
                    <a:lnTo>
                      <a:pt x="1097299" y="991252"/>
                    </a:lnTo>
                    <a:lnTo>
                      <a:pt x="1086224" y="1027982"/>
                    </a:lnTo>
                    <a:lnTo>
                      <a:pt x="1046929" y="1067167"/>
                    </a:lnTo>
                    <a:lnTo>
                      <a:pt x="1055637" y="1091316"/>
                    </a:lnTo>
                    <a:lnTo>
                      <a:pt x="1064130" y="1094944"/>
                    </a:lnTo>
                    <a:lnTo>
                      <a:pt x="885908" y="1094944"/>
                    </a:lnTo>
                    <a:lnTo>
                      <a:pt x="885908" y="9174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5" name="ph181">
                <a:extLst>
                  <a:ext uri="{FF2B5EF4-FFF2-40B4-BE49-F238E27FC236}">
                    <a16:creationId xmlns:a16="http://schemas.microsoft.com/office/drawing/2014/main" id="{39064B07-0BB4-826D-E305-00A6BDC4C766}"/>
                  </a:ext>
                </a:extLst>
              </p:cNvPr>
              <p:cNvSpPr/>
              <p:nvPr/>
            </p:nvSpPr>
            <p:spPr>
              <a:xfrm>
                <a:off x="9937077" y="3288154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6" name="ph182">
                <a:extLst>
                  <a:ext uri="{FF2B5EF4-FFF2-40B4-BE49-F238E27FC236}">
                    <a16:creationId xmlns:a16="http://schemas.microsoft.com/office/drawing/2014/main" id="{C8194A43-28F0-4AFA-7549-27B2D1CDBA01}"/>
                  </a:ext>
                </a:extLst>
              </p:cNvPr>
              <p:cNvSpPr/>
              <p:nvPr/>
            </p:nvSpPr>
            <p:spPr>
              <a:xfrm>
                <a:off x="10055506" y="3249583"/>
                <a:ext cx="1336773" cy="956364"/>
              </a:xfrm>
              <a:custGeom>
                <a:avLst/>
                <a:gdLst/>
                <a:ahLst/>
                <a:cxnLst/>
                <a:rect l="0" t="0" r="0" b="0"/>
                <a:pathLst>
                  <a:path w="1336773" h="956364">
                    <a:moveTo>
                      <a:pt x="914400" y="914400"/>
                    </a:moveTo>
                    <a:lnTo>
                      <a:pt x="933407" y="902595"/>
                    </a:lnTo>
                    <a:lnTo>
                      <a:pt x="995977" y="894148"/>
                    </a:lnTo>
                    <a:lnTo>
                      <a:pt x="1007362" y="872869"/>
                    </a:lnTo>
                    <a:lnTo>
                      <a:pt x="1032712" y="851463"/>
                    </a:lnTo>
                    <a:lnTo>
                      <a:pt x="1049043" y="828089"/>
                    </a:lnTo>
                    <a:lnTo>
                      <a:pt x="1088144" y="783598"/>
                    </a:lnTo>
                    <a:lnTo>
                      <a:pt x="1128603" y="791612"/>
                    </a:lnTo>
                    <a:lnTo>
                      <a:pt x="1152227" y="800131"/>
                    </a:lnTo>
                    <a:lnTo>
                      <a:pt x="1178159" y="804427"/>
                    </a:lnTo>
                    <a:lnTo>
                      <a:pt x="1201763" y="851860"/>
                    </a:lnTo>
                    <a:lnTo>
                      <a:pt x="1261462" y="904292"/>
                    </a:lnTo>
                    <a:lnTo>
                      <a:pt x="1316313" y="899726"/>
                    </a:lnTo>
                    <a:lnTo>
                      <a:pt x="1335786" y="949324"/>
                    </a:lnTo>
                    <a:lnTo>
                      <a:pt x="1336773" y="956364"/>
                    </a:lnTo>
                    <a:lnTo>
                      <a:pt x="878111" y="95636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7" name="ph183">
                <a:extLst>
                  <a:ext uri="{FF2B5EF4-FFF2-40B4-BE49-F238E27FC236}">
                    <a16:creationId xmlns:a16="http://schemas.microsoft.com/office/drawing/2014/main" id="{832794A0-26DA-9BBC-093C-88FF89F7121D}"/>
                  </a:ext>
                </a:extLst>
              </p:cNvPr>
              <p:cNvSpPr/>
              <p:nvPr/>
            </p:nvSpPr>
            <p:spPr>
              <a:xfrm>
                <a:off x="10459398" y="3174950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0" y="906277"/>
                    </a:lnTo>
                    <a:lnTo>
                      <a:pt x="850918" y="938748"/>
                    </a:lnTo>
                    <a:lnTo>
                      <a:pt x="840949" y="940119"/>
                    </a:lnTo>
                    <a:lnTo>
                      <a:pt x="806328" y="910627"/>
                    </a:lnTo>
                    <a:lnTo>
                      <a:pt x="800781" y="896242"/>
                    </a:lnTo>
                    <a:lnTo>
                      <a:pt x="799636" y="884276"/>
                    </a:lnTo>
                    <a:lnTo>
                      <a:pt x="804582" y="842853"/>
                    </a:lnTo>
                    <a:lnTo>
                      <a:pt x="803671" y="829822"/>
                    </a:lnTo>
                    <a:lnTo>
                      <a:pt x="814552" y="815581"/>
                    </a:lnTo>
                    <a:lnTo>
                      <a:pt x="816239" y="795005"/>
                    </a:lnTo>
                    <a:lnTo>
                      <a:pt x="835479" y="773310"/>
                    </a:lnTo>
                    <a:lnTo>
                      <a:pt x="852547" y="772498"/>
                    </a:lnTo>
                    <a:lnTo>
                      <a:pt x="857978" y="790872"/>
                    </a:lnTo>
                    <a:lnTo>
                      <a:pt x="866144" y="803524"/>
                    </a:lnTo>
                    <a:lnTo>
                      <a:pt x="894907" y="817711"/>
                    </a:lnTo>
                    <a:lnTo>
                      <a:pt x="899193" y="824154"/>
                    </a:lnTo>
                    <a:lnTo>
                      <a:pt x="901792" y="833071"/>
                    </a:lnTo>
                    <a:lnTo>
                      <a:pt x="888410" y="850542"/>
                    </a:lnTo>
                    <a:lnTo>
                      <a:pt x="883871" y="859494"/>
                    </a:lnTo>
                    <a:lnTo>
                      <a:pt x="888119" y="873843"/>
                    </a:lnTo>
                    <a:lnTo>
                      <a:pt x="909434" y="88952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8" name="ph184">
                <a:extLst>
                  <a:ext uri="{FF2B5EF4-FFF2-40B4-BE49-F238E27FC236}">
                    <a16:creationId xmlns:a16="http://schemas.microsoft.com/office/drawing/2014/main" id="{21E1D52E-7EEA-EEF3-0157-3AC2AF096076}"/>
                  </a:ext>
                </a:extLst>
              </p:cNvPr>
              <p:cNvSpPr/>
              <p:nvPr/>
            </p:nvSpPr>
            <p:spPr>
              <a:xfrm>
                <a:off x="10486862" y="3278136"/>
                <a:ext cx="961516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6" h="927810">
                    <a:moveTo>
                      <a:pt x="914400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6" y="880774"/>
                    </a:lnTo>
                    <a:lnTo>
                      <a:pt x="947449" y="915031"/>
                    </a:lnTo>
                    <a:lnTo>
                      <a:pt x="961516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79" name="ph185">
                <a:extLst>
                  <a:ext uri="{FF2B5EF4-FFF2-40B4-BE49-F238E27FC236}">
                    <a16:creationId xmlns:a16="http://schemas.microsoft.com/office/drawing/2014/main" id="{110DD91F-AA79-4941-A894-31F426175388}"/>
                  </a:ext>
                </a:extLst>
              </p:cNvPr>
              <p:cNvSpPr/>
              <p:nvPr/>
            </p:nvSpPr>
            <p:spPr>
              <a:xfrm>
                <a:off x="9942043" y="3137769"/>
                <a:ext cx="9448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9" h="914400">
                    <a:moveTo>
                      <a:pt x="914400" y="914400"/>
                    </a:moveTo>
                    <a:lnTo>
                      <a:pt x="902762" y="899617"/>
                    </a:lnTo>
                    <a:lnTo>
                      <a:pt x="891047" y="895863"/>
                    </a:lnTo>
                    <a:lnTo>
                      <a:pt x="897351" y="877634"/>
                    </a:lnTo>
                    <a:lnTo>
                      <a:pt x="905594" y="871010"/>
                    </a:lnTo>
                    <a:lnTo>
                      <a:pt x="935114" y="882886"/>
                    </a:lnTo>
                    <a:lnTo>
                      <a:pt x="944385" y="906133"/>
                    </a:lnTo>
                    <a:lnTo>
                      <a:pt x="944889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0" name="ph186">
                <a:extLst>
                  <a:ext uri="{FF2B5EF4-FFF2-40B4-BE49-F238E27FC236}">
                    <a16:creationId xmlns:a16="http://schemas.microsoft.com/office/drawing/2014/main" id="{86CAFB1E-D6D8-3330-9BAC-7B8D2203A8AA}"/>
                  </a:ext>
                </a:extLst>
              </p:cNvPr>
              <p:cNvSpPr/>
              <p:nvPr/>
            </p:nvSpPr>
            <p:spPr>
              <a:xfrm>
                <a:off x="11703850" y="943910"/>
                <a:ext cx="914400" cy="1013957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7">
                    <a:moveTo>
                      <a:pt x="914400" y="914400"/>
                    </a:moveTo>
                    <a:lnTo>
                      <a:pt x="914400" y="1010223"/>
                    </a:lnTo>
                    <a:lnTo>
                      <a:pt x="874639" y="1013957"/>
                    </a:lnTo>
                    <a:lnTo>
                      <a:pt x="863952" y="1007586"/>
                    </a:lnTo>
                    <a:lnTo>
                      <a:pt x="849308" y="958041"/>
                    </a:lnTo>
                    <a:lnTo>
                      <a:pt x="852218" y="945244"/>
                    </a:lnTo>
                    <a:lnTo>
                      <a:pt x="862070" y="939794"/>
                    </a:lnTo>
                    <a:lnTo>
                      <a:pt x="870508" y="938621"/>
                    </a:lnTo>
                    <a:lnTo>
                      <a:pt x="871749" y="965297"/>
                    </a:lnTo>
                    <a:lnTo>
                      <a:pt x="884143" y="962644"/>
                    </a:lnTo>
                    <a:lnTo>
                      <a:pt x="888022" y="945064"/>
                    </a:lnTo>
                    <a:lnTo>
                      <a:pt x="888894" y="932682"/>
                    </a:lnTo>
                    <a:lnTo>
                      <a:pt x="885539" y="926437"/>
                    </a:lnTo>
                    <a:lnTo>
                      <a:pt x="877121" y="921600"/>
                    </a:lnTo>
                    <a:lnTo>
                      <a:pt x="872253" y="913298"/>
                    </a:lnTo>
                    <a:lnTo>
                      <a:pt x="879255" y="899941"/>
                    </a:lnTo>
                    <a:lnTo>
                      <a:pt x="892211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1" name="ph187">
                <a:extLst>
                  <a:ext uri="{FF2B5EF4-FFF2-40B4-BE49-F238E27FC236}">
                    <a16:creationId xmlns:a16="http://schemas.microsoft.com/office/drawing/2014/main" id="{D17DA251-4631-8E67-B07A-7286CE2CBE9D}"/>
                  </a:ext>
                </a:extLst>
              </p:cNvPr>
              <p:cNvSpPr/>
              <p:nvPr/>
            </p:nvSpPr>
            <p:spPr>
              <a:xfrm>
                <a:off x="11637809" y="1012784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6" y="912324"/>
                    </a:lnTo>
                    <a:lnTo>
                      <a:pt x="900958" y="915158"/>
                    </a:lnTo>
                    <a:lnTo>
                      <a:pt x="897002" y="925373"/>
                    </a:lnTo>
                    <a:lnTo>
                      <a:pt x="888390" y="921709"/>
                    </a:lnTo>
                    <a:lnTo>
                      <a:pt x="884918" y="907072"/>
                    </a:lnTo>
                    <a:lnTo>
                      <a:pt x="891338" y="885160"/>
                    </a:lnTo>
                    <a:lnTo>
                      <a:pt x="906719" y="884330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2" name="ph188">
                <a:extLst>
                  <a:ext uri="{FF2B5EF4-FFF2-40B4-BE49-F238E27FC236}">
                    <a16:creationId xmlns:a16="http://schemas.microsoft.com/office/drawing/2014/main" id="{7690E39C-9B19-940A-8F38-86117E1E28A4}"/>
                  </a:ext>
                </a:extLst>
              </p:cNvPr>
              <p:cNvSpPr/>
              <p:nvPr/>
            </p:nvSpPr>
            <p:spPr>
              <a:xfrm>
                <a:off x="10228417" y="2668711"/>
                <a:ext cx="921789" cy="1251646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46">
                    <a:moveTo>
                      <a:pt x="914400" y="914399"/>
                    </a:moveTo>
                    <a:lnTo>
                      <a:pt x="909240" y="925175"/>
                    </a:lnTo>
                    <a:lnTo>
                      <a:pt x="901657" y="932268"/>
                    </a:lnTo>
                    <a:lnTo>
                      <a:pt x="881815" y="939794"/>
                    </a:lnTo>
                    <a:lnTo>
                      <a:pt x="864631" y="950299"/>
                    </a:lnTo>
                    <a:lnTo>
                      <a:pt x="849308" y="968763"/>
                    </a:lnTo>
                    <a:lnTo>
                      <a:pt x="843664" y="995151"/>
                    </a:lnTo>
                    <a:lnTo>
                      <a:pt x="855651" y="1014463"/>
                    </a:lnTo>
                    <a:lnTo>
                      <a:pt x="877451" y="1025040"/>
                    </a:lnTo>
                    <a:lnTo>
                      <a:pt x="882998" y="1061806"/>
                    </a:lnTo>
                    <a:lnTo>
                      <a:pt x="864999" y="1079945"/>
                    </a:lnTo>
                    <a:lnTo>
                      <a:pt x="818819" y="1098048"/>
                    </a:lnTo>
                    <a:lnTo>
                      <a:pt x="813970" y="1141745"/>
                    </a:lnTo>
                    <a:lnTo>
                      <a:pt x="815463" y="1176183"/>
                    </a:lnTo>
                    <a:lnTo>
                      <a:pt x="814629" y="1201217"/>
                    </a:lnTo>
                    <a:lnTo>
                      <a:pt x="810963" y="1235853"/>
                    </a:lnTo>
                    <a:lnTo>
                      <a:pt x="773608" y="1251646"/>
                    </a:lnTo>
                    <a:lnTo>
                      <a:pt x="749499" y="1198888"/>
                    </a:lnTo>
                    <a:lnTo>
                      <a:pt x="749286" y="1177771"/>
                    </a:lnTo>
                    <a:lnTo>
                      <a:pt x="742090" y="1153116"/>
                    </a:lnTo>
                    <a:lnTo>
                      <a:pt x="740732" y="1132107"/>
                    </a:lnTo>
                    <a:lnTo>
                      <a:pt x="732198" y="1098500"/>
                    </a:lnTo>
                    <a:lnTo>
                      <a:pt x="696860" y="1089403"/>
                    </a:lnTo>
                    <a:lnTo>
                      <a:pt x="683147" y="1088212"/>
                    </a:lnTo>
                    <a:lnTo>
                      <a:pt x="663965" y="1094457"/>
                    </a:lnTo>
                    <a:lnTo>
                      <a:pt x="659213" y="1092020"/>
                    </a:lnTo>
                    <a:lnTo>
                      <a:pt x="636249" y="1046121"/>
                    </a:lnTo>
                    <a:lnTo>
                      <a:pt x="640031" y="995476"/>
                    </a:lnTo>
                    <a:lnTo>
                      <a:pt x="627773" y="969918"/>
                    </a:lnTo>
                    <a:lnTo>
                      <a:pt x="626086" y="958349"/>
                    </a:lnTo>
                    <a:lnTo>
                      <a:pt x="626377" y="945534"/>
                    </a:lnTo>
                    <a:lnTo>
                      <a:pt x="616310" y="934975"/>
                    </a:lnTo>
                    <a:lnTo>
                      <a:pt x="604091" y="929380"/>
                    </a:lnTo>
                    <a:lnTo>
                      <a:pt x="598156" y="900881"/>
                    </a:lnTo>
                    <a:lnTo>
                      <a:pt x="612199" y="893968"/>
                    </a:lnTo>
                    <a:lnTo>
                      <a:pt x="646916" y="897307"/>
                    </a:lnTo>
                    <a:lnTo>
                      <a:pt x="657060" y="895358"/>
                    </a:lnTo>
                    <a:lnTo>
                      <a:pt x="666351" y="889420"/>
                    </a:lnTo>
                    <a:lnTo>
                      <a:pt x="694435" y="842564"/>
                    </a:lnTo>
                    <a:lnTo>
                      <a:pt x="693621" y="832240"/>
                    </a:lnTo>
                    <a:lnTo>
                      <a:pt x="696627" y="818848"/>
                    </a:lnTo>
                    <a:lnTo>
                      <a:pt x="727020" y="813884"/>
                    </a:lnTo>
                    <a:lnTo>
                      <a:pt x="740558" y="831988"/>
                    </a:lnTo>
                    <a:lnTo>
                      <a:pt x="737842" y="860974"/>
                    </a:lnTo>
                    <a:lnTo>
                      <a:pt x="739569" y="898119"/>
                    </a:lnTo>
                    <a:lnTo>
                      <a:pt x="757975" y="908227"/>
                    </a:lnTo>
                    <a:lnTo>
                      <a:pt x="765151" y="909707"/>
                    </a:lnTo>
                    <a:lnTo>
                      <a:pt x="772813" y="882272"/>
                    </a:lnTo>
                    <a:lnTo>
                      <a:pt x="778185" y="868934"/>
                    </a:lnTo>
                    <a:lnTo>
                      <a:pt x="785478" y="861498"/>
                    </a:lnTo>
                    <a:lnTo>
                      <a:pt x="787960" y="836428"/>
                    </a:lnTo>
                    <a:lnTo>
                      <a:pt x="783635" y="821122"/>
                    </a:lnTo>
                    <a:lnTo>
                      <a:pt x="774422" y="809715"/>
                    </a:lnTo>
                    <a:lnTo>
                      <a:pt x="808830" y="778671"/>
                    </a:lnTo>
                    <a:lnTo>
                      <a:pt x="844440" y="754088"/>
                    </a:lnTo>
                    <a:lnTo>
                      <a:pt x="865154" y="752806"/>
                    </a:lnTo>
                    <a:lnTo>
                      <a:pt x="886005" y="758817"/>
                    </a:lnTo>
                    <a:lnTo>
                      <a:pt x="905381" y="767119"/>
                    </a:lnTo>
                    <a:lnTo>
                      <a:pt x="915893" y="774267"/>
                    </a:lnTo>
                    <a:lnTo>
                      <a:pt x="921789" y="785746"/>
                    </a:lnTo>
                    <a:lnTo>
                      <a:pt x="908794" y="813108"/>
                    </a:lnTo>
                    <a:lnTo>
                      <a:pt x="905187" y="828089"/>
                    </a:lnTo>
                    <a:lnTo>
                      <a:pt x="913915" y="87739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3" name="ph189">
                <a:extLst>
                  <a:ext uri="{FF2B5EF4-FFF2-40B4-BE49-F238E27FC236}">
                    <a16:creationId xmlns:a16="http://schemas.microsoft.com/office/drawing/2014/main" id="{280C0EC4-5C24-3892-CBDA-7AF92CE11630}"/>
                  </a:ext>
                </a:extLst>
              </p:cNvPr>
              <p:cNvSpPr/>
              <p:nvPr/>
            </p:nvSpPr>
            <p:spPr>
              <a:xfrm>
                <a:off x="9769210" y="1954528"/>
                <a:ext cx="1046890" cy="1566168"/>
              </a:xfrm>
              <a:custGeom>
                <a:avLst/>
                <a:gdLst/>
                <a:ahLst/>
                <a:cxnLst/>
                <a:rect l="0" t="0" r="0" b="0"/>
                <a:pathLst>
                  <a:path w="1046890" h="1566168">
                    <a:moveTo>
                      <a:pt x="914400" y="914400"/>
                    </a:moveTo>
                    <a:lnTo>
                      <a:pt x="968862" y="870649"/>
                    </a:lnTo>
                    <a:lnTo>
                      <a:pt x="984087" y="870089"/>
                    </a:lnTo>
                    <a:lnTo>
                      <a:pt x="958466" y="902704"/>
                    </a:lnTo>
                    <a:lnTo>
                      <a:pt x="954354" y="915320"/>
                    </a:lnTo>
                    <a:lnTo>
                      <a:pt x="951251" y="934669"/>
                    </a:lnTo>
                    <a:lnTo>
                      <a:pt x="969618" y="976687"/>
                    </a:lnTo>
                    <a:lnTo>
                      <a:pt x="965739" y="1002262"/>
                    </a:lnTo>
                    <a:lnTo>
                      <a:pt x="967039" y="1052583"/>
                    </a:lnTo>
                    <a:lnTo>
                      <a:pt x="949719" y="1078808"/>
                    </a:lnTo>
                    <a:lnTo>
                      <a:pt x="930168" y="1134598"/>
                    </a:lnTo>
                    <a:lnTo>
                      <a:pt x="921750" y="1142810"/>
                    </a:lnTo>
                    <a:lnTo>
                      <a:pt x="919947" y="1207931"/>
                    </a:lnTo>
                    <a:lnTo>
                      <a:pt x="921867" y="1223471"/>
                    </a:lnTo>
                    <a:lnTo>
                      <a:pt x="919093" y="1282762"/>
                    </a:lnTo>
                    <a:lnTo>
                      <a:pt x="939129" y="1307038"/>
                    </a:lnTo>
                    <a:lnTo>
                      <a:pt x="960309" y="1319727"/>
                    </a:lnTo>
                    <a:lnTo>
                      <a:pt x="1030947" y="1319275"/>
                    </a:lnTo>
                    <a:lnTo>
                      <a:pt x="1038278" y="1329942"/>
                    </a:lnTo>
                    <a:lnTo>
                      <a:pt x="1046890" y="1348280"/>
                    </a:lnTo>
                    <a:lnTo>
                      <a:pt x="1040586" y="1379415"/>
                    </a:lnTo>
                    <a:lnTo>
                      <a:pt x="1033042" y="1402897"/>
                    </a:lnTo>
                    <a:lnTo>
                      <a:pt x="1012579" y="1422678"/>
                    </a:lnTo>
                    <a:lnTo>
                      <a:pt x="986318" y="1437424"/>
                    </a:lnTo>
                    <a:lnTo>
                      <a:pt x="969987" y="1438074"/>
                    </a:lnTo>
                    <a:lnTo>
                      <a:pt x="947740" y="1410044"/>
                    </a:lnTo>
                    <a:lnTo>
                      <a:pt x="937170" y="1419141"/>
                    </a:lnTo>
                    <a:lnTo>
                      <a:pt x="926250" y="1433436"/>
                    </a:lnTo>
                    <a:lnTo>
                      <a:pt x="907960" y="1510144"/>
                    </a:lnTo>
                    <a:lnTo>
                      <a:pt x="899290" y="1561963"/>
                    </a:lnTo>
                    <a:lnTo>
                      <a:pt x="894597" y="1566168"/>
                    </a:lnTo>
                    <a:lnTo>
                      <a:pt x="884259" y="1558533"/>
                    </a:lnTo>
                    <a:lnTo>
                      <a:pt x="866396" y="1557938"/>
                    </a:lnTo>
                    <a:lnTo>
                      <a:pt x="862943" y="1559817"/>
                    </a:lnTo>
                    <a:lnTo>
                      <a:pt x="862943" y="92604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4" name="ph190">
                <a:extLst>
                  <a:ext uri="{FF2B5EF4-FFF2-40B4-BE49-F238E27FC236}">
                    <a16:creationId xmlns:a16="http://schemas.microsoft.com/office/drawing/2014/main" id="{56A5645C-5B72-E341-6C39-8D7A616C9B82}"/>
                  </a:ext>
                </a:extLst>
              </p:cNvPr>
              <p:cNvSpPr/>
              <p:nvPr/>
            </p:nvSpPr>
            <p:spPr>
              <a:xfrm>
                <a:off x="9722447" y="2640446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5" name="ph191">
                <a:extLst>
                  <a:ext uri="{FF2B5EF4-FFF2-40B4-BE49-F238E27FC236}">
                    <a16:creationId xmlns:a16="http://schemas.microsoft.com/office/drawing/2014/main" id="{597314C2-1BF5-A3B9-EDA9-3822C7579AE1}"/>
                  </a:ext>
                </a:extLst>
              </p:cNvPr>
              <p:cNvSpPr/>
              <p:nvPr/>
            </p:nvSpPr>
            <p:spPr>
              <a:xfrm>
                <a:off x="9854162" y="2715783"/>
                <a:ext cx="940700" cy="1102488"/>
              </a:xfrm>
              <a:custGeom>
                <a:avLst/>
                <a:gdLst/>
                <a:ahLst/>
                <a:cxnLst/>
                <a:rect l="0" t="0" r="0" b="0"/>
                <a:pathLst>
                  <a:path w="940700" h="1102488">
                    <a:moveTo>
                      <a:pt x="914400" y="914399"/>
                    </a:moveTo>
                    <a:lnTo>
                      <a:pt x="924582" y="955533"/>
                    </a:lnTo>
                    <a:lnTo>
                      <a:pt x="940700" y="1001540"/>
                    </a:lnTo>
                    <a:lnTo>
                      <a:pt x="933970" y="1020799"/>
                    </a:lnTo>
                    <a:lnTo>
                      <a:pt x="938547" y="1045472"/>
                    </a:lnTo>
                    <a:lnTo>
                      <a:pt x="933950" y="1071210"/>
                    </a:lnTo>
                    <a:lnTo>
                      <a:pt x="901889" y="1101135"/>
                    </a:lnTo>
                    <a:lnTo>
                      <a:pt x="865930" y="1102488"/>
                    </a:lnTo>
                    <a:lnTo>
                      <a:pt x="828555" y="1088031"/>
                    </a:lnTo>
                    <a:lnTo>
                      <a:pt x="777991" y="1061375"/>
                    </a:lnTo>
                    <a:lnTo>
                      <a:pt x="777991" y="922097"/>
                    </a:lnTo>
                    <a:lnTo>
                      <a:pt x="834820" y="894726"/>
                    </a:lnTo>
                    <a:lnTo>
                      <a:pt x="848222" y="899112"/>
                    </a:lnTo>
                    <a:lnTo>
                      <a:pt x="862206" y="913389"/>
                    </a:lnTo>
                    <a:lnTo>
                      <a:pt x="878305" y="914237"/>
                    </a:lnTo>
                    <a:lnTo>
                      <a:pt x="901676" y="893986"/>
                    </a:lnTo>
                    <a:lnTo>
                      <a:pt x="906118" y="89510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6" name="ph192">
                <a:extLst>
                  <a:ext uri="{FF2B5EF4-FFF2-40B4-BE49-F238E27FC236}">
                    <a16:creationId xmlns:a16="http://schemas.microsoft.com/office/drawing/2014/main" id="{A63A9C78-4914-C83D-2F1A-14FA5765D464}"/>
                  </a:ext>
                </a:extLst>
              </p:cNvPr>
              <p:cNvSpPr/>
              <p:nvPr/>
            </p:nvSpPr>
            <p:spPr>
              <a:xfrm>
                <a:off x="10023290" y="2984894"/>
                <a:ext cx="959591" cy="988599"/>
              </a:xfrm>
              <a:custGeom>
                <a:avLst/>
                <a:gdLst/>
                <a:ahLst/>
                <a:cxnLst/>
                <a:rect l="0" t="0" r="0" b="0"/>
                <a:pathLst>
                  <a:path w="959591" h="988599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4" y="922594"/>
                    </a:lnTo>
                    <a:lnTo>
                      <a:pt x="958214" y="937286"/>
                    </a:lnTo>
                    <a:lnTo>
                      <a:pt x="959591" y="969900"/>
                    </a:lnTo>
                    <a:lnTo>
                      <a:pt x="942601" y="979412"/>
                    </a:lnTo>
                    <a:lnTo>
                      <a:pt x="923845" y="976181"/>
                    </a:lnTo>
                    <a:lnTo>
                      <a:pt x="898321" y="988599"/>
                    </a:lnTo>
                    <a:lnTo>
                      <a:pt x="814532" y="935282"/>
                    </a:lnTo>
                    <a:lnTo>
                      <a:pt x="815754" y="890827"/>
                    </a:lnTo>
                    <a:lnTo>
                      <a:pt x="819110" y="873374"/>
                    </a:lnTo>
                    <a:lnTo>
                      <a:pt x="858812" y="869223"/>
                    </a:lnTo>
                    <a:lnTo>
                      <a:pt x="879255" y="8914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7" name="ph193">
                <a:extLst>
                  <a:ext uri="{FF2B5EF4-FFF2-40B4-BE49-F238E27FC236}">
                    <a16:creationId xmlns:a16="http://schemas.microsoft.com/office/drawing/2014/main" id="{09D0CBF1-0F71-E41E-6282-C76553E76F26}"/>
                  </a:ext>
                </a:extLst>
              </p:cNvPr>
              <p:cNvSpPr/>
              <p:nvPr/>
            </p:nvSpPr>
            <p:spPr>
              <a:xfrm>
                <a:off x="9854744" y="3016137"/>
                <a:ext cx="966302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2" h="914400">
                    <a:moveTo>
                      <a:pt x="914400" y="914400"/>
                    </a:moveTo>
                    <a:lnTo>
                      <a:pt x="902432" y="884456"/>
                    </a:lnTo>
                    <a:lnTo>
                      <a:pt x="900881" y="875089"/>
                    </a:lnTo>
                    <a:lnTo>
                      <a:pt x="914943" y="855921"/>
                    </a:lnTo>
                    <a:lnTo>
                      <a:pt x="924039" y="834208"/>
                    </a:lnTo>
                    <a:lnTo>
                      <a:pt x="947566" y="800871"/>
                    </a:lnTo>
                    <a:lnTo>
                      <a:pt x="961123" y="761813"/>
                    </a:lnTo>
                    <a:lnTo>
                      <a:pt x="966302" y="762427"/>
                    </a:lnTo>
                    <a:lnTo>
                      <a:pt x="960289" y="797207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8" name="ph194">
                <a:extLst>
                  <a:ext uri="{FF2B5EF4-FFF2-40B4-BE49-F238E27FC236}">
                    <a16:creationId xmlns:a16="http://schemas.microsoft.com/office/drawing/2014/main" id="{8AA0D2F3-4B94-CAFB-A2D6-D804704E5300}"/>
                  </a:ext>
                </a:extLst>
              </p:cNvPr>
              <p:cNvSpPr/>
              <p:nvPr/>
            </p:nvSpPr>
            <p:spPr>
              <a:xfrm>
                <a:off x="10216469" y="2940060"/>
                <a:ext cx="921983" cy="935986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6">
                    <a:moveTo>
                      <a:pt x="914400" y="914400"/>
                    </a:moveTo>
                    <a:lnTo>
                      <a:pt x="883910" y="910357"/>
                    </a:lnTo>
                    <a:lnTo>
                      <a:pt x="849541" y="935986"/>
                    </a:lnTo>
                    <a:lnTo>
                      <a:pt x="836507" y="927882"/>
                    </a:lnTo>
                    <a:lnTo>
                      <a:pt x="841434" y="911512"/>
                    </a:lnTo>
                    <a:lnTo>
                      <a:pt x="845022" y="905555"/>
                    </a:lnTo>
                    <a:lnTo>
                      <a:pt x="856582" y="898607"/>
                    </a:lnTo>
                    <a:lnTo>
                      <a:pt x="864301" y="888445"/>
                    </a:lnTo>
                    <a:lnTo>
                      <a:pt x="867327" y="872544"/>
                    </a:lnTo>
                    <a:lnTo>
                      <a:pt x="874484" y="881117"/>
                    </a:lnTo>
                    <a:lnTo>
                      <a:pt x="895760" y="884709"/>
                    </a:lnTo>
                    <a:lnTo>
                      <a:pt x="906156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89" name="ph195">
                <a:extLst>
                  <a:ext uri="{FF2B5EF4-FFF2-40B4-BE49-F238E27FC236}">
                    <a16:creationId xmlns:a16="http://schemas.microsoft.com/office/drawing/2014/main" id="{03E0B12C-F4AD-91F3-9228-EC982D905C83}"/>
                  </a:ext>
                </a:extLst>
              </p:cNvPr>
              <p:cNvSpPr/>
              <p:nvPr/>
            </p:nvSpPr>
            <p:spPr>
              <a:xfrm>
                <a:off x="10228494" y="2717118"/>
                <a:ext cx="9330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7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79"/>
                    </a:lnTo>
                    <a:lnTo>
                      <a:pt x="919888" y="867743"/>
                    </a:lnTo>
                    <a:lnTo>
                      <a:pt x="924020" y="868068"/>
                    </a:lnTo>
                    <a:lnTo>
                      <a:pt x="929664" y="880106"/>
                    </a:lnTo>
                    <a:lnTo>
                      <a:pt x="933097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0" name="ph196">
                <a:extLst>
                  <a:ext uri="{FF2B5EF4-FFF2-40B4-BE49-F238E27FC236}">
                    <a16:creationId xmlns:a16="http://schemas.microsoft.com/office/drawing/2014/main" id="{F281FB9D-74BB-AB97-4A96-DE94E0FEE631}"/>
                  </a:ext>
                </a:extLst>
              </p:cNvPr>
              <p:cNvSpPr/>
              <p:nvPr/>
            </p:nvSpPr>
            <p:spPr>
              <a:xfrm>
                <a:off x="9800630" y="2982096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8" y="876027"/>
                    </a:lnTo>
                    <a:lnTo>
                      <a:pt x="871225" y="867977"/>
                    </a:lnTo>
                    <a:lnTo>
                      <a:pt x="884259" y="873121"/>
                    </a:lnTo>
                    <a:lnTo>
                      <a:pt x="900435" y="888968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1" name="ph197">
                <a:extLst>
                  <a:ext uri="{FF2B5EF4-FFF2-40B4-BE49-F238E27FC236}">
                    <a16:creationId xmlns:a16="http://schemas.microsoft.com/office/drawing/2014/main" id="{2E0DBCEC-5825-0271-40C1-C8E34C84CF7B}"/>
                  </a:ext>
                </a:extLst>
              </p:cNvPr>
              <p:cNvSpPr/>
              <p:nvPr/>
            </p:nvSpPr>
            <p:spPr>
              <a:xfrm>
                <a:off x="9717753" y="2966928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1"/>
                    </a:lnTo>
                    <a:lnTo>
                      <a:pt x="925862" y="903414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2" name="ph198">
                <a:extLst>
                  <a:ext uri="{FF2B5EF4-FFF2-40B4-BE49-F238E27FC236}">
                    <a16:creationId xmlns:a16="http://schemas.microsoft.com/office/drawing/2014/main" id="{91361147-032E-15A2-B764-4B49F6FC7274}"/>
                  </a:ext>
                </a:extLst>
              </p:cNvPr>
              <p:cNvSpPr/>
              <p:nvPr/>
            </p:nvSpPr>
            <p:spPr>
              <a:xfrm>
                <a:off x="9834999" y="2639092"/>
                <a:ext cx="92857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8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2"/>
                    </a:lnTo>
                    <a:lnTo>
                      <a:pt x="905264" y="862093"/>
                    </a:lnTo>
                    <a:lnTo>
                      <a:pt x="899659" y="842889"/>
                    </a:lnTo>
                    <a:lnTo>
                      <a:pt x="905827" y="830544"/>
                    </a:lnTo>
                    <a:lnTo>
                      <a:pt x="923535" y="859296"/>
                    </a:lnTo>
                    <a:lnTo>
                      <a:pt x="928578" y="872815"/>
                    </a:lnTo>
                    <a:lnTo>
                      <a:pt x="921750" y="888968"/>
                    </a:lnTo>
                    <a:lnTo>
                      <a:pt x="917774" y="90775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3" name="ph199">
                <a:extLst>
                  <a:ext uri="{FF2B5EF4-FFF2-40B4-BE49-F238E27FC236}">
                    <a16:creationId xmlns:a16="http://schemas.microsoft.com/office/drawing/2014/main" id="{5BB79E67-6B6B-4A90-7701-05C58F960831}"/>
                  </a:ext>
                </a:extLst>
              </p:cNvPr>
              <p:cNvSpPr/>
              <p:nvPr/>
            </p:nvSpPr>
            <p:spPr>
              <a:xfrm>
                <a:off x="9918632" y="2097928"/>
                <a:ext cx="94679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90" h="914400">
                    <a:moveTo>
                      <a:pt x="914400" y="914400"/>
                    </a:moveTo>
                    <a:lnTo>
                      <a:pt x="887071" y="902144"/>
                    </a:lnTo>
                    <a:lnTo>
                      <a:pt x="899135" y="885016"/>
                    </a:lnTo>
                    <a:lnTo>
                      <a:pt x="929159" y="877128"/>
                    </a:lnTo>
                    <a:lnTo>
                      <a:pt x="946790" y="879727"/>
                    </a:lnTo>
                    <a:lnTo>
                      <a:pt x="927394" y="896729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4" name="ph200">
                <a:extLst>
                  <a:ext uri="{FF2B5EF4-FFF2-40B4-BE49-F238E27FC236}">
                    <a16:creationId xmlns:a16="http://schemas.microsoft.com/office/drawing/2014/main" id="{836122BF-4044-E61B-7DCB-01924CBDD0F6}"/>
                  </a:ext>
                </a:extLst>
              </p:cNvPr>
              <p:cNvSpPr/>
              <p:nvPr/>
            </p:nvSpPr>
            <p:spPr>
              <a:xfrm>
                <a:off x="10720887" y="2920080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400" y="914400"/>
                    </a:moveTo>
                    <a:lnTo>
                      <a:pt x="881582" y="904039"/>
                    </a:lnTo>
                    <a:lnTo>
                      <a:pt x="841589" y="878428"/>
                    </a:lnTo>
                    <a:lnTo>
                      <a:pt x="847446" y="828233"/>
                    </a:lnTo>
                    <a:lnTo>
                      <a:pt x="857707" y="806538"/>
                    </a:lnTo>
                    <a:lnTo>
                      <a:pt x="930653" y="862797"/>
                    </a:lnTo>
                    <a:lnTo>
                      <a:pt x="931545" y="884005"/>
                    </a:lnTo>
                    <a:lnTo>
                      <a:pt x="921731" y="9081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5" name="pt201">
                <a:extLst>
                  <a:ext uri="{FF2B5EF4-FFF2-40B4-BE49-F238E27FC236}">
                    <a16:creationId xmlns:a16="http://schemas.microsoft.com/office/drawing/2014/main" id="{33C9FFAB-61D5-D23B-459B-41C00DCE2E47}"/>
                  </a:ext>
                </a:extLst>
              </p:cNvPr>
              <p:cNvSpPr/>
              <p:nvPr/>
            </p:nvSpPr>
            <p:spPr>
              <a:xfrm>
                <a:off x="11149794" y="3498415"/>
                <a:ext cx="117405" cy="117405"/>
              </a:xfrm>
              <a:prstGeom prst="ellipse">
                <a:avLst/>
              </a:prstGeom>
              <a:solidFill>
                <a:srgbClr val="A2307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6" name="pt202">
                <a:extLst>
                  <a:ext uri="{FF2B5EF4-FFF2-40B4-BE49-F238E27FC236}">
                    <a16:creationId xmlns:a16="http://schemas.microsoft.com/office/drawing/2014/main" id="{80241EBC-A159-DD76-42AF-6914D1227BCC}"/>
                  </a:ext>
                </a:extLst>
              </p:cNvPr>
              <p:cNvSpPr/>
              <p:nvPr/>
            </p:nvSpPr>
            <p:spPr>
              <a:xfrm>
                <a:off x="12376565" y="1990428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7" name="pt203">
                <a:extLst>
                  <a:ext uri="{FF2B5EF4-FFF2-40B4-BE49-F238E27FC236}">
                    <a16:creationId xmlns:a16="http://schemas.microsoft.com/office/drawing/2014/main" id="{88AB5366-4307-283F-7EF9-564D08379924}"/>
                  </a:ext>
                </a:extLst>
              </p:cNvPr>
              <p:cNvSpPr/>
              <p:nvPr/>
            </p:nvSpPr>
            <p:spPr>
              <a:xfrm>
                <a:off x="11080186" y="3335173"/>
                <a:ext cx="117405" cy="117405"/>
              </a:xfrm>
              <a:prstGeom prst="ellipse">
                <a:avLst/>
              </a:prstGeom>
              <a:solidFill>
                <a:srgbClr val="FD9E6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8" name="pt204">
                <a:extLst>
                  <a:ext uri="{FF2B5EF4-FFF2-40B4-BE49-F238E27FC236}">
                    <a16:creationId xmlns:a16="http://schemas.microsoft.com/office/drawing/2014/main" id="{3BE4EF01-9D82-65B1-8BE0-56321A6D7DB1}"/>
                  </a:ext>
                </a:extLst>
              </p:cNvPr>
              <p:cNvSpPr/>
              <p:nvPr/>
            </p:nvSpPr>
            <p:spPr>
              <a:xfrm>
                <a:off x="11910218" y="2781353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499" name="pt205">
                <a:extLst>
                  <a:ext uri="{FF2B5EF4-FFF2-40B4-BE49-F238E27FC236}">
                    <a16:creationId xmlns:a16="http://schemas.microsoft.com/office/drawing/2014/main" id="{69ABEEEE-6118-806E-71D6-59D892569CB5}"/>
                  </a:ext>
                </a:extLst>
              </p:cNvPr>
              <p:cNvSpPr/>
              <p:nvPr/>
            </p:nvSpPr>
            <p:spPr>
              <a:xfrm>
                <a:off x="11835001" y="3166049"/>
                <a:ext cx="117405" cy="117405"/>
              </a:xfrm>
              <a:prstGeom prst="ellipse">
                <a:avLst/>
              </a:prstGeom>
              <a:solidFill>
                <a:srgbClr val="D1436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00" name="pt206">
                <a:extLst>
                  <a:ext uri="{FF2B5EF4-FFF2-40B4-BE49-F238E27FC236}">
                    <a16:creationId xmlns:a16="http://schemas.microsoft.com/office/drawing/2014/main" id="{0B48A674-305E-276B-DCFE-81EDEBB270AB}"/>
                  </a:ext>
                </a:extLst>
              </p:cNvPr>
              <p:cNvSpPr/>
              <p:nvPr/>
            </p:nvSpPr>
            <p:spPr>
              <a:xfrm>
                <a:off x="11165876" y="3631231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01" name="pt207">
                <a:extLst>
                  <a:ext uri="{FF2B5EF4-FFF2-40B4-BE49-F238E27FC236}">
                    <a16:creationId xmlns:a16="http://schemas.microsoft.com/office/drawing/2014/main" id="{F4D70145-B048-BC5D-F071-10D802F6E45B}"/>
                  </a:ext>
                </a:extLst>
              </p:cNvPr>
              <p:cNvSpPr/>
              <p:nvPr/>
            </p:nvSpPr>
            <p:spPr>
              <a:xfrm>
                <a:off x="10795029" y="2344381"/>
                <a:ext cx="117405" cy="117405"/>
              </a:xfrm>
              <a:prstGeom prst="ellipse">
                <a:avLst/>
              </a:prstGeom>
              <a:solidFill>
                <a:srgbClr val="16081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02" name="pt208">
                <a:extLst>
                  <a:ext uri="{FF2B5EF4-FFF2-40B4-BE49-F238E27FC236}">
                    <a16:creationId xmlns:a16="http://schemas.microsoft.com/office/drawing/2014/main" id="{DBA8F622-028A-6858-4A2F-EC8221FFF07E}"/>
                  </a:ext>
                </a:extLst>
              </p:cNvPr>
              <p:cNvSpPr/>
              <p:nvPr/>
            </p:nvSpPr>
            <p:spPr>
              <a:xfrm>
                <a:off x="10884932" y="2649251"/>
                <a:ext cx="117405" cy="117405"/>
              </a:xfrm>
              <a:prstGeom prst="ellipse">
                <a:avLst/>
              </a:prstGeom>
              <a:solidFill>
                <a:srgbClr val="FFE8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03" name="pg209">
                <a:extLst>
                  <a:ext uri="{FF2B5EF4-FFF2-40B4-BE49-F238E27FC236}">
                    <a16:creationId xmlns:a16="http://schemas.microsoft.com/office/drawing/2014/main" id="{B854CA21-D837-E60C-03E6-C3342E1519B3}"/>
                  </a:ext>
                </a:extLst>
              </p:cNvPr>
              <p:cNvSpPr/>
              <p:nvPr/>
            </p:nvSpPr>
            <p:spPr>
              <a:xfrm>
                <a:off x="11264253" y="3425963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4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1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04" name="tx210">
                <a:extLst>
                  <a:ext uri="{FF2B5EF4-FFF2-40B4-BE49-F238E27FC236}">
                    <a16:creationId xmlns:a16="http://schemas.microsoft.com/office/drawing/2014/main" id="{09235D83-91B5-4244-4361-0AD9EC86EF10}"/>
                  </a:ext>
                </a:extLst>
              </p:cNvPr>
              <p:cNvSpPr/>
              <p:nvPr/>
            </p:nvSpPr>
            <p:spPr>
              <a:xfrm>
                <a:off x="11309973" y="3471683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2505" name="pg211">
                <a:extLst>
                  <a:ext uri="{FF2B5EF4-FFF2-40B4-BE49-F238E27FC236}">
                    <a16:creationId xmlns:a16="http://schemas.microsoft.com/office/drawing/2014/main" id="{09201189-8B7A-FBE5-875B-C30684861441}"/>
                  </a:ext>
                </a:extLst>
              </p:cNvPr>
              <p:cNvSpPr/>
              <p:nvPr/>
            </p:nvSpPr>
            <p:spPr>
              <a:xfrm>
                <a:off x="12134054" y="2108558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1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1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06" name="tx212">
                <a:extLst>
                  <a:ext uri="{FF2B5EF4-FFF2-40B4-BE49-F238E27FC236}">
                    <a16:creationId xmlns:a16="http://schemas.microsoft.com/office/drawing/2014/main" id="{7C04292E-6463-3CDB-AF43-B1567624E337}"/>
                  </a:ext>
                </a:extLst>
              </p:cNvPr>
              <p:cNvSpPr/>
              <p:nvPr/>
            </p:nvSpPr>
            <p:spPr>
              <a:xfrm>
                <a:off x="12179774" y="2154278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2507" name="pg213">
                <a:extLst>
                  <a:ext uri="{FF2B5EF4-FFF2-40B4-BE49-F238E27FC236}">
                    <a16:creationId xmlns:a16="http://schemas.microsoft.com/office/drawing/2014/main" id="{296B0E84-D401-7693-5533-2C1A5DAB4F00}"/>
                  </a:ext>
                </a:extLst>
              </p:cNvPr>
              <p:cNvSpPr/>
              <p:nvPr/>
            </p:nvSpPr>
            <p:spPr>
              <a:xfrm>
                <a:off x="10814347" y="3142478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2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08" name="tx214">
                <a:extLst>
                  <a:ext uri="{FF2B5EF4-FFF2-40B4-BE49-F238E27FC236}">
                    <a16:creationId xmlns:a16="http://schemas.microsoft.com/office/drawing/2014/main" id="{326E8F27-C379-4260-0542-C6459F084EB6}"/>
                  </a:ext>
                </a:extLst>
              </p:cNvPr>
              <p:cNvSpPr/>
              <p:nvPr/>
            </p:nvSpPr>
            <p:spPr>
              <a:xfrm>
                <a:off x="10860067" y="3188198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2509" name="pg215">
                <a:extLst>
                  <a:ext uri="{FF2B5EF4-FFF2-40B4-BE49-F238E27FC236}">
                    <a16:creationId xmlns:a16="http://schemas.microsoft.com/office/drawing/2014/main" id="{36B1206C-0032-F9FE-4424-0F984125DCC4}"/>
                  </a:ext>
                </a:extLst>
              </p:cNvPr>
              <p:cNvSpPr/>
              <p:nvPr/>
            </p:nvSpPr>
            <p:spPr>
              <a:xfrm>
                <a:off x="11648107" y="2899764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1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1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10" name="tx216">
                <a:extLst>
                  <a:ext uri="{FF2B5EF4-FFF2-40B4-BE49-F238E27FC236}">
                    <a16:creationId xmlns:a16="http://schemas.microsoft.com/office/drawing/2014/main" id="{443CEAB1-2BA5-1715-4FE2-6244CE34F0CB}"/>
                  </a:ext>
                </a:extLst>
              </p:cNvPr>
              <p:cNvSpPr/>
              <p:nvPr/>
            </p:nvSpPr>
            <p:spPr>
              <a:xfrm>
                <a:off x="11693827" y="2945484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HOR</a:t>
                </a:r>
              </a:p>
            </p:txBody>
          </p:sp>
          <p:sp>
            <p:nvSpPr>
              <p:cNvPr id="2511" name="pg217">
                <a:extLst>
                  <a:ext uri="{FF2B5EF4-FFF2-40B4-BE49-F238E27FC236}">
                    <a16:creationId xmlns:a16="http://schemas.microsoft.com/office/drawing/2014/main" id="{8187241C-2A91-D51D-0C63-8738130131FF}"/>
                  </a:ext>
                </a:extLst>
              </p:cNvPr>
              <p:cNvSpPr/>
              <p:nvPr/>
            </p:nvSpPr>
            <p:spPr>
              <a:xfrm>
                <a:off x="11834932" y="3284320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1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12" name="tx218">
                <a:extLst>
                  <a:ext uri="{FF2B5EF4-FFF2-40B4-BE49-F238E27FC236}">
                    <a16:creationId xmlns:a16="http://schemas.microsoft.com/office/drawing/2014/main" id="{40C165E8-614A-39AA-3BE2-1A4B73071D69}"/>
                  </a:ext>
                </a:extLst>
              </p:cNvPr>
              <p:cNvSpPr/>
              <p:nvPr/>
            </p:nvSpPr>
            <p:spPr>
              <a:xfrm>
                <a:off x="11880652" y="3330040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2513" name="pg219">
                <a:extLst>
                  <a:ext uri="{FF2B5EF4-FFF2-40B4-BE49-F238E27FC236}">
                    <a16:creationId xmlns:a16="http://schemas.microsoft.com/office/drawing/2014/main" id="{35EA6D80-F177-E4CC-95AA-231AD0189AC0}"/>
                  </a:ext>
                </a:extLst>
              </p:cNvPr>
              <p:cNvSpPr/>
              <p:nvPr/>
            </p:nvSpPr>
            <p:spPr>
              <a:xfrm>
                <a:off x="11150228" y="3749495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2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14" name="tx220">
                <a:extLst>
                  <a:ext uri="{FF2B5EF4-FFF2-40B4-BE49-F238E27FC236}">
                    <a16:creationId xmlns:a16="http://schemas.microsoft.com/office/drawing/2014/main" id="{BCE2F1F1-DD1D-4965-2187-4DDEEC10E345}"/>
                  </a:ext>
                </a:extLst>
              </p:cNvPr>
              <p:cNvSpPr/>
              <p:nvPr/>
            </p:nvSpPr>
            <p:spPr>
              <a:xfrm>
                <a:off x="11195948" y="3795215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2515" name="pg221">
                <a:extLst>
                  <a:ext uri="{FF2B5EF4-FFF2-40B4-BE49-F238E27FC236}">
                    <a16:creationId xmlns:a16="http://schemas.microsoft.com/office/drawing/2014/main" id="{155225B3-5CC4-22D1-94C5-DDC0D59F3362}"/>
                  </a:ext>
                </a:extLst>
              </p:cNvPr>
              <p:cNvSpPr/>
              <p:nvPr/>
            </p:nvSpPr>
            <p:spPr>
              <a:xfrm>
                <a:off x="10578568" y="2462784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1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16" name="tx222">
                <a:extLst>
                  <a:ext uri="{FF2B5EF4-FFF2-40B4-BE49-F238E27FC236}">
                    <a16:creationId xmlns:a16="http://schemas.microsoft.com/office/drawing/2014/main" id="{7F81894C-DEB3-A831-4ABB-206E9BBC4AD6}"/>
                  </a:ext>
                </a:extLst>
              </p:cNvPr>
              <p:cNvSpPr/>
              <p:nvPr/>
            </p:nvSpPr>
            <p:spPr>
              <a:xfrm>
                <a:off x="10624288" y="2508504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  <p:sp>
            <p:nvSpPr>
              <p:cNvPr id="2517" name="pg223">
                <a:extLst>
                  <a:ext uri="{FF2B5EF4-FFF2-40B4-BE49-F238E27FC236}">
                    <a16:creationId xmlns:a16="http://schemas.microsoft.com/office/drawing/2014/main" id="{981CA47B-856F-DCB1-772E-5E0EE491034D}"/>
                  </a:ext>
                </a:extLst>
              </p:cNvPr>
              <p:cNvSpPr/>
              <p:nvPr/>
            </p:nvSpPr>
            <p:spPr>
              <a:xfrm>
                <a:off x="11012579" y="2731347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2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18" name="tx224">
                <a:extLst>
                  <a:ext uri="{FF2B5EF4-FFF2-40B4-BE49-F238E27FC236}">
                    <a16:creationId xmlns:a16="http://schemas.microsoft.com/office/drawing/2014/main" id="{DDD0B91F-B0B0-4FB2-F589-C178B080309A}"/>
                  </a:ext>
                </a:extLst>
              </p:cNvPr>
              <p:cNvSpPr/>
              <p:nvPr/>
            </p:nvSpPr>
            <p:spPr>
              <a:xfrm>
                <a:off x="11058299" y="2777067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2519" name="rc225">
                <a:extLst>
                  <a:ext uri="{FF2B5EF4-FFF2-40B4-BE49-F238E27FC236}">
                    <a16:creationId xmlns:a16="http://schemas.microsoft.com/office/drawing/2014/main" id="{09CF3C13-B649-7C88-DC03-2471A978ACD8}"/>
                  </a:ext>
                </a:extLst>
              </p:cNvPr>
              <p:cNvSpPr/>
              <p:nvPr/>
            </p:nvSpPr>
            <p:spPr>
              <a:xfrm>
                <a:off x="10532848" y="1489062"/>
                <a:ext cx="2184706" cy="2846260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20" name="tx226">
                <a:extLst>
                  <a:ext uri="{FF2B5EF4-FFF2-40B4-BE49-F238E27FC236}">
                    <a16:creationId xmlns:a16="http://schemas.microsoft.com/office/drawing/2014/main" id="{2F0E6CB7-21EB-456E-643A-A8F6E0A1AFFD}"/>
                  </a:ext>
                </a:extLst>
              </p:cNvPr>
              <p:cNvSpPr/>
              <p:nvPr/>
            </p:nvSpPr>
            <p:spPr>
              <a:xfrm>
                <a:off x="10220496" y="4165256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2521" name="tx227">
                <a:extLst>
                  <a:ext uri="{FF2B5EF4-FFF2-40B4-BE49-F238E27FC236}">
                    <a16:creationId xmlns:a16="http://schemas.microsoft.com/office/drawing/2014/main" id="{542CF239-EF60-F6EC-5685-9EA88770A375}"/>
                  </a:ext>
                </a:extLst>
              </p:cNvPr>
              <p:cNvSpPr/>
              <p:nvPr/>
            </p:nvSpPr>
            <p:spPr>
              <a:xfrm>
                <a:off x="10344854" y="4146785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22" name="tx228">
                <a:extLst>
                  <a:ext uri="{FF2B5EF4-FFF2-40B4-BE49-F238E27FC236}">
                    <a16:creationId xmlns:a16="http://schemas.microsoft.com/office/drawing/2014/main" id="{C7C8AD8B-C244-A180-3B3E-FB9C9892D8B3}"/>
                  </a:ext>
                </a:extLst>
              </p:cNvPr>
              <p:cNvSpPr/>
              <p:nvPr/>
            </p:nvSpPr>
            <p:spPr>
              <a:xfrm>
                <a:off x="10389568" y="4165256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523" name="tx229">
                <a:extLst>
                  <a:ext uri="{FF2B5EF4-FFF2-40B4-BE49-F238E27FC236}">
                    <a16:creationId xmlns:a16="http://schemas.microsoft.com/office/drawing/2014/main" id="{724C032F-03A1-C4B6-37BD-8F3A8D242E56}"/>
                  </a:ext>
                </a:extLst>
              </p:cNvPr>
              <p:cNvSpPr/>
              <p:nvPr/>
            </p:nvSpPr>
            <p:spPr>
              <a:xfrm>
                <a:off x="10220496" y="379561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2524" name="tx230">
                <a:extLst>
                  <a:ext uri="{FF2B5EF4-FFF2-40B4-BE49-F238E27FC236}">
                    <a16:creationId xmlns:a16="http://schemas.microsoft.com/office/drawing/2014/main" id="{886A0659-3192-77C9-0CA2-60C875F1657E}"/>
                  </a:ext>
                </a:extLst>
              </p:cNvPr>
              <p:cNvSpPr/>
              <p:nvPr/>
            </p:nvSpPr>
            <p:spPr>
              <a:xfrm>
                <a:off x="10344854" y="377714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25" name="tx231">
                <a:extLst>
                  <a:ext uri="{FF2B5EF4-FFF2-40B4-BE49-F238E27FC236}">
                    <a16:creationId xmlns:a16="http://schemas.microsoft.com/office/drawing/2014/main" id="{0208E90A-A9D5-03C3-26CE-8720D8C039E4}"/>
                  </a:ext>
                </a:extLst>
              </p:cNvPr>
              <p:cNvSpPr/>
              <p:nvPr/>
            </p:nvSpPr>
            <p:spPr>
              <a:xfrm>
                <a:off x="10389568" y="379561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526" name="tx232">
                <a:extLst>
                  <a:ext uri="{FF2B5EF4-FFF2-40B4-BE49-F238E27FC236}">
                    <a16:creationId xmlns:a16="http://schemas.microsoft.com/office/drawing/2014/main" id="{895A5A53-E6B5-47B2-BA30-4CF5BEFCDE77}"/>
                  </a:ext>
                </a:extLst>
              </p:cNvPr>
              <p:cNvSpPr/>
              <p:nvPr/>
            </p:nvSpPr>
            <p:spPr>
              <a:xfrm>
                <a:off x="10220496" y="342615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2527" name="tx233">
                <a:extLst>
                  <a:ext uri="{FF2B5EF4-FFF2-40B4-BE49-F238E27FC236}">
                    <a16:creationId xmlns:a16="http://schemas.microsoft.com/office/drawing/2014/main" id="{A5E34563-1E40-CE6B-DED0-036FD216FE2C}"/>
                  </a:ext>
                </a:extLst>
              </p:cNvPr>
              <p:cNvSpPr/>
              <p:nvPr/>
            </p:nvSpPr>
            <p:spPr>
              <a:xfrm>
                <a:off x="10344854" y="340768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28" name="tx234">
                <a:extLst>
                  <a:ext uri="{FF2B5EF4-FFF2-40B4-BE49-F238E27FC236}">
                    <a16:creationId xmlns:a16="http://schemas.microsoft.com/office/drawing/2014/main" id="{D90AF935-5D94-6C25-602F-C260BD861C0F}"/>
                  </a:ext>
                </a:extLst>
              </p:cNvPr>
              <p:cNvSpPr/>
              <p:nvPr/>
            </p:nvSpPr>
            <p:spPr>
              <a:xfrm>
                <a:off x="10389568" y="342615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529" name="tx235">
                <a:extLst>
                  <a:ext uri="{FF2B5EF4-FFF2-40B4-BE49-F238E27FC236}">
                    <a16:creationId xmlns:a16="http://schemas.microsoft.com/office/drawing/2014/main" id="{89C7BEAF-89A8-BD92-1344-193ADA0B5405}"/>
                  </a:ext>
                </a:extLst>
              </p:cNvPr>
              <p:cNvSpPr/>
              <p:nvPr/>
            </p:nvSpPr>
            <p:spPr>
              <a:xfrm>
                <a:off x="10220496" y="305632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2530" name="tx236">
                <a:extLst>
                  <a:ext uri="{FF2B5EF4-FFF2-40B4-BE49-F238E27FC236}">
                    <a16:creationId xmlns:a16="http://schemas.microsoft.com/office/drawing/2014/main" id="{3BF4AEE4-7D1E-297B-66BA-264D32A463AB}"/>
                  </a:ext>
                </a:extLst>
              </p:cNvPr>
              <p:cNvSpPr/>
              <p:nvPr/>
            </p:nvSpPr>
            <p:spPr>
              <a:xfrm>
                <a:off x="10344854" y="303785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31" name="tx237">
                <a:extLst>
                  <a:ext uri="{FF2B5EF4-FFF2-40B4-BE49-F238E27FC236}">
                    <a16:creationId xmlns:a16="http://schemas.microsoft.com/office/drawing/2014/main" id="{D9F3E041-8262-40FE-B5DE-E11CDA0A5694}"/>
                  </a:ext>
                </a:extLst>
              </p:cNvPr>
              <p:cNvSpPr/>
              <p:nvPr/>
            </p:nvSpPr>
            <p:spPr>
              <a:xfrm>
                <a:off x="10389568" y="305632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532" name="tx238">
                <a:extLst>
                  <a:ext uri="{FF2B5EF4-FFF2-40B4-BE49-F238E27FC236}">
                    <a16:creationId xmlns:a16="http://schemas.microsoft.com/office/drawing/2014/main" id="{0C41874F-7C86-E4DC-018C-4B7F1C5AB406}"/>
                  </a:ext>
                </a:extLst>
              </p:cNvPr>
              <p:cNvSpPr/>
              <p:nvPr/>
            </p:nvSpPr>
            <p:spPr>
              <a:xfrm>
                <a:off x="10220496" y="2686862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2533" name="tx239">
                <a:extLst>
                  <a:ext uri="{FF2B5EF4-FFF2-40B4-BE49-F238E27FC236}">
                    <a16:creationId xmlns:a16="http://schemas.microsoft.com/office/drawing/2014/main" id="{BCBA77CD-8B10-A8CB-9E32-79D5913AB97E}"/>
                  </a:ext>
                </a:extLst>
              </p:cNvPr>
              <p:cNvSpPr/>
              <p:nvPr/>
            </p:nvSpPr>
            <p:spPr>
              <a:xfrm>
                <a:off x="10344854" y="2668391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34" name="tx240">
                <a:extLst>
                  <a:ext uri="{FF2B5EF4-FFF2-40B4-BE49-F238E27FC236}">
                    <a16:creationId xmlns:a16="http://schemas.microsoft.com/office/drawing/2014/main" id="{87DA4705-7595-9A7C-8F95-57C180A552B4}"/>
                  </a:ext>
                </a:extLst>
              </p:cNvPr>
              <p:cNvSpPr/>
              <p:nvPr/>
            </p:nvSpPr>
            <p:spPr>
              <a:xfrm>
                <a:off x="10389568" y="2686862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535" name="tx241">
                <a:extLst>
                  <a:ext uri="{FF2B5EF4-FFF2-40B4-BE49-F238E27FC236}">
                    <a16:creationId xmlns:a16="http://schemas.microsoft.com/office/drawing/2014/main" id="{C55AFA89-FC51-E075-8606-E7521F98E63B}"/>
                  </a:ext>
                </a:extLst>
              </p:cNvPr>
              <p:cNvSpPr/>
              <p:nvPr/>
            </p:nvSpPr>
            <p:spPr>
              <a:xfrm>
                <a:off x="10220496" y="23172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2536" name="tx242">
                <a:extLst>
                  <a:ext uri="{FF2B5EF4-FFF2-40B4-BE49-F238E27FC236}">
                    <a16:creationId xmlns:a16="http://schemas.microsoft.com/office/drawing/2014/main" id="{268B38A4-42E8-B2AD-A40E-72EF189E3669}"/>
                  </a:ext>
                </a:extLst>
              </p:cNvPr>
              <p:cNvSpPr/>
              <p:nvPr/>
            </p:nvSpPr>
            <p:spPr>
              <a:xfrm>
                <a:off x="10344854" y="22987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37" name="tx243">
                <a:extLst>
                  <a:ext uri="{FF2B5EF4-FFF2-40B4-BE49-F238E27FC236}">
                    <a16:creationId xmlns:a16="http://schemas.microsoft.com/office/drawing/2014/main" id="{43582AE5-1805-99E8-09C2-B4E6977AB18C}"/>
                  </a:ext>
                </a:extLst>
              </p:cNvPr>
              <p:cNvSpPr/>
              <p:nvPr/>
            </p:nvSpPr>
            <p:spPr>
              <a:xfrm>
                <a:off x="10389568" y="231721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538" name="tx244">
                <a:extLst>
                  <a:ext uri="{FF2B5EF4-FFF2-40B4-BE49-F238E27FC236}">
                    <a16:creationId xmlns:a16="http://schemas.microsoft.com/office/drawing/2014/main" id="{DD297513-EED4-5B1D-27F8-82AC1ABFACCE}"/>
                  </a:ext>
                </a:extLst>
              </p:cNvPr>
              <p:cNvSpPr/>
              <p:nvPr/>
            </p:nvSpPr>
            <p:spPr>
              <a:xfrm>
                <a:off x="10220496" y="1947574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2539" name="tx245">
                <a:extLst>
                  <a:ext uri="{FF2B5EF4-FFF2-40B4-BE49-F238E27FC236}">
                    <a16:creationId xmlns:a16="http://schemas.microsoft.com/office/drawing/2014/main" id="{A3768569-1930-DF0D-7DE2-88073FEB54F9}"/>
                  </a:ext>
                </a:extLst>
              </p:cNvPr>
              <p:cNvSpPr/>
              <p:nvPr/>
            </p:nvSpPr>
            <p:spPr>
              <a:xfrm>
                <a:off x="10344854" y="1929103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40" name="tx246">
                <a:extLst>
                  <a:ext uri="{FF2B5EF4-FFF2-40B4-BE49-F238E27FC236}">
                    <a16:creationId xmlns:a16="http://schemas.microsoft.com/office/drawing/2014/main" id="{B204222B-5A58-C7F0-9088-A8380A706305}"/>
                  </a:ext>
                </a:extLst>
              </p:cNvPr>
              <p:cNvSpPr/>
              <p:nvPr/>
            </p:nvSpPr>
            <p:spPr>
              <a:xfrm>
                <a:off x="10389568" y="1947574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541" name="tx247">
                <a:extLst>
                  <a:ext uri="{FF2B5EF4-FFF2-40B4-BE49-F238E27FC236}">
                    <a16:creationId xmlns:a16="http://schemas.microsoft.com/office/drawing/2014/main" id="{7954D4B6-D9E3-0764-9D85-17A4652A4EAE}"/>
                  </a:ext>
                </a:extLst>
              </p:cNvPr>
              <p:cNvSpPr/>
              <p:nvPr/>
            </p:nvSpPr>
            <p:spPr>
              <a:xfrm>
                <a:off x="10220496" y="157792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2542" name="tx248">
                <a:extLst>
                  <a:ext uri="{FF2B5EF4-FFF2-40B4-BE49-F238E27FC236}">
                    <a16:creationId xmlns:a16="http://schemas.microsoft.com/office/drawing/2014/main" id="{E60E483F-7760-6555-1A0C-7F70CA542696}"/>
                  </a:ext>
                </a:extLst>
              </p:cNvPr>
              <p:cNvSpPr/>
              <p:nvPr/>
            </p:nvSpPr>
            <p:spPr>
              <a:xfrm>
                <a:off x="10344854" y="155945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43" name="tx249">
                <a:extLst>
                  <a:ext uri="{FF2B5EF4-FFF2-40B4-BE49-F238E27FC236}">
                    <a16:creationId xmlns:a16="http://schemas.microsoft.com/office/drawing/2014/main" id="{624D8ADB-3BF0-37B4-65D8-D82205B9B551}"/>
                  </a:ext>
                </a:extLst>
              </p:cNvPr>
              <p:cNvSpPr/>
              <p:nvPr/>
            </p:nvSpPr>
            <p:spPr>
              <a:xfrm>
                <a:off x="10389568" y="157792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544" name="pl250">
                <a:extLst>
                  <a:ext uri="{FF2B5EF4-FFF2-40B4-BE49-F238E27FC236}">
                    <a16:creationId xmlns:a16="http://schemas.microsoft.com/office/drawing/2014/main" id="{B1BD032D-B830-6A9C-7958-FE03741749C0}"/>
                  </a:ext>
                </a:extLst>
              </p:cNvPr>
              <p:cNvSpPr/>
              <p:nvPr/>
            </p:nvSpPr>
            <p:spPr>
              <a:xfrm>
                <a:off x="10498054" y="420594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45" name="pl251">
                <a:extLst>
                  <a:ext uri="{FF2B5EF4-FFF2-40B4-BE49-F238E27FC236}">
                    <a16:creationId xmlns:a16="http://schemas.microsoft.com/office/drawing/2014/main" id="{CEE474E7-4B0C-EBD7-624A-1DDC8E6933CB}"/>
                  </a:ext>
                </a:extLst>
              </p:cNvPr>
              <p:cNvSpPr/>
              <p:nvPr/>
            </p:nvSpPr>
            <p:spPr>
              <a:xfrm>
                <a:off x="10498054" y="3836303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46" name="pl252">
                <a:extLst>
                  <a:ext uri="{FF2B5EF4-FFF2-40B4-BE49-F238E27FC236}">
                    <a16:creationId xmlns:a16="http://schemas.microsoft.com/office/drawing/2014/main" id="{85012CF1-84E5-9043-C0A5-096F9F233C61}"/>
                  </a:ext>
                </a:extLst>
              </p:cNvPr>
              <p:cNvSpPr/>
              <p:nvPr/>
            </p:nvSpPr>
            <p:spPr>
              <a:xfrm>
                <a:off x="10498054" y="3466658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47" name="pl253">
                <a:extLst>
                  <a:ext uri="{FF2B5EF4-FFF2-40B4-BE49-F238E27FC236}">
                    <a16:creationId xmlns:a16="http://schemas.microsoft.com/office/drawing/2014/main" id="{5602B94F-25E8-0898-31AE-94D354FAF9EE}"/>
                  </a:ext>
                </a:extLst>
              </p:cNvPr>
              <p:cNvSpPr/>
              <p:nvPr/>
            </p:nvSpPr>
            <p:spPr>
              <a:xfrm>
                <a:off x="10498054" y="3097014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48" name="pl254">
                <a:extLst>
                  <a:ext uri="{FF2B5EF4-FFF2-40B4-BE49-F238E27FC236}">
                    <a16:creationId xmlns:a16="http://schemas.microsoft.com/office/drawing/2014/main" id="{9A473002-5B4B-A774-2F36-7CFEACC2F6CA}"/>
                  </a:ext>
                </a:extLst>
              </p:cNvPr>
              <p:cNvSpPr/>
              <p:nvPr/>
            </p:nvSpPr>
            <p:spPr>
              <a:xfrm>
                <a:off x="10498054" y="27273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49" name="pl255">
                <a:extLst>
                  <a:ext uri="{FF2B5EF4-FFF2-40B4-BE49-F238E27FC236}">
                    <a16:creationId xmlns:a16="http://schemas.microsoft.com/office/drawing/2014/main" id="{F7B665B0-30ED-DDD7-360E-B9D986D565DD}"/>
                  </a:ext>
                </a:extLst>
              </p:cNvPr>
              <p:cNvSpPr/>
              <p:nvPr/>
            </p:nvSpPr>
            <p:spPr>
              <a:xfrm>
                <a:off x="10498054" y="235772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0" name="pl256">
                <a:extLst>
                  <a:ext uri="{FF2B5EF4-FFF2-40B4-BE49-F238E27FC236}">
                    <a16:creationId xmlns:a16="http://schemas.microsoft.com/office/drawing/2014/main" id="{E7CCD739-AC92-60CF-9957-F732ECE13E46}"/>
                  </a:ext>
                </a:extLst>
              </p:cNvPr>
              <p:cNvSpPr/>
              <p:nvPr/>
            </p:nvSpPr>
            <p:spPr>
              <a:xfrm>
                <a:off x="10498054" y="198808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1" name="pl257">
                <a:extLst>
                  <a:ext uri="{FF2B5EF4-FFF2-40B4-BE49-F238E27FC236}">
                    <a16:creationId xmlns:a16="http://schemas.microsoft.com/office/drawing/2014/main" id="{4BBE4F83-FD0D-FF0D-6D62-4B655B9D52CF}"/>
                  </a:ext>
                </a:extLst>
              </p:cNvPr>
              <p:cNvSpPr/>
              <p:nvPr/>
            </p:nvSpPr>
            <p:spPr>
              <a:xfrm>
                <a:off x="10498054" y="161843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2" name="pl258">
                <a:extLst>
                  <a:ext uri="{FF2B5EF4-FFF2-40B4-BE49-F238E27FC236}">
                    <a16:creationId xmlns:a16="http://schemas.microsoft.com/office/drawing/2014/main" id="{AFB7DB1B-9638-7401-9788-0DE1C95DD5BB}"/>
                  </a:ext>
                </a:extLst>
              </p:cNvPr>
              <p:cNvSpPr/>
              <p:nvPr/>
            </p:nvSpPr>
            <p:spPr>
              <a:xfrm>
                <a:off x="10632153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3" name="pl259">
                <a:extLst>
                  <a:ext uri="{FF2B5EF4-FFF2-40B4-BE49-F238E27FC236}">
                    <a16:creationId xmlns:a16="http://schemas.microsoft.com/office/drawing/2014/main" id="{7044BC51-7225-56C6-870F-55B7E67C3A90}"/>
                  </a:ext>
                </a:extLst>
              </p:cNvPr>
              <p:cNvSpPr/>
              <p:nvPr/>
            </p:nvSpPr>
            <p:spPr>
              <a:xfrm>
                <a:off x="11029373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4" name="pl260">
                <a:extLst>
                  <a:ext uri="{FF2B5EF4-FFF2-40B4-BE49-F238E27FC236}">
                    <a16:creationId xmlns:a16="http://schemas.microsoft.com/office/drawing/2014/main" id="{9A4BF340-A73C-2509-2C6F-644E069839F4}"/>
                  </a:ext>
                </a:extLst>
              </p:cNvPr>
              <p:cNvSpPr/>
              <p:nvPr/>
            </p:nvSpPr>
            <p:spPr>
              <a:xfrm>
                <a:off x="11426592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5" name="pl261">
                <a:extLst>
                  <a:ext uri="{FF2B5EF4-FFF2-40B4-BE49-F238E27FC236}">
                    <a16:creationId xmlns:a16="http://schemas.microsoft.com/office/drawing/2014/main" id="{3E49CE45-2FD3-7E70-F7DF-D3C26575CF18}"/>
                  </a:ext>
                </a:extLst>
              </p:cNvPr>
              <p:cNvSpPr/>
              <p:nvPr/>
            </p:nvSpPr>
            <p:spPr>
              <a:xfrm>
                <a:off x="11823812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6" name="pl262">
                <a:extLst>
                  <a:ext uri="{FF2B5EF4-FFF2-40B4-BE49-F238E27FC236}">
                    <a16:creationId xmlns:a16="http://schemas.microsoft.com/office/drawing/2014/main" id="{50A81F7A-5036-CDED-4685-05DD47802BC6}"/>
                  </a:ext>
                </a:extLst>
              </p:cNvPr>
              <p:cNvSpPr/>
              <p:nvPr/>
            </p:nvSpPr>
            <p:spPr>
              <a:xfrm>
                <a:off x="12221031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7" name="pl263">
                <a:extLst>
                  <a:ext uri="{FF2B5EF4-FFF2-40B4-BE49-F238E27FC236}">
                    <a16:creationId xmlns:a16="http://schemas.microsoft.com/office/drawing/2014/main" id="{B913C6C8-5006-43D7-2366-C8CF98FEC068}"/>
                  </a:ext>
                </a:extLst>
              </p:cNvPr>
              <p:cNvSpPr/>
              <p:nvPr/>
            </p:nvSpPr>
            <p:spPr>
              <a:xfrm>
                <a:off x="12618250" y="43353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58" name="tx264">
                <a:extLst>
                  <a:ext uri="{FF2B5EF4-FFF2-40B4-BE49-F238E27FC236}">
                    <a16:creationId xmlns:a16="http://schemas.microsoft.com/office/drawing/2014/main" id="{0A740D09-F235-DCC6-52F0-D11AAF03D7F9}"/>
                  </a:ext>
                </a:extLst>
              </p:cNvPr>
              <p:cNvSpPr/>
              <p:nvPr/>
            </p:nvSpPr>
            <p:spPr>
              <a:xfrm>
                <a:off x="10510355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2559" name="tx265">
                <a:extLst>
                  <a:ext uri="{FF2B5EF4-FFF2-40B4-BE49-F238E27FC236}">
                    <a16:creationId xmlns:a16="http://schemas.microsoft.com/office/drawing/2014/main" id="{10221AE9-8809-6B0A-8FC6-894A6D0CBE29}"/>
                  </a:ext>
                </a:extLst>
              </p:cNvPr>
              <p:cNvSpPr/>
              <p:nvPr/>
            </p:nvSpPr>
            <p:spPr>
              <a:xfrm>
                <a:off x="10634714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60" name="tx266">
                <a:extLst>
                  <a:ext uri="{FF2B5EF4-FFF2-40B4-BE49-F238E27FC236}">
                    <a16:creationId xmlns:a16="http://schemas.microsoft.com/office/drawing/2014/main" id="{C41C613A-4DC6-53C5-E162-BADE2CC9E903}"/>
                  </a:ext>
                </a:extLst>
              </p:cNvPr>
              <p:cNvSpPr/>
              <p:nvPr/>
            </p:nvSpPr>
            <p:spPr>
              <a:xfrm>
                <a:off x="10679428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561" name="tx267">
                <a:extLst>
                  <a:ext uri="{FF2B5EF4-FFF2-40B4-BE49-F238E27FC236}">
                    <a16:creationId xmlns:a16="http://schemas.microsoft.com/office/drawing/2014/main" id="{66EDDAC1-BF03-8189-05B7-890886968860}"/>
                  </a:ext>
                </a:extLst>
              </p:cNvPr>
              <p:cNvSpPr/>
              <p:nvPr/>
            </p:nvSpPr>
            <p:spPr>
              <a:xfrm>
                <a:off x="10907575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2562" name="tx268">
                <a:extLst>
                  <a:ext uri="{FF2B5EF4-FFF2-40B4-BE49-F238E27FC236}">
                    <a16:creationId xmlns:a16="http://schemas.microsoft.com/office/drawing/2014/main" id="{45DABD1F-2EC8-B1DE-5B88-1D61195656FC}"/>
                  </a:ext>
                </a:extLst>
              </p:cNvPr>
              <p:cNvSpPr/>
              <p:nvPr/>
            </p:nvSpPr>
            <p:spPr>
              <a:xfrm>
                <a:off x="11031933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63" name="tx269">
                <a:extLst>
                  <a:ext uri="{FF2B5EF4-FFF2-40B4-BE49-F238E27FC236}">
                    <a16:creationId xmlns:a16="http://schemas.microsoft.com/office/drawing/2014/main" id="{79D40410-0F24-23AA-F1D2-3A0CA3546F09}"/>
                  </a:ext>
                </a:extLst>
              </p:cNvPr>
              <p:cNvSpPr/>
              <p:nvPr/>
            </p:nvSpPr>
            <p:spPr>
              <a:xfrm>
                <a:off x="11076647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564" name="tx270">
                <a:extLst>
                  <a:ext uri="{FF2B5EF4-FFF2-40B4-BE49-F238E27FC236}">
                    <a16:creationId xmlns:a16="http://schemas.microsoft.com/office/drawing/2014/main" id="{601CCADA-9853-091C-CE0A-F208778361FF}"/>
                  </a:ext>
                </a:extLst>
              </p:cNvPr>
              <p:cNvSpPr/>
              <p:nvPr/>
            </p:nvSpPr>
            <p:spPr>
              <a:xfrm>
                <a:off x="11304794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2565" name="tx271">
                <a:extLst>
                  <a:ext uri="{FF2B5EF4-FFF2-40B4-BE49-F238E27FC236}">
                    <a16:creationId xmlns:a16="http://schemas.microsoft.com/office/drawing/2014/main" id="{8EADE647-BA8E-FFCE-3E60-4B0F2A78FC06}"/>
                  </a:ext>
                </a:extLst>
              </p:cNvPr>
              <p:cNvSpPr/>
              <p:nvPr/>
            </p:nvSpPr>
            <p:spPr>
              <a:xfrm>
                <a:off x="11429152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66" name="tx272">
                <a:extLst>
                  <a:ext uri="{FF2B5EF4-FFF2-40B4-BE49-F238E27FC236}">
                    <a16:creationId xmlns:a16="http://schemas.microsoft.com/office/drawing/2014/main" id="{EF23FCBB-14F6-F615-CF4D-86410507C981}"/>
                  </a:ext>
                </a:extLst>
              </p:cNvPr>
              <p:cNvSpPr/>
              <p:nvPr/>
            </p:nvSpPr>
            <p:spPr>
              <a:xfrm>
                <a:off x="11473867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567" name="tx273">
                <a:extLst>
                  <a:ext uri="{FF2B5EF4-FFF2-40B4-BE49-F238E27FC236}">
                    <a16:creationId xmlns:a16="http://schemas.microsoft.com/office/drawing/2014/main" id="{5849DADF-DEAD-5BB7-1A00-23D3B798D1D5}"/>
                  </a:ext>
                </a:extLst>
              </p:cNvPr>
              <p:cNvSpPr/>
              <p:nvPr/>
            </p:nvSpPr>
            <p:spPr>
              <a:xfrm>
                <a:off x="11702013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2568" name="tx274">
                <a:extLst>
                  <a:ext uri="{FF2B5EF4-FFF2-40B4-BE49-F238E27FC236}">
                    <a16:creationId xmlns:a16="http://schemas.microsoft.com/office/drawing/2014/main" id="{C609F7C2-FF12-3564-6687-EC5857A883CE}"/>
                  </a:ext>
                </a:extLst>
              </p:cNvPr>
              <p:cNvSpPr/>
              <p:nvPr/>
            </p:nvSpPr>
            <p:spPr>
              <a:xfrm>
                <a:off x="11826372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69" name="tx275">
                <a:extLst>
                  <a:ext uri="{FF2B5EF4-FFF2-40B4-BE49-F238E27FC236}">
                    <a16:creationId xmlns:a16="http://schemas.microsoft.com/office/drawing/2014/main" id="{480866D3-C8C7-3A3B-FF44-2A85FFE54F2E}"/>
                  </a:ext>
                </a:extLst>
              </p:cNvPr>
              <p:cNvSpPr/>
              <p:nvPr/>
            </p:nvSpPr>
            <p:spPr>
              <a:xfrm>
                <a:off x="11871086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570" name="tx276">
                <a:extLst>
                  <a:ext uri="{FF2B5EF4-FFF2-40B4-BE49-F238E27FC236}">
                    <a16:creationId xmlns:a16="http://schemas.microsoft.com/office/drawing/2014/main" id="{036FBDFE-59B4-0184-2E3C-AAFDC8821305}"/>
                  </a:ext>
                </a:extLst>
              </p:cNvPr>
              <p:cNvSpPr/>
              <p:nvPr/>
            </p:nvSpPr>
            <p:spPr>
              <a:xfrm>
                <a:off x="12099233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2571" name="tx277">
                <a:extLst>
                  <a:ext uri="{FF2B5EF4-FFF2-40B4-BE49-F238E27FC236}">
                    <a16:creationId xmlns:a16="http://schemas.microsoft.com/office/drawing/2014/main" id="{DEB64882-F52C-3B5E-6CE1-FC58353D32B5}"/>
                  </a:ext>
                </a:extLst>
              </p:cNvPr>
              <p:cNvSpPr/>
              <p:nvPr/>
            </p:nvSpPr>
            <p:spPr>
              <a:xfrm>
                <a:off x="12223591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72" name="tx278">
                <a:extLst>
                  <a:ext uri="{FF2B5EF4-FFF2-40B4-BE49-F238E27FC236}">
                    <a16:creationId xmlns:a16="http://schemas.microsoft.com/office/drawing/2014/main" id="{88250204-769E-051F-CD11-BC91EF84DA99}"/>
                  </a:ext>
                </a:extLst>
              </p:cNvPr>
              <p:cNvSpPr/>
              <p:nvPr/>
            </p:nvSpPr>
            <p:spPr>
              <a:xfrm>
                <a:off x="12268305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573" name="tx279">
                <a:extLst>
                  <a:ext uri="{FF2B5EF4-FFF2-40B4-BE49-F238E27FC236}">
                    <a16:creationId xmlns:a16="http://schemas.microsoft.com/office/drawing/2014/main" id="{675CB8D6-5E09-AA5E-4690-F267C34DC6CB}"/>
                  </a:ext>
                </a:extLst>
              </p:cNvPr>
              <p:cNvSpPr/>
              <p:nvPr/>
            </p:nvSpPr>
            <p:spPr>
              <a:xfrm>
                <a:off x="12496452" y="43983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2574" name="tx280">
                <a:extLst>
                  <a:ext uri="{FF2B5EF4-FFF2-40B4-BE49-F238E27FC236}">
                    <a16:creationId xmlns:a16="http://schemas.microsoft.com/office/drawing/2014/main" id="{F8BC819A-168A-307B-8588-40B1C0FD7C2A}"/>
                  </a:ext>
                </a:extLst>
              </p:cNvPr>
              <p:cNvSpPr/>
              <p:nvPr/>
            </p:nvSpPr>
            <p:spPr>
              <a:xfrm>
                <a:off x="12620811" y="43798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575" name="tx281">
                <a:extLst>
                  <a:ext uri="{FF2B5EF4-FFF2-40B4-BE49-F238E27FC236}">
                    <a16:creationId xmlns:a16="http://schemas.microsoft.com/office/drawing/2014/main" id="{AF18F495-CFE4-50D8-E9EE-DDFF41B2639E}"/>
                  </a:ext>
                </a:extLst>
              </p:cNvPr>
              <p:cNvSpPr/>
              <p:nvPr/>
            </p:nvSpPr>
            <p:spPr>
              <a:xfrm>
                <a:off x="12665525" y="43983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576" name="tx282">
                <a:extLst>
                  <a:ext uri="{FF2B5EF4-FFF2-40B4-BE49-F238E27FC236}">
                    <a16:creationId xmlns:a16="http://schemas.microsoft.com/office/drawing/2014/main" id="{8B101B1E-811C-EFE9-2601-A15AB869C798}"/>
                  </a:ext>
                </a:extLst>
              </p:cNvPr>
              <p:cNvSpPr/>
              <p:nvPr/>
            </p:nvSpPr>
            <p:spPr>
              <a:xfrm>
                <a:off x="11318238" y="4542132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2577" name="tx283">
                <a:extLst>
                  <a:ext uri="{FF2B5EF4-FFF2-40B4-BE49-F238E27FC236}">
                    <a16:creationId xmlns:a16="http://schemas.microsoft.com/office/drawing/2014/main" id="{86FB7BA5-9E97-4F32-15B4-CCBAF91D247F}"/>
                  </a:ext>
                </a:extLst>
              </p:cNvPr>
              <p:cNvSpPr/>
              <p:nvPr/>
            </p:nvSpPr>
            <p:spPr>
              <a:xfrm rot="16200000">
                <a:off x="9850655" y="2862174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2578" name="rc284">
                <a:extLst>
                  <a:ext uri="{FF2B5EF4-FFF2-40B4-BE49-F238E27FC236}">
                    <a16:creationId xmlns:a16="http://schemas.microsoft.com/office/drawing/2014/main" id="{B4CB1D90-E8B9-BD72-BCDB-B63DCBF49A11}"/>
                  </a:ext>
                </a:extLst>
              </p:cNvPr>
              <p:cNvSpPr/>
              <p:nvPr/>
            </p:nvSpPr>
            <p:spPr>
              <a:xfrm>
                <a:off x="12856733" y="2118211"/>
                <a:ext cx="1097799" cy="158796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79" name="tx285">
                <a:extLst>
                  <a:ext uri="{FF2B5EF4-FFF2-40B4-BE49-F238E27FC236}">
                    <a16:creationId xmlns:a16="http://schemas.microsoft.com/office/drawing/2014/main" id="{A2A8BE1F-57AF-C5FC-FCD3-9AE240A7AAD7}"/>
                  </a:ext>
                </a:extLst>
              </p:cNvPr>
              <p:cNvSpPr/>
              <p:nvPr/>
            </p:nvSpPr>
            <p:spPr>
              <a:xfrm>
                <a:off x="12926322" y="2203302"/>
                <a:ext cx="543610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Relative </a:t>
                </a:r>
              </a:p>
            </p:txBody>
          </p:sp>
          <p:sp>
            <p:nvSpPr>
              <p:cNvPr id="2580" name="tx286">
                <a:extLst>
                  <a:ext uri="{FF2B5EF4-FFF2-40B4-BE49-F238E27FC236}">
                    <a16:creationId xmlns:a16="http://schemas.microsoft.com/office/drawing/2014/main" id="{07C75414-E306-EAF6-5BEA-D0CF12147987}"/>
                  </a:ext>
                </a:extLst>
              </p:cNvPr>
              <p:cNvSpPr/>
              <p:nvPr/>
            </p:nvSpPr>
            <p:spPr>
              <a:xfrm>
                <a:off x="12926322" y="2354178"/>
                <a:ext cx="96066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Weight Change</a:t>
                </a:r>
              </a:p>
            </p:txBody>
          </p:sp>
          <p:pic>
            <p:nvPicPr>
              <p:cNvPr id="2581" name="pic287">
                <a:extLst>
                  <a:ext uri="{FF2B5EF4-FFF2-40B4-BE49-F238E27FC236}">
                    <a16:creationId xmlns:a16="http://schemas.microsoft.com/office/drawing/2014/main" id="{C952C79F-4B8C-908E-1AC2-1BB211BA40ED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926322" y="2539304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2582" name="pl288">
                <a:extLst>
                  <a:ext uri="{FF2B5EF4-FFF2-40B4-BE49-F238E27FC236}">
                    <a16:creationId xmlns:a16="http://schemas.microsoft.com/office/drawing/2014/main" id="{9FDC2639-9E26-A2FC-D3D0-1D9182709C96}"/>
                  </a:ext>
                </a:extLst>
              </p:cNvPr>
              <p:cNvSpPr/>
              <p:nvPr/>
            </p:nvSpPr>
            <p:spPr>
              <a:xfrm>
                <a:off x="13101887" y="351324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83" name="pl289">
                <a:extLst>
                  <a:ext uri="{FF2B5EF4-FFF2-40B4-BE49-F238E27FC236}">
                    <a16:creationId xmlns:a16="http://schemas.microsoft.com/office/drawing/2014/main" id="{A26BAB94-717E-C712-5106-BA9895E39B37}"/>
                  </a:ext>
                </a:extLst>
              </p:cNvPr>
              <p:cNvSpPr/>
              <p:nvPr/>
            </p:nvSpPr>
            <p:spPr>
              <a:xfrm>
                <a:off x="13101887" y="320945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84" name="pl290">
                <a:extLst>
                  <a:ext uri="{FF2B5EF4-FFF2-40B4-BE49-F238E27FC236}">
                    <a16:creationId xmlns:a16="http://schemas.microsoft.com/office/drawing/2014/main" id="{C3751FAE-5DB1-FF62-70EC-E14C9DAD4F75}"/>
                  </a:ext>
                </a:extLst>
              </p:cNvPr>
              <p:cNvSpPr/>
              <p:nvPr/>
            </p:nvSpPr>
            <p:spPr>
              <a:xfrm>
                <a:off x="13101887" y="29056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85" name="pl291">
                <a:extLst>
                  <a:ext uri="{FF2B5EF4-FFF2-40B4-BE49-F238E27FC236}">
                    <a16:creationId xmlns:a16="http://schemas.microsoft.com/office/drawing/2014/main" id="{AD04DB36-5FD1-A6E4-0CD9-ACFADAC362CC}"/>
                  </a:ext>
                </a:extLst>
              </p:cNvPr>
              <p:cNvSpPr/>
              <p:nvPr/>
            </p:nvSpPr>
            <p:spPr>
              <a:xfrm>
                <a:off x="13101887" y="260188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86" name="pl292">
                <a:extLst>
                  <a:ext uri="{FF2B5EF4-FFF2-40B4-BE49-F238E27FC236}">
                    <a16:creationId xmlns:a16="http://schemas.microsoft.com/office/drawing/2014/main" id="{8AB6F856-7438-F354-E510-A78844C13D08}"/>
                  </a:ext>
                </a:extLst>
              </p:cNvPr>
              <p:cNvSpPr/>
              <p:nvPr/>
            </p:nvSpPr>
            <p:spPr>
              <a:xfrm>
                <a:off x="12926322" y="351324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87" name="pl293">
                <a:extLst>
                  <a:ext uri="{FF2B5EF4-FFF2-40B4-BE49-F238E27FC236}">
                    <a16:creationId xmlns:a16="http://schemas.microsoft.com/office/drawing/2014/main" id="{4471032D-34F6-468A-8106-07D471D8EDFC}"/>
                  </a:ext>
                </a:extLst>
              </p:cNvPr>
              <p:cNvSpPr/>
              <p:nvPr/>
            </p:nvSpPr>
            <p:spPr>
              <a:xfrm>
                <a:off x="12926322" y="3209457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88" name="pl294">
                <a:extLst>
                  <a:ext uri="{FF2B5EF4-FFF2-40B4-BE49-F238E27FC236}">
                    <a16:creationId xmlns:a16="http://schemas.microsoft.com/office/drawing/2014/main" id="{E54EE0B7-3759-3C86-BC18-58D894453DBC}"/>
                  </a:ext>
                </a:extLst>
              </p:cNvPr>
              <p:cNvSpPr/>
              <p:nvPr/>
            </p:nvSpPr>
            <p:spPr>
              <a:xfrm>
                <a:off x="12926322" y="29056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89" name="pl295">
                <a:extLst>
                  <a:ext uri="{FF2B5EF4-FFF2-40B4-BE49-F238E27FC236}">
                    <a16:creationId xmlns:a16="http://schemas.microsoft.com/office/drawing/2014/main" id="{6033B00E-7B5C-CC1E-5513-2CDF0D730890}"/>
                  </a:ext>
                </a:extLst>
              </p:cNvPr>
              <p:cNvSpPr/>
              <p:nvPr/>
            </p:nvSpPr>
            <p:spPr>
              <a:xfrm>
                <a:off x="12926322" y="2601889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590" name="tx296">
                <a:extLst>
                  <a:ext uri="{FF2B5EF4-FFF2-40B4-BE49-F238E27FC236}">
                    <a16:creationId xmlns:a16="http://schemas.microsoft.com/office/drawing/2014/main" id="{72627B31-85C0-6EB4-18D5-8BCCE18F3DD3}"/>
                  </a:ext>
                </a:extLst>
              </p:cNvPr>
              <p:cNvSpPr/>
              <p:nvPr/>
            </p:nvSpPr>
            <p:spPr>
              <a:xfrm>
                <a:off x="13215367" y="3473236"/>
                <a:ext cx="161574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-10</a:t>
                </a:r>
              </a:p>
            </p:txBody>
          </p:sp>
          <p:sp>
            <p:nvSpPr>
              <p:cNvPr id="2591" name="tx297">
                <a:extLst>
                  <a:ext uri="{FF2B5EF4-FFF2-40B4-BE49-F238E27FC236}">
                    <a16:creationId xmlns:a16="http://schemas.microsoft.com/office/drawing/2014/main" id="{BA2A314A-7F42-65C6-9471-BFD7D8536281}"/>
                  </a:ext>
                </a:extLst>
              </p:cNvPr>
              <p:cNvSpPr/>
              <p:nvPr/>
            </p:nvSpPr>
            <p:spPr>
              <a:xfrm>
                <a:off x="13215367" y="3169452"/>
                <a:ext cx="99395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-5</a:t>
                </a:r>
              </a:p>
            </p:txBody>
          </p:sp>
          <p:sp>
            <p:nvSpPr>
              <p:cNvPr id="2592" name="tx298">
                <a:extLst>
                  <a:ext uri="{FF2B5EF4-FFF2-40B4-BE49-F238E27FC236}">
                    <a16:creationId xmlns:a16="http://schemas.microsoft.com/office/drawing/2014/main" id="{20FA1131-4F64-A4CF-724D-35DF66B9C7D8}"/>
                  </a:ext>
                </a:extLst>
              </p:cNvPr>
              <p:cNvSpPr/>
              <p:nvPr/>
            </p:nvSpPr>
            <p:spPr>
              <a:xfrm>
                <a:off x="13215367" y="2865668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</a:t>
                </a:r>
              </a:p>
            </p:txBody>
          </p:sp>
          <p:sp>
            <p:nvSpPr>
              <p:cNvPr id="2593" name="tx299">
                <a:extLst>
                  <a:ext uri="{FF2B5EF4-FFF2-40B4-BE49-F238E27FC236}">
                    <a16:creationId xmlns:a16="http://schemas.microsoft.com/office/drawing/2014/main" id="{8C26400A-B78F-CCC2-4640-C55C5B77E9DD}"/>
                  </a:ext>
                </a:extLst>
              </p:cNvPr>
              <p:cNvSpPr/>
              <p:nvPr/>
            </p:nvSpPr>
            <p:spPr>
              <a:xfrm>
                <a:off x="13215367" y="2561884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5</a:t>
                </a:r>
              </a:p>
            </p:txBody>
          </p:sp>
        </p:grpSp>
        <p:grpSp>
          <p:nvGrpSpPr>
            <p:cNvPr id="2740" name="Group 2739">
              <a:extLst>
                <a:ext uri="{FF2B5EF4-FFF2-40B4-BE49-F238E27FC236}">
                  <a16:creationId xmlns:a16="http://schemas.microsoft.com/office/drawing/2014/main" id="{0D686272-E354-C9E3-6913-B41909462B57}"/>
                </a:ext>
              </a:extLst>
            </p:cNvPr>
            <p:cNvGrpSpPr/>
            <p:nvPr/>
          </p:nvGrpSpPr>
          <p:grpSpPr>
            <a:xfrm>
              <a:off x="4023360" y="4471417"/>
              <a:ext cx="4139900" cy="3898173"/>
              <a:chOff x="9766191" y="4401594"/>
              <a:chExt cx="4139900" cy="3898173"/>
            </a:xfrm>
          </p:grpSpPr>
          <p:sp>
            <p:nvSpPr>
              <p:cNvPr id="2741" name="rc453">
                <a:extLst>
                  <a:ext uri="{FF2B5EF4-FFF2-40B4-BE49-F238E27FC236}">
                    <a16:creationId xmlns:a16="http://schemas.microsoft.com/office/drawing/2014/main" id="{57638A6B-D0BC-A8A4-7DB6-917D7DB24098}"/>
                  </a:ext>
                </a:extLst>
              </p:cNvPr>
              <p:cNvSpPr/>
              <p:nvPr/>
            </p:nvSpPr>
            <p:spPr>
              <a:xfrm>
                <a:off x="10581290" y="5146753"/>
                <a:ext cx="2184636" cy="2846169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42" name="pl454">
                <a:extLst>
                  <a:ext uri="{FF2B5EF4-FFF2-40B4-BE49-F238E27FC236}">
                    <a16:creationId xmlns:a16="http://schemas.microsoft.com/office/drawing/2014/main" id="{967EFDAD-D8CD-3356-3E01-C5F9BA325B16}"/>
                  </a:ext>
                </a:extLst>
              </p:cNvPr>
              <p:cNvSpPr/>
              <p:nvPr/>
            </p:nvSpPr>
            <p:spPr>
              <a:xfrm>
                <a:off x="10680591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43" name="pl455">
                <a:extLst>
                  <a:ext uri="{FF2B5EF4-FFF2-40B4-BE49-F238E27FC236}">
                    <a16:creationId xmlns:a16="http://schemas.microsoft.com/office/drawing/2014/main" id="{523C1B15-5180-1D2F-BEC8-4673A828427D}"/>
                  </a:ext>
                </a:extLst>
              </p:cNvPr>
              <p:cNvSpPr/>
              <p:nvPr/>
            </p:nvSpPr>
            <p:spPr>
              <a:xfrm>
                <a:off x="11077798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44" name="pl456">
                <a:extLst>
                  <a:ext uri="{FF2B5EF4-FFF2-40B4-BE49-F238E27FC236}">
                    <a16:creationId xmlns:a16="http://schemas.microsoft.com/office/drawing/2014/main" id="{41D3E7B3-849D-D98F-94F7-39FD2F2CAA14}"/>
                  </a:ext>
                </a:extLst>
              </p:cNvPr>
              <p:cNvSpPr/>
              <p:nvPr/>
            </p:nvSpPr>
            <p:spPr>
              <a:xfrm>
                <a:off x="11475005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45" name="pl457">
                <a:extLst>
                  <a:ext uri="{FF2B5EF4-FFF2-40B4-BE49-F238E27FC236}">
                    <a16:creationId xmlns:a16="http://schemas.microsoft.com/office/drawing/2014/main" id="{5E50CBBE-80AA-35C3-B42E-5A35A6D39AD7}"/>
                  </a:ext>
                </a:extLst>
              </p:cNvPr>
              <p:cNvSpPr/>
              <p:nvPr/>
            </p:nvSpPr>
            <p:spPr>
              <a:xfrm>
                <a:off x="11872211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46" name="pl458">
                <a:extLst>
                  <a:ext uri="{FF2B5EF4-FFF2-40B4-BE49-F238E27FC236}">
                    <a16:creationId xmlns:a16="http://schemas.microsoft.com/office/drawing/2014/main" id="{53D09A0B-30A3-F369-0C98-0E6D6B14B7BC}"/>
                  </a:ext>
                </a:extLst>
              </p:cNvPr>
              <p:cNvSpPr/>
              <p:nvPr/>
            </p:nvSpPr>
            <p:spPr>
              <a:xfrm>
                <a:off x="12269418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47" name="pl459">
                <a:extLst>
                  <a:ext uri="{FF2B5EF4-FFF2-40B4-BE49-F238E27FC236}">
                    <a16:creationId xmlns:a16="http://schemas.microsoft.com/office/drawing/2014/main" id="{259BA3B8-44DA-63F1-46EF-8755C1CE14C9}"/>
                  </a:ext>
                </a:extLst>
              </p:cNvPr>
              <p:cNvSpPr/>
              <p:nvPr/>
            </p:nvSpPr>
            <p:spPr>
              <a:xfrm>
                <a:off x="12666624" y="5146753"/>
                <a:ext cx="0" cy="2846169"/>
              </a:xfrm>
              <a:custGeom>
                <a:avLst/>
                <a:gdLst/>
                <a:ahLst/>
                <a:cxnLst/>
                <a:rect l="0" t="0" r="0" b="0"/>
                <a:pathLst>
                  <a:path h="2846169">
                    <a:moveTo>
                      <a:pt x="0" y="2846169"/>
                    </a:moveTo>
                    <a:lnTo>
                      <a:pt x="0" y="2817606"/>
                    </a:lnTo>
                    <a:lnTo>
                      <a:pt x="0" y="2784003"/>
                    </a:lnTo>
                    <a:lnTo>
                      <a:pt x="0" y="2750400"/>
                    </a:lnTo>
                    <a:lnTo>
                      <a:pt x="0" y="2716797"/>
                    </a:lnTo>
                    <a:lnTo>
                      <a:pt x="0" y="2683194"/>
                    </a:lnTo>
                    <a:lnTo>
                      <a:pt x="0" y="2649591"/>
                    </a:lnTo>
                    <a:lnTo>
                      <a:pt x="0" y="2615989"/>
                    </a:lnTo>
                    <a:lnTo>
                      <a:pt x="0" y="2582386"/>
                    </a:lnTo>
                    <a:lnTo>
                      <a:pt x="0" y="2548783"/>
                    </a:lnTo>
                    <a:lnTo>
                      <a:pt x="0" y="2515180"/>
                    </a:lnTo>
                    <a:lnTo>
                      <a:pt x="0" y="2481577"/>
                    </a:lnTo>
                    <a:lnTo>
                      <a:pt x="0" y="2447974"/>
                    </a:lnTo>
                    <a:lnTo>
                      <a:pt x="0" y="2414371"/>
                    </a:lnTo>
                    <a:lnTo>
                      <a:pt x="0" y="2380768"/>
                    </a:lnTo>
                    <a:lnTo>
                      <a:pt x="0" y="2347165"/>
                    </a:lnTo>
                    <a:lnTo>
                      <a:pt x="0" y="2313562"/>
                    </a:lnTo>
                    <a:lnTo>
                      <a:pt x="0" y="2279959"/>
                    </a:lnTo>
                    <a:lnTo>
                      <a:pt x="0" y="2246356"/>
                    </a:lnTo>
                    <a:lnTo>
                      <a:pt x="0" y="2212753"/>
                    </a:lnTo>
                    <a:lnTo>
                      <a:pt x="0" y="2179150"/>
                    </a:lnTo>
                    <a:lnTo>
                      <a:pt x="0" y="2145547"/>
                    </a:lnTo>
                    <a:lnTo>
                      <a:pt x="0" y="2111944"/>
                    </a:lnTo>
                    <a:lnTo>
                      <a:pt x="0" y="2078341"/>
                    </a:lnTo>
                    <a:lnTo>
                      <a:pt x="0" y="2044739"/>
                    </a:lnTo>
                    <a:lnTo>
                      <a:pt x="0" y="2011136"/>
                    </a:lnTo>
                    <a:lnTo>
                      <a:pt x="0" y="1977533"/>
                    </a:lnTo>
                    <a:lnTo>
                      <a:pt x="0" y="1943930"/>
                    </a:lnTo>
                    <a:lnTo>
                      <a:pt x="0" y="1910327"/>
                    </a:lnTo>
                    <a:lnTo>
                      <a:pt x="0" y="1876724"/>
                    </a:lnTo>
                    <a:lnTo>
                      <a:pt x="0" y="1843121"/>
                    </a:lnTo>
                    <a:lnTo>
                      <a:pt x="0" y="1809518"/>
                    </a:lnTo>
                    <a:lnTo>
                      <a:pt x="0" y="1775915"/>
                    </a:lnTo>
                    <a:lnTo>
                      <a:pt x="0" y="1742312"/>
                    </a:lnTo>
                    <a:lnTo>
                      <a:pt x="0" y="1708709"/>
                    </a:lnTo>
                    <a:lnTo>
                      <a:pt x="0" y="1675106"/>
                    </a:lnTo>
                    <a:lnTo>
                      <a:pt x="0" y="1641503"/>
                    </a:lnTo>
                    <a:lnTo>
                      <a:pt x="0" y="1607900"/>
                    </a:lnTo>
                    <a:lnTo>
                      <a:pt x="0" y="1574297"/>
                    </a:lnTo>
                    <a:lnTo>
                      <a:pt x="0" y="1540694"/>
                    </a:lnTo>
                    <a:lnTo>
                      <a:pt x="0" y="1507091"/>
                    </a:lnTo>
                    <a:lnTo>
                      <a:pt x="0" y="1473489"/>
                    </a:lnTo>
                    <a:lnTo>
                      <a:pt x="0" y="1439886"/>
                    </a:lnTo>
                    <a:lnTo>
                      <a:pt x="0" y="1406283"/>
                    </a:lnTo>
                    <a:lnTo>
                      <a:pt x="0" y="1372680"/>
                    </a:lnTo>
                    <a:lnTo>
                      <a:pt x="0" y="1339077"/>
                    </a:lnTo>
                    <a:lnTo>
                      <a:pt x="0" y="1305474"/>
                    </a:lnTo>
                    <a:lnTo>
                      <a:pt x="0" y="1271871"/>
                    </a:lnTo>
                    <a:lnTo>
                      <a:pt x="0" y="1238268"/>
                    </a:lnTo>
                    <a:lnTo>
                      <a:pt x="0" y="1204665"/>
                    </a:lnTo>
                    <a:lnTo>
                      <a:pt x="0" y="1171062"/>
                    </a:lnTo>
                    <a:lnTo>
                      <a:pt x="0" y="1137459"/>
                    </a:lnTo>
                    <a:lnTo>
                      <a:pt x="0" y="1103856"/>
                    </a:lnTo>
                    <a:lnTo>
                      <a:pt x="0" y="1070253"/>
                    </a:lnTo>
                    <a:lnTo>
                      <a:pt x="0" y="1036650"/>
                    </a:lnTo>
                    <a:lnTo>
                      <a:pt x="0" y="1003047"/>
                    </a:lnTo>
                    <a:lnTo>
                      <a:pt x="0" y="969444"/>
                    </a:lnTo>
                    <a:lnTo>
                      <a:pt x="0" y="935841"/>
                    </a:lnTo>
                    <a:lnTo>
                      <a:pt x="0" y="902238"/>
                    </a:lnTo>
                    <a:lnTo>
                      <a:pt x="0" y="868636"/>
                    </a:lnTo>
                    <a:lnTo>
                      <a:pt x="0" y="835033"/>
                    </a:lnTo>
                    <a:lnTo>
                      <a:pt x="0" y="801430"/>
                    </a:lnTo>
                    <a:lnTo>
                      <a:pt x="0" y="767827"/>
                    </a:lnTo>
                    <a:lnTo>
                      <a:pt x="0" y="734224"/>
                    </a:lnTo>
                    <a:lnTo>
                      <a:pt x="0" y="700621"/>
                    </a:lnTo>
                    <a:lnTo>
                      <a:pt x="0" y="667018"/>
                    </a:lnTo>
                    <a:lnTo>
                      <a:pt x="0" y="633415"/>
                    </a:lnTo>
                    <a:lnTo>
                      <a:pt x="0" y="599812"/>
                    </a:lnTo>
                    <a:lnTo>
                      <a:pt x="0" y="566209"/>
                    </a:lnTo>
                    <a:lnTo>
                      <a:pt x="0" y="532606"/>
                    </a:lnTo>
                    <a:lnTo>
                      <a:pt x="0" y="499003"/>
                    </a:lnTo>
                    <a:lnTo>
                      <a:pt x="0" y="465400"/>
                    </a:lnTo>
                    <a:lnTo>
                      <a:pt x="0" y="431797"/>
                    </a:lnTo>
                    <a:lnTo>
                      <a:pt x="0" y="398194"/>
                    </a:lnTo>
                    <a:lnTo>
                      <a:pt x="0" y="364591"/>
                    </a:lnTo>
                    <a:lnTo>
                      <a:pt x="0" y="330988"/>
                    </a:lnTo>
                    <a:lnTo>
                      <a:pt x="0" y="297386"/>
                    </a:lnTo>
                    <a:lnTo>
                      <a:pt x="0" y="263783"/>
                    </a:lnTo>
                    <a:lnTo>
                      <a:pt x="0" y="230180"/>
                    </a:lnTo>
                    <a:lnTo>
                      <a:pt x="0" y="196577"/>
                    </a:lnTo>
                    <a:lnTo>
                      <a:pt x="0" y="162974"/>
                    </a:lnTo>
                    <a:lnTo>
                      <a:pt x="0" y="129371"/>
                    </a:lnTo>
                    <a:lnTo>
                      <a:pt x="0" y="95768"/>
                    </a:lnTo>
                    <a:lnTo>
                      <a:pt x="0" y="62165"/>
                    </a:lnTo>
                    <a:lnTo>
                      <a:pt x="0" y="28562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48" name="pl460">
                <a:extLst>
                  <a:ext uri="{FF2B5EF4-FFF2-40B4-BE49-F238E27FC236}">
                    <a16:creationId xmlns:a16="http://schemas.microsoft.com/office/drawing/2014/main" id="{6D734256-F61A-6071-BD2B-0521E910EECC}"/>
                  </a:ext>
                </a:extLst>
              </p:cNvPr>
              <p:cNvSpPr/>
              <p:nvPr/>
            </p:nvSpPr>
            <p:spPr>
              <a:xfrm>
                <a:off x="10581290" y="7863551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49" name="pl461">
                <a:extLst>
                  <a:ext uri="{FF2B5EF4-FFF2-40B4-BE49-F238E27FC236}">
                    <a16:creationId xmlns:a16="http://schemas.microsoft.com/office/drawing/2014/main" id="{E7D70C13-7B97-9DCD-8763-7E5C2D5A7F52}"/>
                  </a:ext>
                </a:extLst>
              </p:cNvPr>
              <p:cNvSpPr/>
              <p:nvPr/>
            </p:nvSpPr>
            <p:spPr>
              <a:xfrm>
                <a:off x="10581290" y="7493919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0" name="pl462">
                <a:extLst>
                  <a:ext uri="{FF2B5EF4-FFF2-40B4-BE49-F238E27FC236}">
                    <a16:creationId xmlns:a16="http://schemas.microsoft.com/office/drawing/2014/main" id="{88916902-8BB4-E967-52F3-5E010C7D4DBC}"/>
                  </a:ext>
                </a:extLst>
              </p:cNvPr>
              <p:cNvSpPr/>
              <p:nvPr/>
            </p:nvSpPr>
            <p:spPr>
              <a:xfrm>
                <a:off x="10581290" y="7124286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1" name="pl463">
                <a:extLst>
                  <a:ext uri="{FF2B5EF4-FFF2-40B4-BE49-F238E27FC236}">
                    <a16:creationId xmlns:a16="http://schemas.microsoft.com/office/drawing/2014/main" id="{19666269-AFA6-9289-0683-2768C5FB9633}"/>
                  </a:ext>
                </a:extLst>
              </p:cNvPr>
              <p:cNvSpPr/>
              <p:nvPr/>
            </p:nvSpPr>
            <p:spPr>
              <a:xfrm>
                <a:off x="10581290" y="6754654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2" name="pl464">
                <a:extLst>
                  <a:ext uri="{FF2B5EF4-FFF2-40B4-BE49-F238E27FC236}">
                    <a16:creationId xmlns:a16="http://schemas.microsoft.com/office/drawing/2014/main" id="{0F3683B3-F85F-F78B-D681-58467106E50C}"/>
                  </a:ext>
                </a:extLst>
              </p:cNvPr>
              <p:cNvSpPr/>
              <p:nvPr/>
            </p:nvSpPr>
            <p:spPr>
              <a:xfrm>
                <a:off x="10581290" y="6385022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3" name="pl465">
                <a:extLst>
                  <a:ext uri="{FF2B5EF4-FFF2-40B4-BE49-F238E27FC236}">
                    <a16:creationId xmlns:a16="http://schemas.microsoft.com/office/drawing/2014/main" id="{643DEFDE-7842-7834-4D90-7080AC6AC9C2}"/>
                  </a:ext>
                </a:extLst>
              </p:cNvPr>
              <p:cNvSpPr/>
              <p:nvPr/>
            </p:nvSpPr>
            <p:spPr>
              <a:xfrm>
                <a:off x="10581290" y="6015389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4" name="pl466">
                <a:extLst>
                  <a:ext uri="{FF2B5EF4-FFF2-40B4-BE49-F238E27FC236}">
                    <a16:creationId xmlns:a16="http://schemas.microsoft.com/office/drawing/2014/main" id="{C526FDC8-AFF1-5F13-4C77-8BBE1C1BEE5E}"/>
                  </a:ext>
                </a:extLst>
              </p:cNvPr>
              <p:cNvSpPr/>
              <p:nvPr/>
            </p:nvSpPr>
            <p:spPr>
              <a:xfrm>
                <a:off x="10581290" y="5645757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5" name="pl467">
                <a:extLst>
                  <a:ext uri="{FF2B5EF4-FFF2-40B4-BE49-F238E27FC236}">
                    <a16:creationId xmlns:a16="http://schemas.microsoft.com/office/drawing/2014/main" id="{9B8F2ABB-2802-9058-8594-023631B4EF4E}"/>
                  </a:ext>
                </a:extLst>
              </p:cNvPr>
              <p:cNvSpPr/>
              <p:nvPr/>
            </p:nvSpPr>
            <p:spPr>
              <a:xfrm>
                <a:off x="10581290" y="5276124"/>
                <a:ext cx="2184636" cy="0"/>
              </a:xfrm>
              <a:custGeom>
                <a:avLst/>
                <a:gdLst/>
                <a:ahLst/>
                <a:cxnLst/>
                <a:rect l="0" t="0" r="0" b="0"/>
                <a:pathLst>
                  <a:path w="2184636">
                    <a:moveTo>
                      <a:pt x="0" y="0"/>
                    </a:moveTo>
                    <a:lnTo>
                      <a:pt x="11033" y="0"/>
                    </a:lnTo>
                    <a:lnTo>
                      <a:pt x="39118" y="0"/>
                    </a:lnTo>
                    <a:lnTo>
                      <a:pt x="67204" y="0"/>
                    </a:lnTo>
                    <a:lnTo>
                      <a:pt x="95289" y="0"/>
                    </a:lnTo>
                    <a:lnTo>
                      <a:pt x="123374" y="0"/>
                    </a:lnTo>
                    <a:lnTo>
                      <a:pt x="151460" y="0"/>
                    </a:lnTo>
                    <a:lnTo>
                      <a:pt x="179545" y="0"/>
                    </a:lnTo>
                    <a:lnTo>
                      <a:pt x="207630" y="0"/>
                    </a:lnTo>
                    <a:lnTo>
                      <a:pt x="235716" y="0"/>
                    </a:lnTo>
                    <a:lnTo>
                      <a:pt x="263801" y="0"/>
                    </a:lnTo>
                    <a:lnTo>
                      <a:pt x="291886" y="0"/>
                    </a:lnTo>
                    <a:lnTo>
                      <a:pt x="319972" y="0"/>
                    </a:lnTo>
                    <a:lnTo>
                      <a:pt x="348057" y="0"/>
                    </a:lnTo>
                    <a:lnTo>
                      <a:pt x="376142" y="0"/>
                    </a:lnTo>
                    <a:lnTo>
                      <a:pt x="404227" y="0"/>
                    </a:lnTo>
                    <a:lnTo>
                      <a:pt x="432313" y="0"/>
                    </a:lnTo>
                    <a:lnTo>
                      <a:pt x="460398" y="0"/>
                    </a:lnTo>
                    <a:lnTo>
                      <a:pt x="488483" y="0"/>
                    </a:lnTo>
                    <a:lnTo>
                      <a:pt x="516569" y="0"/>
                    </a:lnTo>
                    <a:lnTo>
                      <a:pt x="544654" y="0"/>
                    </a:lnTo>
                    <a:lnTo>
                      <a:pt x="572739" y="0"/>
                    </a:lnTo>
                    <a:lnTo>
                      <a:pt x="600825" y="0"/>
                    </a:lnTo>
                    <a:lnTo>
                      <a:pt x="628910" y="0"/>
                    </a:lnTo>
                    <a:lnTo>
                      <a:pt x="656995" y="0"/>
                    </a:lnTo>
                    <a:lnTo>
                      <a:pt x="685081" y="0"/>
                    </a:lnTo>
                    <a:lnTo>
                      <a:pt x="713166" y="0"/>
                    </a:lnTo>
                    <a:lnTo>
                      <a:pt x="741251" y="0"/>
                    </a:lnTo>
                    <a:lnTo>
                      <a:pt x="769337" y="0"/>
                    </a:lnTo>
                    <a:lnTo>
                      <a:pt x="797422" y="0"/>
                    </a:lnTo>
                    <a:lnTo>
                      <a:pt x="825507" y="0"/>
                    </a:lnTo>
                    <a:lnTo>
                      <a:pt x="853593" y="0"/>
                    </a:lnTo>
                    <a:lnTo>
                      <a:pt x="881678" y="0"/>
                    </a:lnTo>
                    <a:lnTo>
                      <a:pt x="909763" y="0"/>
                    </a:lnTo>
                    <a:lnTo>
                      <a:pt x="937849" y="0"/>
                    </a:lnTo>
                    <a:lnTo>
                      <a:pt x="965934" y="0"/>
                    </a:lnTo>
                    <a:lnTo>
                      <a:pt x="994019" y="0"/>
                    </a:lnTo>
                    <a:lnTo>
                      <a:pt x="1022104" y="0"/>
                    </a:lnTo>
                    <a:lnTo>
                      <a:pt x="1050190" y="0"/>
                    </a:lnTo>
                    <a:lnTo>
                      <a:pt x="1078275" y="0"/>
                    </a:lnTo>
                    <a:lnTo>
                      <a:pt x="1106360" y="0"/>
                    </a:lnTo>
                    <a:lnTo>
                      <a:pt x="1134446" y="0"/>
                    </a:lnTo>
                    <a:lnTo>
                      <a:pt x="1162531" y="0"/>
                    </a:lnTo>
                    <a:lnTo>
                      <a:pt x="1190616" y="0"/>
                    </a:lnTo>
                    <a:lnTo>
                      <a:pt x="1218702" y="0"/>
                    </a:lnTo>
                    <a:lnTo>
                      <a:pt x="1246787" y="0"/>
                    </a:lnTo>
                    <a:lnTo>
                      <a:pt x="1274872" y="0"/>
                    </a:lnTo>
                    <a:lnTo>
                      <a:pt x="1302958" y="0"/>
                    </a:lnTo>
                    <a:lnTo>
                      <a:pt x="1331043" y="0"/>
                    </a:lnTo>
                    <a:lnTo>
                      <a:pt x="1359128" y="0"/>
                    </a:lnTo>
                    <a:lnTo>
                      <a:pt x="1387214" y="0"/>
                    </a:lnTo>
                    <a:lnTo>
                      <a:pt x="1415299" y="0"/>
                    </a:lnTo>
                    <a:lnTo>
                      <a:pt x="1443384" y="0"/>
                    </a:lnTo>
                    <a:lnTo>
                      <a:pt x="1471470" y="0"/>
                    </a:lnTo>
                    <a:lnTo>
                      <a:pt x="1499555" y="0"/>
                    </a:lnTo>
                    <a:lnTo>
                      <a:pt x="1527640" y="0"/>
                    </a:lnTo>
                    <a:lnTo>
                      <a:pt x="1555726" y="0"/>
                    </a:lnTo>
                    <a:lnTo>
                      <a:pt x="1583811" y="0"/>
                    </a:lnTo>
                    <a:lnTo>
                      <a:pt x="1611896" y="0"/>
                    </a:lnTo>
                    <a:lnTo>
                      <a:pt x="1639981" y="0"/>
                    </a:lnTo>
                    <a:lnTo>
                      <a:pt x="1668067" y="0"/>
                    </a:lnTo>
                    <a:lnTo>
                      <a:pt x="1696152" y="0"/>
                    </a:lnTo>
                    <a:lnTo>
                      <a:pt x="1724237" y="0"/>
                    </a:lnTo>
                    <a:lnTo>
                      <a:pt x="1752323" y="0"/>
                    </a:lnTo>
                    <a:lnTo>
                      <a:pt x="1780408" y="0"/>
                    </a:lnTo>
                    <a:lnTo>
                      <a:pt x="1808493" y="0"/>
                    </a:lnTo>
                    <a:lnTo>
                      <a:pt x="1836579" y="0"/>
                    </a:lnTo>
                    <a:lnTo>
                      <a:pt x="1864664" y="0"/>
                    </a:lnTo>
                    <a:lnTo>
                      <a:pt x="1892749" y="0"/>
                    </a:lnTo>
                    <a:lnTo>
                      <a:pt x="1920835" y="0"/>
                    </a:lnTo>
                    <a:lnTo>
                      <a:pt x="1948920" y="0"/>
                    </a:lnTo>
                    <a:lnTo>
                      <a:pt x="1977005" y="0"/>
                    </a:lnTo>
                    <a:lnTo>
                      <a:pt x="2005091" y="0"/>
                    </a:lnTo>
                    <a:lnTo>
                      <a:pt x="2033176" y="0"/>
                    </a:lnTo>
                    <a:lnTo>
                      <a:pt x="2061261" y="0"/>
                    </a:lnTo>
                    <a:lnTo>
                      <a:pt x="2089347" y="0"/>
                    </a:lnTo>
                    <a:lnTo>
                      <a:pt x="2117432" y="0"/>
                    </a:lnTo>
                    <a:lnTo>
                      <a:pt x="2145517" y="0"/>
                    </a:lnTo>
                    <a:lnTo>
                      <a:pt x="2173603" y="0"/>
                    </a:lnTo>
                    <a:lnTo>
                      <a:pt x="2184636" y="0"/>
                    </a:lnTo>
                    <a:lnTo>
                      <a:pt x="218463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6" name="ph468">
                <a:extLst>
                  <a:ext uri="{FF2B5EF4-FFF2-40B4-BE49-F238E27FC236}">
                    <a16:creationId xmlns:a16="http://schemas.microsoft.com/office/drawing/2014/main" id="{166B0735-1CFD-E508-06CE-87B7FA885E15}"/>
                  </a:ext>
                </a:extLst>
              </p:cNvPr>
              <p:cNvSpPr/>
              <p:nvPr/>
            </p:nvSpPr>
            <p:spPr>
              <a:xfrm>
                <a:off x="11552380" y="5540072"/>
                <a:ext cx="930827" cy="1243964"/>
              </a:xfrm>
              <a:custGeom>
                <a:avLst/>
                <a:gdLst/>
                <a:ahLst/>
                <a:cxnLst/>
                <a:rect l="0" t="0" r="0" b="0"/>
                <a:pathLst>
                  <a:path w="930827" h="1243964">
                    <a:moveTo>
                      <a:pt x="914400" y="914400"/>
                    </a:moveTo>
                    <a:lnTo>
                      <a:pt x="904741" y="940461"/>
                    </a:lnTo>
                    <a:lnTo>
                      <a:pt x="891436" y="944865"/>
                    </a:lnTo>
                    <a:lnTo>
                      <a:pt x="878674" y="953547"/>
                    </a:lnTo>
                    <a:lnTo>
                      <a:pt x="874116" y="1036010"/>
                    </a:lnTo>
                    <a:lnTo>
                      <a:pt x="897351" y="1067342"/>
                    </a:lnTo>
                    <a:lnTo>
                      <a:pt x="884590" y="1071728"/>
                    </a:lnTo>
                    <a:lnTo>
                      <a:pt x="872914" y="1081113"/>
                    </a:lnTo>
                    <a:lnTo>
                      <a:pt x="864574" y="1094992"/>
                    </a:lnTo>
                    <a:lnTo>
                      <a:pt x="856040" y="1124863"/>
                    </a:lnTo>
                    <a:lnTo>
                      <a:pt x="823981" y="1141792"/>
                    </a:lnTo>
                    <a:lnTo>
                      <a:pt x="811840" y="1154318"/>
                    </a:lnTo>
                    <a:lnTo>
                      <a:pt x="793938" y="1182184"/>
                    </a:lnTo>
                    <a:lnTo>
                      <a:pt x="784609" y="1222631"/>
                    </a:lnTo>
                    <a:lnTo>
                      <a:pt x="766475" y="1239885"/>
                    </a:lnTo>
                    <a:lnTo>
                      <a:pt x="746110" y="1243964"/>
                    </a:lnTo>
                    <a:lnTo>
                      <a:pt x="758058" y="1210827"/>
                    </a:lnTo>
                    <a:lnTo>
                      <a:pt x="773709" y="1183827"/>
                    </a:lnTo>
                    <a:lnTo>
                      <a:pt x="758659" y="1165309"/>
                    </a:lnTo>
                    <a:lnTo>
                      <a:pt x="749601" y="1136323"/>
                    </a:lnTo>
                    <a:lnTo>
                      <a:pt x="737906" y="1114088"/>
                    </a:lnTo>
                    <a:lnTo>
                      <a:pt x="747216" y="1089253"/>
                    </a:lnTo>
                    <a:lnTo>
                      <a:pt x="742639" y="1048554"/>
                    </a:lnTo>
                    <a:lnTo>
                      <a:pt x="744151" y="1008829"/>
                    </a:lnTo>
                    <a:lnTo>
                      <a:pt x="757728" y="988777"/>
                    </a:lnTo>
                    <a:lnTo>
                      <a:pt x="773283" y="972425"/>
                    </a:lnTo>
                    <a:lnTo>
                      <a:pt x="797507" y="934830"/>
                    </a:lnTo>
                    <a:lnTo>
                      <a:pt x="823767" y="907577"/>
                    </a:lnTo>
                    <a:lnTo>
                      <a:pt x="860404" y="895322"/>
                    </a:lnTo>
                    <a:lnTo>
                      <a:pt x="876948" y="906621"/>
                    </a:lnTo>
                    <a:lnTo>
                      <a:pt x="884085" y="881840"/>
                    </a:lnTo>
                    <a:lnTo>
                      <a:pt x="895897" y="876191"/>
                    </a:lnTo>
                    <a:lnTo>
                      <a:pt x="906991" y="881912"/>
                    </a:lnTo>
                    <a:lnTo>
                      <a:pt x="930827" y="9055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7" name="ph469">
                <a:extLst>
                  <a:ext uri="{FF2B5EF4-FFF2-40B4-BE49-F238E27FC236}">
                    <a16:creationId xmlns:a16="http://schemas.microsoft.com/office/drawing/2014/main" id="{51D4EC68-C0B4-A8C5-605D-3AB0DC316B50}"/>
                  </a:ext>
                </a:extLst>
              </p:cNvPr>
              <p:cNvSpPr/>
              <p:nvPr/>
            </p:nvSpPr>
            <p:spPr>
              <a:xfrm>
                <a:off x="11052574" y="6121106"/>
                <a:ext cx="104161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1041610" h="914400">
                    <a:moveTo>
                      <a:pt x="914400" y="914400"/>
                    </a:moveTo>
                    <a:lnTo>
                      <a:pt x="905361" y="913082"/>
                    </a:lnTo>
                    <a:lnTo>
                      <a:pt x="899330" y="888265"/>
                    </a:lnTo>
                    <a:lnTo>
                      <a:pt x="897914" y="824410"/>
                    </a:lnTo>
                    <a:lnTo>
                      <a:pt x="901521" y="792861"/>
                    </a:lnTo>
                    <a:lnTo>
                      <a:pt x="944830" y="679066"/>
                    </a:lnTo>
                    <a:lnTo>
                      <a:pt x="964167" y="669771"/>
                    </a:lnTo>
                    <a:lnTo>
                      <a:pt x="991358" y="600032"/>
                    </a:lnTo>
                    <a:lnTo>
                      <a:pt x="998690" y="569006"/>
                    </a:lnTo>
                    <a:lnTo>
                      <a:pt x="1010482" y="541067"/>
                    </a:lnTo>
                    <a:lnTo>
                      <a:pt x="1017444" y="516088"/>
                    </a:lnTo>
                    <a:lnTo>
                      <a:pt x="1023282" y="505999"/>
                    </a:lnTo>
                    <a:lnTo>
                      <a:pt x="1035966" y="510728"/>
                    </a:lnTo>
                    <a:lnTo>
                      <a:pt x="1041610" y="515330"/>
                    </a:lnTo>
                    <a:lnTo>
                      <a:pt x="1028247" y="529877"/>
                    </a:lnTo>
                    <a:lnTo>
                      <a:pt x="1029799" y="548810"/>
                    </a:lnTo>
                    <a:lnTo>
                      <a:pt x="1028868" y="556661"/>
                    </a:lnTo>
                    <a:lnTo>
                      <a:pt x="995140" y="639016"/>
                    </a:lnTo>
                    <a:lnTo>
                      <a:pt x="986122" y="692494"/>
                    </a:lnTo>
                    <a:lnTo>
                      <a:pt x="974155" y="705543"/>
                    </a:lnTo>
                    <a:lnTo>
                      <a:pt x="924601" y="8957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8" name="ph470">
                <a:extLst>
                  <a:ext uri="{FF2B5EF4-FFF2-40B4-BE49-F238E27FC236}">
                    <a16:creationId xmlns:a16="http://schemas.microsoft.com/office/drawing/2014/main" id="{5D7DEE87-E68B-3250-08DD-42C0903CED85}"/>
                  </a:ext>
                </a:extLst>
              </p:cNvPr>
              <p:cNvSpPr/>
              <p:nvPr/>
            </p:nvSpPr>
            <p:spPr>
              <a:xfrm>
                <a:off x="10058278" y="5134433"/>
                <a:ext cx="2407842" cy="2231449"/>
              </a:xfrm>
              <a:custGeom>
                <a:avLst/>
                <a:gdLst/>
                <a:ahLst/>
                <a:cxnLst/>
                <a:rect l="0" t="0" r="0" b="0"/>
                <a:pathLst>
                  <a:path w="2407842" h="2231449">
                    <a:moveTo>
                      <a:pt x="914400" y="914400"/>
                    </a:moveTo>
                    <a:lnTo>
                      <a:pt x="928868" y="920500"/>
                    </a:lnTo>
                    <a:lnTo>
                      <a:pt x="948573" y="908281"/>
                    </a:lnTo>
                    <a:lnTo>
                      <a:pt x="962363" y="874061"/>
                    </a:lnTo>
                    <a:lnTo>
                      <a:pt x="970237" y="822713"/>
                    </a:lnTo>
                    <a:lnTo>
                      <a:pt x="979430" y="773802"/>
                    </a:lnTo>
                    <a:lnTo>
                      <a:pt x="968550" y="721480"/>
                    </a:lnTo>
                    <a:lnTo>
                      <a:pt x="956932" y="675528"/>
                    </a:lnTo>
                    <a:lnTo>
                      <a:pt x="956118" y="662028"/>
                    </a:lnTo>
                    <a:lnTo>
                      <a:pt x="986607" y="623260"/>
                    </a:lnTo>
                    <a:lnTo>
                      <a:pt x="995935" y="591729"/>
                    </a:lnTo>
                    <a:lnTo>
                      <a:pt x="1006040" y="561715"/>
                    </a:lnTo>
                    <a:lnTo>
                      <a:pt x="1017192" y="551499"/>
                    </a:lnTo>
                    <a:lnTo>
                      <a:pt x="1033794" y="549171"/>
                    </a:lnTo>
                    <a:lnTo>
                      <a:pt x="1053131" y="543522"/>
                    </a:lnTo>
                    <a:lnTo>
                      <a:pt x="1077510" y="523434"/>
                    </a:lnTo>
                    <a:lnTo>
                      <a:pt x="1099368" y="496524"/>
                    </a:lnTo>
                    <a:lnTo>
                      <a:pt x="1116067" y="471851"/>
                    </a:lnTo>
                    <a:lnTo>
                      <a:pt x="1121731" y="423030"/>
                    </a:lnTo>
                    <a:lnTo>
                      <a:pt x="1121963" y="398502"/>
                    </a:lnTo>
                    <a:lnTo>
                      <a:pt x="1129314" y="380292"/>
                    </a:lnTo>
                    <a:lnTo>
                      <a:pt x="1136432" y="344718"/>
                    </a:lnTo>
                    <a:lnTo>
                      <a:pt x="1129508" y="309632"/>
                    </a:lnTo>
                    <a:lnTo>
                      <a:pt x="1107960" y="256407"/>
                    </a:lnTo>
                    <a:lnTo>
                      <a:pt x="1082010" y="181560"/>
                    </a:lnTo>
                    <a:lnTo>
                      <a:pt x="1078036" y="141691"/>
                    </a:lnTo>
                    <a:lnTo>
                      <a:pt x="2054342" y="141691"/>
                    </a:lnTo>
                    <a:lnTo>
                      <a:pt x="2054817" y="146925"/>
                    </a:lnTo>
                    <a:lnTo>
                      <a:pt x="2052839" y="159487"/>
                    </a:lnTo>
                    <a:lnTo>
                      <a:pt x="2067928" y="211123"/>
                    </a:lnTo>
                    <a:lnTo>
                      <a:pt x="2064417" y="229226"/>
                    </a:lnTo>
                    <a:lnTo>
                      <a:pt x="2062381" y="252292"/>
                    </a:lnTo>
                    <a:lnTo>
                      <a:pt x="2084006" y="274455"/>
                    </a:lnTo>
                    <a:lnTo>
                      <a:pt x="2103304" y="274094"/>
                    </a:lnTo>
                    <a:lnTo>
                      <a:pt x="2122854" y="273752"/>
                    </a:lnTo>
                    <a:lnTo>
                      <a:pt x="2130321" y="279310"/>
                    </a:lnTo>
                    <a:lnTo>
                      <a:pt x="2137808" y="294995"/>
                    </a:lnTo>
                    <a:lnTo>
                      <a:pt x="2143839" y="313512"/>
                    </a:lnTo>
                    <a:lnTo>
                      <a:pt x="2159937" y="311978"/>
                    </a:lnTo>
                    <a:lnTo>
                      <a:pt x="2185635" y="296908"/>
                    </a:lnTo>
                    <a:lnTo>
                      <a:pt x="2202354" y="293316"/>
                    </a:lnTo>
                    <a:lnTo>
                      <a:pt x="2213389" y="322284"/>
                    </a:lnTo>
                    <a:lnTo>
                      <a:pt x="2243413" y="360547"/>
                    </a:lnTo>
                    <a:lnTo>
                      <a:pt x="2260887" y="377693"/>
                    </a:lnTo>
                    <a:lnTo>
                      <a:pt x="2290581" y="386717"/>
                    </a:lnTo>
                    <a:lnTo>
                      <a:pt x="2321865" y="417598"/>
                    </a:lnTo>
                    <a:lnTo>
                      <a:pt x="2317482" y="454814"/>
                    </a:lnTo>
                    <a:lnTo>
                      <a:pt x="2330534" y="467249"/>
                    </a:lnTo>
                    <a:lnTo>
                      <a:pt x="2367443" y="481940"/>
                    </a:lnTo>
                    <a:lnTo>
                      <a:pt x="2380495" y="501758"/>
                    </a:lnTo>
                    <a:lnTo>
                      <a:pt x="2386760" y="518651"/>
                    </a:lnTo>
                    <a:lnTo>
                      <a:pt x="2396477" y="532657"/>
                    </a:lnTo>
                    <a:lnTo>
                      <a:pt x="2407842" y="574980"/>
                    </a:lnTo>
                    <a:lnTo>
                      <a:pt x="2403886" y="601060"/>
                    </a:lnTo>
                    <a:lnTo>
                      <a:pt x="2389010" y="610030"/>
                    </a:lnTo>
                    <a:lnTo>
                      <a:pt x="2353886" y="637969"/>
                    </a:lnTo>
                    <a:lnTo>
                      <a:pt x="2338234" y="658833"/>
                    </a:lnTo>
                    <a:lnTo>
                      <a:pt x="2325957" y="671828"/>
                    </a:lnTo>
                    <a:lnTo>
                      <a:pt x="2291066" y="699695"/>
                    </a:lnTo>
                    <a:lnTo>
                      <a:pt x="2278285" y="704694"/>
                    </a:lnTo>
                    <a:lnTo>
                      <a:pt x="2266046" y="719187"/>
                    </a:lnTo>
                    <a:lnTo>
                      <a:pt x="2254216" y="725522"/>
                    </a:lnTo>
                    <a:lnTo>
                      <a:pt x="2243626" y="721877"/>
                    </a:lnTo>
                    <a:lnTo>
                      <a:pt x="2204041" y="748119"/>
                    </a:lnTo>
                    <a:lnTo>
                      <a:pt x="2207125" y="759327"/>
                    </a:lnTo>
                    <a:lnTo>
                      <a:pt x="2237478" y="764074"/>
                    </a:lnTo>
                    <a:lnTo>
                      <a:pt x="2252955" y="758443"/>
                    </a:lnTo>
                    <a:lnTo>
                      <a:pt x="2264863" y="745249"/>
                    </a:lnTo>
                    <a:lnTo>
                      <a:pt x="2277877" y="742217"/>
                    </a:lnTo>
                    <a:lnTo>
                      <a:pt x="2289747" y="744708"/>
                    </a:lnTo>
                    <a:lnTo>
                      <a:pt x="2302334" y="734312"/>
                    </a:lnTo>
                    <a:lnTo>
                      <a:pt x="2312206" y="730161"/>
                    </a:lnTo>
                    <a:lnTo>
                      <a:pt x="2322408" y="735142"/>
                    </a:lnTo>
                    <a:lnTo>
                      <a:pt x="2333793" y="760067"/>
                    </a:lnTo>
                    <a:lnTo>
                      <a:pt x="2310170" y="773044"/>
                    </a:lnTo>
                    <a:lnTo>
                      <a:pt x="2293413" y="773640"/>
                    </a:lnTo>
                    <a:lnTo>
                      <a:pt x="2285228" y="814519"/>
                    </a:lnTo>
                    <a:lnTo>
                      <a:pt x="2275084" y="832080"/>
                    </a:lnTo>
                    <a:lnTo>
                      <a:pt x="2267811" y="840527"/>
                    </a:lnTo>
                    <a:lnTo>
                      <a:pt x="2230631" y="857926"/>
                    </a:lnTo>
                    <a:lnTo>
                      <a:pt x="2206097" y="879981"/>
                    </a:lnTo>
                    <a:lnTo>
                      <a:pt x="2177179" y="897741"/>
                    </a:lnTo>
                    <a:lnTo>
                      <a:pt x="2164553" y="893878"/>
                    </a:lnTo>
                    <a:lnTo>
                      <a:pt x="2145527" y="911927"/>
                    </a:lnTo>
                    <a:lnTo>
                      <a:pt x="2103246" y="933296"/>
                    </a:lnTo>
                    <a:lnTo>
                      <a:pt x="2081582" y="962084"/>
                    </a:lnTo>
                    <a:lnTo>
                      <a:pt x="2032959" y="987839"/>
                    </a:lnTo>
                    <a:lnTo>
                      <a:pt x="2008192" y="1008793"/>
                    </a:lnTo>
                    <a:lnTo>
                      <a:pt x="1940911" y="1009894"/>
                    </a:lnTo>
                    <a:lnTo>
                      <a:pt x="1876656" y="1005292"/>
                    </a:lnTo>
                    <a:lnTo>
                      <a:pt x="1856485" y="1015254"/>
                    </a:lnTo>
                    <a:lnTo>
                      <a:pt x="1877102" y="1018341"/>
                    </a:lnTo>
                    <a:lnTo>
                      <a:pt x="1891551" y="1028123"/>
                    </a:lnTo>
                    <a:lnTo>
                      <a:pt x="1908871" y="1024044"/>
                    </a:lnTo>
                    <a:lnTo>
                      <a:pt x="1949581" y="1028935"/>
                    </a:lnTo>
                    <a:lnTo>
                      <a:pt x="1970527" y="1034259"/>
                    </a:lnTo>
                    <a:lnTo>
                      <a:pt x="1997408" y="1068515"/>
                    </a:lnTo>
                    <a:lnTo>
                      <a:pt x="1977645" y="1080698"/>
                    </a:lnTo>
                    <a:lnTo>
                      <a:pt x="1943413" y="1090047"/>
                    </a:lnTo>
                    <a:lnTo>
                      <a:pt x="1956252" y="1138634"/>
                    </a:lnTo>
                    <a:lnTo>
                      <a:pt x="1966842" y="1171391"/>
                    </a:lnTo>
                    <a:lnTo>
                      <a:pt x="1952975" y="1191155"/>
                    </a:lnTo>
                    <a:lnTo>
                      <a:pt x="1951947" y="1281072"/>
                    </a:lnTo>
                    <a:lnTo>
                      <a:pt x="1932494" y="1282787"/>
                    </a:lnTo>
                    <a:lnTo>
                      <a:pt x="1924231" y="1319984"/>
                    </a:lnTo>
                    <a:lnTo>
                      <a:pt x="1930360" y="1338953"/>
                    </a:lnTo>
                    <a:lnTo>
                      <a:pt x="1929875" y="1383010"/>
                    </a:lnTo>
                    <a:lnTo>
                      <a:pt x="1933929" y="1410154"/>
                    </a:lnTo>
                    <a:lnTo>
                      <a:pt x="1943471" y="1435152"/>
                    </a:lnTo>
                    <a:lnTo>
                      <a:pt x="1939224" y="1461214"/>
                    </a:lnTo>
                    <a:lnTo>
                      <a:pt x="1908463" y="1522217"/>
                    </a:lnTo>
                    <a:lnTo>
                      <a:pt x="1909162" y="1550842"/>
                    </a:lnTo>
                    <a:lnTo>
                      <a:pt x="1914689" y="1567844"/>
                    </a:lnTo>
                    <a:lnTo>
                      <a:pt x="1918782" y="1595025"/>
                    </a:lnTo>
                    <a:lnTo>
                      <a:pt x="1904798" y="1647275"/>
                    </a:lnTo>
                    <a:lnTo>
                      <a:pt x="1894926" y="1690934"/>
                    </a:lnTo>
                    <a:lnTo>
                      <a:pt x="1883192" y="1727681"/>
                    </a:lnTo>
                    <a:lnTo>
                      <a:pt x="1856931" y="1771773"/>
                    </a:lnTo>
                    <a:lnTo>
                      <a:pt x="1843859" y="1804730"/>
                    </a:lnTo>
                    <a:lnTo>
                      <a:pt x="1813273" y="1907570"/>
                    </a:lnTo>
                    <a:lnTo>
                      <a:pt x="1798107" y="1927983"/>
                    </a:lnTo>
                    <a:lnTo>
                      <a:pt x="1779507" y="1943667"/>
                    </a:lnTo>
                    <a:lnTo>
                      <a:pt x="1758774" y="1929156"/>
                    </a:lnTo>
                    <a:lnTo>
                      <a:pt x="1739767" y="1921251"/>
                    </a:lnTo>
                    <a:lnTo>
                      <a:pt x="1716551" y="1922207"/>
                    </a:lnTo>
                    <a:lnTo>
                      <a:pt x="1680186" y="1934101"/>
                    </a:lnTo>
                    <a:lnTo>
                      <a:pt x="1625492" y="1926196"/>
                    </a:lnTo>
                    <a:lnTo>
                      <a:pt x="1572040" y="1930004"/>
                    </a:lnTo>
                    <a:lnTo>
                      <a:pt x="1558522" y="1940274"/>
                    </a:lnTo>
                    <a:lnTo>
                      <a:pt x="1566629" y="1977598"/>
                    </a:lnTo>
                    <a:lnTo>
                      <a:pt x="1546924" y="1982489"/>
                    </a:lnTo>
                    <a:lnTo>
                      <a:pt x="1527665" y="1971877"/>
                    </a:lnTo>
                    <a:lnTo>
                      <a:pt x="1510714" y="1984547"/>
                    </a:lnTo>
                    <a:lnTo>
                      <a:pt x="1496555" y="1998444"/>
                    </a:lnTo>
                    <a:lnTo>
                      <a:pt x="1468743" y="2031418"/>
                    </a:lnTo>
                    <a:lnTo>
                      <a:pt x="1459434" y="2051723"/>
                    </a:lnTo>
                    <a:lnTo>
                      <a:pt x="1457029" y="2089968"/>
                    </a:lnTo>
                    <a:lnTo>
                      <a:pt x="1471633" y="2124260"/>
                    </a:lnTo>
                    <a:lnTo>
                      <a:pt x="1484589" y="2164417"/>
                    </a:lnTo>
                    <a:lnTo>
                      <a:pt x="1451230" y="2212878"/>
                    </a:lnTo>
                    <a:lnTo>
                      <a:pt x="1432611" y="2214520"/>
                    </a:lnTo>
                    <a:lnTo>
                      <a:pt x="1378266" y="2201074"/>
                    </a:lnTo>
                    <a:lnTo>
                      <a:pt x="1281951" y="2231449"/>
                    </a:lnTo>
                    <a:lnTo>
                      <a:pt x="1195450" y="2207427"/>
                    </a:lnTo>
                    <a:lnTo>
                      <a:pt x="1206331" y="2181473"/>
                    </a:lnTo>
                    <a:lnTo>
                      <a:pt x="1205962" y="2162396"/>
                    </a:lnTo>
                    <a:lnTo>
                      <a:pt x="1210850" y="2133049"/>
                    </a:lnTo>
                    <a:lnTo>
                      <a:pt x="1213759" y="2103035"/>
                    </a:lnTo>
                    <a:lnTo>
                      <a:pt x="1212945" y="2082947"/>
                    </a:lnTo>
                    <a:lnTo>
                      <a:pt x="1206602" y="2061541"/>
                    </a:lnTo>
                    <a:lnTo>
                      <a:pt x="1185268" y="2033530"/>
                    </a:lnTo>
                    <a:lnTo>
                      <a:pt x="1137208" y="1938992"/>
                    </a:lnTo>
                    <a:lnTo>
                      <a:pt x="1122991" y="1899087"/>
                    </a:lnTo>
                    <a:lnTo>
                      <a:pt x="1113100" y="1882464"/>
                    </a:lnTo>
                    <a:lnTo>
                      <a:pt x="1120218" y="1881562"/>
                    </a:lnTo>
                    <a:lnTo>
                      <a:pt x="1159803" y="1902986"/>
                    </a:lnTo>
                    <a:lnTo>
                      <a:pt x="1169035" y="1900351"/>
                    </a:lnTo>
                    <a:lnTo>
                      <a:pt x="1178732" y="1892301"/>
                    </a:lnTo>
                    <a:lnTo>
                      <a:pt x="1166921" y="1861637"/>
                    </a:lnTo>
                    <a:lnTo>
                      <a:pt x="1156777" y="1847757"/>
                    </a:lnTo>
                    <a:lnTo>
                      <a:pt x="1149892" y="1827002"/>
                    </a:lnTo>
                    <a:lnTo>
                      <a:pt x="1173069" y="1821389"/>
                    </a:lnTo>
                    <a:lnTo>
                      <a:pt x="1189806" y="1822634"/>
                    </a:lnTo>
                    <a:lnTo>
                      <a:pt x="1202142" y="1799279"/>
                    </a:lnTo>
                    <a:lnTo>
                      <a:pt x="1195024" y="1761522"/>
                    </a:lnTo>
                    <a:lnTo>
                      <a:pt x="1177045" y="1749899"/>
                    </a:lnTo>
                    <a:lnTo>
                      <a:pt x="1162033" y="1744845"/>
                    </a:lnTo>
                    <a:lnTo>
                      <a:pt x="1133251" y="1685538"/>
                    </a:lnTo>
                    <a:lnTo>
                      <a:pt x="1103228" y="1654819"/>
                    </a:lnTo>
                    <a:lnTo>
                      <a:pt x="1049679" y="1536331"/>
                    </a:lnTo>
                    <a:lnTo>
                      <a:pt x="1030090" y="1455005"/>
                    </a:lnTo>
                    <a:lnTo>
                      <a:pt x="1011878" y="1462730"/>
                    </a:lnTo>
                    <a:lnTo>
                      <a:pt x="1003034" y="1427301"/>
                    </a:lnTo>
                    <a:lnTo>
                      <a:pt x="996692" y="1393748"/>
                    </a:lnTo>
                    <a:lnTo>
                      <a:pt x="995431" y="1369076"/>
                    </a:lnTo>
                    <a:lnTo>
                      <a:pt x="966882" y="1354944"/>
                    </a:lnTo>
                    <a:lnTo>
                      <a:pt x="965718" y="1337654"/>
                    </a:lnTo>
                    <a:lnTo>
                      <a:pt x="960579" y="1260497"/>
                    </a:lnTo>
                    <a:lnTo>
                      <a:pt x="929954" y="1250137"/>
                    </a:lnTo>
                    <a:lnTo>
                      <a:pt x="910152" y="1206839"/>
                    </a:lnTo>
                    <a:lnTo>
                      <a:pt x="906622" y="1124917"/>
                    </a:lnTo>
                    <a:lnTo>
                      <a:pt x="886452" y="1110009"/>
                    </a:lnTo>
                    <a:lnTo>
                      <a:pt x="870218" y="1114142"/>
                    </a:lnTo>
                    <a:lnTo>
                      <a:pt x="870974" y="1093837"/>
                    </a:lnTo>
                    <a:lnTo>
                      <a:pt x="874853" y="1074778"/>
                    </a:lnTo>
                    <a:lnTo>
                      <a:pt x="865369" y="999263"/>
                    </a:lnTo>
                    <a:lnTo>
                      <a:pt x="862208" y="930336"/>
                    </a:lnTo>
                    <a:lnTo>
                      <a:pt x="854508" y="909526"/>
                    </a:lnTo>
                    <a:lnTo>
                      <a:pt x="850144" y="885161"/>
                    </a:lnTo>
                    <a:lnTo>
                      <a:pt x="854062" y="864117"/>
                    </a:lnTo>
                    <a:lnTo>
                      <a:pt x="859803" y="852024"/>
                    </a:lnTo>
                    <a:lnTo>
                      <a:pt x="879566" y="848848"/>
                    </a:lnTo>
                    <a:lnTo>
                      <a:pt x="898030" y="8674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59" name="ph471">
                <a:extLst>
                  <a:ext uri="{FF2B5EF4-FFF2-40B4-BE49-F238E27FC236}">
                    <a16:creationId xmlns:a16="http://schemas.microsoft.com/office/drawing/2014/main" id="{4FDF6D10-3BB0-E350-5B24-20AFA86564C4}"/>
                  </a:ext>
                </a:extLst>
              </p:cNvPr>
              <p:cNvSpPr/>
              <p:nvPr/>
            </p:nvSpPr>
            <p:spPr>
              <a:xfrm>
                <a:off x="11581104" y="5522276"/>
                <a:ext cx="952743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52743" h="914400">
                    <a:moveTo>
                      <a:pt x="914400" y="914400"/>
                    </a:moveTo>
                    <a:lnTo>
                      <a:pt x="904101" y="912649"/>
                    </a:lnTo>
                    <a:lnTo>
                      <a:pt x="894714" y="895629"/>
                    </a:lnTo>
                    <a:lnTo>
                      <a:pt x="913701" y="869639"/>
                    </a:lnTo>
                    <a:lnTo>
                      <a:pt x="942755" y="871047"/>
                    </a:lnTo>
                    <a:lnTo>
                      <a:pt x="952743" y="876462"/>
                    </a:lnTo>
                    <a:lnTo>
                      <a:pt x="917968" y="8913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0" name="ph472">
                <a:extLst>
                  <a:ext uri="{FF2B5EF4-FFF2-40B4-BE49-F238E27FC236}">
                    <a16:creationId xmlns:a16="http://schemas.microsoft.com/office/drawing/2014/main" id="{9AB20F48-DE8B-2931-C7F3-D84956ACD9B9}"/>
                  </a:ext>
                </a:extLst>
              </p:cNvPr>
              <p:cNvSpPr/>
              <p:nvPr/>
            </p:nvSpPr>
            <p:spPr>
              <a:xfrm>
                <a:off x="11428873" y="5093752"/>
                <a:ext cx="93697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6975" h="914400">
                    <a:moveTo>
                      <a:pt x="914400" y="914400"/>
                    </a:moveTo>
                    <a:lnTo>
                      <a:pt x="910036" y="913280"/>
                    </a:lnTo>
                    <a:lnTo>
                      <a:pt x="915466" y="896116"/>
                    </a:lnTo>
                    <a:lnTo>
                      <a:pt x="919500" y="888698"/>
                    </a:lnTo>
                    <a:lnTo>
                      <a:pt x="932883" y="881768"/>
                    </a:lnTo>
                    <a:lnTo>
                      <a:pt x="936975" y="882977"/>
                    </a:lnTo>
                    <a:lnTo>
                      <a:pt x="923205" y="9108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1" name="ph473">
                <a:extLst>
                  <a:ext uri="{FF2B5EF4-FFF2-40B4-BE49-F238E27FC236}">
                    <a16:creationId xmlns:a16="http://schemas.microsoft.com/office/drawing/2014/main" id="{5D55C41B-17A0-3CF8-D082-D4E1B91485E1}"/>
                  </a:ext>
                </a:extLst>
              </p:cNvPr>
              <p:cNvSpPr/>
              <p:nvPr/>
            </p:nvSpPr>
            <p:spPr>
              <a:xfrm>
                <a:off x="11468284" y="4939365"/>
                <a:ext cx="93984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9846" h="914400">
                    <a:moveTo>
                      <a:pt x="914400" y="914400"/>
                    </a:moveTo>
                    <a:lnTo>
                      <a:pt x="909396" y="899401"/>
                    </a:lnTo>
                    <a:lnTo>
                      <a:pt x="911393" y="896459"/>
                    </a:lnTo>
                    <a:lnTo>
                      <a:pt x="914807" y="881660"/>
                    </a:lnTo>
                    <a:lnTo>
                      <a:pt x="924446" y="873538"/>
                    </a:lnTo>
                    <a:lnTo>
                      <a:pt x="939846" y="878411"/>
                    </a:lnTo>
                    <a:lnTo>
                      <a:pt x="939749" y="882111"/>
                    </a:lnTo>
                    <a:lnTo>
                      <a:pt x="925028" y="894095"/>
                    </a:lnTo>
                    <a:lnTo>
                      <a:pt x="919384" y="9021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2" name="ph474">
                <a:extLst>
                  <a:ext uri="{FF2B5EF4-FFF2-40B4-BE49-F238E27FC236}">
                    <a16:creationId xmlns:a16="http://schemas.microsoft.com/office/drawing/2014/main" id="{C6F71233-02AD-C53C-6AAA-EA316470735C}"/>
                  </a:ext>
                </a:extLst>
              </p:cNvPr>
              <p:cNvSpPr/>
              <p:nvPr/>
            </p:nvSpPr>
            <p:spPr>
              <a:xfrm>
                <a:off x="11737193" y="6788736"/>
                <a:ext cx="929431" cy="915703"/>
              </a:xfrm>
              <a:custGeom>
                <a:avLst/>
                <a:gdLst/>
                <a:ahLst/>
                <a:cxnLst/>
                <a:rect l="0" t="0" r="0" b="0"/>
                <a:pathLst>
                  <a:path w="929431" h="915703">
                    <a:moveTo>
                      <a:pt x="914400" y="914400"/>
                    </a:moveTo>
                    <a:lnTo>
                      <a:pt x="858775" y="909563"/>
                    </a:lnTo>
                    <a:lnTo>
                      <a:pt x="850862" y="905086"/>
                    </a:lnTo>
                    <a:lnTo>
                      <a:pt x="881467" y="873430"/>
                    </a:lnTo>
                    <a:lnTo>
                      <a:pt x="901405" y="840527"/>
                    </a:lnTo>
                    <a:lnTo>
                      <a:pt x="918337" y="797590"/>
                    </a:lnTo>
                    <a:lnTo>
                      <a:pt x="920140" y="767846"/>
                    </a:lnTo>
                    <a:lnTo>
                      <a:pt x="924368" y="734312"/>
                    </a:lnTo>
                    <a:lnTo>
                      <a:pt x="929431" y="731813"/>
                    </a:lnTo>
                    <a:lnTo>
                      <a:pt x="929431" y="915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3" name="ph475">
                <a:extLst>
                  <a:ext uri="{FF2B5EF4-FFF2-40B4-BE49-F238E27FC236}">
                    <a16:creationId xmlns:a16="http://schemas.microsoft.com/office/drawing/2014/main" id="{24DE6E0B-5959-39B7-B523-205BCAF1DAB2}"/>
                  </a:ext>
                </a:extLst>
              </p:cNvPr>
              <p:cNvSpPr/>
              <p:nvPr/>
            </p:nvSpPr>
            <p:spPr>
              <a:xfrm>
                <a:off x="10702749" y="6942383"/>
                <a:ext cx="1963875" cy="921168"/>
              </a:xfrm>
              <a:custGeom>
                <a:avLst/>
                <a:gdLst/>
                <a:ahLst/>
                <a:cxnLst/>
                <a:rect l="0" t="0" r="0" b="0"/>
                <a:pathLst>
                  <a:path w="1963875" h="921168">
                    <a:moveTo>
                      <a:pt x="914400" y="914400"/>
                    </a:moveTo>
                    <a:lnTo>
                      <a:pt x="1028131" y="869459"/>
                    </a:lnTo>
                    <a:lnTo>
                      <a:pt x="1149601" y="827298"/>
                    </a:lnTo>
                    <a:lnTo>
                      <a:pt x="1177956" y="822713"/>
                    </a:lnTo>
                    <a:lnTo>
                      <a:pt x="1206467" y="813834"/>
                    </a:lnTo>
                    <a:lnTo>
                      <a:pt x="1216998" y="798059"/>
                    </a:lnTo>
                    <a:lnTo>
                      <a:pt x="1227510" y="787501"/>
                    </a:lnTo>
                    <a:lnTo>
                      <a:pt x="1244054" y="759688"/>
                    </a:lnTo>
                    <a:lnTo>
                      <a:pt x="1280633" y="716462"/>
                    </a:lnTo>
                    <a:lnTo>
                      <a:pt x="1345314" y="700724"/>
                    </a:lnTo>
                    <a:lnTo>
                      <a:pt x="1369461" y="680221"/>
                    </a:lnTo>
                    <a:lnTo>
                      <a:pt x="1420082" y="651506"/>
                    </a:lnTo>
                    <a:lnTo>
                      <a:pt x="1535481" y="619289"/>
                    </a:lnTo>
                    <a:lnTo>
                      <a:pt x="1583677" y="612214"/>
                    </a:lnTo>
                    <a:lnTo>
                      <a:pt x="1630904" y="611348"/>
                    </a:lnTo>
                    <a:lnTo>
                      <a:pt x="1672952" y="636760"/>
                    </a:lnTo>
                    <a:lnTo>
                      <a:pt x="1717463" y="668128"/>
                    </a:lnTo>
                    <a:lnTo>
                      <a:pt x="1725473" y="687061"/>
                    </a:lnTo>
                    <a:lnTo>
                      <a:pt x="1701385" y="675257"/>
                    </a:lnTo>
                    <a:lnTo>
                      <a:pt x="1666280" y="647084"/>
                    </a:lnTo>
                    <a:lnTo>
                      <a:pt x="1653305" y="645893"/>
                    </a:lnTo>
                    <a:lnTo>
                      <a:pt x="1683270" y="731587"/>
                    </a:lnTo>
                    <a:lnTo>
                      <a:pt x="1699658" y="761890"/>
                    </a:lnTo>
                    <a:lnTo>
                      <a:pt x="1732785" y="784559"/>
                    </a:lnTo>
                    <a:lnTo>
                      <a:pt x="1760558" y="792193"/>
                    </a:lnTo>
                    <a:lnTo>
                      <a:pt x="1846128" y="778459"/>
                    </a:lnTo>
                    <a:lnTo>
                      <a:pt x="1876520" y="760518"/>
                    </a:lnTo>
                    <a:lnTo>
                      <a:pt x="1885306" y="751440"/>
                    </a:lnTo>
                    <a:lnTo>
                      <a:pt x="1893219" y="755916"/>
                    </a:lnTo>
                    <a:lnTo>
                      <a:pt x="1948844" y="760753"/>
                    </a:lnTo>
                    <a:lnTo>
                      <a:pt x="1963875" y="762057"/>
                    </a:lnTo>
                    <a:lnTo>
                      <a:pt x="1963875" y="921168"/>
                    </a:lnTo>
                    <a:lnTo>
                      <a:pt x="901519" y="92116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4" name="ph476">
                <a:extLst>
                  <a:ext uri="{FF2B5EF4-FFF2-40B4-BE49-F238E27FC236}">
                    <a16:creationId xmlns:a16="http://schemas.microsoft.com/office/drawing/2014/main" id="{1D9288E6-DE4F-8574-C0E6-F6CD250C6EE9}"/>
                  </a:ext>
                </a:extLst>
              </p:cNvPr>
              <p:cNvSpPr/>
              <p:nvPr/>
            </p:nvSpPr>
            <p:spPr>
              <a:xfrm>
                <a:off x="10225888" y="4401594"/>
                <a:ext cx="968821" cy="1653339"/>
              </a:xfrm>
              <a:custGeom>
                <a:avLst/>
                <a:gdLst/>
                <a:ahLst/>
                <a:cxnLst/>
                <a:rect l="0" t="0" r="0" b="0"/>
                <a:pathLst>
                  <a:path w="968821" h="1653339">
                    <a:moveTo>
                      <a:pt x="914400" y="914400"/>
                    </a:moveTo>
                    <a:lnTo>
                      <a:pt x="940350" y="989246"/>
                    </a:lnTo>
                    <a:lnTo>
                      <a:pt x="961898" y="1042471"/>
                    </a:lnTo>
                    <a:lnTo>
                      <a:pt x="968821" y="1077558"/>
                    </a:lnTo>
                    <a:lnTo>
                      <a:pt x="961704" y="1113131"/>
                    </a:lnTo>
                    <a:lnTo>
                      <a:pt x="954353" y="1131342"/>
                    </a:lnTo>
                    <a:lnTo>
                      <a:pt x="954120" y="1155870"/>
                    </a:lnTo>
                    <a:lnTo>
                      <a:pt x="948457" y="1204691"/>
                    </a:lnTo>
                    <a:lnTo>
                      <a:pt x="931758" y="1229363"/>
                    </a:lnTo>
                    <a:lnTo>
                      <a:pt x="909900" y="1256273"/>
                    </a:lnTo>
                    <a:lnTo>
                      <a:pt x="885521" y="1276361"/>
                    </a:lnTo>
                    <a:lnTo>
                      <a:pt x="866184" y="1282010"/>
                    </a:lnTo>
                    <a:lnTo>
                      <a:pt x="849582" y="1284339"/>
                    </a:lnTo>
                    <a:lnTo>
                      <a:pt x="838430" y="1294554"/>
                    </a:lnTo>
                    <a:lnTo>
                      <a:pt x="828325" y="1324569"/>
                    </a:lnTo>
                    <a:lnTo>
                      <a:pt x="818996" y="1356099"/>
                    </a:lnTo>
                    <a:lnTo>
                      <a:pt x="788507" y="1394867"/>
                    </a:lnTo>
                    <a:lnTo>
                      <a:pt x="789322" y="1408368"/>
                    </a:lnTo>
                    <a:lnTo>
                      <a:pt x="800940" y="1454319"/>
                    </a:lnTo>
                    <a:lnTo>
                      <a:pt x="811820" y="1506642"/>
                    </a:lnTo>
                    <a:lnTo>
                      <a:pt x="802627" y="1555553"/>
                    </a:lnTo>
                    <a:lnTo>
                      <a:pt x="794753" y="1606901"/>
                    </a:lnTo>
                    <a:lnTo>
                      <a:pt x="780963" y="1641121"/>
                    </a:lnTo>
                    <a:lnTo>
                      <a:pt x="761258" y="1653339"/>
                    </a:lnTo>
                    <a:lnTo>
                      <a:pt x="746789" y="1647239"/>
                    </a:lnTo>
                    <a:lnTo>
                      <a:pt x="730420" y="1600295"/>
                    </a:lnTo>
                    <a:lnTo>
                      <a:pt x="730051" y="1589502"/>
                    </a:lnTo>
                    <a:lnTo>
                      <a:pt x="725978" y="1575153"/>
                    </a:lnTo>
                    <a:lnTo>
                      <a:pt x="679547" y="1560859"/>
                    </a:lnTo>
                    <a:lnTo>
                      <a:pt x="671343" y="1561382"/>
                    </a:lnTo>
                    <a:lnTo>
                      <a:pt x="653093" y="1553008"/>
                    </a:lnTo>
                    <a:lnTo>
                      <a:pt x="642387" y="1550644"/>
                    </a:lnTo>
                    <a:lnTo>
                      <a:pt x="620432" y="1545807"/>
                    </a:lnTo>
                    <a:lnTo>
                      <a:pt x="602181" y="1504385"/>
                    </a:lnTo>
                    <a:lnTo>
                      <a:pt x="582786" y="1469931"/>
                    </a:lnTo>
                    <a:lnTo>
                      <a:pt x="580032" y="1455528"/>
                    </a:lnTo>
                    <a:lnTo>
                      <a:pt x="580692" y="1391095"/>
                    </a:lnTo>
                    <a:lnTo>
                      <a:pt x="574757" y="1362434"/>
                    </a:lnTo>
                    <a:lnTo>
                      <a:pt x="572934" y="1331192"/>
                    </a:lnTo>
                    <a:lnTo>
                      <a:pt x="560734" y="1356605"/>
                    </a:lnTo>
                    <a:lnTo>
                      <a:pt x="567813" y="1396781"/>
                    </a:lnTo>
                    <a:lnTo>
                      <a:pt x="552763" y="1413638"/>
                    </a:lnTo>
                    <a:lnTo>
                      <a:pt x="533775" y="1421832"/>
                    </a:lnTo>
                    <a:lnTo>
                      <a:pt x="535560" y="1445367"/>
                    </a:lnTo>
                    <a:lnTo>
                      <a:pt x="543357" y="1449825"/>
                    </a:lnTo>
                    <a:lnTo>
                      <a:pt x="544986" y="1474263"/>
                    </a:lnTo>
                    <a:lnTo>
                      <a:pt x="540370" y="1510432"/>
                    </a:lnTo>
                    <a:lnTo>
                      <a:pt x="502996" y="1590856"/>
                    </a:lnTo>
                    <a:lnTo>
                      <a:pt x="495451" y="1599501"/>
                    </a:lnTo>
                    <a:lnTo>
                      <a:pt x="490331" y="1610366"/>
                    </a:lnTo>
                    <a:lnTo>
                      <a:pt x="471208" y="1603147"/>
                    </a:lnTo>
                    <a:lnTo>
                      <a:pt x="454703" y="1618214"/>
                    </a:lnTo>
                    <a:lnTo>
                      <a:pt x="454703" y="874530"/>
                    </a:lnTo>
                    <a:lnTo>
                      <a:pt x="910426" y="87453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5" name="ph477">
                <a:extLst>
                  <a:ext uri="{FF2B5EF4-FFF2-40B4-BE49-F238E27FC236}">
                    <a16:creationId xmlns:a16="http://schemas.microsoft.com/office/drawing/2014/main" id="{3C7011E4-5387-A984-F4D2-7691C764E1CC}"/>
                  </a:ext>
                </a:extLst>
              </p:cNvPr>
              <p:cNvSpPr/>
              <p:nvPr/>
            </p:nvSpPr>
            <p:spPr>
              <a:xfrm>
                <a:off x="9770594" y="6700046"/>
                <a:ext cx="915718" cy="956749"/>
              </a:xfrm>
              <a:custGeom>
                <a:avLst/>
                <a:gdLst/>
                <a:ahLst/>
                <a:cxnLst/>
                <a:rect l="0" t="0" r="0" b="0"/>
                <a:pathLst>
                  <a:path w="915718" h="956749">
                    <a:moveTo>
                      <a:pt x="914400" y="914400"/>
                    </a:moveTo>
                    <a:lnTo>
                      <a:pt x="915718" y="948637"/>
                    </a:lnTo>
                    <a:lnTo>
                      <a:pt x="909997" y="956749"/>
                    </a:lnTo>
                    <a:lnTo>
                      <a:pt x="909997" y="9066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6" name="ph478">
                <a:extLst>
                  <a:ext uri="{FF2B5EF4-FFF2-40B4-BE49-F238E27FC236}">
                    <a16:creationId xmlns:a16="http://schemas.microsoft.com/office/drawing/2014/main" id="{BB1B8887-33B2-D5BD-298A-407C295CFFD8}"/>
                  </a:ext>
                </a:extLst>
              </p:cNvPr>
              <p:cNvSpPr/>
              <p:nvPr/>
            </p:nvSpPr>
            <p:spPr>
              <a:xfrm>
                <a:off x="9794682" y="6768612"/>
                <a:ext cx="1097293" cy="1094938"/>
              </a:xfrm>
              <a:custGeom>
                <a:avLst/>
                <a:gdLst/>
                <a:ahLst/>
                <a:cxnLst/>
                <a:rect l="0" t="0" r="0" b="0"/>
                <a:pathLst>
                  <a:path w="1097293" h="1094938">
                    <a:moveTo>
                      <a:pt x="914400" y="914400"/>
                    </a:moveTo>
                    <a:lnTo>
                      <a:pt x="919830" y="928531"/>
                    </a:lnTo>
                    <a:lnTo>
                      <a:pt x="928092" y="943782"/>
                    </a:lnTo>
                    <a:lnTo>
                      <a:pt x="957495" y="932917"/>
                    </a:lnTo>
                    <a:lnTo>
                      <a:pt x="1031195" y="978038"/>
                    </a:lnTo>
                    <a:lnTo>
                      <a:pt x="1075765" y="956073"/>
                    </a:lnTo>
                    <a:lnTo>
                      <a:pt x="1087169" y="954792"/>
                    </a:lnTo>
                    <a:lnTo>
                      <a:pt x="1097293" y="991250"/>
                    </a:lnTo>
                    <a:lnTo>
                      <a:pt x="1086219" y="1027978"/>
                    </a:lnTo>
                    <a:lnTo>
                      <a:pt x="1046925" y="1067162"/>
                    </a:lnTo>
                    <a:lnTo>
                      <a:pt x="1055633" y="1091310"/>
                    </a:lnTo>
                    <a:lnTo>
                      <a:pt x="1064125" y="1094938"/>
                    </a:lnTo>
                    <a:lnTo>
                      <a:pt x="885908" y="1094938"/>
                    </a:lnTo>
                    <a:lnTo>
                      <a:pt x="885908" y="91748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7" name="ph479">
                <a:extLst>
                  <a:ext uri="{FF2B5EF4-FFF2-40B4-BE49-F238E27FC236}">
                    <a16:creationId xmlns:a16="http://schemas.microsoft.com/office/drawing/2014/main" id="{5B7CBC67-DCA4-827F-E6F2-F90F05C888D2}"/>
                  </a:ext>
                </a:extLst>
              </p:cNvPr>
              <p:cNvSpPr/>
              <p:nvPr/>
            </p:nvSpPr>
            <p:spPr>
              <a:xfrm>
                <a:off x="9985508" y="6945758"/>
                <a:ext cx="922740" cy="917793"/>
              </a:xfrm>
              <a:custGeom>
                <a:avLst/>
                <a:gdLst/>
                <a:ahLst/>
                <a:cxnLst/>
                <a:rect l="0" t="0" r="0" b="0"/>
                <a:pathLst>
                  <a:path w="922740" h="917793">
                    <a:moveTo>
                      <a:pt x="914400" y="914400"/>
                    </a:moveTo>
                    <a:lnTo>
                      <a:pt x="922740" y="917793"/>
                    </a:lnTo>
                    <a:lnTo>
                      <a:pt x="889877" y="91779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8" name="ph480">
                <a:extLst>
                  <a:ext uri="{FF2B5EF4-FFF2-40B4-BE49-F238E27FC236}">
                    <a16:creationId xmlns:a16="http://schemas.microsoft.com/office/drawing/2014/main" id="{00C38478-562B-381B-0DDD-99D8E9597380}"/>
                  </a:ext>
                </a:extLst>
              </p:cNvPr>
              <p:cNvSpPr/>
              <p:nvPr/>
            </p:nvSpPr>
            <p:spPr>
              <a:xfrm>
                <a:off x="10103933" y="6907188"/>
                <a:ext cx="1336760" cy="956362"/>
              </a:xfrm>
              <a:custGeom>
                <a:avLst/>
                <a:gdLst/>
                <a:ahLst/>
                <a:cxnLst/>
                <a:rect l="0" t="0" r="0" b="0"/>
                <a:pathLst>
                  <a:path w="1336760" h="956362">
                    <a:moveTo>
                      <a:pt x="914400" y="914400"/>
                    </a:moveTo>
                    <a:lnTo>
                      <a:pt x="933406" y="902596"/>
                    </a:lnTo>
                    <a:lnTo>
                      <a:pt x="995974" y="894149"/>
                    </a:lnTo>
                    <a:lnTo>
                      <a:pt x="1007359" y="872870"/>
                    </a:lnTo>
                    <a:lnTo>
                      <a:pt x="1032708" y="851465"/>
                    </a:lnTo>
                    <a:lnTo>
                      <a:pt x="1049039" y="828092"/>
                    </a:lnTo>
                    <a:lnTo>
                      <a:pt x="1088139" y="783602"/>
                    </a:lnTo>
                    <a:lnTo>
                      <a:pt x="1128596" y="791616"/>
                    </a:lnTo>
                    <a:lnTo>
                      <a:pt x="1152219" y="800135"/>
                    </a:lnTo>
                    <a:lnTo>
                      <a:pt x="1178150" y="804430"/>
                    </a:lnTo>
                    <a:lnTo>
                      <a:pt x="1201754" y="851862"/>
                    </a:lnTo>
                    <a:lnTo>
                      <a:pt x="1261451" y="904292"/>
                    </a:lnTo>
                    <a:lnTo>
                      <a:pt x="1316300" y="899726"/>
                    </a:lnTo>
                    <a:lnTo>
                      <a:pt x="1335772" y="949323"/>
                    </a:lnTo>
                    <a:lnTo>
                      <a:pt x="1336760" y="956362"/>
                    </a:lnTo>
                    <a:lnTo>
                      <a:pt x="878112" y="9563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69" name="ph481">
                <a:extLst>
                  <a:ext uri="{FF2B5EF4-FFF2-40B4-BE49-F238E27FC236}">
                    <a16:creationId xmlns:a16="http://schemas.microsoft.com/office/drawing/2014/main" id="{C14D7366-E15A-245C-4888-CA92A56AF8E6}"/>
                  </a:ext>
                </a:extLst>
              </p:cNvPr>
              <p:cNvSpPr/>
              <p:nvPr/>
            </p:nvSpPr>
            <p:spPr>
              <a:xfrm>
                <a:off x="10507812" y="6832558"/>
                <a:ext cx="914400" cy="940119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40119">
                    <a:moveTo>
                      <a:pt x="914400" y="914400"/>
                    </a:moveTo>
                    <a:lnTo>
                      <a:pt x="909066" y="927070"/>
                    </a:lnTo>
                    <a:lnTo>
                      <a:pt x="886742" y="905989"/>
                    </a:lnTo>
                    <a:lnTo>
                      <a:pt x="864322" y="906278"/>
                    </a:lnTo>
                    <a:lnTo>
                      <a:pt x="850920" y="938747"/>
                    </a:lnTo>
                    <a:lnTo>
                      <a:pt x="840951" y="940119"/>
                    </a:lnTo>
                    <a:lnTo>
                      <a:pt x="806331" y="910627"/>
                    </a:lnTo>
                    <a:lnTo>
                      <a:pt x="800784" y="896243"/>
                    </a:lnTo>
                    <a:lnTo>
                      <a:pt x="799640" y="884277"/>
                    </a:lnTo>
                    <a:lnTo>
                      <a:pt x="804586" y="842855"/>
                    </a:lnTo>
                    <a:lnTo>
                      <a:pt x="803674" y="829824"/>
                    </a:lnTo>
                    <a:lnTo>
                      <a:pt x="814555" y="815584"/>
                    </a:lnTo>
                    <a:lnTo>
                      <a:pt x="816242" y="795009"/>
                    </a:lnTo>
                    <a:lnTo>
                      <a:pt x="835482" y="773315"/>
                    </a:lnTo>
                    <a:lnTo>
                      <a:pt x="852549" y="772503"/>
                    </a:lnTo>
                    <a:lnTo>
                      <a:pt x="857980" y="790876"/>
                    </a:lnTo>
                    <a:lnTo>
                      <a:pt x="866145" y="803528"/>
                    </a:lnTo>
                    <a:lnTo>
                      <a:pt x="894908" y="817714"/>
                    </a:lnTo>
                    <a:lnTo>
                      <a:pt x="899194" y="824157"/>
                    </a:lnTo>
                    <a:lnTo>
                      <a:pt x="901793" y="833073"/>
                    </a:lnTo>
                    <a:lnTo>
                      <a:pt x="888410" y="850544"/>
                    </a:lnTo>
                    <a:lnTo>
                      <a:pt x="883872" y="859496"/>
                    </a:lnTo>
                    <a:lnTo>
                      <a:pt x="888119" y="873845"/>
                    </a:lnTo>
                    <a:lnTo>
                      <a:pt x="909434" y="8895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0" name="ph482">
                <a:extLst>
                  <a:ext uri="{FF2B5EF4-FFF2-40B4-BE49-F238E27FC236}">
                    <a16:creationId xmlns:a16="http://schemas.microsoft.com/office/drawing/2014/main" id="{4AAACEE2-B6AE-20D9-13FD-CE24D10139E6}"/>
                  </a:ext>
                </a:extLst>
              </p:cNvPr>
              <p:cNvSpPr/>
              <p:nvPr/>
            </p:nvSpPr>
            <p:spPr>
              <a:xfrm>
                <a:off x="10535275" y="6935741"/>
                <a:ext cx="961514" cy="927810"/>
              </a:xfrm>
              <a:custGeom>
                <a:avLst/>
                <a:gdLst/>
                <a:ahLst/>
                <a:cxnLst/>
                <a:rect l="0" t="0" r="0" b="0"/>
                <a:pathLst>
                  <a:path w="961514" h="927810">
                    <a:moveTo>
                      <a:pt x="914400" y="914400"/>
                    </a:moveTo>
                    <a:lnTo>
                      <a:pt x="905400" y="905790"/>
                    </a:lnTo>
                    <a:lnTo>
                      <a:pt x="904062" y="893499"/>
                    </a:lnTo>
                    <a:lnTo>
                      <a:pt x="905517" y="880775"/>
                    </a:lnTo>
                    <a:lnTo>
                      <a:pt x="947448" y="915031"/>
                    </a:lnTo>
                    <a:lnTo>
                      <a:pt x="961514" y="927810"/>
                    </a:lnTo>
                    <a:lnTo>
                      <a:pt x="923344" y="92781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1" name="ph483">
                <a:extLst>
                  <a:ext uri="{FF2B5EF4-FFF2-40B4-BE49-F238E27FC236}">
                    <a16:creationId xmlns:a16="http://schemas.microsoft.com/office/drawing/2014/main" id="{8F465F8E-B8C0-3A9E-4C43-A01665A14BCE}"/>
                  </a:ext>
                </a:extLst>
              </p:cNvPr>
              <p:cNvSpPr/>
              <p:nvPr/>
            </p:nvSpPr>
            <p:spPr>
              <a:xfrm>
                <a:off x="9990473" y="6795378"/>
                <a:ext cx="944888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4888" h="914400">
                    <a:moveTo>
                      <a:pt x="914400" y="914400"/>
                    </a:moveTo>
                    <a:lnTo>
                      <a:pt x="902763" y="899618"/>
                    </a:lnTo>
                    <a:lnTo>
                      <a:pt x="891048" y="895864"/>
                    </a:lnTo>
                    <a:lnTo>
                      <a:pt x="897351" y="877635"/>
                    </a:lnTo>
                    <a:lnTo>
                      <a:pt x="905594" y="871011"/>
                    </a:lnTo>
                    <a:lnTo>
                      <a:pt x="935113" y="882887"/>
                    </a:lnTo>
                    <a:lnTo>
                      <a:pt x="944384" y="906133"/>
                    </a:lnTo>
                    <a:lnTo>
                      <a:pt x="944888" y="913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2" name="ph484">
                <a:extLst>
                  <a:ext uri="{FF2B5EF4-FFF2-40B4-BE49-F238E27FC236}">
                    <a16:creationId xmlns:a16="http://schemas.microsoft.com/office/drawing/2014/main" id="{E8644292-CB27-1D84-658E-231E3FF420A3}"/>
                  </a:ext>
                </a:extLst>
              </p:cNvPr>
              <p:cNvSpPr/>
              <p:nvPr/>
            </p:nvSpPr>
            <p:spPr>
              <a:xfrm>
                <a:off x="11752224" y="4601589"/>
                <a:ext cx="914400" cy="1013954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1013954">
                    <a:moveTo>
                      <a:pt x="914400" y="914400"/>
                    </a:moveTo>
                    <a:lnTo>
                      <a:pt x="914400" y="1010220"/>
                    </a:lnTo>
                    <a:lnTo>
                      <a:pt x="874640" y="1013954"/>
                    </a:lnTo>
                    <a:lnTo>
                      <a:pt x="863953" y="1007583"/>
                    </a:lnTo>
                    <a:lnTo>
                      <a:pt x="849310" y="958040"/>
                    </a:lnTo>
                    <a:lnTo>
                      <a:pt x="852220" y="945244"/>
                    </a:lnTo>
                    <a:lnTo>
                      <a:pt x="862072" y="939793"/>
                    </a:lnTo>
                    <a:lnTo>
                      <a:pt x="870509" y="938620"/>
                    </a:lnTo>
                    <a:lnTo>
                      <a:pt x="871750" y="965295"/>
                    </a:lnTo>
                    <a:lnTo>
                      <a:pt x="884144" y="962642"/>
                    </a:lnTo>
                    <a:lnTo>
                      <a:pt x="888022" y="945063"/>
                    </a:lnTo>
                    <a:lnTo>
                      <a:pt x="888895" y="932682"/>
                    </a:lnTo>
                    <a:lnTo>
                      <a:pt x="885540" y="926437"/>
                    </a:lnTo>
                    <a:lnTo>
                      <a:pt x="877123" y="921600"/>
                    </a:lnTo>
                    <a:lnTo>
                      <a:pt x="872254" y="913298"/>
                    </a:lnTo>
                    <a:lnTo>
                      <a:pt x="879256" y="899942"/>
                    </a:lnTo>
                    <a:lnTo>
                      <a:pt x="892212" y="894166"/>
                    </a:lnTo>
                    <a:lnTo>
                      <a:pt x="903383" y="912016"/>
                    </a:lnTo>
                    <a:lnTo>
                      <a:pt x="912324" y="91436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3" name="ph485">
                <a:extLst>
                  <a:ext uri="{FF2B5EF4-FFF2-40B4-BE49-F238E27FC236}">
                    <a16:creationId xmlns:a16="http://schemas.microsoft.com/office/drawing/2014/main" id="{B756CA61-BFD7-F37F-5731-1A7F85F715D9}"/>
                  </a:ext>
                </a:extLst>
              </p:cNvPr>
              <p:cNvSpPr/>
              <p:nvPr/>
            </p:nvSpPr>
            <p:spPr>
              <a:xfrm>
                <a:off x="11686185" y="4670461"/>
                <a:ext cx="914400" cy="925373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5373">
                    <a:moveTo>
                      <a:pt x="914400" y="914400"/>
                    </a:moveTo>
                    <a:lnTo>
                      <a:pt x="906797" y="912324"/>
                    </a:lnTo>
                    <a:lnTo>
                      <a:pt x="900959" y="915158"/>
                    </a:lnTo>
                    <a:lnTo>
                      <a:pt x="897002" y="925373"/>
                    </a:lnTo>
                    <a:lnTo>
                      <a:pt x="888391" y="921709"/>
                    </a:lnTo>
                    <a:lnTo>
                      <a:pt x="884919" y="907072"/>
                    </a:lnTo>
                    <a:lnTo>
                      <a:pt x="891339" y="885161"/>
                    </a:lnTo>
                    <a:lnTo>
                      <a:pt x="906719" y="884331"/>
                    </a:lnTo>
                    <a:lnTo>
                      <a:pt x="913372" y="906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4" name="ph486">
                <a:extLst>
                  <a:ext uri="{FF2B5EF4-FFF2-40B4-BE49-F238E27FC236}">
                    <a16:creationId xmlns:a16="http://schemas.microsoft.com/office/drawing/2014/main" id="{5DDB4B5E-6C0E-98CA-C25E-CF9FAA038770}"/>
                  </a:ext>
                </a:extLst>
              </p:cNvPr>
              <p:cNvSpPr/>
              <p:nvPr/>
            </p:nvSpPr>
            <p:spPr>
              <a:xfrm>
                <a:off x="10276838" y="6326335"/>
                <a:ext cx="921789" cy="1251635"/>
              </a:xfrm>
              <a:custGeom>
                <a:avLst/>
                <a:gdLst/>
                <a:ahLst/>
                <a:cxnLst/>
                <a:rect l="0" t="0" r="0" b="0"/>
                <a:pathLst>
                  <a:path w="921789" h="1251635">
                    <a:moveTo>
                      <a:pt x="914400" y="914400"/>
                    </a:moveTo>
                    <a:lnTo>
                      <a:pt x="909240" y="925174"/>
                    </a:lnTo>
                    <a:lnTo>
                      <a:pt x="901657" y="932267"/>
                    </a:lnTo>
                    <a:lnTo>
                      <a:pt x="881816" y="939794"/>
                    </a:lnTo>
                    <a:lnTo>
                      <a:pt x="864632" y="950298"/>
                    </a:lnTo>
                    <a:lnTo>
                      <a:pt x="849310" y="968761"/>
                    </a:lnTo>
                    <a:lnTo>
                      <a:pt x="843666" y="995148"/>
                    </a:lnTo>
                    <a:lnTo>
                      <a:pt x="855652" y="1014460"/>
                    </a:lnTo>
                    <a:lnTo>
                      <a:pt x="877452" y="1025037"/>
                    </a:lnTo>
                    <a:lnTo>
                      <a:pt x="882999" y="1061801"/>
                    </a:lnTo>
                    <a:lnTo>
                      <a:pt x="865001" y="1079940"/>
                    </a:lnTo>
                    <a:lnTo>
                      <a:pt x="818822" y="1098043"/>
                    </a:lnTo>
                    <a:lnTo>
                      <a:pt x="813973" y="1141738"/>
                    </a:lnTo>
                    <a:lnTo>
                      <a:pt x="815466" y="1176174"/>
                    </a:lnTo>
                    <a:lnTo>
                      <a:pt x="814632" y="1201208"/>
                    </a:lnTo>
                    <a:lnTo>
                      <a:pt x="810967" y="1235842"/>
                    </a:lnTo>
                    <a:lnTo>
                      <a:pt x="773612" y="1251635"/>
                    </a:lnTo>
                    <a:lnTo>
                      <a:pt x="749504" y="1198879"/>
                    </a:lnTo>
                    <a:lnTo>
                      <a:pt x="749291" y="1177763"/>
                    </a:lnTo>
                    <a:lnTo>
                      <a:pt x="742096" y="1153108"/>
                    </a:lnTo>
                    <a:lnTo>
                      <a:pt x="740738" y="1132100"/>
                    </a:lnTo>
                    <a:lnTo>
                      <a:pt x="732204" y="1098494"/>
                    </a:lnTo>
                    <a:lnTo>
                      <a:pt x="696867" y="1089397"/>
                    </a:lnTo>
                    <a:lnTo>
                      <a:pt x="683155" y="1088206"/>
                    </a:lnTo>
                    <a:lnTo>
                      <a:pt x="663973" y="1094451"/>
                    </a:lnTo>
                    <a:lnTo>
                      <a:pt x="659221" y="1092014"/>
                    </a:lnTo>
                    <a:lnTo>
                      <a:pt x="636258" y="1046117"/>
                    </a:lnTo>
                    <a:lnTo>
                      <a:pt x="640040" y="995473"/>
                    </a:lnTo>
                    <a:lnTo>
                      <a:pt x="627782" y="969917"/>
                    </a:lnTo>
                    <a:lnTo>
                      <a:pt x="626095" y="958347"/>
                    </a:lnTo>
                    <a:lnTo>
                      <a:pt x="626386" y="945533"/>
                    </a:lnTo>
                    <a:lnTo>
                      <a:pt x="616320" y="934975"/>
                    </a:lnTo>
                    <a:lnTo>
                      <a:pt x="604101" y="929380"/>
                    </a:lnTo>
                    <a:lnTo>
                      <a:pt x="598166" y="900881"/>
                    </a:lnTo>
                    <a:lnTo>
                      <a:pt x="612208" y="893969"/>
                    </a:lnTo>
                    <a:lnTo>
                      <a:pt x="646925" y="897308"/>
                    </a:lnTo>
                    <a:lnTo>
                      <a:pt x="657069" y="895358"/>
                    </a:lnTo>
                    <a:lnTo>
                      <a:pt x="666359" y="889420"/>
                    </a:lnTo>
                    <a:lnTo>
                      <a:pt x="694442" y="842567"/>
                    </a:lnTo>
                    <a:lnTo>
                      <a:pt x="693628" y="832243"/>
                    </a:lnTo>
                    <a:lnTo>
                      <a:pt x="696634" y="818851"/>
                    </a:lnTo>
                    <a:lnTo>
                      <a:pt x="727026" y="813888"/>
                    </a:lnTo>
                    <a:lnTo>
                      <a:pt x="740563" y="831990"/>
                    </a:lnTo>
                    <a:lnTo>
                      <a:pt x="737848" y="860976"/>
                    </a:lnTo>
                    <a:lnTo>
                      <a:pt x="739574" y="898120"/>
                    </a:lnTo>
                    <a:lnTo>
                      <a:pt x="757980" y="908227"/>
                    </a:lnTo>
                    <a:lnTo>
                      <a:pt x="765156" y="909707"/>
                    </a:lnTo>
                    <a:lnTo>
                      <a:pt x="772817" y="882273"/>
                    </a:lnTo>
                    <a:lnTo>
                      <a:pt x="778189" y="868935"/>
                    </a:lnTo>
                    <a:lnTo>
                      <a:pt x="785482" y="861499"/>
                    </a:lnTo>
                    <a:lnTo>
                      <a:pt x="787964" y="836430"/>
                    </a:lnTo>
                    <a:lnTo>
                      <a:pt x="783639" y="821125"/>
                    </a:lnTo>
                    <a:lnTo>
                      <a:pt x="774427" y="809718"/>
                    </a:lnTo>
                    <a:lnTo>
                      <a:pt x="808833" y="778675"/>
                    </a:lnTo>
                    <a:lnTo>
                      <a:pt x="844442" y="754093"/>
                    </a:lnTo>
                    <a:lnTo>
                      <a:pt x="865156" y="752812"/>
                    </a:lnTo>
                    <a:lnTo>
                      <a:pt x="886005" y="758822"/>
                    </a:lnTo>
                    <a:lnTo>
                      <a:pt x="905381" y="767124"/>
                    </a:lnTo>
                    <a:lnTo>
                      <a:pt x="915893" y="774271"/>
                    </a:lnTo>
                    <a:lnTo>
                      <a:pt x="921789" y="785750"/>
                    </a:lnTo>
                    <a:lnTo>
                      <a:pt x="908794" y="813112"/>
                    </a:lnTo>
                    <a:lnTo>
                      <a:pt x="905187" y="828092"/>
                    </a:lnTo>
                    <a:lnTo>
                      <a:pt x="913915" y="87740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5" name="ph487">
                <a:extLst>
                  <a:ext uri="{FF2B5EF4-FFF2-40B4-BE49-F238E27FC236}">
                    <a16:creationId xmlns:a16="http://schemas.microsoft.com/office/drawing/2014/main" id="{2CA98EF9-BD0A-BCA6-E7E0-E07AA1C3F26F}"/>
                  </a:ext>
                </a:extLst>
              </p:cNvPr>
              <p:cNvSpPr/>
              <p:nvPr/>
            </p:nvSpPr>
            <p:spPr>
              <a:xfrm>
                <a:off x="9817646" y="5612176"/>
                <a:ext cx="1046886" cy="1566147"/>
              </a:xfrm>
              <a:custGeom>
                <a:avLst/>
                <a:gdLst/>
                <a:ahLst/>
                <a:cxnLst/>
                <a:rect l="0" t="0" r="0" b="0"/>
                <a:pathLst>
                  <a:path w="1046886" h="1566147">
                    <a:moveTo>
                      <a:pt x="914400" y="914400"/>
                    </a:moveTo>
                    <a:lnTo>
                      <a:pt x="968860" y="870650"/>
                    </a:lnTo>
                    <a:lnTo>
                      <a:pt x="984085" y="870091"/>
                    </a:lnTo>
                    <a:lnTo>
                      <a:pt x="958465" y="902704"/>
                    </a:lnTo>
                    <a:lnTo>
                      <a:pt x="954353" y="915320"/>
                    </a:lnTo>
                    <a:lnTo>
                      <a:pt x="951250" y="934668"/>
                    </a:lnTo>
                    <a:lnTo>
                      <a:pt x="969617" y="976685"/>
                    </a:lnTo>
                    <a:lnTo>
                      <a:pt x="965738" y="1002259"/>
                    </a:lnTo>
                    <a:lnTo>
                      <a:pt x="967037" y="1052578"/>
                    </a:lnTo>
                    <a:lnTo>
                      <a:pt x="949718" y="1078803"/>
                    </a:lnTo>
                    <a:lnTo>
                      <a:pt x="930168" y="1134591"/>
                    </a:lnTo>
                    <a:lnTo>
                      <a:pt x="921750" y="1142803"/>
                    </a:lnTo>
                    <a:lnTo>
                      <a:pt x="919946" y="1207922"/>
                    </a:lnTo>
                    <a:lnTo>
                      <a:pt x="921867" y="1223461"/>
                    </a:lnTo>
                    <a:lnTo>
                      <a:pt x="919093" y="1282750"/>
                    </a:lnTo>
                    <a:lnTo>
                      <a:pt x="939128" y="1307026"/>
                    </a:lnTo>
                    <a:lnTo>
                      <a:pt x="960307" y="1319714"/>
                    </a:lnTo>
                    <a:lnTo>
                      <a:pt x="1030943" y="1319262"/>
                    </a:lnTo>
                    <a:lnTo>
                      <a:pt x="1038274" y="1329929"/>
                    </a:lnTo>
                    <a:lnTo>
                      <a:pt x="1046886" y="1348266"/>
                    </a:lnTo>
                    <a:lnTo>
                      <a:pt x="1040582" y="1379400"/>
                    </a:lnTo>
                    <a:lnTo>
                      <a:pt x="1033038" y="1402881"/>
                    </a:lnTo>
                    <a:lnTo>
                      <a:pt x="1012576" y="1422662"/>
                    </a:lnTo>
                    <a:lnTo>
                      <a:pt x="986316" y="1437408"/>
                    </a:lnTo>
                    <a:lnTo>
                      <a:pt x="969985" y="1438057"/>
                    </a:lnTo>
                    <a:lnTo>
                      <a:pt x="947739" y="1410028"/>
                    </a:lnTo>
                    <a:lnTo>
                      <a:pt x="937169" y="1419125"/>
                    </a:lnTo>
                    <a:lnTo>
                      <a:pt x="926250" y="1433419"/>
                    </a:lnTo>
                    <a:lnTo>
                      <a:pt x="907960" y="1510125"/>
                    </a:lnTo>
                    <a:lnTo>
                      <a:pt x="899291" y="1561942"/>
                    </a:lnTo>
                    <a:lnTo>
                      <a:pt x="894597" y="1566147"/>
                    </a:lnTo>
                    <a:lnTo>
                      <a:pt x="884260" y="1558513"/>
                    </a:lnTo>
                    <a:lnTo>
                      <a:pt x="866397" y="1557917"/>
                    </a:lnTo>
                    <a:lnTo>
                      <a:pt x="862945" y="1559797"/>
                    </a:lnTo>
                    <a:lnTo>
                      <a:pt x="862945" y="9260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6" name="ph488">
                <a:extLst>
                  <a:ext uri="{FF2B5EF4-FFF2-40B4-BE49-F238E27FC236}">
                    <a16:creationId xmlns:a16="http://schemas.microsoft.com/office/drawing/2014/main" id="{6936A0EA-D025-DC1E-928E-BDA8AF520B43}"/>
                  </a:ext>
                </a:extLst>
              </p:cNvPr>
              <p:cNvSpPr/>
              <p:nvPr/>
            </p:nvSpPr>
            <p:spPr>
              <a:xfrm>
                <a:off x="9770885" y="6298071"/>
                <a:ext cx="914400" cy="923586"/>
              </a:xfrm>
              <a:custGeom>
                <a:avLst/>
                <a:gdLst/>
                <a:ahLst/>
                <a:cxnLst/>
                <a:rect l="0" t="0" r="0" b="0"/>
                <a:pathLst>
                  <a:path w="914400" h="923586">
                    <a:moveTo>
                      <a:pt x="914400" y="914400"/>
                    </a:moveTo>
                    <a:lnTo>
                      <a:pt x="909706" y="923586"/>
                    </a:lnTo>
                    <a:lnTo>
                      <a:pt x="909706" y="90707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7" name="ph489">
                <a:extLst>
                  <a:ext uri="{FF2B5EF4-FFF2-40B4-BE49-F238E27FC236}">
                    <a16:creationId xmlns:a16="http://schemas.microsoft.com/office/drawing/2014/main" id="{116F878A-DDD8-8056-8707-0BF1D2BAA088}"/>
                  </a:ext>
                </a:extLst>
              </p:cNvPr>
              <p:cNvSpPr/>
              <p:nvPr/>
            </p:nvSpPr>
            <p:spPr>
              <a:xfrm>
                <a:off x="9902595" y="6373405"/>
                <a:ext cx="940699" cy="1102482"/>
              </a:xfrm>
              <a:custGeom>
                <a:avLst/>
                <a:gdLst/>
                <a:ahLst/>
                <a:cxnLst/>
                <a:rect l="0" t="0" r="0" b="0"/>
                <a:pathLst>
                  <a:path w="940699" h="1102482">
                    <a:moveTo>
                      <a:pt x="914400" y="914399"/>
                    </a:moveTo>
                    <a:lnTo>
                      <a:pt x="924582" y="955532"/>
                    </a:lnTo>
                    <a:lnTo>
                      <a:pt x="940699" y="1001537"/>
                    </a:lnTo>
                    <a:lnTo>
                      <a:pt x="933969" y="1020795"/>
                    </a:lnTo>
                    <a:lnTo>
                      <a:pt x="938546" y="1045467"/>
                    </a:lnTo>
                    <a:lnTo>
                      <a:pt x="933950" y="1071204"/>
                    </a:lnTo>
                    <a:lnTo>
                      <a:pt x="901890" y="1101129"/>
                    </a:lnTo>
                    <a:lnTo>
                      <a:pt x="865932" y="1102482"/>
                    </a:lnTo>
                    <a:lnTo>
                      <a:pt x="828558" y="1088026"/>
                    </a:lnTo>
                    <a:lnTo>
                      <a:pt x="777995" y="1061371"/>
                    </a:lnTo>
                    <a:lnTo>
                      <a:pt x="777995" y="922097"/>
                    </a:lnTo>
                    <a:lnTo>
                      <a:pt x="834822" y="894727"/>
                    </a:lnTo>
                    <a:lnTo>
                      <a:pt x="848224" y="899112"/>
                    </a:lnTo>
                    <a:lnTo>
                      <a:pt x="862208" y="913389"/>
                    </a:lnTo>
                    <a:lnTo>
                      <a:pt x="878306" y="914237"/>
                    </a:lnTo>
                    <a:lnTo>
                      <a:pt x="901676" y="893987"/>
                    </a:lnTo>
                    <a:lnTo>
                      <a:pt x="906118" y="8951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8" name="ph490">
                <a:extLst>
                  <a:ext uri="{FF2B5EF4-FFF2-40B4-BE49-F238E27FC236}">
                    <a16:creationId xmlns:a16="http://schemas.microsoft.com/office/drawing/2014/main" id="{522DC4D4-AA23-1717-34F4-5032EE7B9364}"/>
                  </a:ext>
                </a:extLst>
              </p:cNvPr>
              <p:cNvSpPr/>
              <p:nvPr/>
            </p:nvSpPr>
            <p:spPr>
              <a:xfrm>
                <a:off x="10071718" y="6642508"/>
                <a:ext cx="959590" cy="988597"/>
              </a:xfrm>
              <a:custGeom>
                <a:avLst/>
                <a:gdLst/>
                <a:ahLst/>
                <a:cxnLst/>
                <a:rect l="0" t="0" r="0" b="0"/>
                <a:pathLst>
                  <a:path w="959590" h="988597">
                    <a:moveTo>
                      <a:pt x="914400" y="914400"/>
                    </a:moveTo>
                    <a:lnTo>
                      <a:pt x="938178" y="913082"/>
                    </a:lnTo>
                    <a:lnTo>
                      <a:pt x="954353" y="922593"/>
                    </a:lnTo>
                    <a:lnTo>
                      <a:pt x="958212" y="937285"/>
                    </a:lnTo>
                    <a:lnTo>
                      <a:pt x="959590" y="969898"/>
                    </a:lnTo>
                    <a:lnTo>
                      <a:pt x="942600" y="979410"/>
                    </a:lnTo>
                    <a:lnTo>
                      <a:pt x="923845" y="976179"/>
                    </a:lnTo>
                    <a:lnTo>
                      <a:pt x="898321" y="988597"/>
                    </a:lnTo>
                    <a:lnTo>
                      <a:pt x="814535" y="935282"/>
                    </a:lnTo>
                    <a:lnTo>
                      <a:pt x="815757" y="890828"/>
                    </a:lnTo>
                    <a:lnTo>
                      <a:pt x="819113" y="873375"/>
                    </a:lnTo>
                    <a:lnTo>
                      <a:pt x="858814" y="869224"/>
                    </a:lnTo>
                    <a:lnTo>
                      <a:pt x="879256" y="8914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79" name="ph491">
                <a:extLst>
                  <a:ext uri="{FF2B5EF4-FFF2-40B4-BE49-F238E27FC236}">
                    <a16:creationId xmlns:a16="http://schemas.microsoft.com/office/drawing/2014/main" id="{AE5FB89F-3933-728F-DCE9-391F677E783B}"/>
                  </a:ext>
                </a:extLst>
              </p:cNvPr>
              <p:cNvSpPr/>
              <p:nvPr/>
            </p:nvSpPr>
            <p:spPr>
              <a:xfrm>
                <a:off x="9903177" y="6673750"/>
                <a:ext cx="96630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66300" h="914400">
                    <a:moveTo>
                      <a:pt x="914400" y="914400"/>
                    </a:moveTo>
                    <a:lnTo>
                      <a:pt x="902433" y="884457"/>
                    </a:lnTo>
                    <a:lnTo>
                      <a:pt x="900881" y="875090"/>
                    </a:lnTo>
                    <a:lnTo>
                      <a:pt x="914943" y="855923"/>
                    </a:lnTo>
                    <a:lnTo>
                      <a:pt x="924039" y="834210"/>
                    </a:lnTo>
                    <a:lnTo>
                      <a:pt x="947565" y="800875"/>
                    </a:lnTo>
                    <a:lnTo>
                      <a:pt x="961122" y="761818"/>
                    </a:lnTo>
                    <a:lnTo>
                      <a:pt x="966300" y="762432"/>
                    </a:lnTo>
                    <a:lnTo>
                      <a:pt x="960288" y="797211"/>
                    </a:lnTo>
                    <a:lnTo>
                      <a:pt x="929392" y="894221"/>
                    </a:lnTo>
                    <a:lnTo>
                      <a:pt x="923205" y="9123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0" name="ph492">
                <a:extLst>
                  <a:ext uri="{FF2B5EF4-FFF2-40B4-BE49-F238E27FC236}">
                    <a16:creationId xmlns:a16="http://schemas.microsoft.com/office/drawing/2014/main" id="{5EC6D71D-5FC5-04EF-F9B8-2E380A16F7DC}"/>
                  </a:ext>
                </a:extLst>
              </p:cNvPr>
              <p:cNvSpPr/>
              <p:nvPr/>
            </p:nvSpPr>
            <p:spPr>
              <a:xfrm>
                <a:off x="10264891" y="6597675"/>
                <a:ext cx="921983" cy="935985"/>
              </a:xfrm>
              <a:custGeom>
                <a:avLst/>
                <a:gdLst/>
                <a:ahLst/>
                <a:cxnLst/>
                <a:rect l="0" t="0" r="0" b="0"/>
                <a:pathLst>
                  <a:path w="921983" h="935985">
                    <a:moveTo>
                      <a:pt x="914400" y="914400"/>
                    </a:moveTo>
                    <a:lnTo>
                      <a:pt x="883911" y="910357"/>
                    </a:lnTo>
                    <a:lnTo>
                      <a:pt x="849543" y="935985"/>
                    </a:lnTo>
                    <a:lnTo>
                      <a:pt x="836510" y="927882"/>
                    </a:lnTo>
                    <a:lnTo>
                      <a:pt x="841436" y="911512"/>
                    </a:lnTo>
                    <a:lnTo>
                      <a:pt x="845024" y="905556"/>
                    </a:lnTo>
                    <a:lnTo>
                      <a:pt x="856583" y="898607"/>
                    </a:lnTo>
                    <a:lnTo>
                      <a:pt x="864303" y="888446"/>
                    </a:lnTo>
                    <a:lnTo>
                      <a:pt x="867328" y="872545"/>
                    </a:lnTo>
                    <a:lnTo>
                      <a:pt x="874485" y="881118"/>
                    </a:lnTo>
                    <a:lnTo>
                      <a:pt x="895761" y="884710"/>
                    </a:lnTo>
                    <a:lnTo>
                      <a:pt x="906157" y="889781"/>
                    </a:lnTo>
                    <a:lnTo>
                      <a:pt x="914846" y="897235"/>
                    </a:lnTo>
                    <a:lnTo>
                      <a:pt x="921983" y="90889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1" name="ph493">
                <a:extLst>
                  <a:ext uri="{FF2B5EF4-FFF2-40B4-BE49-F238E27FC236}">
                    <a16:creationId xmlns:a16="http://schemas.microsoft.com/office/drawing/2014/main" id="{B69ED83B-BCCB-6290-B64A-009C7946E7BB}"/>
                  </a:ext>
                </a:extLst>
              </p:cNvPr>
              <p:cNvSpPr/>
              <p:nvPr/>
            </p:nvSpPr>
            <p:spPr>
              <a:xfrm>
                <a:off x="10276916" y="6374741"/>
                <a:ext cx="933096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3096" h="914400">
                    <a:moveTo>
                      <a:pt x="914400" y="914400"/>
                    </a:moveTo>
                    <a:lnTo>
                      <a:pt x="910288" y="913569"/>
                    </a:lnTo>
                    <a:lnTo>
                      <a:pt x="904217" y="892001"/>
                    </a:lnTo>
                    <a:lnTo>
                      <a:pt x="914070" y="878880"/>
                    </a:lnTo>
                    <a:lnTo>
                      <a:pt x="919888" y="867744"/>
                    </a:lnTo>
                    <a:lnTo>
                      <a:pt x="924019" y="868069"/>
                    </a:lnTo>
                    <a:lnTo>
                      <a:pt x="929663" y="880107"/>
                    </a:lnTo>
                    <a:lnTo>
                      <a:pt x="933096" y="89867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2" name="ph494">
                <a:extLst>
                  <a:ext uri="{FF2B5EF4-FFF2-40B4-BE49-F238E27FC236}">
                    <a16:creationId xmlns:a16="http://schemas.microsoft.com/office/drawing/2014/main" id="{2D604EED-2340-FC0E-E3BD-9FFBEFE1C2F0}"/>
                  </a:ext>
                </a:extLst>
              </p:cNvPr>
              <p:cNvSpPr/>
              <p:nvPr/>
            </p:nvSpPr>
            <p:spPr>
              <a:xfrm>
                <a:off x="9849065" y="6639710"/>
                <a:ext cx="93179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797" h="914400">
                    <a:moveTo>
                      <a:pt x="914400" y="914400"/>
                    </a:moveTo>
                    <a:lnTo>
                      <a:pt x="899155" y="906350"/>
                    </a:lnTo>
                    <a:lnTo>
                      <a:pt x="874349" y="876028"/>
                    </a:lnTo>
                    <a:lnTo>
                      <a:pt x="871227" y="867979"/>
                    </a:lnTo>
                    <a:lnTo>
                      <a:pt x="884260" y="873123"/>
                    </a:lnTo>
                    <a:lnTo>
                      <a:pt x="900435" y="888969"/>
                    </a:lnTo>
                    <a:lnTo>
                      <a:pt x="913682" y="892344"/>
                    </a:lnTo>
                    <a:lnTo>
                      <a:pt x="931797" y="905754"/>
                    </a:lnTo>
                    <a:lnTo>
                      <a:pt x="927724" y="91055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3" name="ph495">
                <a:extLst>
                  <a:ext uri="{FF2B5EF4-FFF2-40B4-BE49-F238E27FC236}">
                    <a16:creationId xmlns:a16="http://schemas.microsoft.com/office/drawing/2014/main" id="{7E9E959E-ECD2-B686-5BB1-D97EC607CF00}"/>
                  </a:ext>
                </a:extLst>
              </p:cNvPr>
              <p:cNvSpPr/>
              <p:nvPr/>
            </p:nvSpPr>
            <p:spPr>
              <a:xfrm>
                <a:off x="9766191" y="6624543"/>
                <a:ext cx="926560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6560" h="914400">
                    <a:moveTo>
                      <a:pt x="914400" y="914400"/>
                    </a:moveTo>
                    <a:lnTo>
                      <a:pt x="914400" y="874953"/>
                    </a:lnTo>
                    <a:lnTo>
                      <a:pt x="925862" y="903415"/>
                    </a:lnTo>
                    <a:lnTo>
                      <a:pt x="926560" y="9113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4" name="ph496">
                <a:extLst>
                  <a:ext uri="{FF2B5EF4-FFF2-40B4-BE49-F238E27FC236}">
                    <a16:creationId xmlns:a16="http://schemas.microsoft.com/office/drawing/2014/main" id="{C35A348B-8124-6F46-D22B-E37E91D1528F}"/>
                  </a:ext>
                </a:extLst>
              </p:cNvPr>
              <p:cNvSpPr/>
              <p:nvPr/>
            </p:nvSpPr>
            <p:spPr>
              <a:xfrm>
                <a:off x="9883433" y="6296717"/>
                <a:ext cx="928577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28577" h="914400">
                    <a:moveTo>
                      <a:pt x="914400" y="914400"/>
                    </a:moveTo>
                    <a:lnTo>
                      <a:pt x="901812" y="907487"/>
                    </a:lnTo>
                    <a:lnTo>
                      <a:pt x="900493" y="883573"/>
                    </a:lnTo>
                    <a:lnTo>
                      <a:pt x="905265" y="862095"/>
                    </a:lnTo>
                    <a:lnTo>
                      <a:pt x="899659" y="842892"/>
                    </a:lnTo>
                    <a:lnTo>
                      <a:pt x="905827" y="830546"/>
                    </a:lnTo>
                    <a:lnTo>
                      <a:pt x="923534" y="859298"/>
                    </a:lnTo>
                    <a:lnTo>
                      <a:pt x="928577" y="872816"/>
                    </a:lnTo>
                    <a:lnTo>
                      <a:pt x="921750" y="888969"/>
                    </a:lnTo>
                    <a:lnTo>
                      <a:pt x="917774" y="90775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5" name="ph497">
                <a:extLst>
                  <a:ext uri="{FF2B5EF4-FFF2-40B4-BE49-F238E27FC236}">
                    <a16:creationId xmlns:a16="http://schemas.microsoft.com/office/drawing/2014/main" id="{7EE08ADA-E2AF-5AB0-3AB3-EBBDEA6937FF}"/>
                  </a:ext>
                </a:extLst>
              </p:cNvPr>
              <p:cNvSpPr/>
              <p:nvPr/>
            </p:nvSpPr>
            <p:spPr>
              <a:xfrm>
                <a:off x="9967064" y="5755571"/>
                <a:ext cx="946789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46789" h="914400">
                    <a:moveTo>
                      <a:pt x="914400" y="914400"/>
                    </a:moveTo>
                    <a:lnTo>
                      <a:pt x="887072" y="902145"/>
                    </a:lnTo>
                    <a:lnTo>
                      <a:pt x="899136" y="885017"/>
                    </a:lnTo>
                    <a:lnTo>
                      <a:pt x="929159" y="877129"/>
                    </a:lnTo>
                    <a:lnTo>
                      <a:pt x="946789" y="879728"/>
                    </a:lnTo>
                    <a:lnTo>
                      <a:pt x="927394" y="896730"/>
                    </a:lnTo>
                    <a:lnTo>
                      <a:pt x="922487" y="90573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6" name="ph498">
                <a:extLst>
                  <a:ext uri="{FF2B5EF4-FFF2-40B4-BE49-F238E27FC236}">
                    <a16:creationId xmlns:a16="http://schemas.microsoft.com/office/drawing/2014/main" id="{7457E9F0-2B5D-69B7-BE2A-1CDDA9347594}"/>
                  </a:ext>
                </a:extLst>
              </p:cNvPr>
              <p:cNvSpPr/>
              <p:nvPr/>
            </p:nvSpPr>
            <p:spPr>
              <a:xfrm>
                <a:off x="10769293" y="6577696"/>
                <a:ext cx="931545" cy="914400"/>
              </a:xfrm>
              <a:custGeom>
                <a:avLst/>
                <a:gdLst/>
                <a:ahLst/>
                <a:cxnLst/>
                <a:rect l="0" t="0" r="0" b="0"/>
                <a:pathLst>
                  <a:path w="931545" h="914400">
                    <a:moveTo>
                      <a:pt x="914400" y="914400"/>
                    </a:moveTo>
                    <a:lnTo>
                      <a:pt x="881583" y="904040"/>
                    </a:lnTo>
                    <a:lnTo>
                      <a:pt x="841591" y="878429"/>
                    </a:lnTo>
                    <a:lnTo>
                      <a:pt x="847448" y="828236"/>
                    </a:lnTo>
                    <a:lnTo>
                      <a:pt x="857708" y="806542"/>
                    </a:lnTo>
                    <a:lnTo>
                      <a:pt x="930652" y="862799"/>
                    </a:lnTo>
                    <a:lnTo>
                      <a:pt x="931545" y="884006"/>
                    </a:lnTo>
                    <a:lnTo>
                      <a:pt x="921731" y="90813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7" name="pt499">
                <a:extLst>
                  <a:ext uri="{FF2B5EF4-FFF2-40B4-BE49-F238E27FC236}">
                    <a16:creationId xmlns:a16="http://schemas.microsoft.com/office/drawing/2014/main" id="{2786B899-471D-4550-9997-BF6EBBC10DC4}"/>
                  </a:ext>
                </a:extLst>
              </p:cNvPr>
              <p:cNvSpPr/>
              <p:nvPr/>
            </p:nvSpPr>
            <p:spPr>
              <a:xfrm>
                <a:off x="11198214" y="7156040"/>
                <a:ext cx="117405" cy="117405"/>
              </a:xfrm>
              <a:prstGeom prst="ellipse">
                <a:avLst/>
              </a:prstGeom>
              <a:solidFill>
                <a:srgbClr val="A2307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8" name="pt500">
                <a:extLst>
                  <a:ext uri="{FF2B5EF4-FFF2-40B4-BE49-F238E27FC236}">
                    <a16:creationId xmlns:a16="http://schemas.microsoft.com/office/drawing/2014/main" id="{AD1566B9-9B81-3E04-DAF9-194CA5ACD8EE}"/>
                  </a:ext>
                </a:extLst>
              </p:cNvPr>
              <p:cNvSpPr/>
              <p:nvPr/>
            </p:nvSpPr>
            <p:spPr>
              <a:xfrm>
                <a:off x="12424945" y="5648102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89" name="pt501">
                <a:extLst>
                  <a:ext uri="{FF2B5EF4-FFF2-40B4-BE49-F238E27FC236}">
                    <a16:creationId xmlns:a16="http://schemas.microsoft.com/office/drawing/2014/main" id="{A8BB87AF-73DA-CB47-ADD5-11CDEB04EA12}"/>
                  </a:ext>
                </a:extLst>
              </p:cNvPr>
              <p:cNvSpPr/>
              <p:nvPr/>
            </p:nvSpPr>
            <p:spPr>
              <a:xfrm>
                <a:off x="11128607" y="6992803"/>
                <a:ext cx="117405" cy="117405"/>
              </a:xfrm>
              <a:prstGeom prst="ellipse">
                <a:avLst/>
              </a:prstGeom>
              <a:solidFill>
                <a:srgbClr val="FD9E6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90" name="pt502">
                <a:extLst>
                  <a:ext uri="{FF2B5EF4-FFF2-40B4-BE49-F238E27FC236}">
                    <a16:creationId xmlns:a16="http://schemas.microsoft.com/office/drawing/2014/main" id="{E2B0F3E9-01DC-5DDA-4064-41BE62D9917E}"/>
                  </a:ext>
                </a:extLst>
              </p:cNvPr>
              <p:cNvSpPr/>
              <p:nvPr/>
            </p:nvSpPr>
            <p:spPr>
              <a:xfrm>
                <a:off x="11958613" y="6439001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91" name="pt503">
                <a:extLst>
                  <a:ext uri="{FF2B5EF4-FFF2-40B4-BE49-F238E27FC236}">
                    <a16:creationId xmlns:a16="http://schemas.microsoft.com/office/drawing/2014/main" id="{21BCFCA1-959C-3B5F-A258-F52659D538CA}"/>
                  </a:ext>
                </a:extLst>
              </p:cNvPr>
              <p:cNvSpPr/>
              <p:nvPr/>
            </p:nvSpPr>
            <p:spPr>
              <a:xfrm>
                <a:off x="11883399" y="6823685"/>
                <a:ext cx="117405" cy="117405"/>
              </a:xfrm>
              <a:prstGeom prst="ellipse">
                <a:avLst/>
              </a:prstGeom>
              <a:solidFill>
                <a:srgbClr val="D1436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92" name="pt504">
                <a:extLst>
                  <a:ext uri="{FF2B5EF4-FFF2-40B4-BE49-F238E27FC236}">
                    <a16:creationId xmlns:a16="http://schemas.microsoft.com/office/drawing/2014/main" id="{36BA917A-3EF6-A62C-A1A7-9D40E948B3C0}"/>
                  </a:ext>
                </a:extLst>
              </p:cNvPr>
              <p:cNvSpPr/>
              <p:nvPr/>
            </p:nvSpPr>
            <p:spPr>
              <a:xfrm>
                <a:off x="11214295" y="7288852"/>
                <a:ext cx="117405" cy="117405"/>
              </a:xfrm>
              <a:prstGeom prst="ellipse">
                <a:avLst/>
              </a:prstGeom>
              <a:solidFill>
                <a:srgbClr val="7F7F7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93" name="pt505">
                <a:extLst>
                  <a:ext uri="{FF2B5EF4-FFF2-40B4-BE49-F238E27FC236}">
                    <a16:creationId xmlns:a16="http://schemas.microsoft.com/office/drawing/2014/main" id="{C4CF847A-A730-9965-8C05-1B6F14FBA318}"/>
                  </a:ext>
                </a:extLst>
              </p:cNvPr>
              <p:cNvSpPr/>
              <p:nvPr/>
            </p:nvSpPr>
            <p:spPr>
              <a:xfrm>
                <a:off x="10843460" y="6002043"/>
                <a:ext cx="117405" cy="117405"/>
              </a:xfrm>
              <a:prstGeom prst="ellipse">
                <a:avLst/>
              </a:prstGeom>
              <a:solidFill>
                <a:srgbClr val="16081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94" name="pt506">
                <a:extLst>
                  <a:ext uri="{FF2B5EF4-FFF2-40B4-BE49-F238E27FC236}">
                    <a16:creationId xmlns:a16="http://schemas.microsoft.com/office/drawing/2014/main" id="{58967105-30D9-BBCD-54BE-3135EF167D6E}"/>
                  </a:ext>
                </a:extLst>
              </p:cNvPr>
              <p:cNvSpPr/>
              <p:nvPr/>
            </p:nvSpPr>
            <p:spPr>
              <a:xfrm>
                <a:off x="10933360" y="6306903"/>
                <a:ext cx="117405" cy="117405"/>
              </a:xfrm>
              <a:prstGeom prst="ellipse">
                <a:avLst/>
              </a:prstGeom>
              <a:solidFill>
                <a:srgbClr val="FFE8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95" name="pg507">
                <a:extLst>
                  <a:ext uri="{FF2B5EF4-FFF2-40B4-BE49-F238E27FC236}">
                    <a16:creationId xmlns:a16="http://schemas.microsoft.com/office/drawing/2014/main" id="{069260DE-14B9-9DEC-672D-E47064B33990}"/>
                  </a:ext>
                </a:extLst>
              </p:cNvPr>
              <p:cNvSpPr/>
              <p:nvPr/>
            </p:nvSpPr>
            <p:spPr>
              <a:xfrm>
                <a:off x="11313301" y="7083504"/>
                <a:ext cx="37947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79475" h="191749">
                    <a:moveTo>
                      <a:pt x="27431" y="191749"/>
                    </a:moveTo>
                    <a:lnTo>
                      <a:pt x="352043" y="191749"/>
                    </a:lnTo>
                    <a:lnTo>
                      <a:pt x="350939" y="191727"/>
                    </a:lnTo>
                    <a:lnTo>
                      <a:pt x="355350" y="191549"/>
                    </a:lnTo>
                    <a:lnTo>
                      <a:pt x="359676" y="190666"/>
                    </a:lnTo>
                    <a:lnTo>
                      <a:pt x="363803" y="189101"/>
                    </a:lnTo>
                    <a:lnTo>
                      <a:pt x="367627" y="186893"/>
                    </a:lnTo>
                    <a:lnTo>
                      <a:pt x="371046" y="184101"/>
                    </a:lnTo>
                    <a:lnTo>
                      <a:pt x="373974" y="180797"/>
                    </a:lnTo>
                    <a:lnTo>
                      <a:pt x="376333" y="177065"/>
                    </a:lnTo>
                    <a:lnTo>
                      <a:pt x="378064" y="173004"/>
                    </a:lnTo>
                    <a:lnTo>
                      <a:pt x="379120" y="168718"/>
                    </a:lnTo>
                    <a:lnTo>
                      <a:pt x="379475" y="164317"/>
                    </a:lnTo>
                    <a:lnTo>
                      <a:pt x="379475" y="27431"/>
                    </a:lnTo>
                    <a:lnTo>
                      <a:pt x="379120" y="23031"/>
                    </a:lnTo>
                    <a:lnTo>
                      <a:pt x="378064" y="18745"/>
                    </a:lnTo>
                    <a:lnTo>
                      <a:pt x="376333" y="14683"/>
                    </a:lnTo>
                    <a:lnTo>
                      <a:pt x="373974" y="10952"/>
                    </a:lnTo>
                    <a:lnTo>
                      <a:pt x="371046" y="7647"/>
                    </a:lnTo>
                    <a:lnTo>
                      <a:pt x="367627" y="4855"/>
                    </a:lnTo>
                    <a:lnTo>
                      <a:pt x="363803" y="2648"/>
                    </a:lnTo>
                    <a:lnTo>
                      <a:pt x="359676" y="1083"/>
                    </a:lnTo>
                    <a:lnTo>
                      <a:pt x="355350" y="200"/>
                    </a:lnTo>
                    <a:lnTo>
                      <a:pt x="35204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96" name="tx508">
                <a:extLst>
                  <a:ext uri="{FF2B5EF4-FFF2-40B4-BE49-F238E27FC236}">
                    <a16:creationId xmlns:a16="http://schemas.microsoft.com/office/drawing/2014/main" id="{97731BD7-19C7-AEAB-E82A-28E8EFF88A88}"/>
                  </a:ext>
                </a:extLst>
              </p:cNvPr>
              <p:cNvSpPr/>
              <p:nvPr/>
            </p:nvSpPr>
            <p:spPr>
              <a:xfrm>
                <a:off x="11359021" y="7129224"/>
                <a:ext cx="28803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BAR</a:t>
                </a:r>
              </a:p>
            </p:txBody>
          </p:sp>
          <p:sp>
            <p:nvSpPr>
              <p:cNvPr id="2797" name="pg509">
                <a:extLst>
                  <a:ext uri="{FF2B5EF4-FFF2-40B4-BE49-F238E27FC236}">
                    <a16:creationId xmlns:a16="http://schemas.microsoft.com/office/drawing/2014/main" id="{80325835-9E7A-0233-1A90-4CD2B0E1098A}"/>
                  </a:ext>
                </a:extLst>
              </p:cNvPr>
              <p:cNvSpPr/>
              <p:nvPr/>
            </p:nvSpPr>
            <p:spPr>
              <a:xfrm>
                <a:off x="12356275" y="5455520"/>
                <a:ext cx="36393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63931" h="191749">
                    <a:moveTo>
                      <a:pt x="27431" y="191749"/>
                    </a:moveTo>
                    <a:lnTo>
                      <a:pt x="336499" y="191749"/>
                    </a:lnTo>
                    <a:lnTo>
                      <a:pt x="335394" y="191727"/>
                    </a:lnTo>
                    <a:lnTo>
                      <a:pt x="339805" y="191549"/>
                    </a:lnTo>
                    <a:lnTo>
                      <a:pt x="344131" y="190666"/>
                    </a:lnTo>
                    <a:lnTo>
                      <a:pt x="348259" y="189101"/>
                    </a:lnTo>
                    <a:lnTo>
                      <a:pt x="352082" y="186893"/>
                    </a:lnTo>
                    <a:lnTo>
                      <a:pt x="355502" y="184101"/>
                    </a:lnTo>
                    <a:lnTo>
                      <a:pt x="358429" y="180797"/>
                    </a:lnTo>
                    <a:lnTo>
                      <a:pt x="360789" y="177065"/>
                    </a:lnTo>
                    <a:lnTo>
                      <a:pt x="362519" y="173004"/>
                    </a:lnTo>
                    <a:lnTo>
                      <a:pt x="363575" y="168718"/>
                    </a:lnTo>
                    <a:lnTo>
                      <a:pt x="363931" y="164317"/>
                    </a:lnTo>
                    <a:lnTo>
                      <a:pt x="363931" y="27432"/>
                    </a:lnTo>
                    <a:lnTo>
                      <a:pt x="363575" y="23031"/>
                    </a:lnTo>
                    <a:lnTo>
                      <a:pt x="362519" y="18745"/>
                    </a:lnTo>
                    <a:lnTo>
                      <a:pt x="360789" y="14683"/>
                    </a:lnTo>
                    <a:lnTo>
                      <a:pt x="358429" y="10952"/>
                    </a:lnTo>
                    <a:lnTo>
                      <a:pt x="355502" y="7647"/>
                    </a:lnTo>
                    <a:lnTo>
                      <a:pt x="352082" y="4855"/>
                    </a:lnTo>
                    <a:lnTo>
                      <a:pt x="348259" y="2648"/>
                    </a:lnTo>
                    <a:lnTo>
                      <a:pt x="344131" y="1083"/>
                    </a:lnTo>
                    <a:lnTo>
                      <a:pt x="339805" y="200"/>
                    </a:lnTo>
                    <a:lnTo>
                      <a:pt x="33649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798" name="tx510">
                <a:extLst>
                  <a:ext uri="{FF2B5EF4-FFF2-40B4-BE49-F238E27FC236}">
                    <a16:creationId xmlns:a16="http://schemas.microsoft.com/office/drawing/2014/main" id="{4C781F41-6CF2-E8D7-307E-75522896A74C}"/>
                  </a:ext>
                </a:extLst>
              </p:cNvPr>
              <p:cNvSpPr/>
              <p:nvPr/>
            </p:nvSpPr>
            <p:spPr>
              <a:xfrm>
                <a:off x="12401995" y="5501240"/>
                <a:ext cx="27249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BJO</a:t>
                </a:r>
              </a:p>
            </p:txBody>
          </p:sp>
          <p:sp>
            <p:nvSpPr>
              <p:cNvPr id="2799" name="pg511">
                <a:extLst>
                  <a:ext uri="{FF2B5EF4-FFF2-40B4-BE49-F238E27FC236}">
                    <a16:creationId xmlns:a16="http://schemas.microsoft.com/office/drawing/2014/main" id="{485C24E0-4F2B-A9C0-02E5-84048546C748}"/>
                  </a:ext>
                </a:extLst>
              </p:cNvPr>
              <p:cNvSpPr/>
              <p:nvPr/>
            </p:nvSpPr>
            <p:spPr>
              <a:xfrm>
                <a:off x="10862647" y="6800219"/>
                <a:ext cx="410565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10565" h="191749">
                    <a:moveTo>
                      <a:pt x="27431" y="191749"/>
                    </a:moveTo>
                    <a:lnTo>
                      <a:pt x="383133" y="191749"/>
                    </a:lnTo>
                    <a:lnTo>
                      <a:pt x="382029" y="191727"/>
                    </a:lnTo>
                    <a:lnTo>
                      <a:pt x="386440" y="191549"/>
                    </a:lnTo>
                    <a:lnTo>
                      <a:pt x="390765" y="190666"/>
                    </a:lnTo>
                    <a:lnTo>
                      <a:pt x="394893" y="189101"/>
                    </a:lnTo>
                    <a:lnTo>
                      <a:pt x="398716" y="186893"/>
                    </a:lnTo>
                    <a:lnTo>
                      <a:pt x="402136" y="184101"/>
                    </a:lnTo>
                    <a:lnTo>
                      <a:pt x="405063" y="180797"/>
                    </a:lnTo>
                    <a:lnTo>
                      <a:pt x="407423" y="177065"/>
                    </a:lnTo>
                    <a:lnTo>
                      <a:pt x="409153" y="173004"/>
                    </a:lnTo>
                    <a:lnTo>
                      <a:pt x="410210" y="168718"/>
                    </a:lnTo>
                    <a:lnTo>
                      <a:pt x="410565" y="164317"/>
                    </a:lnTo>
                    <a:lnTo>
                      <a:pt x="410565" y="27431"/>
                    </a:lnTo>
                    <a:lnTo>
                      <a:pt x="410210" y="23031"/>
                    </a:lnTo>
                    <a:lnTo>
                      <a:pt x="409153" y="18745"/>
                    </a:lnTo>
                    <a:lnTo>
                      <a:pt x="407423" y="14683"/>
                    </a:lnTo>
                    <a:lnTo>
                      <a:pt x="405063" y="10952"/>
                    </a:lnTo>
                    <a:lnTo>
                      <a:pt x="402136" y="7647"/>
                    </a:lnTo>
                    <a:lnTo>
                      <a:pt x="398716" y="4855"/>
                    </a:lnTo>
                    <a:lnTo>
                      <a:pt x="394893" y="2648"/>
                    </a:lnTo>
                    <a:lnTo>
                      <a:pt x="390765" y="1083"/>
                    </a:lnTo>
                    <a:lnTo>
                      <a:pt x="386440" y="200"/>
                    </a:lnTo>
                    <a:lnTo>
                      <a:pt x="38313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00" name="tx512">
                <a:extLst>
                  <a:ext uri="{FF2B5EF4-FFF2-40B4-BE49-F238E27FC236}">
                    <a16:creationId xmlns:a16="http://schemas.microsoft.com/office/drawing/2014/main" id="{B24B48DE-4400-12AD-BD53-3C3AB7FA3F3B}"/>
                  </a:ext>
                </a:extLst>
              </p:cNvPr>
              <p:cNvSpPr/>
              <p:nvPr/>
            </p:nvSpPr>
            <p:spPr>
              <a:xfrm>
                <a:off x="10908367" y="6845939"/>
                <a:ext cx="319125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HOG</a:t>
                </a:r>
              </a:p>
            </p:txBody>
          </p:sp>
          <p:sp>
            <p:nvSpPr>
              <p:cNvPr id="2801" name="pg513">
                <a:extLst>
                  <a:ext uri="{FF2B5EF4-FFF2-40B4-BE49-F238E27FC236}">
                    <a16:creationId xmlns:a16="http://schemas.microsoft.com/office/drawing/2014/main" id="{E9D8D29C-ADA9-1C31-A39A-64992F4A5796}"/>
                  </a:ext>
                </a:extLst>
              </p:cNvPr>
              <p:cNvSpPr/>
              <p:nvPr/>
            </p:nvSpPr>
            <p:spPr>
              <a:xfrm>
                <a:off x="11935142" y="6246457"/>
                <a:ext cx="402701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402701" h="191749">
                    <a:moveTo>
                      <a:pt x="27431" y="191749"/>
                    </a:moveTo>
                    <a:lnTo>
                      <a:pt x="375269" y="191749"/>
                    </a:lnTo>
                    <a:lnTo>
                      <a:pt x="374165" y="191727"/>
                    </a:lnTo>
                    <a:lnTo>
                      <a:pt x="378576" y="191549"/>
                    </a:lnTo>
                    <a:lnTo>
                      <a:pt x="382901" y="190666"/>
                    </a:lnTo>
                    <a:lnTo>
                      <a:pt x="387029" y="189101"/>
                    </a:lnTo>
                    <a:lnTo>
                      <a:pt x="390852" y="186893"/>
                    </a:lnTo>
                    <a:lnTo>
                      <a:pt x="394272" y="184101"/>
                    </a:lnTo>
                    <a:lnTo>
                      <a:pt x="397200" y="180797"/>
                    </a:lnTo>
                    <a:lnTo>
                      <a:pt x="399559" y="177065"/>
                    </a:lnTo>
                    <a:lnTo>
                      <a:pt x="401290" y="173004"/>
                    </a:lnTo>
                    <a:lnTo>
                      <a:pt x="402346" y="168718"/>
                    </a:lnTo>
                    <a:lnTo>
                      <a:pt x="402701" y="164317"/>
                    </a:lnTo>
                    <a:lnTo>
                      <a:pt x="402701" y="27432"/>
                    </a:lnTo>
                    <a:lnTo>
                      <a:pt x="402346" y="23031"/>
                    </a:lnTo>
                    <a:lnTo>
                      <a:pt x="401290" y="18745"/>
                    </a:lnTo>
                    <a:lnTo>
                      <a:pt x="399559" y="14683"/>
                    </a:lnTo>
                    <a:lnTo>
                      <a:pt x="397200" y="10952"/>
                    </a:lnTo>
                    <a:lnTo>
                      <a:pt x="394272" y="7647"/>
                    </a:lnTo>
                    <a:lnTo>
                      <a:pt x="390852" y="4855"/>
                    </a:lnTo>
                    <a:lnTo>
                      <a:pt x="387029" y="2648"/>
                    </a:lnTo>
                    <a:lnTo>
                      <a:pt x="382901" y="1083"/>
                    </a:lnTo>
                    <a:lnTo>
                      <a:pt x="378576" y="200"/>
                    </a:lnTo>
                    <a:lnTo>
                      <a:pt x="375269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02" name="tx514">
                <a:extLst>
                  <a:ext uri="{FF2B5EF4-FFF2-40B4-BE49-F238E27FC236}">
                    <a16:creationId xmlns:a16="http://schemas.microsoft.com/office/drawing/2014/main" id="{09A4CF43-0E08-759C-842B-5E6602D23297}"/>
                  </a:ext>
                </a:extLst>
              </p:cNvPr>
              <p:cNvSpPr/>
              <p:nvPr/>
            </p:nvSpPr>
            <p:spPr>
              <a:xfrm>
                <a:off x="11980862" y="6292177"/>
                <a:ext cx="311261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HO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R</a:t>
                </a:r>
                <a:endParaRPr sz="1103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2803" name="pg515">
                <a:extLst>
                  <a:ext uri="{FF2B5EF4-FFF2-40B4-BE49-F238E27FC236}">
                    <a16:creationId xmlns:a16="http://schemas.microsoft.com/office/drawing/2014/main" id="{975D8EED-9C01-D23F-D47C-4E6EF0B4B577}"/>
                  </a:ext>
                </a:extLst>
              </p:cNvPr>
              <p:cNvSpPr/>
              <p:nvPr/>
            </p:nvSpPr>
            <p:spPr>
              <a:xfrm>
                <a:off x="11883158" y="6941725"/>
                <a:ext cx="356250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56250" h="191749">
                    <a:moveTo>
                      <a:pt x="27431" y="191749"/>
                    </a:moveTo>
                    <a:lnTo>
                      <a:pt x="328818" y="191749"/>
                    </a:lnTo>
                    <a:lnTo>
                      <a:pt x="327713" y="191727"/>
                    </a:lnTo>
                    <a:lnTo>
                      <a:pt x="332124" y="191549"/>
                    </a:lnTo>
                    <a:lnTo>
                      <a:pt x="336450" y="190666"/>
                    </a:lnTo>
                    <a:lnTo>
                      <a:pt x="340578" y="189101"/>
                    </a:lnTo>
                    <a:lnTo>
                      <a:pt x="344401" y="186893"/>
                    </a:lnTo>
                    <a:lnTo>
                      <a:pt x="347821" y="184101"/>
                    </a:lnTo>
                    <a:lnTo>
                      <a:pt x="350748" y="180797"/>
                    </a:lnTo>
                    <a:lnTo>
                      <a:pt x="353108" y="177065"/>
                    </a:lnTo>
                    <a:lnTo>
                      <a:pt x="354838" y="173004"/>
                    </a:lnTo>
                    <a:lnTo>
                      <a:pt x="355895" y="168718"/>
                    </a:lnTo>
                    <a:lnTo>
                      <a:pt x="356250" y="164317"/>
                    </a:lnTo>
                    <a:lnTo>
                      <a:pt x="356250" y="27432"/>
                    </a:lnTo>
                    <a:lnTo>
                      <a:pt x="355895" y="23031"/>
                    </a:lnTo>
                    <a:lnTo>
                      <a:pt x="354838" y="18745"/>
                    </a:lnTo>
                    <a:lnTo>
                      <a:pt x="353108" y="14683"/>
                    </a:lnTo>
                    <a:lnTo>
                      <a:pt x="350748" y="10952"/>
                    </a:lnTo>
                    <a:lnTo>
                      <a:pt x="347821" y="7647"/>
                    </a:lnTo>
                    <a:lnTo>
                      <a:pt x="344401" y="4855"/>
                    </a:lnTo>
                    <a:lnTo>
                      <a:pt x="340578" y="2648"/>
                    </a:lnTo>
                    <a:lnTo>
                      <a:pt x="336450" y="1083"/>
                    </a:lnTo>
                    <a:lnTo>
                      <a:pt x="332124" y="200"/>
                    </a:lnTo>
                    <a:lnTo>
                      <a:pt x="328818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04" name="tx516">
                <a:extLst>
                  <a:ext uri="{FF2B5EF4-FFF2-40B4-BE49-F238E27FC236}">
                    <a16:creationId xmlns:a16="http://schemas.microsoft.com/office/drawing/2014/main" id="{CC1D0FCB-9EB0-1C5C-B90C-356FB4A82203}"/>
                  </a:ext>
                </a:extLst>
              </p:cNvPr>
              <p:cNvSpPr/>
              <p:nvPr/>
            </p:nvSpPr>
            <p:spPr>
              <a:xfrm>
                <a:off x="11928878" y="6987445"/>
                <a:ext cx="264810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KAL</a:t>
                </a:r>
              </a:p>
            </p:txBody>
          </p:sp>
          <p:sp>
            <p:nvSpPr>
              <p:cNvPr id="2805" name="pg517">
                <a:extLst>
                  <a:ext uri="{FF2B5EF4-FFF2-40B4-BE49-F238E27FC236}">
                    <a16:creationId xmlns:a16="http://schemas.microsoft.com/office/drawing/2014/main" id="{389F18D3-21C6-9443-A79A-E1DCD2BED3FA}"/>
                  </a:ext>
                </a:extLst>
              </p:cNvPr>
              <p:cNvSpPr/>
              <p:nvPr/>
            </p:nvSpPr>
            <p:spPr>
              <a:xfrm>
                <a:off x="11198565" y="7407015"/>
                <a:ext cx="38715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87156" h="191749">
                    <a:moveTo>
                      <a:pt x="27431" y="191749"/>
                    </a:moveTo>
                    <a:lnTo>
                      <a:pt x="359724" y="191749"/>
                    </a:lnTo>
                    <a:lnTo>
                      <a:pt x="358620" y="191727"/>
                    </a:lnTo>
                    <a:lnTo>
                      <a:pt x="363031" y="191549"/>
                    </a:lnTo>
                    <a:lnTo>
                      <a:pt x="367357" y="190666"/>
                    </a:lnTo>
                    <a:lnTo>
                      <a:pt x="371484" y="189101"/>
                    </a:lnTo>
                    <a:lnTo>
                      <a:pt x="375308" y="186893"/>
                    </a:lnTo>
                    <a:lnTo>
                      <a:pt x="378727" y="184101"/>
                    </a:lnTo>
                    <a:lnTo>
                      <a:pt x="381655" y="180797"/>
                    </a:lnTo>
                    <a:lnTo>
                      <a:pt x="384014" y="177065"/>
                    </a:lnTo>
                    <a:lnTo>
                      <a:pt x="385745" y="173004"/>
                    </a:lnTo>
                    <a:lnTo>
                      <a:pt x="386801" y="168718"/>
                    </a:lnTo>
                    <a:lnTo>
                      <a:pt x="387156" y="164317"/>
                    </a:lnTo>
                    <a:lnTo>
                      <a:pt x="387156" y="27432"/>
                    </a:lnTo>
                    <a:lnTo>
                      <a:pt x="386801" y="23031"/>
                    </a:lnTo>
                    <a:lnTo>
                      <a:pt x="385745" y="18745"/>
                    </a:lnTo>
                    <a:lnTo>
                      <a:pt x="384014" y="14683"/>
                    </a:lnTo>
                    <a:lnTo>
                      <a:pt x="381655" y="10952"/>
                    </a:lnTo>
                    <a:lnTo>
                      <a:pt x="378727" y="7647"/>
                    </a:lnTo>
                    <a:lnTo>
                      <a:pt x="375308" y="4855"/>
                    </a:lnTo>
                    <a:lnTo>
                      <a:pt x="371484" y="2648"/>
                    </a:lnTo>
                    <a:lnTo>
                      <a:pt x="367357" y="1083"/>
                    </a:lnTo>
                    <a:lnTo>
                      <a:pt x="363031" y="200"/>
                    </a:lnTo>
                    <a:lnTo>
                      <a:pt x="35972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06" name="tx518">
                <a:extLst>
                  <a:ext uri="{FF2B5EF4-FFF2-40B4-BE49-F238E27FC236}">
                    <a16:creationId xmlns:a16="http://schemas.microsoft.com/office/drawing/2014/main" id="{5D12E92C-8FAE-B1E1-F077-51053C5294C1}"/>
                  </a:ext>
                </a:extLst>
              </p:cNvPr>
              <p:cNvSpPr/>
              <p:nvPr/>
            </p:nvSpPr>
            <p:spPr>
              <a:xfrm>
                <a:off x="11244285" y="7452735"/>
                <a:ext cx="29571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KUR</a:t>
                </a:r>
              </a:p>
            </p:txBody>
          </p:sp>
          <p:sp>
            <p:nvSpPr>
              <p:cNvPr id="2807" name="pg519">
                <a:extLst>
                  <a:ext uri="{FF2B5EF4-FFF2-40B4-BE49-F238E27FC236}">
                    <a16:creationId xmlns:a16="http://schemas.microsoft.com/office/drawing/2014/main" id="{E974E248-598B-9CBB-CF4C-4E456CC18EEE}"/>
                  </a:ext>
                </a:extLst>
              </p:cNvPr>
              <p:cNvSpPr/>
              <p:nvPr/>
            </p:nvSpPr>
            <p:spPr>
              <a:xfrm>
                <a:off x="10849824" y="5809572"/>
                <a:ext cx="343082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43082" h="191749">
                    <a:moveTo>
                      <a:pt x="27431" y="191749"/>
                    </a:moveTo>
                    <a:lnTo>
                      <a:pt x="315650" y="191749"/>
                    </a:lnTo>
                    <a:lnTo>
                      <a:pt x="314546" y="191727"/>
                    </a:lnTo>
                    <a:lnTo>
                      <a:pt x="318957" y="191549"/>
                    </a:lnTo>
                    <a:lnTo>
                      <a:pt x="323282" y="190666"/>
                    </a:lnTo>
                    <a:lnTo>
                      <a:pt x="327410" y="189101"/>
                    </a:lnTo>
                    <a:lnTo>
                      <a:pt x="331234" y="186893"/>
                    </a:lnTo>
                    <a:lnTo>
                      <a:pt x="334653" y="184101"/>
                    </a:lnTo>
                    <a:lnTo>
                      <a:pt x="337581" y="180797"/>
                    </a:lnTo>
                    <a:lnTo>
                      <a:pt x="339940" y="177065"/>
                    </a:lnTo>
                    <a:lnTo>
                      <a:pt x="341671" y="173004"/>
                    </a:lnTo>
                    <a:lnTo>
                      <a:pt x="342727" y="168718"/>
                    </a:lnTo>
                    <a:lnTo>
                      <a:pt x="343082" y="164317"/>
                    </a:lnTo>
                    <a:lnTo>
                      <a:pt x="343082" y="27432"/>
                    </a:lnTo>
                    <a:lnTo>
                      <a:pt x="342727" y="23031"/>
                    </a:lnTo>
                    <a:lnTo>
                      <a:pt x="341671" y="18745"/>
                    </a:lnTo>
                    <a:lnTo>
                      <a:pt x="339940" y="14683"/>
                    </a:lnTo>
                    <a:lnTo>
                      <a:pt x="337581" y="10952"/>
                    </a:lnTo>
                    <a:lnTo>
                      <a:pt x="334653" y="7647"/>
                    </a:lnTo>
                    <a:lnTo>
                      <a:pt x="331234" y="4855"/>
                    </a:lnTo>
                    <a:lnTo>
                      <a:pt x="327410" y="2648"/>
                    </a:lnTo>
                    <a:lnTo>
                      <a:pt x="323282" y="1083"/>
                    </a:lnTo>
                    <a:lnTo>
                      <a:pt x="318957" y="200"/>
                    </a:lnTo>
                    <a:lnTo>
                      <a:pt x="31565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08" name="tx520">
                <a:extLst>
                  <a:ext uri="{FF2B5EF4-FFF2-40B4-BE49-F238E27FC236}">
                    <a16:creationId xmlns:a16="http://schemas.microsoft.com/office/drawing/2014/main" id="{AAB72650-75C2-538B-7FA0-D647E955BA3C}"/>
                  </a:ext>
                </a:extLst>
              </p:cNvPr>
              <p:cNvSpPr/>
              <p:nvPr/>
            </p:nvSpPr>
            <p:spPr>
              <a:xfrm>
                <a:off x="10895544" y="5855292"/>
                <a:ext cx="251642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VAT</a:t>
                </a:r>
              </a:p>
            </p:txBody>
          </p:sp>
          <p:sp>
            <p:nvSpPr>
              <p:cNvPr id="2809" name="pg521">
                <a:extLst>
                  <a:ext uri="{FF2B5EF4-FFF2-40B4-BE49-F238E27FC236}">
                    <a16:creationId xmlns:a16="http://schemas.microsoft.com/office/drawing/2014/main" id="{C5A86821-AD2E-D734-573D-76728F1713F0}"/>
                  </a:ext>
                </a:extLst>
              </p:cNvPr>
              <p:cNvSpPr/>
              <p:nvPr/>
            </p:nvSpPr>
            <p:spPr>
              <a:xfrm>
                <a:off x="10713917" y="6425353"/>
                <a:ext cx="317296" cy="191749"/>
              </a:xfrm>
              <a:custGeom>
                <a:avLst/>
                <a:gdLst/>
                <a:ahLst/>
                <a:cxnLst/>
                <a:rect l="0" t="0" r="0" b="0"/>
                <a:pathLst>
                  <a:path w="317296" h="191749">
                    <a:moveTo>
                      <a:pt x="27431" y="191749"/>
                    </a:moveTo>
                    <a:lnTo>
                      <a:pt x="289864" y="191749"/>
                    </a:lnTo>
                    <a:lnTo>
                      <a:pt x="288760" y="191727"/>
                    </a:lnTo>
                    <a:lnTo>
                      <a:pt x="293171" y="191549"/>
                    </a:lnTo>
                    <a:lnTo>
                      <a:pt x="297496" y="190666"/>
                    </a:lnTo>
                    <a:lnTo>
                      <a:pt x="301624" y="189101"/>
                    </a:lnTo>
                    <a:lnTo>
                      <a:pt x="305447" y="186893"/>
                    </a:lnTo>
                    <a:lnTo>
                      <a:pt x="308867" y="184101"/>
                    </a:lnTo>
                    <a:lnTo>
                      <a:pt x="311795" y="180797"/>
                    </a:lnTo>
                    <a:lnTo>
                      <a:pt x="314154" y="177065"/>
                    </a:lnTo>
                    <a:lnTo>
                      <a:pt x="315885" y="173004"/>
                    </a:lnTo>
                    <a:lnTo>
                      <a:pt x="316941" y="168718"/>
                    </a:lnTo>
                    <a:lnTo>
                      <a:pt x="317296" y="164317"/>
                    </a:lnTo>
                    <a:lnTo>
                      <a:pt x="317296" y="27431"/>
                    </a:lnTo>
                    <a:lnTo>
                      <a:pt x="316941" y="23031"/>
                    </a:lnTo>
                    <a:lnTo>
                      <a:pt x="315885" y="18745"/>
                    </a:lnTo>
                    <a:lnTo>
                      <a:pt x="314154" y="14683"/>
                    </a:lnTo>
                    <a:lnTo>
                      <a:pt x="311795" y="10952"/>
                    </a:lnTo>
                    <a:lnTo>
                      <a:pt x="308867" y="7647"/>
                    </a:lnTo>
                    <a:lnTo>
                      <a:pt x="305447" y="4855"/>
                    </a:lnTo>
                    <a:lnTo>
                      <a:pt x="301624" y="2648"/>
                    </a:lnTo>
                    <a:lnTo>
                      <a:pt x="297496" y="1083"/>
                    </a:lnTo>
                    <a:lnTo>
                      <a:pt x="293171" y="200"/>
                    </a:lnTo>
                    <a:lnTo>
                      <a:pt x="289864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317"/>
                    </a:lnTo>
                    <a:lnTo>
                      <a:pt x="88" y="162110"/>
                    </a:lnTo>
                    <a:lnTo>
                      <a:pt x="88" y="166525"/>
                    </a:lnTo>
                    <a:lnTo>
                      <a:pt x="797" y="170882"/>
                    </a:lnTo>
                    <a:lnTo>
                      <a:pt x="2195" y="175070"/>
                    </a:lnTo>
                    <a:lnTo>
                      <a:pt x="4246" y="178979"/>
                    </a:lnTo>
                    <a:lnTo>
                      <a:pt x="6898" y="182508"/>
                    </a:lnTo>
                    <a:lnTo>
                      <a:pt x="10082" y="185566"/>
                    </a:lnTo>
                    <a:lnTo>
                      <a:pt x="13716" y="188074"/>
                    </a:lnTo>
                    <a:lnTo>
                      <a:pt x="17704" y="189967"/>
                    </a:lnTo>
                    <a:lnTo>
                      <a:pt x="21944" y="191195"/>
                    </a:lnTo>
                    <a:lnTo>
                      <a:pt x="26327" y="191727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10" name="tx522">
                <a:extLst>
                  <a:ext uri="{FF2B5EF4-FFF2-40B4-BE49-F238E27FC236}">
                    <a16:creationId xmlns:a16="http://schemas.microsoft.com/office/drawing/2014/main" id="{0AE290E4-F1BE-E978-27D9-AE68DE337256}"/>
                  </a:ext>
                </a:extLst>
              </p:cNvPr>
              <p:cNvSpPr/>
              <p:nvPr/>
            </p:nvSpPr>
            <p:spPr>
              <a:xfrm>
                <a:off x="10759637" y="6471073"/>
                <a:ext cx="225856" cy="10030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3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VIK</a:t>
                </a:r>
              </a:p>
            </p:txBody>
          </p:sp>
          <p:sp>
            <p:nvSpPr>
              <p:cNvPr id="2811" name="rc523">
                <a:extLst>
                  <a:ext uri="{FF2B5EF4-FFF2-40B4-BE49-F238E27FC236}">
                    <a16:creationId xmlns:a16="http://schemas.microsoft.com/office/drawing/2014/main" id="{C0434B6C-A038-F84E-BE9D-100B641DEAC4}"/>
                  </a:ext>
                </a:extLst>
              </p:cNvPr>
              <p:cNvSpPr/>
              <p:nvPr/>
            </p:nvSpPr>
            <p:spPr>
              <a:xfrm>
                <a:off x="10581290" y="5146753"/>
                <a:ext cx="2184636" cy="2846169"/>
              </a:xfrm>
              <a:prstGeom prst="rect">
                <a:avLst/>
              </a:prstGeom>
              <a:noFill/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12" name="tx524">
                <a:extLst>
                  <a:ext uri="{FF2B5EF4-FFF2-40B4-BE49-F238E27FC236}">
                    <a16:creationId xmlns:a16="http://schemas.microsoft.com/office/drawing/2014/main" id="{8037217E-7550-F64C-0381-290628E4F587}"/>
                  </a:ext>
                </a:extLst>
              </p:cNvPr>
              <p:cNvSpPr/>
              <p:nvPr/>
            </p:nvSpPr>
            <p:spPr>
              <a:xfrm>
                <a:off x="10268937" y="7822860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54</a:t>
                </a:r>
              </a:p>
            </p:txBody>
          </p:sp>
          <p:sp>
            <p:nvSpPr>
              <p:cNvPr id="2813" name="tx525">
                <a:extLst>
                  <a:ext uri="{FF2B5EF4-FFF2-40B4-BE49-F238E27FC236}">
                    <a16:creationId xmlns:a16="http://schemas.microsoft.com/office/drawing/2014/main" id="{04E6663E-C776-D500-8764-FA52EED1794C}"/>
                  </a:ext>
                </a:extLst>
              </p:cNvPr>
              <p:cNvSpPr/>
              <p:nvPr/>
            </p:nvSpPr>
            <p:spPr>
              <a:xfrm>
                <a:off x="10393295" y="78043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14" name="tx526">
                <a:extLst>
                  <a:ext uri="{FF2B5EF4-FFF2-40B4-BE49-F238E27FC236}">
                    <a16:creationId xmlns:a16="http://schemas.microsoft.com/office/drawing/2014/main" id="{990505EF-C433-F9A3-3A44-B0A178BCB67D}"/>
                  </a:ext>
                </a:extLst>
              </p:cNvPr>
              <p:cNvSpPr/>
              <p:nvPr/>
            </p:nvSpPr>
            <p:spPr>
              <a:xfrm>
                <a:off x="10438009" y="7822860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815" name="tx527">
                <a:extLst>
                  <a:ext uri="{FF2B5EF4-FFF2-40B4-BE49-F238E27FC236}">
                    <a16:creationId xmlns:a16="http://schemas.microsoft.com/office/drawing/2014/main" id="{A6D17144-ACA9-9C59-328A-37AAD665119A}"/>
                  </a:ext>
                </a:extLst>
              </p:cNvPr>
              <p:cNvSpPr/>
              <p:nvPr/>
            </p:nvSpPr>
            <p:spPr>
              <a:xfrm>
                <a:off x="10268937" y="745322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55</a:t>
                </a:r>
              </a:p>
            </p:txBody>
          </p:sp>
          <p:sp>
            <p:nvSpPr>
              <p:cNvPr id="2816" name="tx528">
                <a:extLst>
                  <a:ext uri="{FF2B5EF4-FFF2-40B4-BE49-F238E27FC236}">
                    <a16:creationId xmlns:a16="http://schemas.microsoft.com/office/drawing/2014/main" id="{07C57A6E-EB98-1394-DE91-612F40105BD9}"/>
                  </a:ext>
                </a:extLst>
              </p:cNvPr>
              <p:cNvSpPr/>
              <p:nvPr/>
            </p:nvSpPr>
            <p:spPr>
              <a:xfrm>
                <a:off x="10393295" y="743475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17" name="tx529">
                <a:extLst>
                  <a:ext uri="{FF2B5EF4-FFF2-40B4-BE49-F238E27FC236}">
                    <a16:creationId xmlns:a16="http://schemas.microsoft.com/office/drawing/2014/main" id="{160CF10C-76BF-9E5A-6D08-6D82AE39571F}"/>
                  </a:ext>
                </a:extLst>
              </p:cNvPr>
              <p:cNvSpPr/>
              <p:nvPr/>
            </p:nvSpPr>
            <p:spPr>
              <a:xfrm>
                <a:off x="10438009" y="745322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818" name="tx530">
                <a:extLst>
                  <a:ext uri="{FF2B5EF4-FFF2-40B4-BE49-F238E27FC236}">
                    <a16:creationId xmlns:a16="http://schemas.microsoft.com/office/drawing/2014/main" id="{F9CD8F6B-9214-4499-01A8-19C0895795A2}"/>
                  </a:ext>
                </a:extLst>
              </p:cNvPr>
              <p:cNvSpPr/>
              <p:nvPr/>
            </p:nvSpPr>
            <p:spPr>
              <a:xfrm>
                <a:off x="10268937" y="708377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56</a:t>
                </a:r>
              </a:p>
            </p:txBody>
          </p:sp>
          <p:sp>
            <p:nvSpPr>
              <p:cNvPr id="2819" name="tx531">
                <a:extLst>
                  <a:ext uri="{FF2B5EF4-FFF2-40B4-BE49-F238E27FC236}">
                    <a16:creationId xmlns:a16="http://schemas.microsoft.com/office/drawing/2014/main" id="{34976556-8F97-12B6-2E81-C44054A7403B}"/>
                  </a:ext>
                </a:extLst>
              </p:cNvPr>
              <p:cNvSpPr/>
              <p:nvPr/>
            </p:nvSpPr>
            <p:spPr>
              <a:xfrm>
                <a:off x="10393295" y="706530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20" name="tx532">
                <a:extLst>
                  <a:ext uri="{FF2B5EF4-FFF2-40B4-BE49-F238E27FC236}">
                    <a16:creationId xmlns:a16="http://schemas.microsoft.com/office/drawing/2014/main" id="{D62504E6-EDCD-9378-6B60-648F0130DDDE}"/>
                  </a:ext>
                </a:extLst>
              </p:cNvPr>
              <p:cNvSpPr/>
              <p:nvPr/>
            </p:nvSpPr>
            <p:spPr>
              <a:xfrm>
                <a:off x="10438009" y="7083778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821" name="tx533">
                <a:extLst>
                  <a:ext uri="{FF2B5EF4-FFF2-40B4-BE49-F238E27FC236}">
                    <a16:creationId xmlns:a16="http://schemas.microsoft.com/office/drawing/2014/main" id="{D9E14010-6127-B7BB-C5FA-ECFFAE10C67D}"/>
                  </a:ext>
                </a:extLst>
              </p:cNvPr>
              <p:cNvSpPr/>
              <p:nvPr/>
            </p:nvSpPr>
            <p:spPr>
              <a:xfrm>
                <a:off x="10268937" y="6713963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57</a:t>
                </a:r>
              </a:p>
            </p:txBody>
          </p:sp>
          <p:sp>
            <p:nvSpPr>
              <p:cNvPr id="2822" name="tx534">
                <a:extLst>
                  <a:ext uri="{FF2B5EF4-FFF2-40B4-BE49-F238E27FC236}">
                    <a16:creationId xmlns:a16="http://schemas.microsoft.com/office/drawing/2014/main" id="{5C84E66E-41AB-63C7-F7E6-936E8AFBE817}"/>
                  </a:ext>
                </a:extLst>
              </p:cNvPr>
              <p:cNvSpPr/>
              <p:nvPr/>
            </p:nvSpPr>
            <p:spPr>
              <a:xfrm>
                <a:off x="10393295" y="6695492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23" name="tx535">
                <a:extLst>
                  <a:ext uri="{FF2B5EF4-FFF2-40B4-BE49-F238E27FC236}">
                    <a16:creationId xmlns:a16="http://schemas.microsoft.com/office/drawing/2014/main" id="{EC0EFA4B-A645-D2E6-F210-211F3B4D7409}"/>
                  </a:ext>
                </a:extLst>
              </p:cNvPr>
              <p:cNvSpPr/>
              <p:nvPr/>
            </p:nvSpPr>
            <p:spPr>
              <a:xfrm>
                <a:off x="10438009" y="6713963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824" name="tx536">
                <a:extLst>
                  <a:ext uri="{FF2B5EF4-FFF2-40B4-BE49-F238E27FC236}">
                    <a16:creationId xmlns:a16="http://schemas.microsoft.com/office/drawing/2014/main" id="{CEB6A1EE-D7FF-FDC6-FC24-F0EE2825CC39}"/>
                  </a:ext>
                </a:extLst>
              </p:cNvPr>
              <p:cNvSpPr/>
              <p:nvPr/>
            </p:nvSpPr>
            <p:spPr>
              <a:xfrm>
                <a:off x="10268937" y="6344514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58</a:t>
                </a:r>
              </a:p>
            </p:txBody>
          </p:sp>
          <p:sp>
            <p:nvSpPr>
              <p:cNvPr id="2825" name="tx537">
                <a:extLst>
                  <a:ext uri="{FF2B5EF4-FFF2-40B4-BE49-F238E27FC236}">
                    <a16:creationId xmlns:a16="http://schemas.microsoft.com/office/drawing/2014/main" id="{1636A764-23FB-C33E-0A81-7A820727F2B7}"/>
                  </a:ext>
                </a:extLst>
              </p:cNvPr>
              <p:cNvSpPr/>
              <p:nvPr/>
            </p:nvSpPr>
            <p:spPr>
              <a:xfrm>
                <a:off x="10393295" y="6326043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26" name="tx538">
                <a:extLst>
                  <a:ext uri="{FF2B5EF4-FFF2-40B4-BE49-F238E27FC236}">
                    <a16:creationId xmlns:a16="http://schemas.microsoft.com/office/drawing/2014/main" id="{60C3C9F5-30A7-42EA-08F1-6CC39D22722F}"/>
                  </a:ext>
                </a:extLst>
              </p:cNvPr>
              <p:cNvSpPr/>
              <p:nvPr/>
            </p:nvSpPr>
            <p:spPr>
              <a:xfrm>
                <a:off x="10438009" y="6344514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827" name="tx539">
                <a:extLst>
                  <a:ext uri="{FF2B5EF4-FFF2-40B4-BE49-F238E27FC236}">
                    <a16:creationId xmlns:a16="http://schemas.microsoft.com/office/drawing/2014/main" id="{FD69E7C6-F183-9A8F-BE59-C524D1794A59}"/>
                  </a:ext>
                </a:extLst>
              </p:cNvPr>
              <p:cNvSpPr/>
              <p:nvPr/>
            </p:nvSpPr>
            <p:spPr>
              <a:xfrm>
                <a:off x="10268937" y="5974881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59</a:t>
                </a:r>
              </a:p>
            </p:txBody>
          </p:sp>
          <p:sp>
            <p:nvSpPr>
              <p:cNvPr id="2828" name="tx540">
                <a:extLst>
                  <a:ext uri="{FF2B5EF4-FFF2-40B4-BE49-F238E27FC236}">
                    <a16:creationId xmlns:a16="http://schemas.microsoft.com/office/drawing/2014/main" id="{2147082C-7A0D-D330-DB04-AE9456F89522}"/>
                  </a:ext>
                </a:extLst>
              </p:cNvPr>
              <p:cNvSpPr/>
              <p:nvPr/>
            </p:nvSpPr>
            <p:spPr>
              <a:xfrm>
                <a:off x="10393295" y="595641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29" name="tx541">
                <a:extLst>
                  <a:ext uri="{FF2B5EF4-FFF2-40B4-BE49-F238E27FC236}">
                    <a16:creationId xmlns:a16="http://schemas.microsoft.com/office/drawing/2014/main" id="{EAD19112-0188-63AF-98F3-0D2CF26CD879}"/>
                  </a:ext>
                </a:extLst>
              </p:cNvPr>
              <p:cNvSpPr/>
              <p:nvPr/>
            </p:nvSpPr>
            <p:spPr>
              <a:xfrm>
                <a:off x="10438009" y="5974881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830" name="tx542">
                <a:extLst>
                  <a:ext uri="{FF2B5EF4-FFF2-40B4-BE49-F238E27FC236}">
                    <a16:creationId xmlns:a16="http://schemas.microsoft.com/office/drawing/2014/main" id="{594F7B23-22B3-36E4-9B37-DFE2041773E9}"/>
                  </a:ext>
                </a:extLst>
              </p:cNvPr>
              <p:cNvSpPr/>
              <p:nvPr/>
            </p:nvSpPr>
            <p:spPr>
              <a:xfrm>
                <a:off x="10268937" y="5605249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60</a:t>
                </a:r>
              </a:p>
            </p:txBody>
          </p:sp>
          <p:sp>
            <p:nvSpPr>
              <p:cNvPr id="2831" name="tx543">
                <a:extLst>
                  <a:ext uri="{FF2B5EF4-FFF2-40B4-BE49-F238E27FC236}">
                    <a16:creationId xmlns:a16="http://schemas.microsoft.com/office/drawing/2014/main" id="{672FD7B5-EE4A-26D0-F54D-2BCC88484EB7}"/>
                  </a:ext>
                </a:extLst>
              </p:cNvPr>
              <p:cNvSpPr/>
              <p:nvPr/>
            </p:nvSpPr>
            <p:spPr>
              <a:xfrm>
                <a:off x="10393295" y="558677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32" name="tx544">
                <a:extLst>
                  <a:ext uri="{FF2B5EF4-FFF2-40B4-BE49-F238E27FC236}">
                    <a16:creationId xmlns:a16="http://schemas.microsoft.com/office/drawing/2014/main" id="{0C47F6A4-B13C-680D-F691-41EDEC037BB6}"/>
                  </a:ext>
                </a:extLst>
              </p:cNvPr>
              <p:cNvSpPr/>
              <p:nvPr/>
            </p:nvSpPr>
            <p:spPr>
              <a:xfrm>
                <a:off x="10438009" y="5605249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833" name="tx545">
                <a:extLst>
                  <a:ext uri="{FF2B5EF4-FFF2-40B4-BE49-F238E27FC236}">
                    <a16:creationId xmlns:a16="http://schemas.microsoft.com/office/drawing/2014/main" id="{F3D0A31F-FF2C-23E2-DFEF-FC65C233887D}"/>
                  </a:ext>
                </a:extLst>
              </p:cNvPr>
              <p:cNvSpPr/>
              <p:nvPr/>
            </p:nvSpPr>
            <p:spPr>
              <a:xfrm>
                <a:off x="10268937" y="5235617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61</a:t>
                </a:r>
              </a:p>
            </p:txBody>
          </p:sp>
          <p:sp>
            <p:nvSpPr>
              <p:cNvPr id="2834" name="tx546">
                <a:extLst>
                  <a:ext uri="{FF2B5EF4-FFF2-40B4-BE49-F238E27FC236}">
                    <a16:creationId xmlns:a16="http://schemas.microsoft.com/office/drawing/2014/main" id="{21221F65-553B-0082-9199-D0529DDE180D}"/>
                  </a:ext>
                </a:extLst>
              </p:cNvPr>
              <p:cNvSpPr/>
              <p:nvPr/>
            </p:nvSpPr>
            <p:spPr>
              <a:xfrm>
                <a:off x="10393295" y="5217146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35" name="tx547">
                <a:extLst>
                  <a:ext uri="{FF2B5EF4-FFF2-40B4-BE49-F238E27FC236}">
                    <a16:creationId xmlns:a16="http://schemas.microsoft.com/office/drawing/2014/main" id="{66929606-AF0B-3A6E-D688-639109077C9D}"/>
                  </a:ext>
                </a:extLst>
              </p:cNvPr>
              <p:cNvSpPr/>
              <p:nvPr/>
            </p:nvSpPr>
            <p:spPr>
              <a:xfrm>
                <a:off x="10438009" y="5235617"/>
                <a:ext cx="80650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N</a:t>
                </a:r>
              </a:p>
            </p:txBody>
          </p:sp>
          <p:sp>
            <p:nvSpPr>
              <p:cNvPr id="2836" name="pl548">
                <a:extLst>
                  <a:ext uri="{FF2B5EF4-FFF2-40B4-BE49-F238E27FC236}">
                    <a16:creationId xmlns:a16="http://schemas.microsoft.com/office/drawing/2014/main" id="{B3617A5F-1964-77A9-2550-FD3A09A8AC56}"/>
                  </a:ext>
                </a:extLst>
              </p:cNvPr>
              <p:cNvSpPr/>
              <p:nvPr/>
            </p:nvSpPr>
            <p:spPr>
              <a:xfrm>
                <a:off x="10546495" y="786355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37" name="pl549">
                <a:extLst>
                  <a:ext uri="{FF2B5EF4-FFF2-40B4-BE49-F238E27FC236}">
                    <a16:creationId xmlns:a16="http://schemas.microsoft.com/office/drawing/2014/main" id="{9AA4979E-B0B2-037E-3C31-3AF0EF7E1899}"/>
                  </a:ext>
                </a:extLst>
              </p:cNvPr>
              <p:cNvSpPr/>
              <p:nvPr/>
            </p:nvSpPr>
            <p:spPr>
              <a:xfrm>
                <a:off x="10546495" y="749391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38" name="pl550">
                <a:extLst>
                  <a:ext uri="{FF2B5EF4-FFF2-40B4-BE49-F238E27FC236}">
                    <a16:creationId xmlns:a16="http://schemas.microsoft.com/office/drawing/2014/main" id="{6D3BAAD5-5CFA-ADC1-67BB-ABAE2AAE1079}"/>
                  </a:ext>
                </a:extLst>
              </p:cNvPr>
              <p:cNvSpPr/>
              <p:nvPr/>
            </p:nvSpPr>
            <p:spPr>
              <a:xfrm>
                <a:off x="10546495" y="7124286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39" name="pl551">
                <a:extLst>
                  <a:ext uri="{FF2B5EF4-FFF2-40B4-BE49-F238E27FC236}">
                    <a16:creationId xmlns:a16="http://schemas.microsoft.com/office/drawing/2014/main" id="{C4CED217-AFB8-04BF-4F48-F35A920492DD}"/>
                  </a:ext>
                </a:extLst>
              </p:cNvPr>
              <p:cNvSpPr/>
              <p:nvPr/>
            </p:nvSpPr>
            <p:spPr>
              <a:xfrm>
                <a:off x="10546495" y="6754654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0" name="pl552">
                <a:extLst>
                  <a:ext uri="{FF2B5EF4-FFF2-40B4-BE49-F238E27FC236}">
                    <a16:creationId xmlns:a16="http://schemas.microsoft.com/office/drawing/2014/main" id="{6195B4C5-1CC2-426A-DA09-2C22CA0FA875}"/>
                  </a:ext>
                </a:extLst>
              </p:cNvPr>
              <p:cNvSpPr/>
              <p:nvPr/>
            </p:nvSpPr>
            <p:spPr>
              <a:xfrm>
                <a:off x="10546495" y="6385022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1" name="pl553">
                <a:extLst>
                  <a:ext uri="{FF2B5EF4-FFF2-40B4-BE49-F238E27FC236}">
                    <a16:creationId xmlns:a16="http://schemas.microsoft.com/office/drawing/2014/main" id="{09CD9914-1504-5734-14C4-D16FD4B28CB5}"/>
                  </a:ext>
                </a:extLst>
              </p:cNvPr>
              <p:cNvSpPr/>
              <p:nvPr/>
            </p:nvSpPr>
            <p:spPr>
              <a:xfrm>
                <a:off x="10546495" y="6015389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2" name="pl554">
                <a:extLst>
                  <a:ext uri="{FF2B5EF4-FFF2-40B4-BE49-F238E27FC236}">
                    <a16:creationId xmlns:a16="http://schemas.microsoft.com/office/drawing/2014/main" id="{16330C25-B2B4-EA4B-F724-79BC0CC150D7}"/>
                  </a:ext>
                </a:extLst>
              </p:cNvPr>
              <p:cNvSpPr/>
              <p:nvPr/>
            </p:nvSpPr>
            <p:spPr>
              <a:xfrm>
                <a:off x="10546495" y="5645757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3" name="pl555">
                <a:extLst>
                  <a:ext uri="{FF2B5EF4-FFF2-40B4-BE49-F238E27FC236}">
                    <a16:creationId xmlns:a16="http://schemas.microsoft.com/office/drawing/2014/main" id="{035D9D51-B20C-AE14-A508-ACA1A9EB6156}"/>
                  </a:ext>
                </a:extLst>
              </p:cNvPr>
              <p:cNvSpPr/>
              <p:nvPr/>
            </p:nvSpPr>
            <p:spPr>
              <a:xfrm>
                <a:off x="10546495" y="5276124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4" name="pl556">
                <a:extLst>
                  <a:ext uri="{FF2B5EF4-FFF2-40B4-BE49-F238E27FC236}">
                    <a16:creationId xmlns:a16="http://schemas.microsoft.com/office/drawing/2014/main" id="{24C583EF-D1C7-4E5E-19FD-F349933FF858}"/>
                  </a:ext>
                </a:extLst>
              </p:cNvPr>
              <p:cNvSpPr/>
              <p:nvPr/>
            </p:nvSpPr>
            <p:spPr>
              <a:xfrm>
                <a:off x="10680591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5" name="pl557">
                <a:extLst>
                  <a:ext uri="{FF2B5EF4-FFF2-40B4-BE49-F238E27FC236}">
                    <a16:creationId xmlns:a16="http://schemas.microsoft.com/office/drawing/2014/main" id="{789B30BE-370F-8E48-568F-62C645606406}"/>
                  </a:ext>
                </a:extLst>
              </p:cNvPr>
              <p:cNvSpPr/>
              <p:nvPr/>
            </p:nvSpPr>
            <p:spPr>
              <a:xfrm>
                <a:off x="11077798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6" name="pl558">
                <a:extLst>
                  <a:ext uri="{FF2B5EF4-FFF2-40B4-BE49-F238E27FC236}">
                    <a16:creationId xmlns:a16="http://schemas.microsoft.com/office/drawing/2014/main" id="{2029A1D4-3730-7E95-E308-E27308628D36}"/>
                  </a:ext>
                </a:extLst>
              </p:cNvPr>
              <p:cNvSpPr/>
              <p:nvPr/>
            </p:nvSpPr>
            <p:spPr>
              <a:xfrm>
                <a:off x="11475005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7" name="pl559">
                <a:extLst>
                  <a:ext uri="{FF2B5EF4-FFF2-40B4-BE49-F238E27FC236}">
                    <a16:creationId xmlns:a16="http://schemas.microsoft.com/office/drawing/2014/main" id="{0892F7B8-AD32-BBDC-8A7E-80A62F7C5E63}"/>
                  </a:ext>
                </a:extLst>
              </p:cNvPr>
              <p:cNvSpPr/>
              <p:nvPr/>
            </p:nvSpPr>
            <p:spPr>
              <a:xfrm>
                <a:off x="11872211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8" name="pl560">
                <a:extLst>
                  <a:ext uri="{FF2B5EF4-FFF2-40B4-BE49-F238E27FC236}">
                    <a16:creationId xmlns:a16="http://schemas.microsoft.com/office/drawing/2014/main" id="{13446283-E847-09C7-64A7-AE9A1CC6675E}"/>
                  </a:ext>
                </a:extLst>
              </p:cNvPr>
              <p:cNvSpPr/>
              <p:nvPr/>
            </p:nvSpPr>
            <p:spPr>
              <a:xfrm>
                <a:off x="12269418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49" name="pl561">
                <a:extLst>
                  <a:ext uri="{FF2B5EF4-FFF2-40B4-BE49-F238E27FC236}">
                    <a16:creationId xmlns:a16="http://schemas.microsoft.com/office/drawing/2014/main" id="{A475ADCA-A3AF-7F21-9A88-3C8917732771}"/>
                  </a:ext>
                </a:extLst>
              </p:cNvPr>
              <p:cNvSpPr/>
              <p:nvPr/>
            </p:nvSpPr>
            <p:spPr>
              <a:xfrm>
                <a:off x="12666624" y="7992922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50" name="tx562">
                <a:extLst>
                  <a:ext uri="{FF2B5EF4-FFF2-40B4-BE49-F238E27FC236}">
                    <a16:creationId xmlns:a16="http://schemas.microsoft.com/office/drawing/2014/main" id="{3A1028DC-BF70-A61A-41F9-A3B9C7EEB2EC}"/>
                  </a:ext>
                </a:extLst>
              </p:cNvPr>
              <p:cNvSpPr/>
              <p:nvPr/>
            </p:nvSpPr>
            <p:spPr>
              <a:xfrm>
                <a:off x="10558793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10</a:t>
                </a:r>
              </a:p>
            </p:txBody>
          </p:sp>
          <p:sp>
            <p:nvSpPr>
              <p:cNvPr id="2851" name="tx563">
                <a:extLst>
                  <a:ext uri="{FF2B5EF4-FFF2-40B4-BE49-F238E27FC236}">
                    <a16:creationId xmlns:a16="http://schemas.microsoft.com/office/drawing/2014/main" id="{EAC32D7C-9ED1-605D-BDF5-5F9E296E6D27}"/>
                  </a:ext>
                </a:extLst>
              </p:cNvPr>
              <p:cNvSpPr/>
              <p:nvPr/>
            </p:nvSpPr>
            <p:spPr>
              <a:xfrm>
                <a:off x="10683152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52" name="tx564">
                <a:extLst>
                  <a:ext uri="{FF2B5EF4-FFF2-40B4-BE49-F238E27FC236}">
                    <a16:creationId xmlns:a16="http://schemas.microsoft.com/office/drawing/2014/main" id="{AD133953-D287-B1EB-A132-A8C38D84EEF4}"/>
                  </a:ext>
                </a:extLst>
              </p:cNvPr>
              <p:cNvSpPr/>
              <p:nvPr/>
            </p:nvSpPr>
            <p:spPr>
              <a:xfrm>
                <a:off x="10727866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853" name="tx565">
                <a:extLst>
                  <a:ext uri="{FF2B5EF4-FFF2-40B4-BE49-F238E27FC236}">
                    <a16:creationId xmlns:a16="http://schemas.microsoft.com/office/drawing/2014/main" id="{4A8BD6AB-0683-8D2C-04B3-7E4DAB433C48}"/>
                  </a:ext>
                </a:extLst>
              </p:cNvPr>
              <p:cNvSpPr/>
              <p:nvPr/>
            </p:nvSpPr>
            <p:spPr>
              <a:xfrm>
                <a:off x="10956000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12</a:t>
                </a:r>
              </a:p>
            </p:txBody>
          </p:sp>
          <p:sp>
            <p:nvSpPr>
              <p:cNvPr id="2854" name="tx566">
                <a:extLst>
                  <a:ext uri="{FF2B5EF4-FFF2-40B4-BE49-F238E27FC236}">
                    <a16:creationId xmlns:a16="http://schemas.microsoft.com/office/drawing/2014/main" id="{58CF125B-36DB-CBD6-A07D-387883975A46}"/>
                  </a:ext>
                </a:extLst>
              </p:cNvPr>
              <p:cNvSpPr/>
              <p:nvPr/>
            </p:nvSpPr>
            <p:spPr>
              <a:xfrm>
                <a:off x="11080358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55" name="tx567">
                <a:extLst>
                  <a:ext uri="{FF2B5EF4-FFF2-40B4-BE49-F238E27FC236}">
                    <a16:creationId xmlns:a16="http://schemas.microsoft.com/office/drawing/2014/main" id="{D7DB821C-B066-927A-F07E-7184DD717B12}"/>
                  </a:ext>
                </a:extLst>
              </p:cNvPr>
              <p:cNvSpPr/>
              <p:nvPr/>
            </p:nvSpPr>
            <p:spPr>
              <a:xfrm>
                <a:off x="11125072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856" name="tx568">
                <a:extLst>
                  <a:ext uri="{FF2B5EF4-FFF2-40B4-BE49-F238E27FC236}">
                    <a16:creationId xmlns:a16="http://schemas.microsoft.com/office/drawing/2014/main" id="{72753C11-747D-088C-A9DF-4C0F7390F72F}"/>
                  </a:ext>
                </a:extLst>
              </p:cNvPr>
              <p:cNvSpPr/>
              <p:nvPr/>
            </p:nvSpPr>
            <p:spPr>
              <a:xfrm>
                <a:off x="11353206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14</a:t>
                </a:r>
              </a:p>
            </p:txBody>
          </p:sp>
          <p:sp>
            <p:nvSpPr>
              <p:cNvPr id="2857" name="tx569">
                <a:extLst>
                  <a:ext uri="{FF2B5EF4-FFF2-40B4-BE49-F238E27FC236}">
                    <a16:creationId xmlns:a16="http://schemas.microsoft.com/office/drawing/2014/main" id="{6147690E-17D4-4A28-0063-67ECFF37E758}"/>
                  </a:ext>
                </a:extLst>
              </p:cNvPr>
              <p:cNvSpPr/>
              <p:nvPr/>
            </p:nvSpPr>
            <p:spPr>
              <a:xfrm>
                <a:off x="11477565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58" name="tx570">
                <a:extLst>
                  <a:ext uri="{FF2B5EF4-FFF2-40B4-BE49-F238E27FC236}">
                    <a16:creationId xmlns:a16="http://schemas.microsoft.com/office/drawing/2014/main" id="{92BB56B4-0BEA-D80B-8535-EA012B71950B}"/>
                  </a:ext>
                </a:extLst>
              </p:cNvPr>
              <p:cNvSpPr/>
              <p:nvPr/>
            </p:nvSpPr>
            <p:spPr>
              <a:xfrm>
                <a:off x="11522279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859" name="tx571">
                <a:extLst>
                  <a:ext uri="{FF2B5EF4-FFF2-40B4-BE49-F238E27FC236}">
                    <a16:creationId xmlns:a16="http://schemas.microsoft.com/office/drawing/2014/main" id="{8C3AF6BA-9BAB-3174-AB5E-9DA8D9AFC1CE}"/>
                  </a:ext>
                </a:extLst>
              </p:cNvPr>
              <p:cNvSpPr/>
              <p:nvPr/>
            </p:nvSpPr>
            <p:spPr>
              <a:xfrm>
                <a:off x="11750413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16</a:t>
                </a:r>
              </a:p>
            </p:txBody>
          </p:sp>
          <p:sp>
            <p:nvSpPr>
              <p:cNvPr id="2860" name="tx572">
                <a:extLst>
                  <a:ext uri="{FF2B5EF4-FFF2-40B4-BE49-F238E27FC236}">
                    <a16:creationId xmlns:a16="http://schemas.microsoft.com/office/drawing/2014/main" id="{D4D7A658-A45A-9E09-D2C3-D57E92B0AB16}"/>
                  </a:ext>
                </a:extLst>
              </p:cNvPr>
              <p:cNvSpPr/>
              <p:nvPr/>
            </p:nvSpPr>
            <p:spPr>
              <a:xfrm>
                <a:off x="11874772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61" name="tx573">
                <a:extLst>
                  <a:ext uri="{FF2B5EF4-FFF2-40B4-BE49-F238E27FC236}">
                    <a16:creationId xmlns:a16="http://schemas.microsoft.com/office/drawing/2014/main" id="{4A46313A-A1FD-C88B-46A4-14D6BBCDFDED}"/>
                  </a:ext>
                </a:extLst>
              </p:cNvPr>
              <p:cNvSpPr/>
              <p:nvPr/>
            </p:nvSpPr>
            <p:spPr>
              <a:xfrm>
                <a:off x="11919486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862" name="tx574">
                <a:extLst>
                  <a:ext uri="{FF2B5EF4-FFF2-40B4-BE49-F238E27FC236}">
                    <a16:creationId xmlns:a16="http://schemas.microsoft.com/office/drawing/2014/main" id="{8F47443D-766B-3238-3E82-625D3772345E}"/>
                  </a:ext>
                </a:extLst>
              </p:cNvPr>
              <p:cNvSpPr/>
              <p:nvPr/>
            </p:nvSpPr>
            <p:spPr>
              <a:xfrm>
                <a:off x="12147620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18</a:t>
                </a:r>
              </a:p>
            </p:txBody>
          </p:sp>
          <p:sp>
            <p:nvSpPr>
              <p:cNvPr id="2863" name="tx575">
                <a:extLst>
                  <a:ext uri="{FF2B5EF4-FFF2-40B4-BE49-F238E27FC236}">
                    <a16:creationId xmlns:a16="http://schemas.microsoft.com/office/drawing/2014/main" id="{8138B25E-6208-8C4B-6EFA-D13A1DB5A6EC}"/>
                  </a:ext>
                </a:extLst>
              </p:cNvPr>
              <p:cNvSpPr/>
              <p:nvPr/>
            </p:nvSpPr>
            <p:spPr>
              <a:xfrm>
                <a:off x="12271978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64" name="tx576">
                <a:extLst>
                  <a:ext uri="{FF2B5EF4-FFF2-40B4-BE49-F238E27FC236}">
                    <a16:creationId xmlns:a16="http://schemas.microsoft.com/office/drawing/2014/main" id="{908C7CD0-B7BB-E700-07BB-C002BBBF3657}"/>
                  </a:ext>
                </a:extLst>
              </p:cNvPr>
              <p:cNvSpPr/>
              <p:nvPr/>
            </p:nvSpPr>
            <p:spPr>
              <a:xfrm>
                <a:off x="12316692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865" name="tx577">
                <a:extLst>
                  <a:ext uri="{FF2B5EF4-FFF2-40B4-BE49-F238E27FC236}">
                    <a16:creationId xmlns:a16="http://schemas.microsoft.com/office/drawing/2014/main" id="{523ED83A-26EE-649D-2683-9EC37EC43E4E}"/>
                  </a:ext>
                </a:extLst>
              </p:cNvPr>
              <p:cNvSpPr/>
              <p:nvPr/>
            </p:nvSpPr>
            <p:spPr>
              <a:xfrm>
                <a:off x="12544826" y="8055918"/>
                <a:ext cx="124358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20</a:t>
                </a:r>
              </a:p>
            </p:txBody>
          </p:sp>
          <p:sp>
            <p:nvSpPr>
              <p:cNvPr id="2866" name="tx578">
                <a:extLst>
                  <a:ext uri="{FF2B5EF4-FFF2-40B4-BE49-F238E27FC236}">
                    <a16:creationId xmlns:a16="http://schemas.microsoft.com/office/drawing/2014/main" id="{83ED098A-F4BB-0012-F3AE-392FAD72D2A2}"/>
                  </a:ext>
                </a:extLst>
              </p:cNvPr>
              <p:cNvSpPr/>
              <p:nvPr/>
            </p:nvSpPr>
            <p:spPr>
              <a:xfrm>
                <a:off x="12669185" y="8037447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2867" name="tx579">
                <a:extLst>
                  <a:ext uri="{FF2B5EF4-FFF2-40B4-BE49-F238E27FC236}">
                    <a16:creationId xmlns:a16="http://schemas.microsoft.com/office/drawing/2014/main" id="{CD18BCE9-8B53-017C-C31A-DE95E3CE3B56}"/>
                  </a:ext>
                </a:extLst>
              </p:cNvPr>
              <p:cNvSpPr/>
              <p:nvPr/>
            </p:nvSpPr>
            <p:spPr>
              <a:xfrm>
                <a:off x="12713899" y="8055918"/>
                <a:ext cx="74523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Arial"/>
                    <a:cs typeface="Arial"/>
                  </a:rPr>
                  <a:t>E</a:t>
                </a:r>
              </a:p>
            </p:txBody>
          </p:sp>
          <p:sp>
            <p:nvSpPr>
              <p:cNvPr id="2868" name="tx580">
                <a:extLst>
                  <a:ext uri="{FF2B5EF4-FFF2-40B4-BE49-F238E27FC236}">
                    <a16:creationId xmlns:a16="http://schemas.microsoft.com/office/drawing/2014/main" id="{A2C6DE23-6634-3457-1403-57ECF002B476}"/>
                  </a:ext>
                </a:extLst>
              </p:cNvPr>
              <p:cNvSpPr/>
              <p:nvPr/>
            </p:nvSpPr>
            <p:spPr>
              <a:xfrm>
                <a:off x="11366644" y="8199732"/>
                <a:ext cx="613928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Longitude</a:t>
                </a:r>
              </a:p>
            </p:txBody>
          </p:sp>
          <p:sp>
            <p:nvSpPr>
              <p:cNvPr id="2869" name="tx581">
                <a:extLst>
                  <a:ext uri="{FF2B5EF4-FFF2-40B4-BE49-F238E27FC236}">
                    <a16:creationId xmlns:a16="http://schemas.microsoft.com/office/drawing/2014/main" id="{BC7ED3D2-336A-76E2-212A-227726C6D384}"/>
                  </a:ext>
                </a:extLst>
              </p:cNvPr>
              <p:cNvSpPr/>
              <p:nvPr/>
            </p:nvSpPr>
            <p:spPr>
              <a:xfrm rot="16200000">
                <a:off x="9899096" y="6519820"/>
                <a:ext cx="497342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Latitude</a:t>
                </a:r>
              </a:p>
            </p:txBody>
          </p:sp>
          <p:sp>
            <p:nvSpPr>
              <p:cNvPr id="2870" name="rc582">
                <a:extLst>
                  <a:ext uri="{FF2B5EF4-FFF2-40B4-BE49-F238E27FC236}">
                    <a16:creationId xmlns:a16="http://schemas.microsoft.com/office/drawing/2014/main" id="{91B1EA47-565C-6A24-B6E0-23D40CA343D7}"/>
                  </a:ext>
                </a:extLst>
              </p:cNvPr>
              <p:cNvSpPr/>
              <p:nvPr/>
            </p:nvSpPr>
            <p:spPr>
              <a:xfrm>
                <a:off x="12905104" y="5775857"/>
                <a:ext cx="1000987" cy="158796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71" name="tx583">
                <a:extLst>
                  <a:ext uri="{FF2B5EF4-FFF2-40B4-BE49-F238E27FC236}">
                    <a16:creationId xmlns:a16="http://schemas.microsoft.com/office/drawing/2014/main" id="{71EAA3C8-4BCB-66C8-2E07-759BE854799B}"/>
                  </a:ext>
                </a:extLst>
              </p:cNvPr>
              <p:cNvSpPr/>
              <p:nvPr/>
            </p:nvSpPr>
            <p:spPr>
              <a:xfrm>
                <a:off x="12974693" y="5860948"/>
                <a:ext cx="543610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Relative </a:t>
                </a:r>
              </a:p>
            </p:txBody>
          </p:sp>
          <p:sp>
            <p:nvSpPr>
              <p:cNvPr id="2872" name="tx584">
                <a:extLst>
                  <a:ext uri="{FF2B5EF4-FFF2-40B4-BE49-F238E27FC236}">
                    <a16:creationId xmlns:a16="http://schemas.microsoft.com/office/drawing/2014/main" id="{084CDF88-27E1-5B29-DF10-4493292F4617}"/>
                  </a:ext>
                </a:extLst>
              </p:cNvPr>
              <p:cNvSpPr/>
              <p:nvPr/>
            </p:nvSpPr>
            <p:spPr>
              <a:xfrm>
                <a:off x="12974693" y="6011824"/>
                <a:ext cx="859536" cy="10003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Fitness Offset</a:t>
                </a:r>
              </a:p>
            </p:txBody>
          </p:sp>
          <p:pic>
            <p:nvPicPr>
              <p:cNvPr id="2873" name="pic585">
                <a:extLst>
                  <a:ext uri="{FF2B5EF4-FFF2-40B4-BE49-F238E27FC236}">
                    <a16:creationId xmlns:a16="http://schemas.microsoft.com/office/drawing/2014/main" id="{904D40A7-F1D0-AAC2-805E-6FCF578A54A0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974693" y="6196950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2874" name="pl586">
                <a:extLst>
                  <a:ext uri="{FF2B5EF4-FFF2-40B4-BE49-F238E27FC236}">
                    <a16:creationId xmlns:a16="http://schemas.microsoft.com/office/drawing/2014/main" id="{0267015A-FB4F-FB74-EA6E-62DE365F8C2F}"/>
                  </a:ext>
                </a:extLst>
              </p:cNvPr>
              <p:cNvSpPr/>
              <p:nvPr/>
            </p:nvSpPr>
            <p:spPr>
              <a:xfrm>
                <a:off x="13150258" y="711013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75" name="pl587">
                <a:extLst>
                  <a:ext uri="{FF2B5EF4-FFF2-40B4-BE49-F238E27FC236}">
                    <a16:creationId xmlns:a16="http://schemas.microsoft.com/office/drawing/2014/main" id="{748A75D9-4891-D443-D757-55C20DCD76EA}"/>
                  </a:ext>
                </a:extLst>
              </p:cNvPr>
              <p:cNvSpPr/>
              <p:nvPr/>
            </p:nvSpPr>
            <p:spPr>
              <a:xfrm>
                <a:off x="13150258" y="680634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76" name="pl588">
                <a:extLst>
                  <a:ext uri="{FF2B5EF4-FFF2-40B4-BE49-F238E27FC236}">
                    <a16:creationId xmlns:a16="http://schemas.microsoft.com/office/drawing/2014/main" id="{23389309-E786-E43D-D54E-F5F16E69BA13}"/>
                  </a:ext>
                </a:extLst>
              </p:cNvPr>
              <p:cNvSpPr/>
              <p:nvPr/>
            </p:nvSpPr>
            <p:spPr>
              <a:xfrm>
                <a:off x="13150258" y="6502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77" name="pl589">
                <a:extLst>
                  <a:ext uri="{FF2B5EF4-FFF2-40B4-BE49-F238E27FC236}">
                    <a16:creationId xmlns:a16="http://schemas.microsoft.com/office/drawing/2014/main" id="{164B7573-E5AE-487A-21AF-970453FFAA6E}"/>
                  </a:ext>
                </a:extLst>
              </p:cNvPr>
              <p:cNvSpPr/>
              <p:nvPr/>
            </p:nvSpPr>
            <p:spPr>
              <a:xfrm>
                <a:off x="13150258" y="619877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78" name="pl590">
                <a:extLst>
                  <a:ext uri="{FF2B5EF4-FFF2-40B4-BE49-F238E27FC236}">
                    <a16:creationId xmlns:a16="http://schemas.microsoft.com/office/drawing/2014/main" id="{E5EA2919-EAA3-FBD3-E1A7-A21392FAF8D3}"/>
                  </a:ext>
                </a:extLst>
              </p:cNvPr>
              <p:cNvSpPr/>
              <p:nvPr/>
            </p:nvSpPr>
            <p:spPr>
              <a:xfrm>
                <a:off x="12974693" y="7110130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79" name="pl591">
                <a:extLst>
                  <a:ext uri="{FF2B5EF4-FFF2-40B4-BE49-F238E27FC236}">
                    <a16:creationId xmlns:a16="http://schemas.microsoft.com/office/drawing/2014/main" id="{19C28000-B977-EE75-ABEA-12355D29BCF2}"/>
                  </a:ext>
                </a:extLst>
              </p:cNvPr>
              <p:cNvSpPr/>
              <p:nvPr/>
            </p:nvSpPr>
            <p:spPr>
              <a:xfrm>
                <a:off x="12974693" y="6806346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80" name="pl592">
                <a:extLst>
                  <a:ext uri="{FF2B5EF4-FFF2-40B4-BE49-F238E27FC236}">
                    <a16:creationId xmlns:a16="http://schemas.microsoft.com/office/drawing/2014/main" id="{194A9AE1-7ECD-7E7B-180F-6ADC8AB536F2}"/>
                  </a:ext>
                </a:extLst>
              </p:cNvPr>
              <p:cNvSpPr/>
              <p:nvPr/>
            </p:nvSpPr>
            <p:spPr>
              <a:xfrm>
                <a:off x="12974693" y="6502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81" name="pl593">
                <a:extLst>
                  <a:ext uri="{FF2B5EF4-FFF2-40B4-BE49-F238E27FC236}">
                    <a16:creationId xmlns:a16="http://schemas.microsoft.com/office/drawing/2014/main" id="{BE61B820-7CF9-6E23-82D3-8D14B82513C6}"/>
                  </a:ext>
                </a:extLst>
              </p:cNvPr>
              <p:cNvSpPr/>
              <p:nvPr/>
            </p:nvSpPr>
            <p:spPr>
              <a:xfrm>
                <a:off x="12974693" y="6198778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00"/>
              </a:p>
            </p:txBody>
          </p:sp>
          <p:sp>
            <p:nvSpPr>
              <p:cNvPr id="2882" name="tx594">
                <a:extLst>
                  <a:ext uri="{FF2B5EF4-FFF2-40B4-BE49-F238E27FC236}">
                    <a16:creationId xmlns:a16="http://schemas.microsoft.com/office/drawing/2014/main" id="{F9D19B36-B548-6F1B-09D5-243A28793894}"/>
                  </a:ext>
                </a:extLst>
              </p:cNvPr>
              <p:cNvSpPr/>
              <p:nvPr/>
            </p:nvSpPr>
            <p:spPr>
              <a:xfrm>
                <a:off x="13263738" y="7070125"/>
                <a:ext cx="161574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-10</a:t>
                </a:r>
              </a:p>
            </p:txBody>
          </p:sp>
          <p:sp>
            <p:nvSpPr>
              <p:cNvPr id="2883" name="tx595">
                <a:extLst>
                  <a:ext uri="{FF2B5EF4-FFF2-40B4-BE49-F238E27FC236}">
                    <a16:creationId xmlns:a16="http://schemas.microsoft.com/office/drawing/2014/main" id="{E0CDF039-8C7B-C9BE-51E5-4553B39F3C91}"/>
                  </a:ext>
                </a:extLst>
              </p:cNvPr>
              <p:cNvSpPr/>
              <p:nvPr/>
            </p:nvSpPr>
            <p:spPr>
              <a:xfrm>
                <a:off x="13263738" y="6766341"/>
                <a:ext cx="99395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-5</a:t>
                </a:r>
              </a:p>
            </p:txBody>
          </p:sp>
          <p:sp>
            <p:nvSpPr>
              <p:cNvPr id="2884" name="tx596">
                <a:extLst>
                  <a:ext uri="{FF2B5EF4-FFF2-40B4-BE49-F238E27FC236}">
                    <a16:creationId xmlns:a16="http://schemas.microsoft.com/office/drawing/2014/main" id="{661ECD9A-24FC-9349-31EA-89C708916006}"/>
                  </a:ext>
                </a:extLst>
              </p:cNvPr>
              <p:cNvSpPr/>
              <p:nvPr/>
            </p:nvSpPr>
            <p:spPr>
              <a:xfrm>
                <a:off x="13263738" y="6462557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0</a:t>
                </a:r>
              </a:p>
            </p:txBody>
          </p:sp>
          <p:sp>
            <p:nvSpPr>
              <p:cNvPr id="2885" name="tx597">
                <a:extLst>
                  <a:ext uri="{FF2B5EF4-FFF2-40B4-BE49-F238E27FC236}">
                    <a16:creationId xmlns:a16="http://schemas.microsoft.com/office/drawing/2014/main" id="{3B4DE734-C527-6FA9-6967-F7FE1DC54064}"/>
                  </a:ext>
                </a:extLst>
              </p:cNvPr>
              <p:cNvSpPr/>
              <p:nvPr/>
            </p:nvSpPr>
            <p:spPr>
              <a:xfrm>
                <a:off x="13263738" y="6158773"/>
                <a:ext cx="62179" cy="800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</a:rPr>
                  <a:t>5</a:t>
                </a:r>
              </a:p>
            </p:txBody>
          </p:sp>
        </p:grpSp>
        <p:sp>
          <p:nvSpPr>
            <p:cNvPr id="2886" name="ph476">
              <a:extLst>
                <a:ext uri="{FF2B5EF4-FFF2-40B4-BE49-F238E27FC236}">
                  <a16:creationId xmlns:a16="http://schemas.microsoft.com/office/drawing/2014/main" id="{2B890323-6A90-E168-3FA0-01011409FA5C}"/>
                </a:ext>
              </a:extLst>
            </p:cNvPr>
            <p:cNvSpPr/>
            <p:nvPr/>
          </p:nvSpPr>
          <p:spPr>
            <a:xfrm>
              <a:off x="-36512" y="4471417"/>
              <a:ext cx="968821" cy="1653339"/>
            </a:xfrm>
            <a:custGeom>
              <a:avLst/>
              <a:gdLst/>
              <a:ahLst/>
              <a:cxnLst/>
              <a:rect l="0" t="0" r="0" b="0"/>
              <a:pathLst>
                <a:path w="968821" h="1653339">
                  <a:moveTo>
                    <a:pt x="914400" y="914400"/>
                  </a:moveTo>
                  <a:lnTo>
                    <a:pt x="940350" y="989246"/>
                  </a:lnTo>
                  <a:lnTo>
                    <a:pt x="961898" y="1042471"/>
                  </a:lnTo>
                  <a:lnTo>
                    <a:pt x="968821" y="1077558"/>
                  </a:lnTo>
                  <a:lnTo>
                    <a:pt x="961704" y="1113131"/>
                  </a:lnTo>
                  <a:lnTo>
                    <a:pt x="954353" y="1131342"/>
                  </a:lnTo>
                  <a:lnTo>
                    <a:pt x="954120" y="1155870"/>
                  </a:lnTo>
                  <a:lnTo>
                    <a:pt x="948457" y="1204691"/>
                  </a:lnTo>
                  <a:lnTo>
                    <a:pt x="931758" y="1229363"/>
                  </a:lnTo>
                  <a:lnTo>
                    <a:pt x="909900" y="1256273"/>
                  </a:lnTo>
                  <a:lnTo>
                    <a:pt x="885521" y="1276361"/>
                  </a:lnTo>
                  <a:lnTo>
                    <a:pt x="866184" y="1282010"/>
                  </a:lnTo>
                  <a:lnTo>
                    <a:pt x="849582" y="1284339"/>
                  </a:lnTo>
                  <a:lnTo>
                    <a:pt x="838430" y="1294554"/>
                  </a:lnTo>
                  <a:lnTo>
                    <a:pt x="828325" y="1324569"/>
                  </a:lnTo>
                  <a:lnTo>
                    <a:pt x="818996" y="1356099"/>
                  </a:lnTo>
                  <a:lnTo>
                    <a:pt x="788507" y="1394867"/>
                  </a:lnTo>
                  <a:lnTo>
                    <a:pt x="789322" y="1408368"/>
                  </a:lnTo>
                  <a:lnTo>
                    <a:pt x="800940" y="1454319"/>
                  </a:lnTo>
                  <a:lnTo>
                    <a:pt x="811820" y="1506642"/>
                  </a:lnTo>
                  <a:lnTo>
                    <a:pt x="802627" y="1555553"/>
                  </a:lnTo>
                  <a:lnTo>
                    <a:pt x="794753" y="1606901"/>
                  </a:lnTo>
                  <a:lnTo>
                    <a:pt x="780963" y="1641121"/>
                  </a:lnTo>
                  <a:lnTo>
                    <a:pt x="761258" y="1653339"/>
                  </a:lnTo>
                  <a:lnTo>
                    <a:pt x="746789" y="1647239"/>
                  </a:lnTo>
                  <a:lnTo>
                    <a:pt x="730420" y="1600295"/>
                  </a:lnTo>
                  <a:lnTo>
                    <a:pt x="730051" y="1589502"/>
                  </a:lnTo>
                  <a:lnTo>
                    <a:pt x="725978" y="1575153"/>
                  </a:lnTo>
                  <a:lnTo>
                    <a:pt x="679547" y="1560859"/>
                  </a:lnTo>
                  <a:lnTo>
                    <a:pt x="671343" y="1561382"/>
                  </a:lnTo>
                  <a:lnTo>
                    <a:pt x="653093" y="1553008"/>
                  </a:lnTo>
                  <a:lnTo>
                    <a:pt x="642387" y="1550644"/>
                  </a:lnTo>
                  <a:lnTo>
                    <a:pt x="620432" y="1545807"/>
                  </a:lnTo>
                  <a:lnTo>
                    <a:pt x="602181" y="1504385"/>
                  </a:lnTo>
                  <a:lnTo>
                    <a:pt x="582786" y="1469931"/>
                  </a:lnTo>
                  <a:lnTo>
                    <a:pt x="580032" y="1455528"/>
                  </a:lnTo>
                  <a:lnTo>
                    <a:pt x="580692" y="1391095"/>
                  </a:lnTo>
                  <a:lnTo>
                    <a:pt x="574757" y="1362434"/>
                  </a:lnTo>
                  <a:lnTo>
                    <a:pt x="572934" y="1331192"/>
                  </a:lnTo>
                  <a:lnTo>
                    <a:pt x="560734" y="1356605"/>
                  </a:lnTo>
                  <a:lnTo>
                    <a:pt x="567813" y="1396781"/>
                  </a:lnTo>
                  <a:lnTo>
                    <a:pt x="552763" y="1413638"/>
                  </a:lnTo>
                  <a:lnTo>
                    <a:pt x="533775" y="1421832"/>
                  </a:lnTo>
                  <a:lnTo>
                    <a:pt x="535560" y="1445367"/>
                  </a:lnTo>
                  <a:lnTo>
                    <a:pt x="543357" y="1449825"/>
                  </a:lnTo>
                  <a:lnTo>
                    <a:pt x="544986" y="1474263"/>
                  </a:lnTo>
                  <a:lnTo>
                    <a:pt x="540370" y="1510432"/>
                  </a:lnTo>
                  <a:lnTo>
                    <a:pt x="502996" y="1590856"/>
                  </a:lnTo>
                  <a:lnTo>
                    <a:pt x="495451" y="1599501"/>
                  </a:lnTo>
                  <a:lnTo>
                    <a:pt x="490331" y="1610366"/>
                  </a:lnTo>
                  <a:lnTo>
                    <a:pt x="471208" y="1603147"/>
                  </a:lnTo>
                  <a:lnTo>
                    <a:pt x="454703" y="1618214"/>
                  </a:lnTo>
                  <a:lnTo>
                    <a:pt x="454703" y="874530"/>
                  </a:lnTo>
                  <a:lnTo>
                    <a:pt x="910426" y="87453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00"/>
            </a:p>
          </p:txBody>
        </p:sp>
      </p:grpSp>
    </p:spTree>
    <p:extLst>
      <p:ext uri="{BB962C8B-B14F-4D97-AF65-F5344CB8AC3E}">
        <p14:creationId xmlns:p14="http://schemas.microsoft.com/office/powerpoint/2010/main" val="5418983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872</Words>
  <Application>Microsoft Macintosh PowerPoint</Application>
  <PresentationFormat>Custom</PresentationFormat>
  <Paragraphs>723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Symbol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7</cp:revision>
  <dcterms:created xsi:type="dcterms:W3CDTF">2017-02-13T16:18:36Z</dcterms:created>
  <dcterms:modified xsi:type="dcterms:W3CDTF">2026-05-29T19:11:34Z</dcterms:modified>
  <cp:category/>
</cp:coreProperties>
</file>