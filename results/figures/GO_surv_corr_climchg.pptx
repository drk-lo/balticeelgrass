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74db3b4fb7567d189eec3b96db4003ec627710c1.png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74db3b4fb7567d189eec3b96db4003ec627710c1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029200" cy="3657600"/>
            <a:chOff x="914400" y="914400"/>
            <a:chExt cx="50292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0292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0291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802096" y="1389802"/>
              <a:ext cx="3230928" cy="28257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417560" y="3244212"/>
              <a:ext cx="769268" cy="883052"/>
            </a:xfrm>
            <a:prstGeom prst="rect">
              <a:avLst/>
            </a:prstGeom>
            <a:solidFill>
              <a:srgbClr val="D7E6C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417560" y="1478108"/>
              <a:ext cx="769268" cy="883052"/>
            </a:xfrm>
            <a:prstGeom prst="rect">
              <a:avLst/>
            </a:prstGeom>
            <a:solidFill>
              <a:srgbClr val="B2CE9C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417560" y="2361160"/>
              <a:ext cx="769268" cy="883052"/>
            </a:xfrm>
            <a:prstGeom prst="rect">
              <a:avLst/>
            </a:prstGeom>
            <a:solidFill>
              <a:srgbClr val="B4CF9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186829" y="3244212"/>
              <a:ext cx="769268" cy="883052"/>
            </a:xfrm>
            <a:prstGeom prst="rect">
              <a:avLst/>
            </a:prstGeom>
            <a:solidFill>
              <a:srgbClr val="F9DCE7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86829" y="1478108"/>
              <a:ext cx="769268" cy="883052"/>
            </a:xfrm>
            <a:prstGeom prst="rect">
              <a:avLst/>
            </a:prstGeom>
            <a:solidFill>
              <a:srgbClr val="F6D0DF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186829" y="2361160"/>
              <a:ext cx="769268" cy="883052"/>
            </a:xfrm>
            <a:prstGeom prst="rect">
              <a:avLst/>
            </a:prstGeom>
            <a:solidFill>
              <a:srgbClr val="B7D1A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648291" y="3244212"/>
              <a:ext cx="769268" cy="883052"/>
            </a:xfrm>
            <a:prstGeom prst="rect">
              <a:avLst/>
            </a:prstGeom>
            <a:solidFill>
              <a:srgbClr val="DFEB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648291" y="1478108"/>
              <a:ext cx="769268" cy="883052"/>
            </a:xfrm>
            <a:prstGeom prst="rect">
              <a:avLst/>
            </a:prstGeom>
            <a:solidFill>
              <a:srgbClr val="B4D09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48291" y="2361160"/>
              <a:ext cx="769268" cy="883052"/>
            </a:xfrm>
            <a:prstGeom prst="rect">
              <a:avLst/>
            </a:prstGeom>
            <a:solidFill>
              <a:srgbClr val="B1CD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879023" y="3244212"/>
              <a:ext cx="769268" cy="883052"/>
            </a:xfrm>
            <a:prstGeom prst="rect">
              <a:avLst/>
            </a:prstGeom>
            <a:solidFill>
              <a:srgbClr val="DFEBD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879023" y="1478108"/>
              <a:ext cx="769268" cy="883052"/>
            </a:xfrm>
            <a:prstGeom prst="rect">
              <a:avLst/>
            </a:prstGeom>
            <a:solidFill>
              <a:srgbClr val="B4D09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879023" y="2361160"/>
              <a:ext cx="769268" cy="883052"/>
            </a:xfrm>
            <a:prstGeom prst="rect">
              <a:avLst/>
            </a:prstGeom>
            <a:solidFill>
              <a:srgbClr val="B1CD9A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3597323" y="3634029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-0.229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597323" y="1867924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-0.442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597323" y="2750977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-0.434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390640" y="3634029"/>
              <a:ext cx="361645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0.174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390640" y="1867924"/>
              <a:ext cx="361645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0.237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366592" y="2750977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-0.416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828054" y="3634029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-0.183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828054" y="1867924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-0.432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828054" y="2750977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-0.452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058786" y="3634029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-0.183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058786" y="1867924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058786" y="2750977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-0.452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1802096" y="1389802"/>
              <a:ext cx="0" cy="2825766"/>
            </a:xfrm>
            <a:custGeom>
              <a:avLst/>
              <a:pathLst>
                <a:path w="0" h="2825766">
                  <a:moveTo>
                    <a:pt x="0" y="282576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1342068" y="3645733"/>
              <a:ext cx="39739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012884" y="2762681"/>
              <a:ext cx="72658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(East)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83989" y="1879629"/>
              <a:ext cx="75547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(West)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1767301" y="36857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67301" y="28026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67301" y="19196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802096" y="4215569"/>
              <a:ext cx="3230928" cy="0"/>
            </a:xfrm>
            <a:custGeom>
              <a:avLst/>
              <a:pathLst>
                <a:path w="3230928" h="0">
                  <a:moveTo>
                    <a:pt x="0" y="0"/>
                  </a:moveTo>
                  <a:lnTo>
                    <a:pt x="32309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263657" y="4215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032926" y="4215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802194" y="4215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571463" y="4215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1890902" y="4278200"/>
              <a:ext cx="74551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046259" y="4398900"/>
              <a:ext cx="4347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Distance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55339" y="4278200"/>
              <a:ext cx="15517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96581" y="427820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53551" y="427820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</a:t>
              </a:r>
            </a:p>
          </p:txBody>
        </p:sp>
        <p:sp>
          <p:nvSpPr>
            <p:cNvPr id="47" name="rc47"/>
            <p:cNvSpPr/>
            <p:nvPr/>
          </p:nvSpPr>
          <p:spPr>
            <a:xfrm>
              <a:off x="5172202" y="2009485"/>
              <a:ext cx="701808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5241791" y="2093796"/>
              <a:ext cx="56263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Kendall's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241791" y="2244672"/>
              <a:ext cx="22530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Tau</a:t>
              </a:r>
            </a:p>
          </p:txBody>
        </p:sp>
        <p:pic>
          <p:nvPicPr>
            <p:cNvPr id="50" name="pic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1791" y="2429018"/>
              <a:ext cx="219455" cy="1097280"/>
            </a:xfrm>
            <a:prstGeom prst="rect">
              <a:avLst/>
            </a:prstGeom>
          </p:spPr>
        </p:pic>
        <p:sp>
          <p:nvSpPr>
            <p:cNvPr id="51" name="pl51"/>
            <p:cNvSpPr/>
            <p:nvPr/>
          </p:nvSpPr>
          <p:spPr>
            <a:xfrm>
              <a:off x="5417356" y="243084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417356" y="270425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417356" y="297765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417356" y="325106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417356" y="352446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41791" y="243084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41791" y="270425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41791" y="297765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41791" y="325106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41791" y="352446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5530836" y="2390842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530836" y="2664247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530836" y="2937653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530836" y="3211059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530836" y="3484464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802096" y="983989"/>
              <a:ext cx="278416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(A) Correlation between Survival and 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02096" y="1165040"/>
              <a:ext cx="1244498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Offsets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914400" y="914400"/>
            <a:ext cx="5029200" cy="3657600"/>
            <a:chOff x="914400" y="914400"/>
            <a:chExt cx="5029200" cy="3657600"/>
          </a:xfrm>
        </p:grpSpPr>
        <p:sp>
          <p:nvSpPr>
            <p:cNvPr id="3" name="rc3"/>
            <p:cNvSpPr/>
            <p:nvPr/>
          </p:nvSpPr>
          <p:spPr>
            <a:xfrm>
              <a:off x="914400" y="914400"/>
              <a:ext cx="50292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14400" y="914400"/>
              <a:ext cx="50291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802096" y="1389802"/>
              <a:ext cx="3230928" cy="28257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3417560" y="3244212"/>
              <a:ext cx="769268" cy="883052"/>
            </a:xfrm>
            <a:prstGeom prst="rect">
              <a:avLst/>
            </a:prstGeom>
            <a:solidFill>
              <a:srgbClr val="FCECF2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417560" y="1478108"/>
              <a:ext cx="769268" cy="883052"/>
            </a:xfrm>
            <a:prstGeom prst="rect">
              <a:avLst/>
            </a:prstGeom>
            <a:solidFill>
              <a:srgbClr val="B3CF9D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417560" y="2361160"/>
              <a:ext cx="769268" cy="883052"/>
            </a:xfrm>
            <a:prstGeom prst="rect">
              <a:avLst/>
            </a:prstGeom>
            <a:solidFill>
              <a:srgbClr val="D3E3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186829" y="3244212"/>
              <a:ext cx="769268" cy="883052"/>
            </a:xfrm>
            <a:prstGeom prst="rect">
              <a:avLst/>
            </a:prstGeom>
            <a:solidFill>
              <a:srgbClr val="FCFDFB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4186829" y="1478108"/>
              <a:ext cx="769268" cy="883052"/>
            </a:xfrm>
            <a:prstGeom prst="rect">
              <a:avLst/>
            </a:prstGeom>
            <a:solidFill>
              <a:srgbClr val="FBEA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4186829" y="2361160"/>
              <a:ext cx="769268" cy="883052"/>
            </a:xfrm>
            <a:prstGeom prst="rect">
              <a:avLst/>
            </a:prstGeom>
            <a:solidFill>
              <a:srgbClr val="FCEEF3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648291" y="3244212"/>
              <a:ext cx="769268" cy="883052"/>
            </a:xfrm>
            <a:prstGeom prst="rect">
              <a:avLst/>
            </a:prstGeom>
            <a:solidFill>
              <a:srgbClr val="FBE9F0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648291" y="1478108"/>
              <a:ext cx="769268" cy="883052"/>
            </a:xfrm>
            <a:prstGeom prst="rect">
              <a:avLst/>
            </a:prstGeom>
            <a:solidFill>
              <a:srgbClr val="ADCB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48291" y="2361160"/>
              <a:ext cx="769268" cy="883052"/>
            </a:xfrm>
            <a:prstGeom prst="rect">
              <a:avLst/>
            </a:prstGeom>
            <a:solidFill>
              <a:srgbClr val="D3E3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1879023" y="3244212"/>
              <a:ext cx="769268" cy="883052"/>
            </a:xfrm>
            <a:prstGeom prst="rect">
              <a:avLst/>
            </a:prstGeom>
            <a:solidFill>
              <a:srgbClr val="FFFDFE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879023" y="1478108"/>
              <a:ext cx="769268" cy="883052"/>
            </a:xfrm>
            <a:prstGeom prst="rect">
              <a:avLst/>
            </a:prstGeom>
            <a:solidFill>
              <a:srgbClr val="ADCB9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879023" y="2361160"/>
              <a:ext cx="769268" cy="883052"/>
            </a:xfrm>
            <a:prstGeom prst="rect">
              <a:avLst/>
            </a:prstGeom>
            <a:solidFill>
              <a:srgbClr val="D3E3C5">
                <a:alpha val="100000"/>
              </a:srgbClr>
            </a:solidFill>
            <a:ln w="5420" cap="flat">
              <a:solidFill>
                <a:srgbClr val="00000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3621372" y="3634029"/>
              <a:ext cx="361645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0.095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597323" y="1867924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-0.439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597323" y="2750977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-0.255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4366592" y="3634029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-0.019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390640" y="1867924"/>
              <a:ext cx="361645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0.106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390640" y="2750977"/>
              <a:ext cx="361645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0.085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857452" y="3634029"/>
              <a:ext cx="350946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0.112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2828054" y="1867924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-0.476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828054" y="2750977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2123022" y="3634029"/>
              <a:ext cx="281269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2058786" y="1867924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-0.476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2058786" y="2750977"/>
              <a:ext cx="409742" cy="1034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38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-0.255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1802096" y="1389802"/>
              <a:ext cx="0" cy="2825766"/>
            </a:xfrm>
            <a:custGeom>
              <a:avLst/>
              <a:pathLst>
                <a:path w="0" h="2825766">
                  <a:moveTo>
                    <a:pt x="0" y="2825766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1342068" y="3645733"/>
              <a:ext cx="39739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1012884" y="2762681"/>
              <a:ext cx="726582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(East)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83989" y="1879629"/>
              <a:ext cx="75547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Survival (West)</a:t>
              </a:r>
            </a:p>
          </p:txBody>
        </p:sp>
        <p:sp>
          <p:nvSpPr>
            <p:cNvPr id="34" name="pl34"/>
            <p:cNvSpPr/>
            <p:nvPr/>
          </p:nvSpPr>
          <p:spPr>
            <a:xfrm>
              <a:off x="1767301" y="368573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767301" y="28026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1767301" y="19196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1802096" y="4215569"/>
              <a:ext cx="3230928" cy="0"/>
            </a:xfrm>
            <a:custGeom>
              <a:avLst/>
              <a:pathLst>
                <a:path w="3230928" h="0">
                  <a:moveTo>
                    <a:pt x="0" y="0"/>
                  </a:moveTo>
                  <a:lnTo>
                    <a:pt x="32309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263657" y="4215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032926" y="4215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802194" y="4215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571463" y="421556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1890902" y="4278200"/>
              <a:ext cx="745510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Environmental 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046259" y="4398900"/>
              <a:ext cx="434797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Distance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955339" y="4278200"/>
              <a:ext cx="15517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GF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96581" y="4278200"/>
              <a:ext cx="211226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LEA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453551" y="4278200"/>
              <a:ext cx="235823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RDA</a:t>
              </a:r>
            </a:p>
          </p:txBody>
        </p:sp>
        <p:sp>
          <p:nvSpPr>
            <p:cNvPr id="47" name="rc47"/>
            <p:cNvSpPr/>
            <p:nvPr/>
          </p:nvSpPr>
          <p:spPr>
            <a:xfrm>
              <a:off x="5172202" y="2009485"/>
              <a:ext cx="701808" cy="158640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5241791" y="2093796"/>
              <a:ext cx="56263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Kendall's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241791" y="2244672"/>
              <a:ext cx="225308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Tau</a:t>
              </a:r>
            </a:p>
          </p:txBody>
        </p:sp>
        <p:pic>
          <p:nvPicPr>
            <p:cNvPr id="50" name="pic5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41791" y="2429018"/>
              <a:ext cx="219455" cy="1097280"/>
            </a:xfrm>
            <a:prstGeom prst="rect">
              <a:avLst/>
            </a:prstGeom>
          </p:spPr>
        </p:pic>
        <p:sp>
          <p:nvSpPr>
            <p:cNvPr id="51" name="pl51"/>
            <p:cNvSpPr/>
            <p:nvPr/>
          </p:nvSpPr>
          <p:spPr>
            <a:xfrm>
              <a:off x="5417356" y="2430847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417356" y="2704252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417356" y="2977658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417356" y="3251064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417356" y="3524469"/>
              <a:ext cx="43891" cy="0"/>
            </a:xfrm>
            <a:custGeom>
              <a:avLst/>
              <a:pathLst>
                <a:path w="43891" h="0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41791" y="2430847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41791" y="2704252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41791" y="2977658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41791" y="3251064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41791" y="3524469"/>
              <a:ext cx="43891" cy="0"/>
            </a:xfrm>
            <a:custGeom>
              <a:avLst/>
              <a:pathLst>
                <a:path w="43891" h="0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5530836" y="2390842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-1.0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5530836" y="2664247"/>
              <a:ext cx="192664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5530836" y="2937653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530836" y="3211059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530836" y="3484464"/>
              <a:ext cx="155448" cy="800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8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1802096" y="983989"/>
              <a:ext cx="2784165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(B) Correlation between Survival and 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1802096" y="1165040"/>
              <a:ext cx="3162269" cy="119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2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Genomic Offsets (Future Treatments Only)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camillerumberger</cp:lastModifiedBy>
  <cp:revision>3</cp:revision>
  <dcterms:created xsi:type="dcterms:W3CDTF">2017-02-13T16:18:36Z</dcterms:created>
  <dcterms:modified xsi:type="dcterms:W3CDTF">2026-07-17T10:36:01Z</dcterms:modified>
  <cp:category/>
</cp:coreProperties>
</file>