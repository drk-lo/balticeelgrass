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1319" y="5145389"/>
              <a:ext cx="6246202" cy="0"/>
            </a:xfrm>
            <a:custGeom>
              <a:avLst/>
              <a:pathLst>
                <a:path w="6246202" h="0">
                  <a:moveTo>
                    <a:pt x="0" y="0"/>
                  </a:moveTo>
                  <a:lnTo>
                    <a:pt x="6246202" y="0"/>
                  </a:lnTo>
                  <a:lnTo>
                    <a:pt x="624620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1319" y="4315717"/>
              <a:ext cx="6246202" cy="0"/>
            </a:xfrm>
            <a:custGeom>
              <a:avLst/>
              <a:pathLst>
                <a:path w="6246202" h="0">
                  <a:moveTo>
                    <a:pt x="0" y="0"/>
                  </a:moveTo>
                  <a:lnTo>
                    <a:pt x="6246202" y="0"/>
                  </a:lnTo>
                  <a:lnTo>
                    <a:pt x="624620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71319" y="3486045"/>
              <a:ext cx="6246202" cy="0"/>
            </a:xfrm>
            <a:custGeom>
              <a:avLst/>
              <a:pathLst>
                <a:path w="6246202" h="0">
                  <a:moveTo>
                    <a:pt x="0" y="0"/>
                  </a:moveTo>
                  <a:lnTo>
                    <a:pt x="6246202" y="0"/>
                  </a:lnTo>
                  <a:lnTo>
                    <a:pt x="624620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71319" y="2656373"/>
              <a:ext cx="6246202" cy="0"/>
            </a:xfrm>
            <a:custGeom>
              <a:avLst/>
              <a:pathLst>
                <a:path w="6246202" h="0">
                  <a:moveTo>
                    <a:pt x="0" y="0"/>
                  </a:moveTo>
                  <a:lnTo>
                    <a:pt x="6246202" y="0"/>
                  </a:lnTo>
                  <a:lnTo>
                    <a:pt x="624620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09413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21181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032949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244717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456485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1319" y="5560225"/>
              <a:ext cx="6246202" cy="0"/>
            </a:xfrm>
            <a:custGeom>
              <a:avLst/>
              <a:pathLst>
                <a:path w="6246202" h="0">
                  <a:moveTo>
                    <a:pt x="0" y="0"/>
                  </a:moveTo>
                  <a:lnTo>
                    <a:pt x="6246202" y="0"/>
                  </a:lnTo>
                  <a:lnTo>
                    <a:pt x="624620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71319" y="4730553"/>
              <a:ext cx="6246202" cy="0"/>
            </a:xfrm>
            <a:custGeom>
              <a:avLst/>
              <a:pathLst>
                <a:path w="6246202" h="0">
                  <a:moveTo>
                    <a:pt x="0" y="0"/>
                  </a:moveTo>
                  <a:lnTo>
                    <a:pt x="6246202" y="0"/>
                  </a:lnTo>
                  <a:lnTo>
                    <a:pt x="624620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71319" y="3900881"/>
              <a:ext cx="6246202" cy="0"/>
            </a:xfrm>
            <a:custGeom>
              <a:avLst/>
              <a:pathLst>
                <a:path w="6246202" h="0">
                  <a:moveTo>
                    <a:pt x="0" y="0"/>
                  </a:moveTo>
                  <a:lnTo>
                    <a:pt x="6246202" y="0"/>
                  </a:lnTo>
                  <a:lnTo>
                    <a:pt x="624620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71319" y="3071209"/>
              <a:ext cx="6246202" cy="0"/>
            </a:xfrm>
            <a:custGeom>
              <a:avLst/>
              <a:pathLst>
                <a:path w="6246202" h="0">
                  <a:moveTo>
                    <a:pt x="0" y="0"/>
                  </a:moveTo>
                  <a:lnTo>
                    <a:pt x="6246202" y="0"/>
                  </a:lnTo>
                  <a:lnTo>
                    <a:pt x="624620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71319" y="2241537"/>
              <a:ext cx="6246202" cy="0"/>
            </a:xfrm>
            <a:custGeom>
              <a:avLst/>
              <a:pathLst>
                <a:path w="6246202" h="0">
                  <a:moveTo>
                    <a:pt x="0" y="0"/>
                  </a:moveTo>
                  <a:lnTo>
                    <a:pt x="6246202" y="0"/>
                  </a:lnTo>
                  <a:lnTo>
                    <a:pt x="624620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003528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215297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427065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638833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850601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7062369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191265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191265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193735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252693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16264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16264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16264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16264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214990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191265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1993995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1993995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91265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223283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252693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223283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191265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191265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316264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16264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223283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214990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191265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214990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191265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191265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191265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193735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252693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16264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191265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191265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252693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214990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16264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214990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16264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223283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1585965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223283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1585965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1585965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16264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1585965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193735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193735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214990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193735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252693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193735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16264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193735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193735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214990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252693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1993995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1585965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252693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16264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223283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223283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1993995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214990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252693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193735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193735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1993995" y="5501523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2526933" y="5501523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1585965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1993995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1585965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223283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1585965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1937352" y="5501523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223283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1993995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214990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252693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223283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1585965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223283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214990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223283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1585965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1993995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214990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1585965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1993995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1585965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1993995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214990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1993995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252693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252693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1993995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258068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172757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172757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117617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196778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196778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258068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140909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185320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258068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140084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117617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172757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196778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196778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185320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172757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140909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140909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172757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185320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140909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140084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140909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172757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172757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201487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185320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140909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117617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201487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185320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117617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172757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185320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185320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140084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140084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140084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201487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117617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258068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117617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196778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172757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258068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117617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117617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172757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140909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258068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196778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201487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117617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140909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201487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196778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258068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258068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140084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196778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140909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258068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201487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196778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117617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201487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185320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140084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201487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140909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140084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117617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196778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258068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140909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196778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117617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185320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201487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140084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201487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201487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196778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258068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185320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140084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185320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185320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140084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201487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258068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140909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172757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172757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140084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6874902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5378629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5042541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6874902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5140851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6874902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5140851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5358956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5675926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6874902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5378629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5358956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5140851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4583603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5042541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5358956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5675926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4583603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5140851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5358956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5140851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6874902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5140851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6874902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5215068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5215068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6874902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5140851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5358956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5140851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5378629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6874902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5378629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5675926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5042541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5358956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4583603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5042541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5358956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5215068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5675926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5140851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5378629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5675926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4583603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5358956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5358956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4583603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5042541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4583603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5140851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5378629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5215068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5140851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5215068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6874902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5140851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5675926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5378629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5378629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5215068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5358956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5378629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6874902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5042541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5358956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5215068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5215068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5042541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5215068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4583603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5042541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4583603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5215068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5215068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5042541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6874902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5675926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5042541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4583603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5675926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5042541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5675926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5675926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5378629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4583603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5378629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5042541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4583603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5675926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5378629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5358956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5215068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4583603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6874902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537321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490210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537321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496988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634161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537321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496988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67670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634161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634161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421991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37321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490210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67670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490210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490210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67670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37321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67670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421991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490210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634161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634161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650737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496988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37321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490210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421991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490210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421991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634161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496988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37321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496988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634161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634161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537321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650737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650737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650737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537321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650737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537321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421991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567670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496988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490210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537321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421991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421991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496988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421991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490210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567670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537321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421991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578920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567670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567670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567670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578920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421991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578920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578920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578920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421991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21991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650737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650737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634161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650737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650737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578920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96988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96988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96988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567670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650737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90210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578920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578920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567670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578920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650737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634161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490210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490210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634161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496988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578920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578920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496988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567670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634161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578920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650737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1644667" y="2246292"/>
              <a:ext cx="1576677" cy="1098895"/>
            </a:xfrm>
            <a:custGeom>
              <a:avLst/>
              <a:pathLst>
                <a:path w="1576677" h="1098895">
                  <a:moveTo>
                    <a:pt x="0" y="13322"/>
                  </a:moveTo>
                  <a:lnTo>
                    <a:pt x="19957" y="14020"/>
                  </a:lnTo>
                  <a:lnTo>
                    <a:pt x="39915" y="14734"/>
                  </a:lnTo>
                  <a:lnTo>
                    <a:pt x="59873" y="15462"/>
                  </a:lnTo>
                  <a:lnTo>
                    <a:pt x="79831" y="16203"/>
                  </a:lnTo>
                  <a:lnTo>
                    <a:pt x="99789" y="16955"/>
                  </a:lnTo>
                  <a:lnTo>
                    <a:pt x="119747" y="17718"/>
                  </a:lnTo>
                  <a:lnTo>
                    <a:pt x="139705" y="18488"/>
                  </a:lnTo>
                  <a:lnTo>
                    <a:pt x="159663" y="19263"/>
                  </a:lnTo>
                  <a:lnTo>
                    <a:pt x="179621" y="20040"/>
                  </a:lnTo>
                  <a:lnTo>
                    <a:pt x="199579" y="20817"/>
                  </a:lnTo>
                  <a:lnTo>
                    <a:pt x="219537" y="21590"/>
                  </a:lnTo>
                  <a:lnTo>
                    <a:pt x="239495" y="22354"/>
                  </a:lnTo>
                  <a:lnTo>
                    <a:pt x="259453" y="23107"/>
                  </a:lnTo>
                  <a:lnTo>
                    <a:pt x="279411" y="23842"/>
                  </a:lnTo>
                  <a:lnTo>
                    <a:pt x="299369" y="24556"/>
                  </a:lnTo>
                  <a:lnTo>
                    <a:pt x="319327" y="25242"/>
                  </a:lnTo>
                  <a:lnTo>
                    <a:pt x="339285" y="25896"/>
                  </a:lnTo>
                  <a:lnTo>
                    <a:pt x="359242" y="26511"/>
                  </a:lnTo>
                  <a:lnTo>
                    <a:pt x="379200" y="27082"/>
                  </a:lnTo>
                  <a:lnTo>
                    <a:pt x="399158" y="27602"/>
                  </a:lnTo>
                  <a:lnTo>
                    <a:pt x="419116" y="28066"/>
                  </a:lnTo>
                  <a:lnTo>
                    <a:pt x="439074" y="28468"/>
                  </a:lnTo>
                  <a:lnTo>
                    <a:pt x="459032" y="28803"/>
                  </a:lnTo>
                  <a:lnTo>
                    <a:pt x="478990" y="29067"/>
                  </a:lnTo>
                  <a:lnTo>
                    <a:pt x="498948" y="29254"/>
                  </a:lnTo>
                  <a:lnTo>
                    <a:pt x="518906" y="29362"/>
                  </a:lnTo>
                  <a:lnTo>
                    <a:pt x="538864" y="29389"/>
                  </a:lnTo>
                  <a:lnTo>
                    <a:pt x="558822" y="29334"/>
                  </a:lnTo>
                  <a:lnTo>
                    <a:pt x="578780" y="29195"/>
                  </a:lnTo>
                  <a:lnTo>
                    <a:pt x="598738" y="28975"/>
                  </a:lnTo>
                  <a:lnTo>
                    <a:pt x="618696" y="28676"/>
                  </a:lnTo>
                  <a:lnTo>
                    <a:pt x="638654" y="28300"/>
                  </a:lnTo>
                  <a:lnTo>
                    <a:pt x="658612" y="27852"/>
                  </a:lnTo>
                  <a:lnTo>
                    <a:pt x="678570" y="27337"/>
                  </a:lnTo>
                  <a:lnTo>
                    <a:pt x="698528" y="26760"/>
                  </a:lnTo>
                  <a:lnTo>
                    <a:pt x="718485" y="26127"/>
                  </a:lnTo>
                  <a:lnTo>
                    <a:pt x="738443" y="25444"/>
                  </a:lnTo>
                  <a:lnTo>
                    <a:pt x="758401" y="24719"/>
                  </a:lnTo>
                  <a:lnTo>
                    <a:pt x="778359" y="23957"/>
                  </a:lnTo>
                  <a:lnTo>
                    <a:pt x="798317" y="23165"/>
                  </a:lnTo>
                  <a:lnTo>
                    <a:pt x="818275" y="22350"/>
                  </a:lnTo>
                  <a:lnTo>
                    <a:pt x="838233" y="21516"/>
                  </a:lnTo>
                  <a:lnTo>
                    <a:pt x="858191" y="20670"/>
                  </a:lnTo>
                  <a:lnTo>
                    <a:pt x="878149" y="19817"/>
                  </a:lnTo>
                  <a:lnTo>
                    <a:pt x="898107" y="18961"/>
                  </a:lnTo>
                  <a:lnTo>
                    <a:pt x="918065" y="18107"/>
                  </a:lnTo>
                  <a:lnTo>
                    <a:pt x="938023" y="17258"/>
                  </a:lnTo>
                  <a:lnTo>
                    <a:pt x="957981" y="16418"/>
                  </a:lnTo>
                  <a:lnTo>
                    <a:pt x="977939" y="15589"/>
                  </a:lnTo>
                  <a:lnTo>
                    <a:pt x="997897" y="14774"/>
                  </a:lnTo>
                  <a:lnTo>
                    <a:pt x="1017855" y="13976"/>
                  </a:lnTo>
                  <a:lnTo>
                    <a:pt x="1037813" y="13195"/>
                  </a:lnTo>
                  <a:lnTo>
                    <a:pt x="1057771" y="12434"/>
                  </a:lnTo>
                  <a:lnTo>
                    <a:pt x="1077728" y="11693"/>
                  </a:lnTo>
                  <a:lnTo>
                    <a:pt x="1097686" y="10973"/>
                  </a:lnTo>
                  <a:lnTo>
                    <a:pt x="1117644" y="10276"/>
                  </a:lnTo>
                  <a:lnTo>
                    <a:pt x="1137602" y="9601"/>
                  </a:lnTo>
                  <a:lnTo>
                    <a:pt x="1157560" y="8949"/>
                  </a:lnTo>
                  <a:lnTo>
                    <a:pt x="1177518" y="8320"/>
                  </a:lnTo>
                  <a:lnTo>
                    <a:pt x="1197476" y="7713"/>
                  </a:lnTo>
                  <a:lnTo>
                    <a:pt x="1217434" y="7130"/>
                  </a:lnTo>
                  <a:lnTo>
                    <a:pt x="1237392" y="6569"/>
                  </a:lnTo>
                  <a:lnTo>
                    <a:pt x="1257350" y="6030"/>
                  </a:lnTo>
                  <a:lnTo>
                    <a:pt x="1277308" y="5513"/>
                  </a:lnTo>
                  <a:lnTo>
                    <a:pt x="1297266" y="5017"/>
                  </a:lnTo>
                  <a:lnTo>
                    <a:pt x="1317224" y="4542"/>
                  </a:lnTo>
                  <a:lnTo>
                    <a:pt x="1337182" y="4087"/>
                  </a:lnTo>
                  <a:lnTo>
                    <a:pt x="1357140" y="3653"/>
                  </a:lnTo>
                  <a:lnTo>
                    <a:pt x="1377098" y="3237"/>
                  </a:lnTo>
                  <a:lnTo>
                    <a:pt x="1397056" y="2840"/>
                  </a:lnTo>
                  <a:lnTo>
                    <a:pt x="1417013" y="2461"/>
                  </a:lnTo>
                  <a:lnTo>
                    <a:pt x="1436971" y="2099"/>
                  </a:lnTo>
                  <a:lnTo>
                    <a:pt x="1456929" y="1754"/>
                  </a:lnTo>
                  <a:lnTo>
                    <a:pt x="1476887" y="1425"/>
                  </a:lnTo>
                  <a:lnTo>
                    <a:pt x="1496845" y="1111"/>
                  </a:lnTo>
                  <a:lnTo>
                    <a:pt x="1516803" y="812"/>
                  </a:lnTo>
                  <a:lnTo>
                    <a:pt x="1536761" y="528"/>
                  </a:lnTo>
                  <a:lnTo>
                    <a:pt x="1556719" y="257"/>
                  </a:lnTo>
                  <a:lnTo>
                    <a:pt x="1576677" y="0"/>
                  </a:lnTo>
                  <a:lnTo>
                    <a:pt x="1576677" y="1098895"/>
                  </a:lnTo>
                  <a:lnTo>
                    <a:pt x="1556719" y="1066109"/>
                  </a:lnTo>
                  <a:lnTo>
                    <a:pt x="1536761" y="1033952"/>
                  </a:lnTo>
                  <a:lnTo>
                    <a:pt x="1516803" y="1002444"/>
                  </a:lnTo>
                  <a:lnTo>
                    <a:pt x="1496845" y="971604"/>
                  </a:lnTo>
                  <a:lnTo>
                    <a:pt x="1476887" y="941445"/>
                  </a:lnTo>
                  <a:lnTo>
                    <a:pt x="1456929" y="911982"/>
                  </a:lnTo>
                  <a:lnTo>
                    <a:pt x="1436971" y="883227"/>
                  </a:lnTo>
                  <a:lnTo>
                    <a:pt x="1417013" y="855188"/>
                  </a:lnTo>
                  <a:lnTo>
                    <a:pt x="1397056" y="827875"/>
                  </a:lnTo>
                  <a:lnTo>
                    <a:pt x="1377098" y="801292"/>
                  </a:lnTo>
                  <a:lnTo>
                    <a:pt x="1357140" y="775445"/>
                  </a:lnTo>
                  <a:lnTo>
                    <a:pt x="1337182" y="750336"/>
                  </a:lnTo>
                  <a:lnTo>
                    <a:pt x="1317224" y="725966"/>
                  </a:lnTo>
                  <a:lnTo>
                    <a:pt x="1297266" y="702337"/>
                  </a:lnTo>
                  <a:lnTo>
                    <a:pt x="1277308" y="679446"/>
                  </a:lnTo>
                  <a:lnTo>
                    <a:pt x="1257350" y="657291"/>
                  </a:lnTo>
                  <a:lnTo>
                    <a:pt x="1237392" y="635870"/>
                  </a:lnTo>
                  <a:lnTo>
                    <a:pt x="1217434" y="615177"/>
                  </a:lnTo>
                  <a:lnTo>
                    <a:pt x="1197476" y="595207"/>
                  </a:lnTo>
                  <a:lnTo>
                    <a:pt x="1177518" y="575956"/>
                  </a:lnTo>
                  <a:lnTo>
                    <a:pt x="1157560" y="557416"/>
                  </a:lnTo>
                  <a:lnTo>
                    <a:pt x="1137602" y="539581"/>
                  </a:lnTo>
                  <a:lnTo>
                    <a:pt x="1117644" y="522444"/>
                  </a:lnTo>
                  <a:lnTo>
                    <a:pt x="1097686" y="505998"/>
                  </a:lnTo>
                  <a:lnTo>
                    <a:pt x="1077728" y="490235"/>
                  </a:lnTo>
                  <a:lnTo>
                    <a:pt x="1057771" y="475147"/>
                  </a:lnTo>
                  <a:lnTo>
                    <a:pt x="1037813" y="460728"/>
                  </a:lnTo>
                  <a:lnTo>
                    <a:pt x="1017855" y="446971"/>
                  </a:lnTo>
                  <a:lnTo>
                    <a:pt x="997897" y="433869"/>
                  </a:lnTo>
                  <a:lnTo>
                    <a:pt x="977939" y="421414"/>
                  </a:lnTo>
                  <a:lnTo>
                    <a:pt x="957981" y="409603"/>
                  </a:lnTo>
                  <a:lnTo>
                    <a:pt x="938023" y="398429"/>
                  </a:lnTo>
                  <a:lnTo>
                    <a:pt x="918065" y="387889"/>
                  </a:lnTo>
                  <a:lnTo>
                    <a:pt x="898107" y="377978"/>
                  </a:lnTo>
                  <a:lnTo>
                    <a:pt x="878149" y="368693"/>
                  </a:lnTo>
                  <a:lnTo>
                    <a:pt x="858191" y="360034"/>
                  </a:lnTo>
                  <a:lnTo>
                    <a:pt x="838233" y="351999"/>
                  </a:lnTo>
                  <a:lnTo>
                    <a:pt x="818275" y="344587"/>
                  </a:lnTo>
                  <a:lnTo>
                    <a:pt x="798317" y="337801"/>
                  </a:lnTo>
                  <a:lnTo>
                    <a:pt x="778359" y="331642"/>
                  </a:lnTo>
                  <a:lnTo>
                    <a:pt x="758401" y="326114"/>
                  </a:lnTo>
                  <a:lnTo>
                    <a:pt x="738443" y="321220"/>
                  </a:lnTo>
                  <a:lnTo>
                    <a:pt x="718485" y="316966"/>
                  </a:lnTo>
                  <a:lnTo>
                    <a:pt x="698528" y="313357"/>
                  </a:lnTo>
                  <a:lnTo>
                    <a:pt x="678570" y="310398"/>
                  </a:lnTo>
                  <a:lnTo>
                    <a:pt x="658612" y="308098"/>
                  </a:lnTo>
                  <a:lnTo>
                    <a:pt x="638654" y="306462"/>
                  </a:lnTo>
                  <a:lnTo>
                    <a:pt x="618696" y="305499"/>
                  </a:lnTo>
                  <a:lnTo>
                    <a:pt x="598738" y="305215"/>
                  </a:lnTo>
                  <a:lnTo>
                    <a:pt x="578780" y="305618"/>
                  </a:lnTo>
                  <a:lnTo>
                    <a:pt x="558822" y="306714"/>
                  </a:lnTo>
                  <a:lnTo>
                    <a:pt x="538864" y="308511"/>
                  </a:lnTo>
                  <a:lnTo>
                    <a:pt x="518906" y="311014"/>
                  </a:lnTo>
                  <a:lnTo>
                    <a:pt x="498948" y="314231"/>
                  </a:lnTo>
                  <a:lnTo>
                    <a:pt x="478990" y="318167"/>
                  </a:lnTo>
                  <a:lnTo>
                    <a:pt x="459032" y="322829"/>
                  </a:lnTo>
                  <a:lnTo>
                    <a:pt x="439074" y="328221"/>
                  </a:lnTo>
                  <a:lnTo>
                    <a:pt x="419116" y="334351"/>
                  </a:lnTo>
                  <a:lnTo>
                    <a:pt x="399158" y="341224"/>
                  </a:lnTo>
                  <a:lnTo>
                    <a:pt x="379200" y="348848"/>
                  </a:lnTo>
                  <a:lnTo>
                    <a:pt x="359242" y="357230"/>
                  </a:lnTo>
                  <a:lnTo>
                    <a:pt x="339285" y="366377"/>
                  </a:lnTo>
                  <a:lnTo>
                    <a:pt x="319327" y="376298"/>
                  </a:lnTo>
                  <a:lnTo>
                    <a:pt x="299369" y="387001"/>
                  </a:lnTo>
                  <a:lnTo>
                    <a:pt x="279411" y="398498"/>
                  </a:lnTo>
                  <a:lnTo>
                    <a:pt x="259453" y="410797"/>
                  </a:lnTo>
                  <a:lnTo>
                    <a:pt x="239495" y="423912"/>
                  </a:lnTo>
                  <a:lnTo>
                    <a:pt x="219537" y="437853"/>
                  </a:lnTo>
                  <a:lnTo>
                    <a:pt x="199579" y="452632"/>
                  </a:lnTo>
                  <a:lnTo>
                    <a:pt x="179621" y="468263"/>
                  </a:lnTo>
                  <a:lnTo>
                    <a:pt x="159663" y="484759"/>
                  </a:lnTo>
                  <a:lnTo>
                    <a:pt x="139705" y="502132"/>
                  </a:lnTo>
                  <a:lnTo>
                    <a:pt x="119747" y="520397"/>
                  </a:lnTo>
                  <a:lnTo>
                    <a:pt x="99789" y="539566"/>
                  </a:lnTo>
                  <a:lnTo>
                    <a:pt x="79831" y="559653"/>
                  </a:lnTo>
                  <a:lnTo>
                    <a:pt x="59873" y="580669"/>
                  </a:lnTo>
                  <a:lnTo>
                    <a:pt x="39915" y="602627"/>
                  </a:lnTo>
                  <a:lnTo>
                    <a:pt x="19957" y="625536"/>
                  </a:lnTo>
                  <a:lnTo>
                    <a:pt x="0" y="649408"/>
                  </a:lnTo>
                  <a:close/>
                </a:path>
              </a:pathLst>
            </a:custGeom>
            <a:solidFill>
              <a:srgbClr val="FFA203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1644667" y="2246292"/>
              <a:ext cx="1576677" cy="29389"/>
            </a:xfrm>
            <a:custGeom>
              <a:avLst/>
              <a:pathLst>
                <a:path w="1576677" h="29389">
                  <a:moveTo>
                    <a:pt x="0" y="13322"/>
                  </a:moveTo>
                  <a:lnTo>
                    <a:pt x="19957" y="14020"/>
                  </a:lnTo>
                  <a:lnTo>
                    <a:pt x="39915" y="14734"/>
                  </a:lnTo>
                  <a:lnTo>
                    <a:pt x="59873" y="15462"/>
                  </a:lnTo>
                  <a:lnTo>
                    <a:pt x="79831" y="16203"/>
                  </a:lnTo>
                  <a:lnTo>
                    <a:pt x="99789" y="16955"/>
                  </a:lnTo>
                  <a:lnTo>
                    <a:pt x="119747" y="17718"/>
                  </a:lnTo>
                  <a:lnTo>
                    <a:pt x="139705" y="18488"/>
                  </a:lnTo>
                  <a:lnTo>
                    <a:pt x="159663" y="19263"/>
                  </a:lnTo>
                  <a:lnTo>
                    <a:pt x="179621" y="20040"/>
                  </a:lnTo>
                  <a:lnTo>
                    <a:pt x="199579" y="20817"/>
                  </a:lnTo>
                  <a:lnTo>
                    <a:pt x="219537" y="21590"/>
                  </a:lnTo>
                  <a:lnTo>
                    <a:pt x="239495" y="22354"/>
                  </a:lnTo>
                  <a:lnTo>
                    <a:pt x="259453" y="23107"/>
                  </a:lnTo>
                  <a:lnTo>
                    <a:pt x="279411" y="23842"/>
                  </a:lnTo>
                  <a:lnTo>
                    <a:pt x="299369" y="24556"/>
                  </a:lnTo>
                  <a:lnTo>
                    <a:pt x="319327" y="25242"/>
                  </a:lnTo>
                  <a:lnTo>
                    <a:pt x="339285" y="25896"/>
                  </a:lnTo>
                  <a:lnTo>
                    <a:pt x="359242" y="26511"/>
                  </a:lnTo>
                  <a:lnTo>
                    <a:pt x="379200" y="27082"/>
                  </a:lnTo>
                  <a:lnTo>
                    <a:pt x="399158" y="27602"/>
                  </a:lnTo>
                  <a:lnTo>
                    <a:pt x="419116" y="28066"/>
                  </a:lnTo>
                  <a:lnTo>
                    <a:pt x="439074" y="28468"/>
                  </a:lnTo>
                  <a:lnTo>
                    <a:pt x="459032" y="28803"/>
                  </a:lnTo>
                  <a:lnTo>
                    <a:pt x="478990" y="29067"/>
                  </a:lnTo>
                  <a:lnTo>
                    <a:pt x="498948" y="29254"/>
                  </a:lnTo>
                  <a:lnTo>
                    <a:pt x="518906" y="29362"/>
                  </a:lnTo>
                  <a:lnTo>
                    <a:pt x="538864" y="29389"/>
                  </a:lnTo>
                  <a:lnTo>
                    <a:pt x="558822" y="29334"/>
                  </a:lnTo>
                  <a:lnTo>
                    <a:pt x="578780" y="29195"/>
                  </a:lnTo>
                  <a:lnTo>
                    <a:pt x="598738" y="28975"/>
                  </a:lnTo>
                  <a:lnTo>
                    <a:pt x="618696" y="28676"/>
                  </a:lnTo>
                  <a:lnTo>
                    <a:pt x="638654" y="28300"/>
                  </a:lnTo>
                  <a:lnTo>
                    <a:pt x="658612" y="27852"/>
                  </a:lnTo>
                  <a:lnTo>
                    <a:pt x="678570" y="27337"/>
                  </a:lnTo>
                  <a:lnTo>
                    <a:pt x="698528" y="26760"/>
                  </a:lnTo>
                  <a:lnTo>
                    <a:pt x="718485" y="26127"/>
                  </a:lnTo>
                  <a:lnTo>
                    <a:pt x="738443" y="25444"/>
                  </a:lnTo>
                  <a:lnTo>
                    <a:pt x="758401" y="24719"/>
                  </a:lnTo>
                  <a:lnTo>
                    <a:pt x="778359" y="23957"/>
                  </a:lnTo>
                  <a:lnTo>
                    <a:pt x="798317" y="23165"/>
                  </a:lnTo>
                  <a:lnTo>
                    <a:pt x="818275" y="22350"/>
                  </a:lnTo>
                  <a:lnTo>
                    <a:pt x="838233" y="21516"/>
                  </a:lnTo>
                  <a:lnTo>
                    <a:pt x="858191" y="20670"/>
                  </a:lnTo>
                  <a:lnTo>
                    <a:pt x="878149" y="19817"/>
                  </a:lnTo>
                  <a:lnTo>
                    <a:pt x="898107" y="18961"/>
                  </a:lnTo>
                  <a:lnTo>
                    <a:pt x="918065" y="18107"/>
                  </a:lnTo>
                  <a:lnTo>
                    <a:pt x="938023" y="17258"/>
                  </a:lnTo>
                  <a:lnTo>
                    <a:pt x="957981" y="16418"/>
                  </a:lnTo>
                  <a:lnTo>
                    <a:pt x="977939" y="15589"/>
                  </a:lnTo>
                  <a:lnTo>
                    <a:pt x="997897" y="14774"/>
                  </a:lnTo>
                  <a:lnTo>
                    <a:pt x="1017855" y="13976"/>
                  </a:lnTo>
                  <a:lnTo>
                    <a:pt x="1037813" y="13195"/>
                  </a:lnTo>
                  <a:lnTo>
                    <a:pt x="1057771" y="12434"/>
                  </a:lnTo>
                  <a:lnTo>
                    <a:pt x="1077728" y="11693"/>
                  </a:lnTo>
                  <a:lnTo>
                    <a:pt x="1097686" y="10973"/>
                  </a:lnTo>
                  <a:lnTo>
                    <a:pt x="1117644" y="10276"/>
                  </a:lnTo>
                  <a:lnTo>
                    <a:pt x="1137602" y="9601"/>
                  </a:lnTo>
                  <a:lnTo>
                    <a:pt x="1157560" y="8949"/>
                  </a:lnTo>
                  <a:lnTo>
                    <a:pt x="1177518" y="8320"/>
                  </a:lnTo>
                  <a:lnTo>
                    <a:pt x="1197476" y="7713"/>
                  </a:lnTo>
                  <a:lnTo>
                    <a:pt x="1217434" y="7130"/>
                  </a:lnTo>
                  <a:lnTo>
                    <a:pt x="1237392" y="6569"/>
                  </a:lnTo>
                  <a:lnTo>
                    <a:pt x="1257350" y="6030"/>
                  </a:lnTo>
                  <a:lnTo>
                    <a:pt x="1277308" y="5513"/>
                  </a:lnTo>
                  <a:lnTo>
                    <a:pt x="1297266" y="5017"/>
                  </a:lnTo>
                  <a:lnTo>
                    <a:pt x="1317224" y="4542"/>
                  </a:lnTo>
                  <a:lnTo>
                    <a:pt x="1337182" y="4087"/>
                  </a:lnTo>
                  <a:lnTo>
                    <a:pt x="1357140" y="3653"/>
                  </a:lnTo>
                  <a:lnTo>
                    <a:pt x="1377098" y="3237"/>
                  </a:lnTo>
                  <a:lnTo>
                    <a:pt x="1397056" y="2840"/>
                  </a:lnTo>
                  <a:lnTo>
                    <a:pt x="1417013" y="2461"/>
                  </a:lnTo>
                  <a:lnTo>
                    <a:pt x="1436971" y="2099"/>
                  </a:lnTo>
                  <a:lnTo>
                    <a:pt x="1456929" y="1754"/>
                  </a:lnTo>
                  <a:lnTo>
                    <a:pt x="1476887" y="1425"/>
                  </a:lnTo>
                  <a:lnTo>
                    <a:pt x="1496845" y="1111"/>
                  </a:lnTo>
                  <a:lnTo>
                    <a:pt x="1516803" y="812"/>
                  </a:lnTo>
                  <a:lnTo>
                    <a:pt x="1536761" y="528"/>
                  </a:lnTo>
                  <a:lnTo>
                    <a:pt x="1556719" y="257"/>
                  </a:lnTo>
                  <a:lnTo>
                    <a:pt x="1576677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1644667" y="2551508"/>
              <a:ext cx="1576677" cy="793679"/>
            </a:xfrm>
            <a:custGeom>
              <a:avLst/>
              <a:pathLst>
                <a:path w="1576677" h="793679">
                  <a:moveTo>
                    <a:pt x="1576677" y="793679"/>
                  </a:moveTo>
                  <a:lnTo>
                    <a:pt x="1556719" y="760893"/>
                  </a:lnTo>
                  <a:lnTo>
                    <a:pt x="1536761" y="728736"/>
                  </a:lnTo>
                  <a:lnTo>
                    <a:pt x="1516803" y="697229"/>
                  </a:lnTo>
                  <a:lnTo>
                    <a:pt x="1496845" y="666388"/>
                  </a:lnTo>
                  <a:lnTo>
                    <a:pt x="1476887" y="636229"/>
                  </a:lnTo>
                  <a:lnTo>
                    <a:pt x="1456929" y="606767"/>
                  </a:lnTo>
                  <a:lnTo>
                    <a:pt x="1436971" y="578011"/>
                  </a:lnTo>
                  <a:lnTo>
                    <a:pt x="1417013" y="549973"/>
                  </a:lnTo>
                  <a:lnTo>
                    <a:pt x="1397056" y="522659"/>
                  </a:lnTo>
                  <a:lnTo>
                    <a:pt x="1377098" y="496076"/>
                  </a:lnTo>
                  <a:lnTo>
                    <a:pt x="1357140" y="470229"/>
                  </a:lnTo>
                  <a:lnTo>
                    <a:pt x="1337182" y="445120"/>
                  </a:lnTo>
                  <a:lnTo>
                    <a:pt x="1317224" y="420751"/>
                  </a:lnTo>
                  <a:lnTo>
                    <a:pt x="1297266" y="397121"/>
                  </a:lnTo>
                  <a:lnTo>
                    <a:pt x="1277308" y="374230"/>
                  </a:lnTo>
                  <a:lnTo>
                    <a:pt x="1257350" y="352076"/>
                  </a:lnTo>
                  <a:lnTo>
                    <a:pt x="1237392" y="330654"/>
                  </a:lnTo>
                  <a:lnTo>
                    <a:pt x="1217434" y="309961"/>
                  </a:lnTo>
                  <a:lnTo>
                    <a:pt x="1197476" y="289991"/>
                  </a:lnTo>
                  <a:lnTo>
                    <a:pt x="1177518" y="270740"/>
                  </a:lnTo>
                  <a:lnTo>
                    <a:pt x="1157560" y="252200"/>
                  </a:lnTo>
                  <a:lnTo>
                    <a:pt x="1137602" y="234366"/>
                  </a:lnTo>
                  <a:lnTo>
                    <a:pt x="1117644" y="217229"/>
                  </a:lnTo>
                  <a:lnTo>
                    <a:pt x="1097686" y="200782"/>
                  </a:lnTo>
                  <a:lnTo>
                    <a:pt x="1077728" y="185019"/>
                  </a:lnTo>
                  <a:lnTo>
                    <a:pt x="1057771" y="169932"/>
                  </a:lnTo>
                  <a:lnTo>
                    <a:pt x="1037813" y="155513"/>
                  </a:lnTo>
                  <a:lnTo>
                    <a:pt x="1017855" y="141755"/>
                  </a:lnTo>
                  <a:lnTo>
                    <a:pt x="997897" y="128653"/>
                  </a:lnTo>
                  <a:lnTo>
                    <a:pt x="977939" y="116199"/>
                  </a:lnTo>
                  <a:lnTo>
                    <a:pt x="957981" y="104387"/>
                  </a:lnTo>
                  <a:lnTo>
                    <a:pt x="938023" y="93214"/>
                  </a:lnTo>
                  <a:lnTo>
                    <a:pt x="918065" y="82673"/>
                  </a:lnTo>
                  <a:lnTo>
                    <a:pt x="898107" y="72762"/>
                  </a:lnTo>
                  <a:lnTo>
                    <a:pt x="878149" y="63478"/>
                  </a:lnTo>
                  <a:lnTo>
                    <a:pt x="858191" y="54818"/>
                  </a:lnTo>
                  <a:lnTo>
                    <a:pt x="838233" y="46783"/>
                  </a:lnTo>
                  <a:lnTo>
                    <a:pt x="818275" y="39372"/>
                  </a:lnTo>
                  <a:lnTo>
                    <a:pt x="798317" y="32585"/>
                  </a:lnTo>
                  <a:lnTo>
                    <a:pt x="778359" y="26427"/>
                  </a:lnTo>
                  <a:lnTo>
                    <a:pt x="758401" y="20899"/>
                  </a:lnTo>
                  <a:lnTo>
                    <a:pt x="738443" y="16005"/>
                  </a:lnTo>
                  <a:lnTo>
                    <a:pt x="718485" y="11750"/>
                  </a:lnTo>
                  <a:lnTo>
                    <a:pt x="698528" y="8141"/>
                  </a:lnTo>
                  <a:lnTo>
                    <a:pt x="678570" y="5183"/>
                  </a:lnTo>
                  <a:lnTo>
                    <a:pt x="658612" y="2882"/>
                  </a:lnTo>
                  <a:lnTo>
                    <a:pt x="638654" y="1247"/>
                  </a:lnTo>
                  <a:lnTo>
                    <a:pt x="618696" y="283"/>
                  </a:lnTo>
                  <a:lnTo>
                    <a:pt x="598738" y="0"/>
                  </a:lnTo>
                  <a:lnTo>
                    <a:pt x="578780" y="402"/>
                  </a:lnTo>
                  <a:lnTo>
                    <a:pt x="558822" y="1498"/>
                  </a:lnTo>
                  <a:lnTo>
                    <a:pt x="538864" y="3295"/>
                  </a:lnTo>
                  <a:lnTo>
                    <a:pt x="518906" y="5799"/>
                  </a:lnTo>
                  <a:lnTo>
                    <a:pt x="498948" y="9016"/>
                  </a:lnTo>
                  <a:lnTo>
                    <a:pt x="478990" y="12952"/>
                  </a:lnTo>
                  <a:lnTo>
                    <a:pt x="459032" y="17613"/>
                  </a:lnTo>
                  <a:lnTo>
                    <a:pt x="439074" y="23005"/>
                  </a:lnTo>
                  <a:lnTo>
                    <a:pt x="419116" y="29135"/>
                  </a:lnTo>
                  <a:lnTo>
                    <a:pt x="399158" y="36009"/>
                  </a:lnTo>
                  <a:lnTo>
                    <a:pt x="379200" y="43633"/>
                  </a:lnTo>
                  <a:lnTo>
                    <a:pt x="359242" y="52014"/>
                  </a:lnTo>
                  <a:lnTo>
                    <a:pt x="339285" y="61161"/>
                  </a:lnTo>
                  <a:lnTo>
                    <a:pt x="319327" y="71082"/>
                  </a:lnTo>
                  <a:lnTo>
                    <a:pt x="299369" y="81786"/>
                  </a:lnTo>
                  <a:lnTo>
                    <a:pt x="279411" y="93282"/>
                  </a:lnTo>
                  <a:lnTo>
                    <a:pt x="259453" y="105582"/>
                  </a:lnTo>
                  <a:lnTo>
                    <a:pt x="239495" y="118696"/>
                  </a:lnTo>
                  <a:lnTo>
                    <a:pt x="219537" y="132637"/>
                  </a:lnTo>
                  <a:lnTo>
                    <a:pt x="199579" y="147416"/>
                  </a:lnTo>
                  <a:lnTo>
                    <a:pt x="179621" y="163047"/>
                  </a:lnTo>
                  <a:lnTo>
                    <a:pt x="159663" y="179543"/>
                  </a:lnTo>
                  <a:lnTo>
                    <a:pt x="139705" y="196916"/>
                  </a:lnTo>
                  <a:lnTo>
                    <a:pt x="119747" y="215181"/>
                  </a:lnTo>
                  <a:lnTo>
                    <a:pt x="99789" y="234350"/>
                  </a:lnTo>
                  <a:lnTo>
                    <a:pt x="79831" y="254437"/>
                  </a:lnTo>
                  <a:lnTo>
                    <a:pt x="59873" y="275453"/>
                  </a:lnTo>
                  <a:lnTo>
                    <a:pt x="39915" y="297411"/>
                  </a:lnTo>
                  <a:lnTo>
                    <a:pt x="19957" y="320321"/>
                  </a:lnTo>
                  <a:lnTo>
                    <a:pt x="0" y="34419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1644667" y="2327964"/>
              <a:ext cx="1576677" cy="30964"/>
            </a:xfrm>
            <a:custGeom>
              <a:avLst/>
              <a:pathLst>
                <a:path w="1576677" h="30964">
                  <a:moveTo>
                    <a:pt x="0" y="30964"/>
                  </a:moveTo>
                  <a:lnTo>
                    <a:pt x="19957" y="30512"/>
                  </a:lnTo>
                  <a:lnTo>
                    <a:pt x="39915" y="30062"/>
                  </a:lnTo>
                  <a:lnTo>
                    <a:pt x="59873" y="29613"/>
                  </a:lnTo>
                  <a:lnTo>
                    <a:pt x="79831" y="29167"/>
                  </a:lnTo>
                  <a:lnTo>
                    <a:pt x="99789" y="28721"/>
                  </a:lnTo>
                  <a:lnTo>
                    <a:pt x="119747" y="28278"/>
                  </a:lnTo>
                  <a:lnTo>
                    <a:pt x="139705" y="27836"/>
                  </a:lnTo>
                  <a:lnTo>
                    <a:pt x="159663" y="27396"/>
                  </a:lnTo>
                  <a:lnTo>
                    <a:pt x="179621" y="26957"/>
                  </a:lnTo>
                  <a:lnTo>
                    <a:pt x="199579" y="26520"/>
                  </a:lnTo>
                  <a:lnTo>
                    <a:pt x="219537" y="26085"/>
                  </a:lnTo>
                  <a:lnTo>
                    <a:pt x="239495" y="25651"/>
                  </a:lnTo>
                  <a:lnTo>
                    <a:pt x="259453" y="25219"/>
                  </a:lnTo>
                  <a:lnTo>
                    <a:pt x="279411" y="24788"/>
                  </a:lnTo>
                  <a:lnTo>
                    <a:pt x="299369" y="24359"/>
                  </a:lnTo>
                  <a:lnTo>
                    <a:pt x="319327" y="23932"/>
                  </a:lnTo>
                  <a:lnTo>
                    <a:pt x="339285" y="23506"/>
                  </a:lnTo>
                  <a:lnTo>
                    <a:pt x="359242" y="23082"/>
                  </a:lnTo>
                  <a:lnTo>
                    <a:pt x="379200" y="22659"/>
                  </a:lnTo>
                  <a:lnTo>
                    <a:pt x="399158" y="22238"/>
                  </a:lnTo>
                  <a:lnTo>
                    <a:pt x="419116" y="21819"/>
                  </a:lnTo>
                  <a:lnTo>
                    <a:pt x="439074" y="21401"/>
                  </a:lnTo>
                  <a:lnTo>
                    <a:pt x="459032" y="20985"/>
                  </a:lnTo>
                  <a:lnTo>
                    <a:pt x="478990" y="20570"/>
                  </a:lnTo>
                  <a:lnTo>
                    <a:pt x="498948" y="20157"/>
                  </a:lnTo>
                  <a:lnTo>
                    <a:pt x="518906" y="19745"/>
                  </a:lnTo>
                  <a:lnTo>
                    <a:pt x="538864" y="19335"/>
                  </a:lnTo>
                  <a:lnTo>
                    <a:pt x="558822" y="18926"/>
                  </a:lnTo>
                  <a:lnTo>
                    <a:pt x="578780" y="18519"/>
                  </a:lnTo>
                  <a:lnTo>
                    <a:pt x="598738" y="18114"/>
                  </a:lnTo>
                  <a:lnTo>
                    <a:pt x="618696" y="17710"/>
                  </a:lnTo>
                  <a:lnTo>
                    <a:pt x="638654" y="17307"/>
                  </a:lnTo>
                  <a:lnTo>
                    <a:pt x="658612" y="16906"/>
                  </a:lnTo>
                  <a:lnTo>
                    <a:pt x="678570" y="16507"/>
                  </a:lnTo>
                  <a:lnTo>
                    <a:pt x="698528" y="16109"/>
                  </a:lnTo>
                  <a:lnTo>
                    <a:pt x="718485" y="15712"/>
                  </a:lnTo>
                  <a:lnTo>
                    <a:pt x="738443" y="15317"/>
                  </a:lnTo>
                  <a:lnTo>
                    <a:pt x="758401" y="14923"/>
                  </a:lnTo>
                  <a:lnTo>
                    <a:pt x="778359" y="14531"/>
                  </a:lnTo>
                  <a:lnTo>
                    <a:pt x="798317" y="14141"/>
                  </a:lnTo>
                  <a:lnTo>
                    <a:pt x="818275" y="13752"/>
                  </a:lnTo>
                  <a:lnTo>
                    <a:pt x="838233" y="13364"/>
                  </a:lnTo>
                  <a:lnTo>
                    <a:pt x="858191" y="12978"/>
                  </a:lnTo>
                  <a:lnTo>
                    <a:pt x="878149" y="12593"/>
                  </a:lnTo>
                  <a:lnTo>
                    <a:pt x="898107" y="12210"/>
                  </a:lnTo>
                  <a:lnTo>
                    <a:pt x="918065" y="11828"/>
                  </a:lnTo>
                  <a:lnTo>
                    <a:pt x="938023" y="11447"/>
                  </a:lnTo>
                  <a:lnTo>
                    <a:pt x="957981" y="11068"/>
                  </a:lnTo>
                  <a:lnTo>
                    <a:pt x="977939" y="10690"/>
                  </a:lnTo>
                  <a:lnTo>
                    <a:pt x="997897" y="10314"/>
                  </a:lnTo>
                  <a:lnTo>
                    <a:pt x="1017855" y="9939"/>
                  </a:lnTo>
                  <a:lnTo>
                    <a:pt x="1037813" y="9566"/>
                  </a:lnTo>
                  <a:lnTo>
                    <a:pt x="1057771" y="9194"/>
                  </a:lnTo>
                  <a:lnTo>
                    <a:pt x="1077728" y="8824"/>
                  </a:lnTo>
                  <a:lnTo>
                    <a:pt x="1097686" y="8454"/>
                  </a:lnTo>
                  <a:lnTo>
                    <a:pt x="1117644" y="8087"/>
                  </a:lnTo>
                  <a:lnTo>
                    <a:pt x="1137602" y="7720"/>
                  </a:lnTo>
                  <a:lnTo>
                    <a:pt x="1157560" y="7355"/>
                  </a:lnTo>
                  <a:lnTo>
                    <a:pt x="1177518" y="6991"/>
                  </a:lnTo>
                  <a:lnTo>
                    <a:pt x="1197476" y="6629"/>
                  </a:lnTo>
                  <a:lnTo>
                    <a:pt x="1217434" y="6268"/>
                  </a:lnTo>
                  <a:lnTo>
                    <a:pt x="1237392" y="5909"/>
                  </a:lnTo>
                  <a:lnTo>
                    <a:pt x="1257350" y="5550"/>
                  </a:lnTo>
                  <a:lnTo>
                    <a:pt x="1277308" y="5194"/>
                  </a:lnTo>
                  <a:lnTo>
                    <a:pt x="1297266" y="4838"/>
                  </a:lnTo>
                  <a:lnTo>
                    <a:pt x="1317224" y="4484"/>
                  </a:lnTo>
                  <a:lnTo>
                    <a:pt x="1337182" y="4131"/>
                  </a:lnTo>
                  <a:lnTo>
                    <a:pt x="1357140" y="3780"/>
                  </a:lnTo>
                  <a:lnTo>
                    <a:pt x="1377098" y="3429"/>
                  </a:lnTo>
                  <a:lnTo>
                    <a:pt x="1397056" y="3081"/>
                  </a:lnTo>
                  <a:lnTo>
                    <a:pt x="1417013" y="2733"/>
                  </a:lnTo>
                  <a:lnTo>
                    <a:pt x="1436971" y="2387"/>
                  </a:lnTo>
                  <a:lnTo>
                    <a:pt x="1456929" y="2042"/>
                  </a:lnTo>
                  <a:lnTo>
                    <a:pt x="1476887" y="1698"/>
                  </a:lnTo>
                  <a:lnTo>
                    <a:pt x="1496845" y="1356"/>
                  </a:lnTo>
                  <a:lnTo>
                    <a:pt x="1516803" y="1015"/>
                  </a:lnTo>
                  <a:lnTo>
                    <a:pt x="1536761" y="675"/>
                  </a:lnTo>
                  <a:lnTo>
                    <a:pt x="1556719" y="337"/>
                  </a:lnTo>
                  <a:lnTo>
                    <a:pt x="1576677" y="0"/>
                  </a:lnTo>
                </a:path>
              </a:pathLst>
            </a:custGeom>
            <a:ln w="27101" cap="flat">
              <a:solidFill>
                <a:srgbClr val="FFA20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1255238" y="3021518"/>
              <a:ext cx="1404503" cy="2063246"/>
            </a:xfrm>
            <a:custGeom>
              <a:avLst/>
              <a:pathLst>
                <a:path w="1404503" h="2063246">
                  <a:moveTo>
                    <a:pt x="0" y="0"/>
                  </a:moveTo>
                  <a:lnTo>
                    <a:pt x="17778" y="18918"/>
                  </a:lnTo>
                  <a:lnTo>
                    <a:pt x="35557" y="38050"/>
                  </a:lnTo>
                  <a:lnTo>
                    <a:pt x="53335" y="57382"/>
                  </a:lnTo>
                  <a:lnTo>
                    <a:pt x="71114" y="76900"/>
                  </a:lnTo>
                  <a:lnTo>
                    <a:pt x="88892" y="96588"/>
                  </a:lnTo>
                  <a:lnTo>
                    <a:pt x="106671" y="116430"/>
                  </a:lnTo>
                  <a:lnTo>
                    <a:pt x="124449" y="136407"/>
                  </a:lnTo>
                  <a:lnTo>
                    <a:pt x="142228" y="156500"/>
                  </a:lnTo>
                  <a:lnTo>
                    <a:pt x="160006" y="176688"/>
                  </a:lnTo>
                  <a:lnTo>
                    <a:pt x="177785" y="196949"/>
                  </a:lnTo>
                  <a:lnTo>
                    <a:pt x="195563" y="217260"/>
                  </a:lnTo>
                  <a:lnTo>
                    <a:pt x="213342" y="237594"/>
                  </a:lnTo>
                  <a:lnTo>
                    <a:pt x="231120" y="257926"/>
                  </a:lnTo>
                  <a:lnTo>
                    <a:pt x="248899" y="278227"/>
                  </a:lnTo>
                  <a:lnTo>
                    <a:pt x="266677" y="298468"/>
                  </a:lnTo>
                  <a:lnTo>
                    <a:pt x="284456" y="318617"/>
                  </a:lnTo>
                  <a:lnTo>
                    <a:pt x="302234" y="338643"/>
                  </a:lnTo>
                  <a:lnTo>
                    <a:pt x="320013" y="358511"/>
                  </a:lnTo>
                  <a:lnTo>
                    <a:pt x="337791" y="378187"/>
                  </a:lnTo>
                  <a:lnTo>
                    <a:pt x="355570" y="397636"/>
                  </a:lnTo>
                  <a:lnTo>
                    <a:pt x="373348" y="416821"/>
                  </a:lnTo>
                  <a:lnTo>
                    <a:pt x="391127" y="435707"/>
                  </a:lnTo>
                  <a:lnTo>
                    <a:pt x="408906" y="454256"/>
                  </a:lnTo>
                  <a:lnTo>
                    <a:pt x="426684" y="472432"/>
                  </a:lnTo>
                  <a:lnTo>
                    <a:pt x="444463" y="490201"/>
                  </a:lnTo>
                  <a:lnTo>
                    <a:pt x="462241" y="507529"/>
                  </a:lnTo>
                  <a:lnTo>
                    <a:pt x="480020" y="524383"/>
                  </a:lnTo>
                  <a:lnTo>
                    <a:pt x="497798" y="540734"/>
                  </a:lnTo>
                  <a:lnTo>
                    <a:pt x="515577" y="556555"/>
                  </a:lnTo>
                  <a:lnTo>
                    <a:pt x="533355" y="571822"/>
                  </a:lnTo>
                  <a:lnTo>
                    <a:pt x="551134" y="586517"/>
                  </a:lnTo>
                  <a:lnTo>
                    <a:pt x="568912" y="600623"/>
                  </a:lnTo>
                  <a:lnTo>
                    <a:pt x="586691" y="614129"/>
                  </a:lnTo>
                  <a:lnTo>
                    <a:pt x="604469" y="627028"/>
                  </a:lnTo>
                  <a:lnTo>
                    <a:pt x="622248" y="639319"/>
                  </a:lnTo>
                  <a:lnTo>
                    <a:pt x="640026" y="651002"/>
                  </a:lnTo>
                  <a:lnTo>
                    <a:pt x="657805" y="662083"/>
                  </a:lnTo>
                  <a:lnTo>
                    <a:pt x="675583" y="672574"/>
                  </a:lnTo>
                  <a:lnTo>
                    <a:pt x="693362" y="682486"/>
                  </a:lnTo>
                  <a:lnTo>
                    <a:pt x="711140" y="691836"/>
                  </a:lnTo>
                  <a:lnTo>
                    <a:pt x="728919" y="700641"/>
                  </a:lnTo>
                  <a:lnTo>
                    <a:pt x="746697" y="708923"/>
                  </a:lnTo>
                  <a:lnTo>
                    <a:pt x="764476" y="716703"/>
                  </a:lnTo>
                  <a:lnTo>
                    <a:pt x="782254" y="724003"/>
                  </a:lnTo>
                  <a:lnTo>
                    <a:pt x="800033" y="730847"/>
                  </a:lnTo>
                  <a:lnTo>
                    <a:pt x="817812" y="737258"/>
                  </a:lnTo>
                  <a:lnTo>
                    <a:pt x="835590" y="743259"/>
                  </a:lnTo>
                  <a:lnTo>
                    <a:pt x="853369" y="748874"/>
                  </a:lnTo>
                  <a:lnTo>
                    <a:pt x="871147" y="754124"/>
                  </a:lnTo>
                  <a:lnTo>
                    <a:pt x="888926" y="759032"/>
                  </a:lnTo>
                  <a:lnTo>
                    <a:pt x="906704" y="763617"/>
                  </a:lnTo>
                  <a:lnTo>
                    <a:pt x="924483" y="767900"/>
                  </a:lnTo>
                  <a:lnTo>
                    <a:pt x="942261" y="771900"/>
                  </a:lnTo>
                  <a:lnTo>
                    <a:pt x="960040" y="775634"/>
                  </a:lnTo>
                  <a:lnTo>
                    <a:pt x="977818" y="779119"/>
                  </a:lnTo>
                  <a:lnTo>
                    <a:pt x="995597" y="782371"/>
                  </a:lnTo>
                  <a:lnTo>
                    <a:pt x="1013375" y="785405"/>
                  </a:lnTo>
                  <a:lnTo>
                    <a:pt x="1031154" y="788234"/>
                  </a:lnTo>
                  <a:lnTo>
                    <a:pt x="1048932" y="790872"/>
                  </a:lnTo>
                  <a:lnTo>
                    <a:pt x="1066711" y="793330"/>
                  </a:lnTo>
                  <a:lnTo>
                    <a:pt x="1084489" y="795620"/>
                  </a:lnTo>
                  <a:lnTo>
                    <a:pt x="1102268" y="797753"/>
                  </a:lnTo>
                  <a:lnTo>
                    <a:pt x="1120046" y="799737"/>
                  </a:lnTo>
                  <a:lnTo>
                    <a:pt x="1137825" y="801583"/>
                  </a:lnTo>
                  <a:lnTo>
                    <a:pt x="1155603" y="803298"/>
                  </a:lnTo>
                  <a:lnTo>
                    <a:pt x="1173382" y="804891"/>
                  </a:lnTo>
                  <a:lnTo>
                    <a:pt x="1191161" y="806368"/>
                  </a:lnTo>
                  <a:lnTo>
                    <a:pt x="1208939" y="807737"/>
                  </a:lnTo>
                  <a:lnTo>
                    <a:pt x="1226718" y="809004"/>
                  </a:lnTo>
                  <a:lnTo>
                    <a:pt x="1244496" y="810175"/>
                  </a:lnTo>
                  <a:lnTo>
                    <a:pt x="1262275" y="811255"/>
                  </a:lnTo>
                  <a:lnTo>
                    <a:pt x="1280053" y="812249"/>
                  </a:lnTo>
                  <a:lnTo>
                    <a:pt x="1297832" y="813163"/>
                  </a:lnTo>
                  <a:lnTo>
                    <a:pt x="1315610" y="814000"/>
                  </a:lnTo>
                  <a:lnTo>
                    <a:pt x="1333389" y="814765"/>
                  </a:lnTo>
                  <a:lnTo>
                    <a:pt x="1351167" y="815462"/>
                  </a:lnTo>
                  <a:lnTo>
                    <a:pt x="1368946" y="816093"/>
                  </a:lnTo>
                  <a:lnTo>
                    <a:pt x="1386724" y="816664"/>
                  </a:lnTo>
                  <a:lnTo>
                    <a:pt x="1404503" y="817177"/>
                  </a:lnTo>
                  <a:lnTo>
                    <a:pt x="1404503" y="2063246"/>
                  </a:lnTo>
                  <a:lnTo>
                    <a:pt x="1386724" y="2049681"/>
                  </a:lnTo>
                  <a:lnTo>
                    <a:pt x="1368946" y="2035827"/>
                  </a:lnTo>
                  <a:lnTo>
                    <a:pt x="1351167" y="2021685"/>
                  </a:lnTo>
                  <a:lnTo>
                    <a:pt x="1333389" y="2007255"/>
                  </a:lnTo>
                  <a:lnTo>
                    <a:pt x="1315610" y="1992538"/>
                  </a:lnTo>
                  <a:lnTo>
                    <a:pt x="1297832" y="1977537"/>
                  </a:lnTo>
                  <a:lnTo>
                    <a:pt x="1280053" y="1962253"/>
                  </a:lnTo>
                  <a:lnTo>
                    <a:pt x="1262275" y="1946690"/>
                  </a:lnTo>
                  <a:lnTo>
                    <a:pt x="1244496" y="1930851"/>
                  </a:lnTo>
                  <a:lnTo>
                    <a:pt x="1226718" y="1914740"/>
                  </a:lnTo>
                  <a:lnTo>
                    <a:pt x="1208939" y="1898364"/>
                  </a:lnTo>
                  <a:lnTo>
                    <a:pt x="1191161" y="1881728"/>
                  </a:lnTo>
                  <a:lnTo>
                    <a:pt x="1173382" y="1864839"/>
                  </a:lnTo>
                  <a:lnTo>
                    <a:pt x="1155603" y="1847704"/>
                  </a:lnTo>
                  <a:lnTo>
                    <a:pt x="1137825" y="1830333"/>
                  </a:lnTo>
                  <a:lnTo>
                    <a:pt x="1120046" y="1812736"/>
                  </a:lnTo>
                  <a:lnTo>
                    <a:pt x="1102268" y="1794923"/>
                  </a:lnTo>
                  <a:lnTo>
                    <a:pt x="1084489" y="1776906"/>
                  </a:lnTo>
                  <a:lnTo>
                    <a:pt x="1066711" y="1758699"/>
                  </a:lnTo>
                  <a:lnTo>
                    <a:pt x="1048932" y="1740317"/>
                  </a:lnTo>
                  <a:lnTo>
                    <a:pt x="1031154" y="1721774"/>
                  </a:lnTo>
                  <a:lnTo>
                    <a:pt x="1013375" y="1703089"/>
                  </a:lnTo>
                  <a:lnTo>
                    <a:pt x="995597" y="1684280"/>
                  </a:lnTo>
                  <a:lnTo>
                    <a:pt x="977818" y="1665367"/>
                  </a:lnTo>
                  <a:lnTo>
                    <a:pt x="960040" y="1646371"/>
                  </a:lnTo>
                  <a:lnTo>
                    <a:pt x="942261" y="1627316"/>
                  </a:lnTo>
                  <a:lnTo>
                    <a:pt x="924483" y="1608227"/>
                  </a:lnTo>
                  <a:lnTo>
                    <a:pt x="906704" y="1589129"/>
                  </a:lnTo>
                  <a:lnTo>
                    <a:pt x="888926" y="1570051"/>
                  </a:lnTo>
                  <a:lnTo>
                    <a:pt x="871147" y="1551022"/>
                  </a:lnTo>
                  <a:lnTo>
                    <a:pt x="853369" y="1532072"/>
                  </a:lnTo>
                  <a:lnTo>
                    <a:pt x="835590" y="1513235"/>
                  </a:lnTo>
                  <a:lnTo>
                    <a:pt x="817812" y="1494543"/>
                  </a:lnTo>
                  <a:lnTo>
                    <a:pt x="800033" y="1476032"/>
                  </a:lnTo>
                  <a:lnTo>
                    <a:pt x="782254" y="1457735"/>
                  </a:lnTo>
                  <a:lnTo>
                    <a:pt x="764476" y="1439691"/>
                  </a:lnTo>
                  <a:lnTo>
                    <a:pt x="746697" y="1421934"/>
                  </a:lnTo>
                  <a:lnTo>
                    <a:pt x="728919" y="1404500"/>
                  </a:lnTo>
                  <a:lnTo>
                    <a:pt x="711140" y="1387427"/>
                  </a:lnTo>
                  <a:lnTo>
                    <a:pt x="693362" y="1370746"/>
                  </a:lnTo>
                  <a:lnTo>
                    <a:pt x="675583" y="1354493"/>
                  </a:lnTo>
                  <a:lnTo>
                    <a:pt x="657805" y="1338697"/>
                  </a:lnTo>
                  <a:lnTo>
                    <a:pt x="640026" y="1323387"/>
                  </a:lnTo>
                  <a:lnTo>
                    <a:pt x="622248" y="1308588"/>
                  </a:lnTo>
                  <a:lnTo>
                    <a:pt x="604469" y="1294321"/>
                  </a:lnTo>
                  <a:lnTo>
                    <a:pt x="586691" y="1280604"/>
                  </a:lnTo>
                  <a:lnTo>
                    <a:pt x="568912" y="1267451"/>
                  </a:lnTo>
                  <a:lnTo>
                    <a:pt x="551134" y="1254871"/>
                  </a:lnTo>
                  <a:lnTo>
                    <a:pt x="533355" y="1242869"/>
                  </a:lnTo>
                  <a:lnTo>
                    <a:pt x="515577" y="1231444"/>
                  </a:lnTo>
                  <a:lnTo>
                    <a:pt x="497798" y="1220594"/>
                  </a:lnTo>
                  <a:lnTo>
                    <a:pt x="480020" y="1210311"/>
                  </a:lnTo>
                  <a:lnTo>
                    <a:pt x="462241" y="1200584"/>
                  </a:lnTo>
                  <a:lnTo>
                    <a:pt x="444463" y="1191400"/>
                  </a:lnTo>
                  <a:lnTo>
                    <a:pt x="426684" y="1182741"/>
                  </a:lnTo>
                  <a:lnTo>
                    <a:pt x="408906" y="1174591"/>
                  </a:lnTo>
                  <a:lnTo>
                    <a:pt x="391127" y="1166928"/>
                  </a:lnTo>
                  <a:lnTo>
                    <a:pt x="373348" y="1159731"/>
                  </a:lnTo>
                  <a:lnTo>
                    <a:pt x="355570" y="1152980"/>
                  </a:lnTo>
                  <a:lnTo>
                    <a:pt x="337791" y="1146651"/>
                  </a:lnTo>
                  <a:lnTo>
                    <a:pt x="320013" y="1140723"/>
                  </a:lnTo>
                  <a:lnTo>
                    <a:pt x="302234" y="1135173"/>
                  </a:lnTo>
                  <a:lnTo>
                    <a:pt x="284456" y="1129981"/>
                  </a:lnTo>
                  <a:lnTo>
                    <a:pt x="266677" y="1125126"/>
                  </a:lnTo>
                  <a:lnTo>
                    <a:pt x="248899" y="1120587"/>
                  </a:lnTo>
                  <a:lnTo>
                    <a:pt x="231120" y="1116345"/>
                  </a:lnTo>
                  <a:lnTo>
                    <a:pt x="213342" y="1112383"/>
                  </a:lnTo>
                  <a:lnTo>
                    <a:pt x="195563" y="1108682"/>
                  </a:lnTo>
                  <a:lnTo>
                    <a:pt x="177785" y="1105227"/>
                  </a:lnTo>
                  <a:lnTo>
                    <a:pt x="160006" y="1102001"/>
                  </a:lnTo>
                  <a:lnTo>
                    <a:pt x="142228" y="1098992"/>
                  </a:lnTo>
                  <a:lnTo>
                    <a:pt x="124449" y="1096184"/>
                  </a:lnTo>
                  <a:lnTo>
                    <a:pt x="106671" y="1093566"/>
                  </a:lnTo>
                  <a:lnTo>
                    <a:pt x="88892" y="1091125"/>
                  </a:lnTo>
                  <a:lnTo>
                    <a:pt x="71114" y="1088850"/>
                  </a:lnTo>
                  <a:lnTo>
                    <a:pt x="53335" y="1086732"/>
                  </a:lnTo>
                  <a:lnTo>
                    <a:pt x="35557" y="1084760"/>
                  </a:lnTo>
                  <a:lnTo>
                    <a:pt x="17778" y="1082926"/>
                  </a:lnTo>
                  <a:lnTo>
                    <a:pt x="0" y="1081220"/>
                  </a:lnTo>
                  <a:close/>
                </a:path>
              </a:pathLst>
            </a:custGeom>
            <a:solidFill>
              <a:srgbClr val="FE691E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12" name="pl412"/>
            <p:cNvSpPr/>
            <p:nvPr/>
          </p:nvSpPr>
          <p:spPr>
            <a:xfrm>
              <a:off x="1255238" y="3021518"/>
              <a:ext cx="1404503" cy="817177"/>
            </a:xfrm>
            <a:custGeom>
              <a:avLst/>
              <a:pathLst>
                <a:path w="1404503" h="817177">
                  <a:moveTo>
                    <a:pt x="0" y="0"/>
                  </a:moveTo>
                  <a:lnTo>
                    <a:pt x="17778" y="18918"/>
                  </a:lnTo>
                  <a:lnTo>
                    <a:pt x="35557" y="38050"/>
                  </a:lnTo>
                  <a:lnTo>
                    <a:pt x="53335" y="57382"/>
                  </a:lnTo>
                  <a:lnTo>
                    <a:pt x="71114" y="76900"/>
                  </a:lnTo>
                  <a:lnTo>
                    <a:pt x="88892" y="96588"/>
                  </a:lnTo>
                  <a:lnTo>
                    <a:pt x="106671" y="116430"/>
                  </a:lnTo>
                  <a:lnTo>
                    <a:pt x="124449" y="136407"/>
                  </a:lnTo>
                  <a:lnTo>
                    <a:pt x="142228" y="156500"/>
                  </a:lnTo>
                  <a:lnTo>
                    <a:pt x="160006" y="176688"/>
                  </a:lnTo>
                  <a:lnTo>
                    <a:pt x="177785" y="196949"/>
                  </a:lnTo>
                  <a:lnTo>
                    <a:pt x="195563" y="217260"/>
                  </a:lnTo>
                  <a:lnTo>
                    <a:pt x="213342" y="237594"/>
                  </a:lnTo>
                  <a:lnTo>
                    <a:pt x="231120" y="257926"/>
                  </a:lnTo>
                  <a:lnTo>
                    <a:pt x="248899" y="278227"/>
                  </a:lnTo>
                  <a:lnTo>
                    <a:pt x="266677" y="298468"/>
                  </a:lnTo>
                  <a:lnTo>
                    <a:pt x="284456" y="318617"/>
                  </a:lnTo>
                  <a:lnTo>
                    <a:pt x="302234" y="338643"/>
                  </a:lnTo>
                  <a:lnTo>
                    <a:pt x="320013" y="358511"/>
                  </a:lnTo>
                  <a:lnTo>
                    <a:pt x="337791" y="378187"/>
                  </a:lnTo>
                  <a:lnTo>
                    <a:pt x="355570" y="397636"/>
                  </a:lnTo>
                  <a:lnTo>
                    <a:pt x="373348" y="416821"/>
                  </a:lnTo>
                  <a:lnTo>
                    <a:pt x="391127" y="435707"/>
                  </a:lnTo>
                  <a:lnTo>
                    <a:pt x="408906" y="454256"/>
                  </a:lnTo>
                  <a:lnTo>
                    <a:pt x="426684" y="472432"/>
                  </a:lnTo>
                  <a:lnTo>
                    <a:pt x="444463" y="490201"/>
                  </a:lnTo>
                  <a:lnTo>
                    <a:pt x="462241" y="507529"/>
                  </a:lnTo>
                  <a:lnTo>
                    <a:pt x="480020" y="524383"/>
                  </a:lnTo>
                  <a:lnTo>
                    <a:pt x="497798" y="540734"/>
                  </a:lnTo>
                  <a:lnTo>
                    <a:pt x="515577" y="556555"/>
                  </a:lnTo>
                  <a:lnTo>
                    <a:pt x="533355" y="571822"/>
                  </a:lnTo>
                  <a:lnTo>
                    <a:pt x="551134" y="586517"/>
                  </a:lnTo>
                  <a:lnTo>
                    <a:pt x="568912" y="600623"/>
                  </a:lnTo>
                  <a:lnTo>
                    <a:pt x="586691" y="614129"/>
                  </a:lnTo>
                  <a:lnTo>
                    <a:pt x="604469" y="627028"/>
                  </a:lnTo>
                  <a:lnTo>
                    <a:pt x="622248" y="639319"/>
                  </a:lnTo>
                  <a:lnTo>
                    <a:pt x="640026" y="651002"/>
                  </a:lnTo>
                  <a:lnTo>
                    <a:pt x="657805" y="662083"/>
                  </a:lnTo>
                  <a:lnTo>
                    <a:pt x="675583" y="672574"/>
                  </a:lnTo>
                  <a:lnTo>
                    <a:pt x="693362" y="682486"/>
                  </a:lnTo>
                  <a:lnTo>
                    <a:pt x="711140" y="691836"/>
                  </a:lnTo>
                  <a:lnTo>
                    <a:pt x="728919" y="700641"/>
                  </a:lnTo>
                  <a:lnTo>
                    <a:pt x="746697" y="708923"/>
                  </a:lnTo>
                  <a:lnTo>
                    <a:pt x="764476" y="716703"/>
                  </a:lnTo>
                  <a:lnTo>
                    <a:pt x="782254" y="724003"/>
                  </a:lnTo>
                  <a:lnTo>
                    <a:pt x="800033" y="730847"/>
                  </a:lnTo>
                  <a:lnTo>
                    <a:pt x="817812" y="737258"/>
                  </a:lnTo>
                  <a:lnTo>
                    <a:pt x="835590" y="743259"/>
                  </a:lnTo>
                  <a:lnTo>
                    <a:pt x="853369" y="748874"/>
                  </a:lnTo>
                  <a:lnTo>
                    <a:pt x="871147" y="754124"/>
                  </a:lnTo>
                  <a:lnTo>
                    <a:pt x="888926" y="759032"/>
                  </a:lnTo>
                  <a:lnTo>
                    <a:pt x="906704" y="763617"/>
                  </a:lnTo>
                  <a:lnTo>
                    <a:pt x="924483" y="767900"/>
                  </a:lnTo>
                  <a:lnTo>
                    <a:pt x="942261" y="771900"/>
                  </a:lnTo>
                  <a:lnTo>
                    <a:pt x="960040" y="775634"/>
                  </a:lnTo>
                  <a:lnTo>
                    <a:pt x="977818" y="779119"/>
                  </a:lnTo>
                  <a:lnTo>
                    <a:pt x="995597" y="782371"/>
                  </a:lnTo>
                  <a:lnTo>
                    <a:pt x="1013375" y="785405"/>
                  </a:lnTo>
                  <a:lnTo>
                    <a:pt x="1031154" y="788234"/>
                  </a:lnTo>
                  <a:lnTo>
                    <a:pt x="1048932" y="790872"/>
                  </a:lnTo>
                  <a:lnTo>
                    <a:pt x="1066711" y="793330"/>
                  </a:lnTo>
                  <a:lnTo>
                    <a:pt x="1084489" y="795620"/>
                  </a:lnTo>
                  <a:lnTo>
                    <a:pt x="1102268" y="797753"/>
                  </a:lnTo>
                  <a:lnTo>
                    <a:pt x="1120046" y="799737"/>
                  </a:lnTo>
                  <a:lnTo>
                    <a:pt x="1137825" y="801583"/>
                  </a:lnTo>
                  <a:lnTo>
                    <a:pt x="1155603" y="803298"/>
                  </a:lnTo>
                  <a:lnTo>
                    <a:pt x="1173382" y="804891"/>
                  </a:lnTo>
                  <a:lnTo>
                    <a:pt x="1191161" y="806368"/>
                  </a:lnTo>
                  <a:lnTo>
                    <a:pt x="1208939" y="807737"/>
                  </a:lnTo>
                  <a:lnTo>
                    <a:pt x="1226718" y="809004"/>
                  </a:lnTo>
                  <a:lnTo>
                    <a:pt x="1244496" y="810175"/>
                  </a:lnTo>
                  <a:lnTo>
                    <a:pt x="1262275" y="811255"/>
                  </a:lnTo>
                  <a:lnTo>
                    <a:pt x="1280053" y="812249"/>
                  </a:lnTo>
                  <a:lnTo>
                    <a:pt x="1297832" y="813163"/>
                  </a:lnTo>
                  <a:lnTo>
                    <a:pt x="1315610" y="814000"/>
                  </a:lnTo>
                  <a:lnTo>
                    <a:pt x="1333389" y="814765"/>
                  </a:lnTo>
                  <a:lnTo>
                    <a:pt x="1351167" y="815462"/>
                  </a:lnTo>
                  <a:lnTo>
                    <a:pt x="1368946" y="816093"/>
                  </a:lnTo>
                  <a:lnTo>
                    <a:pt x="1386724" y="816664"/>
                  </a:lnTo>
                  <a:lnTo>
                    <a:pt x="1404503" y="81717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13" name="pl413"/>
            <p:cNvSpPr/>
            <p:nvPr/>
          </p:nvSpPr>
          <p:spPr>
            <a:xfrm>
              <a:off x="1255238" y="4102739"/>
              <a:ext cx="1404503" cy="982025"/>
            </a:xfrm>
            <a:custGeom>
              <a:avLst/>
              <a:pathLst>
                <a:path w="1404503" h="982025">
                  <a:moveTo>
                    <a:pt x="1404503" y="982025"/>
                  </a:moveTo>
                  <a:lnTo>
                    <a:pt x="1386724" y="968460"/>
                  </a:lnTo>
                  <a:lnTo>
                    <a:pt x="1368946" y="954606"/>
                  </a:lnTo>
                  <a:lnTo>
                    <a:pt x="1351167" y="940464"/>
                  </a:lnTo>
                  <a:lnTo>
                    <a:pt x="1333389" y="926034"/>
                  </a:lnTo>
                  <a:lnTo>
                    <a:pt x="1315610" y="911317"/>
                  </a:lnTo>
                  <a:lnTo>
                    <a:pt x="1297832" y="896316"/>
                  </a:lnTo>
                  <a:lnTo>
                    <a:pt x="1280053" y="881032"/>
                  </a:lnTo>
                  <a:lnTo>
                    <a:pt x="1262275" y="865469"/>
                  </a:lnTo>
                  <a:lnTo>
                    <a:pt x="1244496" y="849630"/>
                  </a:lnTo>
                  <a:lnTo>
                    <a:pt x="1226718" y="833519"/>
                  </a:lnTo>
                  <a:lnTo>
                    <a:pt x="1208939" y="817143"/>
                  </a:lnTo>
                  <a:lnTo>
                    <a:pt x="1191161" y="800507"/>
                  </a:lnTo>
                  <a:lnTo>
                    <a:pt x="1173382" y="783618"/>
                  </a:lnTo>
                  <a:lnTo>
                    <a:pt x="1155603" y="766483"/>
                  </a:lnTo>
                  <a:lnTo>
                    <a:pt x="1137825" y="749112"/>
                  </a:lnTo>
                  <a:lnTo>
                    <a:pt x="1120046" y="731515"/>
                  </a:lnTo>
                  <a:lnTo>
                    <a:pt x="1102268" y="713702"/>
                  </a:lnTo>
                  <a:lnTo>
                    <a:pt x="1084489" y="695685"/>
                  </a:lnTo>
                  <a:lnTo>
                    <a:pt x="1066711" y="677478"/>
                  </a:lnTo>
                  <a:lnTo>
                    <a:pt x="1048932" y="659096"/>
                  </a:lnTo>
                  <a:lnTo>
                    <a:pt x="1031154" y="640553"/>
                  </a:lnTo>
                  <a:lnTo>
                    <a:pt x="1013375" y="621868"/>
                  </a:lnTo>
                  <a:lnTo>
                    <a:pt x="995597" y="603059"/>
                  </a:lnTo>
                  <a:lnTo>
                    <a:pt x="977818" y="584146"/>
                  </a:lnTo>
                  <a:lnTo>
                    <a:pt x="960040" y="565150"/>
                  </a:lnTo>
                  <a:lnTo>
                    <a:pt x="942261" y="546095"/>
                  </a:lnTo>
                  <a:lnTo>
                    <a:pt x="924483" y="527006"/>
                  </a:lnTo>
                  <a:lnTo>
                    <a:pt x="906704" y="507908"/>
                  </a:lnTo>
                  <a:lnTo>
                    <a:pt x="888926" y="488830"/>
                  </a:lnTo>
                  <a:lnTo>
                    <a:pt x="871147" y="469801"/>
                  </a:lnTo>
                  <a:lnTo>
                    <a:pt x="853369" y="450851"/>
                  </a:lnTo>
                  <a:lnTo>
                    <a:pt x="835590" y="432014"/>
                  </a:lnTo>
                  <a:lnTo>
                    <a:pt x="817812" y="413322"/>
                  </a:lnTo>
                  <a:lnTo>
                    <a:pt x="800033" y="394811"/>
                  </a:lnTo>
                  <a:lnTo>
                    <a:pt x="782254" y="376515"/>
                  </a:lnTo>
                  <a:lnTo>
                    <a:pt x="764476" y="358470"/>
                  </a:lnTo>
                  <a:lnTo>
                    <a:pt x="746697" y="340713"/>
                  </a:lnTo>
                  <a:lnTo>
                    <a:pt x="728919" y="323280"/>
                  </a:lnTo>
                  <a:lnTo>
                    <a:pt x="711140" y="306206"/>
                  </a:lnTo>
                  <a:lnTo>
                    <a:pt x="693362" y="289526"/>
                  </a:lnTo>
                  <a:lnTo>
                    <a:pt x="675583" y="273272"/>
                  </a:lnTo>
                  <a:lnTo>
                    <a:pt x="657805" y="257476"/>
                  </a:lnTo>
                  <a:lnTo>
                    <a:pt x="640026" y="242166"/>
                  </a:lnTo>
                  <a:lnTo>
                    <a:pt x="622248" y="227367"/>
                  </a:lnTo>
                  <a:lnTo>
                    <a:pt x="604469" y="213100"/>
                  </a:lnTo>
                  <a:lnTo>
                    <a:pt x="586691" y="199384"/>
                  </a:lnTo>
                  <a:lnTo>
                    <a:pt x="568912" y="186231"/>
                  </a:lnTo>
                  <a:lnTo>
                    <a:pt x="551134" y="173650"/>
                  </a:lnTo>
                  <a:lnTo>
                    <a:pt x="533355" y="161648"/>
                  </a:lnTo>
                  <a:lnTo>
                    <a:pt x="515577" y="150223"/>
                  </a:lnTo>
                  <a:lnTo>
                    <a:pt x="497798" y="139373"/>
                  </a:lnTo>
                  <a:lnTo>
                    <a:pt x="480020" y="129090"/>
                  </a:lnTo>
                  <a:lnTo>
                    <a:pt x="462241" y="119363"/>
                  </a:lnTo>
                  <a:lnTo>
                    <a:pt x="444463" y="110179"/>
                  </a:lnTo>
                  <a:lnTo>
                    <a:pt x="426684" y="101520"/>
                  </a:lnTo>
                  <a:lnTo>
                    <a:pt x="408906" y="93370"/>
                  </a:lnTo>
                  <a:lnTo>
                    <a:pt x="391127" y="85707"/>
                  </a:lnTo>
                  <a:lnTo>
                    <a:pt x="373348" y="78510"/>
                  </a:lnTo>
                  <a:lnTo>
                    <a:pt x="355570" y="71759"/>
                  </a:lnTo>
                  <a:lnTo>
                    <a:pt x="337791" y="65430"/>
                  </a:lnTo>
                  <a:lnTo>
                    <a:pt x="320013" y="59502"/>
                  </a:lnTo>
                  <a:lnTo>
                    <a:pt x="302234" y="53952"/>
                  </a:lnTo>
                  <a:lnTo>
                    <a:pt x="284456" y="48760"/>
                  </a:lnTo>
                  <a:lnTo>
                    <a:pt x="266677" y="43905"/>
                  </a:lnTo>
                  <a:lnTo>
                    <a:pt x="248899" y="39366"/>
                  </a:lnTo>
                  <a:lnTo>
                    <a:pt x="231120" y="35124"/>
                  </a:lnTo>
                  <a:lnTo>
                    <a:pt x="213342" y="31162"/>
                  </a:lnTo>
                  <a:lnTo>
                    <a:pt x="195563" y="27461"/>
                  </a:lnTo>
                  <a:lnTo>
                    <a:pt x="177785" y="24006"/>
                  </a:lnTo>
                  <a:lnTo>
                    <a:pt x="160006" y="20780"/>
                  </a:lnTo>
                  <a:lnTo>
                    <a:pt x="142228" y="17771"/>
                  </a:lnTo>
                  <a:lnTo>
                    <a:pt x="124449" y="14963"/>
                  </a:lnTo>
                  <a:lnTo>
                    <a:pt x="106671" y="12345"/>
                  </a:lnTo>
                  <a:lnTo>
                    <a:pt x="88892" y="9904"/>
                  </a:lnTo>
                  <a:lnTo>
                    <a:pt x="71114" y="7629"/>
                  </a:lnTo>
                  <a:lnTo>
                    <a:pt x="53335" y="5511"/>
                  </a:lnTo>
                  <a:lnTo>
                    <a:pt x="35557" y="3539"/>
                  </a:lnTo>
                  <a:lnTo>
                    <a:pt x="17778" y="170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14" name="pl414"/>
            <p:cNvSpPr/>
            <p:nvPr/>
          </p:nvSpPr>
          <p:spPr>
            <a:xfrm>
              <a:off x="1255238" y="3519675"/>
              <a:ext cx="1404503" cy="1051492"/>
            </a:xfrm>
            <a:custGeom>
              <a:avLst/>
              <a:pathLst>
                <a:path w="1404503" h="1051492">
                  <a:moveTo>
                    <a:pt x="0" y="0"/>
                  </a:moveTo>
                  <a:lnTo>
                    <a:pt x="17778" y="13201"/>
                  </a:lnTo>
                  <a:lnTo>
                    <a:pt x="35557" y="26451"/>
                  </a:lnTo>
                  <a:lnTo>
                    <a:pt x="53335" y="39750"/>
                  </a:lnTo>
                  <a:lnTo>
                    <a:pt x="71114" y="53094"/>
                  </a:lnTo>
                  <a:lnTo>
                    <a:pt x="88892" y="66482"/>
                  </a:lnTo>
                  <a:lnTo>
                    <a:pt x="106671" y="79913"/>
                  </a:lnTo>
                  <a:lnTo>
                    <a:pt x="124449" y="93385"/>
                  </a:lnTo>
                  <a:lnTo>
                    <a:pt x="142228" y="106896"/>
                  </a:lnTo>
                  <a:lnTo>
                    <a:pt x="160006" y="120445"/>
                  </a:lnTo>
                  <a:lnTo>
                    <a:pt x="177785" y="134030"/>
                  </a:lnTo>
                  <a:lnTo>
                    <a:pt x="195563" y="147648"/>
                  </a:lnTo>
                  <a:lnTo>
                    <a:pt x="213342" y="161299"/>
                  </a:lnTo>
                  <a:lnTo>
                    <a:pt x="231120" y="174980"/>
                  </a:lnTo>
                  <a:lnTo>
                    <a:pt x="248899" y="188689"/>
                  </a:lnTo>
                  <a:lnTo>
                    <a:pt x="266677" y="202425"/>
                  </a:lnTo>
                  <a:lnTo>
                    <a:pt x="284456" y="216186"/>
                  </a:lnTo>
                  <a:lnTo>
                    <a:pt x="302234" y="229970"/>
                  </a:lnTo>
                  <a:lnTo>
                    <a:pt x="320013" y="243776"/>
                  </a:lnTo>
                  <a:lnTo>
                    <a:pt x="337791" y="257600"/>
                  </a:lnTo>
                  <a:lnTo>
                    <a:pt x="355570" y="271441"/>
                  </a:lnTo>
                  <a:lnTo>
                    <a:pt x="373348" y="285298"/>
                  </a:lnTo>
                  <a:lnTo>
                    <a:pt x="391127" y="299169"/>
                  </a:lnTo>
                  <a:lnTo>
                    <a:pt x="408906" y="313051"/>
                  </a:lnTo>
                  <a:lnTo>
                    <a:pt x="426684" y="326942"/>
                  </a:lnTo>
                  <a:lnTo>
                    <a:pt x="444463" y="340841"/>
                  </a:lnTo>
                  <a:lnTo>
                    <a:pt x="462241" y="354746"/>
                  </a:lnTo>
                  <a:lnTo>
                    <a:pt x="480020" y="368654"/>
                  </a:lnTo>
                  <a:lnTo>
                    <a:pt x="497798" y="382564"/>
                  </a:lnTo>
                  <a:lnTo>
                    <a:pt x="515577" y="396474"/>
                  </a:lnTo>
                  <a:lnTo>
                    <a:pt x="533355" y="410382"/>
                  </a:lnTo>
                  <a:lnTo>
                    <a:pt x="551134" y="424286"/>
                  </a:lnTo>
                  <a:lnTo>
                    <a:pt x="568912" y="438184"/>
                  </a:lnTo>
                  <a:lnTo>
                    <a:pt x="586691" y="452073"/>
                  </a:lnTo>
                  <a:lnTo>
                    <a:pt x="604469" y="465953"/>
                  </a:lnTo>
                  <a:lnTo>
                    <a:pt x="622248" y="479821"/>
                  </a:lnTo>
                  <a:lnTo>
                    <a:pt x="640026" y="493675"/>
                  </a:lnTo>
                  <a:lnTo>
                    <a:pt x="657805" y="507513"/>
                  </a:lnTo>
                  <a:lnTo>
                    <a:pt x="675583" y="521334"/>
                  </a:lnTo>
                  <a:lnTo>
                    <a:pt x="693362" y="535135"/>
                  </a:lnTo>
                  <a:lnTo>
                    <a:pt x="711140" y="548915"/>
                  </a:lnTo>
                  <a:lnTo>
                    <a:pt x="728919" y="562671"/>
                  </a:lnTo>
                  <a:lnTo>
                    <a:pt x="746697" y="576402"/>
                  </a:lnTo>
                  <a:lnTo>
                    <a:pt x="764476" y="590106"/>
                  </a:lnTo>
                  <a:lnTo>
                    <a:pt x="782254" y="603782"/>
                  </a:lnTo>
                  <a:lnTo>
                    <a:pt x="800033" y="617426"/>
                  </a:lnTo>
                  <a:lnTo>
                    <a:pt x="817812" y="631038"/>
                  </a:lnTo>
                  <a:lnTo>
                    <a:pt x="835590" y="644616"/>
                  </a:lnTo>
                  <a:lnTo>
                    <a:pt x="853369" y="658157"/>
                  </a:lnTo>
                  <a:lnTo>
                    <a:pt x="871147" y="671661"/>
                  </a:lnTo>
                  <a:lnTo>
                    <a:pt x="888926" y="685125"/>
                  </a:lnTo>
                  <a:lnTo>
                    <a:pt x="906704" y="698548"/>
                  </a:lnTo>
                  <a:lnTo>
                    <a:pt x="924483" y="711928"/>
                  </a:lnTo>
                  <a:lnTo>
                    <a:pt x="942261" y="725263"/>
                  </a:lnTo>
                  <a:lnTo>
                    <a:pt x="960040" y="738552"/>
                  </a:lnTo>
                  <a:lnTo>
                    <a:pt x="977818" y="751793"/>
                  </a:lnTo>
                  <a:lnTo>
                    <a:pt x="995597" y="764985"/>
                  </a:lnTo>
                  <a:lnTo>
                    <a:pt x="1013375" y="778125"/>
                  </a:lnTo>
                  <a:lnTo>
                    <a:pt x="1031154" y="791213"/>
                  </a:lnTo>
                  <a:lnTo>
                    <a:pt x="1048932" y="804247"/>
                  </a:lnTo>
                  <a:lnTo>
                    <a:pt x="1066711" y="817225"/>
                  </a:lnTo>
                  <a:lnTo>
                    <a:pt x="1084489" y="830146"/>
                  </a:lnTo>
                  <a:lnTo>
                    <a:pt x="1102268" y="843009"/>
                  </a:lnTo>
                  <a:lnTo>
                    <a:pt x="1120046" y="855812"/>
                  </a:lnTo>
                  <a:lnTo>
                    <a:pt x="1137825" y="868554"/>
                  </a:lnTo>
                  <a:lnTo>
                    <a:pt x="1155603" y="881233"/>
                  </a:lnTo>
                  <a:lnTo>
                    <a:pt x="1173382" y="893848"/>
                  </a:lnTo>
                  <a:lnTo>
                    <a:pt x="1191161" y="906398"/>
                  </a:lnTo>
                  <a:lnTo>
                    <a:pt x="1208939" y="918881"/>
                  </a:lnTo>
                  <a:lnTo>
                    <a:pt x="1226718" y="931297"/>
                  </a:lnTo>
                  <a:lnTo>
                    <a:pt x="1244496" y="943644"/>
                  </a:lnTo>
                  <a:lnTo>
                    <a:pt x="1262275" y="955921"/>
                  </a:lnTo>
                  <a:lnTo>
                    <a:pt x="1280053" y="968127"/>
                  </a:lnTo>
                  <a:lnTo>
                    <a:pt x="1297832" y="980261"/>
                  </a:lnTo>
                  <a:lnTo>
                    <a:pt x="1315610" y="992322"/>
                  </a:lnTo>
                  <a:lnTo>
                    <a:pt x="1333389" y="1004308"/>
                  </a:lnTo>
                  <a:lnTo>
                    <a:pt x="1351167" y="1016219"/>
                  </a:lnTo>
                  <a:lnTo>
                    <a:pt x="1368946" y="1028054"/>
                  </a:lnTo>
                  <a:lnTo>
                    <a:pt x="1386724" y="1039812"/>
                  </a:lnTo>
                  <a:lnTo>
                    <a:pt x="1404503" y="1051492"/>
                  </a:lnTo>
                </a:path>
              </a:pathLst>
            </a:custGeom>
            <a:ln w="27101" cap="flat">
              <a:solidFill>
                <a:srgbClr val="FE69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4642306" y="2720029"/>
              <a:ext cx="2291298" cy="2382303"/>
            </a:xfrm>
            <a:custGeom>
              <a:avLst/>
              <a:pathLst>
                <a:path w="2291298" h="2382303">
                  <a:moveTo>
                    <a:pt x="0" y="0"/>
                  </a:moveTo>
                  <a:lnTo>
                    <a:pt x="29003" y="16164"/>
                  </a:lnTo>
                  <a:lnTo>
                    <a:pt x="58007" y="32686"/>
                  </a:lnTo>
                  <a:lnTo>
                    <a:pt x="87011" y="49557"/>
                  </a:lnTo>
                  <a:lnTo>
                    <a:pt x="116015" y="66767"/>
                  </a:lnTo>
                  <a:lnTo>
                    <a:pt x="145018" y="84303"/>
                  </a:lnTo>
                  <a:lnTo>
                    <a:pt x="174022" y="102153"/>
                  </a:lnTo>
                  <a:lnTo>
                    <a:pt x="203026" y="120299"/>
                  </a:lnTo>
                  <a:lnTo>
                    <a:pt x="232030" y="138724"/>
                  </a:lnTo>
                  <a:lnTo>
                    <a:pt x="261033" y="157407"/>
                  </a:lnTo>
                  <a:lnTo>
                    <a:pt x="290037" y="176325"/>
                  </a:lnTo>
                  <a:lnTo>
                    <a:pt x="319041" y="195452"/>
                  </a:lnTo>
                  <a:lnTo>
                    <a:pt x="348045" y="214759"/>
                  </a:lnTo>
                  <a:lnTo>
                    <a:pt x="377049" y="234216"/>
                  </a:lnTo>
                  <a:lnTo>
                    <a:pt x="406052" y="253789"/>
                  </a:lnTo>
                  <a:lnTo>
                    <a:pt x="435056" y="273441"/>
                  </a:lnTo>
                  <a:lnTo>
                    <a:pt x="464060" y="293133"/>
                  </a:lnTo>
                  <a:lnTo>
                    <a:pt x="493064" y="312824"/>
                  </a:lnTo>
                  <a:lnTo>
                    <a:pt x="522067" y="332471"/>
                  </a:lnTo>
                  <a:lnTo>
                    <a:pt x="551071" y="352028"/>
                  </a:lnTo>
                  <a:lnTo>
                    <a:pt x="580075" y="371449"/>
                  </a:lnTo>
                  <a:lnTo>
                    <a:pt x="609079" y="390687"/>
                  </a:lnTo>
                  <a:lnTo>
                    <a:pt x="638083" y="409693"/>
                  </a:lnTo>
                  <a:lnTo>
                    <a:pt x="667086" y="428422"/>
                  </a:lnTo>
                  <a:lnTo>
                    <a:pt x="696090" y="446827"/>
                  </a:lnTo>
                  <a:lnTo>
                    <a:pt x="725094" y="464866"/>
                  </a:lnTo>
                  <a:lnTo>
                    <a:pt x="754098" y="482498"/>
                  </a:lnTo>
                  <a:lnTo>
                    <a:pt x="783101" y="499685"/>
                  </a:lnTo>
                  <a:lnTo>
                    <a:pt x="812105" y="516396"/>
                  </a:lnTo>
                  <a:lnTo>
                    <a:pt x="841109" y="532604"/>
                  </a:lnTo>
                  <a:lnTo>
                    <a:pt x="870113" y="548286"/>
                  </a:lnTo>
                  <a:lnTo>
                    <a:pt x="899117" y="563426"/>
                  </a:lnTo>
                  <a:lnTo>
                    <a:pt x="928120" y="578015"/>
                  </a:lnTo>
                  <a:lnTo>
                    <a:pt x="957124" y="592046"/>
                  </a:lnTo>
                  <a:lnTo>
                    <a:pt x="986128" y="605521"/>
                  </a:lnTo>
                  <a:lnTo>
                    <a:pt x="1015132" y="618445"/>
                  </a:lnTo>
                  <a:lnTo>
                    <a:pt x="1044135" y="630827"/>
                  </a:lnTo>
                  <a:lnTo>
                    <a:pt x="1073139" y="642681"/>
                  </a:lnTo>
                  <a:lnTo>
                    <a:pt x="1102143" y="654023"/>
                  </a:lnTo>
                  <a:lnTo>
                    <a:pt x="1131147" y="664873"/>
                  </a:lnTo>
                  <a:lnTo>
                    <a:pt x="1160151" y="675250"/>
                  </a:lnTo>
                  <a:lnTo>
                    <a:pt x="1189154" y="685176"/>
                  </a:lnTo>
                  <a:lnTo>
                    <a:pt x="1218158" y="694674"/>
                  </a:lnTo>
                  <a:lnTo>
                    <a:pt x="1247162" y="703767"/>
                  </a:lnTo>
                  <a:lnTo>
                    <a:pt x="1276166" y="712477"/>
                  </a:lnTo>
                  <a:lnTo>
                    <a:pt x="1305169" y="720827"/>
                  </a:lnTo>
                  <a:lnTo>
                    <a:pt x="1334173" y="728838"/>
                  </a:lnTo>
                  <a:lnTo>
                    <a:pt x="1363177" y="736531"/>
                  </a:lnTo>
                  <a:lnTo>
                    <a:pt x="1392181" y="743927"/>
                  </a:lnTo>
                  <a:lnTo>
                    <a:pt x="1421185" y="751043"/>
                  </a:lnTo>
                  <a:lnTo>
                    <a:pt x="1450188" y="757899"/>
                  </a:lnTo>
                  <a:lnTo>
                    <a:pt x="1479192" y="764511"/>
                  </a:lnTo>
                  <a:lnTo>
                    <a:pt x="1508196" y="770895"/>
                  </a:lnTo>
                  <a:lnTo>
                    <a:pt x="1537200" y="777067"/>
                  </a:lnTo>
                  <a:lnTo>
                    <a:pt x="1566203" y="783039"/>
                  </a:lnTo>
                  <a:lnTo>
                    <a:pt x="1595207" y="788826"/>
                  </a:lnTo>
                  <a:lnTo>
                    <a:pt x="1624211" y="794438"/>
                  </a:lnTo>
                  <a:lnTo>
                    <a:pt x="1653215" y="799889"/>
                  </a:lnTo>
                  <a:lnTo>
                    <a:pt x="1682219" y="805187"/>
                  </a:lnTo>
                  <a:lnTo>
                    <a:pt x="1711222" y="810342"/>
                  </a:lnTo>
                  <a:lnTo>
                    <a:pt x="1740226" y="815365"/>
                  </a:lnTo>
                  <a:lnTo>
                    <a:pt x="1769230" y="820262"/>
                  </a:lnTo>
                  <a:lnTo>
                    <a:pt x="1798234" y="825042"/>
                  </a:lnTo>
                  <a:lnTo>
                    <a:pt x="1827237" y="829712"/>
                  </a:lnTo>
                  <a:lnTo>
                    <a:pt x="1856241" y="834279"/>
                  </a:lnTo>
                  <a:lnTo>
                    <a:pt x="1885245" y="838749"/>
                  </a:lnTo>
                  <a:lnTo>
                    <a:pt x="1914249" y="843127"/>
                  </a:lnTo>
                  <a:lnTo>
                    <a:pt x="1943253" y="847420"/>
                  </a:lnTo>
                  <a:lnTo>
                    <a:pt x="1972256" y="851632"/>
                  </a:lnTo>
                  <a:lnTo>
                    <a:pt x="2001260" y="855767"/>
                  </a:lnTo>
                  <a:lnTo>
                    <a:pt x="2030264" y="859831"/>
                  </a:lnTo>
                  <a:lnTo>
                    <a:pt x="2059268" y="863826"/>
                  </a:lnTo>
                  <a:lnTo>
                    <a:pt x="2088271" y="867758"/>
                  </a:lnTo>
                  <a:lnTo>
                    <a:pt x="2117275" y="871628"/>
                  </a:lnTo>
                  <a:lnTo>
                    <a:pt x="2146279" y="875442"/>
                  </a:lnTo>
                  <a:lnTo>
                    <a:pt x="2175283" y="879201"/>
                  </a:lnTo>
                  <a:lnTo>
                    <a:pt x="2204287" y="882908"/>
                  </a:lnTo>
                  <a:lnTo>
                    <a:pt x="2233290" y="886567"/>
                  </a:lnTo>
                  <a:lnTo>
                    <a:pt x="2262294" y="890179"/>
                  </a:lnTo>
                  <a:lnTo>
                    <a:pt x="2291298" y="893748"/>
                  </a:lnTo>
                  <a:lnTo>
                    <a:pt x="2291298" y="2382303"/>
                  </a:lnTo>
                  <a:lnTo>
                    <a:pt x="2262294" y="2365750"/>
                  </a:lnTo>
                  <a:lnTo>
                    <a:pt x="2233290" y="2348727"/>
                  </a:lnTo>
                  <a:lnTo>
                    <a:pt x="2204287" y="2331228"/>
                  </a:lnTo>
                  <a:lnTo>
                    <a:pt x="2175283" y="2313252"/>
                  </a:lnTo>
                  <a:lnTo>
                    <a:pt x="2146279" y="2294794"/>
                  </a:lnTo>
                  <a:lnTo>
                    <a:pt x="2117275" y="2275855"/>
                  </a:lnTo>
                  <a:lnTo>
                    <a:pt x="2088271" y="2256432"/>
                  </a:lnTo>
                  <a:lnTo>
                    <a:pt x="2059268" y="2236528"/>
                  </a:lnTo>
                  <a:lnTo>
                    <a:pt x="2030264" y="2216142"/>
                  </a:lnTo>
                  <a:lnTo>
                    <a:pt x="2001260" y="2195279"/>
                  </a:lnTo>
                  <a:lnTo>
                    <a:pt x="1972256" y="2173941"/>
                  </a:lnTo>
                  <a:lnTo>
                    <a:pt x="1943253" y="2152134"/>
                  </a:lnTo>
                  <a:lnTo>
                    <a:pt x="1914249" y="2129865"/>
                  </a:lnTo>
                  <a:lnTo>
                    <a:pt x="1885245" y="2107141"/>
                  </a:lnTo>
                  <a:lnTo>
                    <a:pt x="1856241" y="2083971"/>
                  </a:lnTo>
                  <a:lnTo>
                    <a:pt x="1827237" y="2060367"/>
                  </a:lnTo>
                  <a:lnTo>
                    <a:pt x="1798234" y="2036342"/>
                  </a:lnTo>
                  <a:lnTo>
                    <a:pt x="1769230" y="2011908"/>
                  </a:lnTo>
                  <a:lnTo>
                    <a:pt x="1740226" y="1987083"/>
                  </a:lnTo>
                  <a:lnTo>
                    <a:pt x="1711222" y="1961885"/>
                  </a:lnTo>
                  <a:lnTo>
                    <a:pt x="1682219" y="1936332"/>
                  </a:lnTo>
                  <a:lnTo>
                    <a:pt x="1653215" y="1910447"/>
                  </a:lnTo>
                  <a:lnTo>
                    <a:pt x="1624211" y="1884253"/>
                  </a:lnTo>
                  <a:lnTo>
                    <a:pt x="1595207" y="1857776"/>
                  </a:lnTo>
                  <a:lnTo>
                    <a:pt x="1566203" y="1831044"/>
                  </a:lnTo>
                  <a:lnTo>
                    <a:pt x="1537200" y="1804085"/>
                  </a:lnTo>
                  <a:lnTo>
                    <a:pt x="1508196" y="1776934"/>
                  </a:lnTo>
                  <a:lnTo>
                    <a:pt x="1479192" y="1749622"/>
                  </a:lnTo>
                  <a:lnTo>
                    <a:pt x="1450188" y="1722187"/>
                  </a:lnTo>
                  <a:lnTo>
                    <a:pt x="1421185" y="1694667"/>
                  </a:lnTo>
                  <a:lnTo>
                    <a:pt x="1392181" y="1667103"/>
                  </a:lnTo>
                  <a:lnTo>
                    <a:pt x="1363177" y="1639536"/>
                  </a:lnTo>
                  <a:lnTo>
                    <a:pt x="1334173" y="1612011"/>
                  </a:lnTo>
                  <a:lnTo>
                    <a:pt x="1305169" y="1584574"/>
                  </a:lnTo>
                  <a:lnTo>
                    <a:pt x="1276166" y="1557274"/>
                  </a:lnTo>
                  <a:lnTo>
                    <a:pt x="1247162" y="1530160"/>
                  </a:lnTo>
                  <a:lnTo>
                    <a:pt x="1218158" y="1503282"/>
                  </a:lnTo>
                  <a:lnTo>
                    <a:pt x="1189154" y="1476691"/>
                  </a:lnTo>
                  <a:lnTo>
                    <a:pt x="1160151" y="1450441"/>
                  </a:lnTo>
                  <a:lnTo>
                    <a:pt x="1131147" y="1424582"/>
                  </a:lnTo>
                  <a:lnTo>
                    <a:pt x="1102143" y="1399167"/>
                  </a:lnTo>
                  <a:lnTo>
                    <a:pt x="1073139" y="1374245"/>
                  </a:lnTo>
                  <a:lnTo>
                    <a:pt x="1044135" y="1349865"/>
                  </a:lnTo>
                  <a:lnTo>
                    <a:pt x="1015132" y="1326074"/>
                  </a:lnTo>
                  <a:lnTo>
                    <a:pt x="986128" y="1302914"/>
                  </a:lnTo>
                  <a:lnTo>
                    <a:pt x="957124" y="1280425"/>
                  </a:lnTo>
                  <a:lnTo>
                    <a:pt x="928120" y="1258639"/>
                  </a:lnTo>
                  <a:lnTo>
                    <a:pt x="899117" y="1237587"/>
                  </a:lnTo>
                  <a:lnTo>
                    <a:pt x="870113" y="1217291"/>
                  </a:lnTo>
                  <a:lnTo>
                    <a:pt x="841109" y="1197766"/>
                  </a:lnTo>
                  <a:lnTo>
                    <a:pt x="812105" y="1179024"/>
                  </a:lnTo>
                  <a:lnTo>
                    <a:pt x="783101" y="1161068"/>
                  </a:lnTo>
                  <a:lnTo>
                    <a:pt x="754098" y="1143895"/>
                  </a:lnTo>
                  <a:lnTo>
                    <a:pt x="725094" y="1127496"/>
                  </a:lnTo>
                  <a:lnTo>
                    <a:pt x="696090" y="1111856"/>
                  </a:lnTo>
                  <a:lnTo>
                    <a:pt x="667086" y="1096956"/>
                  </a:lnTo>
                  <a:lnTo>
                    <a:pt x="638083" y="1082774"/>
                  </a:lnTo>
                  <a:lnTo>
                    <a:pt x="609079" y="1069282"/>
                  </a:lnTo>
                  <a:lnTo>
                    <a:pt x="580075" y="1056450"/>
                  </a:lnTo>
                  <a:lnTo>
                    <a:pt x="551071" y="1044249"/>
                  </a:lnTo>
                  <a:lnTo>
                    <a:pt x="522067" y="1032645"/>
                  </a:lnTo>
                  <a:lnTo>
                    <a:pt x="493064" y="1021606"/>
                  </a:lnTo>
                  <a:lnTo>
                    <a:pt x="464060" y="1011100"/>
                  </a:lnTo>
                  <a:lnTo>
                    <a:pt x="435056" y="1001094"/>
                  </a:lnTo>
                  <a:lnTo>
                    <a:pt x="406052" y="991557"/>
                  </a:lnTo>
                  <a:lnTo>
                    <a:pt x="377049" y="982459"/>
                  </a:lnTo>
                  <a:lnTo>
                    <a:pt x="348045" y="973770"/>
                  </a:lnTo>
                  <a:lnTo>
                    <a:pt x="319041" y="965465"/>
                  </a:lnTo>
                  <a:lnTo>
                    <a:pt x="290037" y="957515"/>
                  </a:lnTo>
                  <a:lnTo>
                    <a:pt x="261033" y="949898"/>
                  </a:lnTo>
                  <a:lnTo>
                    <a:pt x="232030" y="942590"/>
                  </a:lnTo>
                  <a:lnTo>
                    <a:pt x="203026" y="935570"/>
                  </a:lnTo>
                  <a:lnTo>
                    <a:pt x="174022" y="928817"/>
                  </a:lnTo>
                  <a:lnTo>
                    <a:pt x="145018" y="922315"/>
                  </a:lnTo>
                  <a:lnTo>
                    <a:pt x="116015" y="916044"/>
                  </a:lnTo>
                  <a:lnTo>
                    <a:pt x="87011" y="909990"/>
                  </a:lnTo>
                  <a:lnTo>
                    <a:pt x="58007" y="904138"/>
                  </a:lnTo>
                  <a:lnTo>
                    <a:pt x="29003" y="898474"/>
                  </a:lnTo>
                  <a:lnTo>
                    <a:pt x="0" y="892986"/>
                  </a:lnTo>
                  <a:close/>
                </a:path>
              </a:pathLst>
            </a:custGeom>
            <a:solidFill>
              <a:srgbClr val="FF1493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16" name="pl416"/>
            <p:cNvSpPr/>
            <p:nvPr/>
          </p:nvSpPr>
          <p:spPr>
            <a:xfrm>
              <a:off x="4642306" y="2720029"/>
              <a:ext cx="2291298" cy="893748"/>
            </a:xfrm>
            <a:custGeom>
              <a:avLst/>
              <a:pathLst>
                <a:path w="2291298" h="893748">
                  <a:moveTo>
                    <a:pt x="0" y="0"/>
                  </a:moveTo>
                  <a:lnTo>
                    <a:pt x="29003" y="16164"/>
                  </a:lnTo>
                  <a:lnTo>
                    <a:pt x="58007" y="32686"/>
                  </a:lnTo>
                  <a:lnTo>
                    <a:pt x="87011" y="49557"/>
                  </a:lnTo>
                  <a:lnTo>
                    <a:pt x="116015" y="66767"/>
                  </a:lnTo>
                  <a:lnTo>
                    <a:pt x="145018" y="84303"/>
                  </a:lnTo>
                  <a:lnTo>
                    <a:pt x="174022" y="102153"/>
                  </a:lnTo>
                  <a:lnTo>
                    <a:pt x="203026" y="120299"/>
                  </a:lnTo>
                  <a:lnTo>
                    <a:pt x="232030" y="138724"/>
                  </a:lnTo>
                  <a:lnTo>
                    <a:pt x="261033" y="157407"/>
                  </a:lnTo>
                  <a:lnTo>
                    <a:pt x="290037" y="176325"/>
                  </a:lnTo>
                  <a:lnTo>
                    <a:pt x="319041" y="195452"/>
                  </a:lnTo>
                  <a:lnTo>
                    <a:pt x="348045" y="214759"/>
                  </a:lnTo>
                  <a:lnTo>
                    <a:pt x="377049" y="234216"/>
                  </a:lnTo>
                  <a:lnTo>
                    <a:pt x="406052" y="253789"/>
                  </a:lnTo>
                  <a:lnTo>
                    <a:pt x="435056" y="273441"/>
                  </a:lnTo>
                  <a:lnTo>
                    <a:pt x="464060" y="293133"/>
                  </a:lnTo>
                  <a:lnTo>
                    <a:pt x="493064" y="312824"/>
                  </a:lnTo>
                  <a:lnTo>
                    <a:pt x="522067" y="332471"/>
                  </a:lnTo>
                  <a:lnTo>
                    <a:pt x="551071" y="352028"/>
                  </a:lnTo>
                  <a:lnTo>
                    <a:pt x="580075" y="371449"/>
                  </a:lnTo>
                  <a:lnTo>
                    <a:pt x="609079" y="390687"/>
                  </a:lnTo>
                  <a:lnTo>
                    <a:pt x="638083" y="409693"/>
                  </a:lnTo>
                  <a:lnTo>
                    <a:pt x="667086" y="428422"/>
                  </a:lnTo>
                  <a:lnTo>
                    <a:pt x="696090" y="446827"/>
                  </a:lnTo>
                  <a:lnTo>
                    <a:pt x="725094" y="464866"/>
                  </a:lnTo>
                  <a:lnTo>
                    <a:pt x="754098" y="482498"/>
                  </a:lnTo>
                  <a:lnTo>
                    <a:pt x="783101" y="499685"/>
                  </a:lnTo>
                  <a:lnTo>
                    <a:pt x="812105" y="516396"/>
                  </a:lnTo>
                  <a:lnTo>
                    <a:pt x="841109" y="532604"/>
                  </a:lnTo>
                  <a:lnTo>
                    <a:pt x="870113" y="548286"/>
                  </a:lnTo>
                  <a:lnTo>
                    <a:pt x="899117" y="563426"/>
                  </a:lnTo>
                  <a:lnTo>
                    <a:pt x="928120" y="578015"/>
                  </a:lnTo>
                  <a:lnTo>
                    <a:pt x="957124" y="592046"/>
                  </a:lnTo>
                  <a:lnTo>
                    <a:pt x="986128" y="605521"/>
                  </a:lnTo>
                  <a:lnTo>
                    <a:pt x="1015132" y="618445"/>
                  </a:lnTo>
                  <a:lnTo>
                    <a:pt x="1044135" y="630827"/>
                  </a:lnTo>
                  <a:lnTo>
                    <a:pt x="1073139" y="642681"/>
                  </a:lnTo>
                  <a:lnTo>
                    <a:pt x="1102143" y="654023"/>
                  </a:lnTo>
                  <a:lnTo>
                    <a:pt x="1131147" y="664873"/>
                  </a:lnTo>
                  <a:lnTo>
                    <a:pt x="1160151" y="675250"/>
                  </a:lnTo>
                  <a:lnTo>
                    <a:pt x="1189154" y="685176"/>
                  </a:lnTo>
                  <a:lnTo>
                    <a:pt x="1218158" y="694674"/>
                  </a:lnTo>
                  <a:lnTo>
                    <a:pt x="1247162" y="703767"/>
                  </a:lnTo>
                  <a:lnTo>
                    <a:pt x="1276166" y="712477"/>
                  </a:lnTo>
                  <a:lnTo>
                    <a:pt x="1305169" y="720827"/>
                  </a:lnTo>
                  <a:lnTo>
                    <a:pt x="1334173" y="728838"/>
                  </a:lnTo>
                  <a:lnTo>
                    <a:pt x="1363177" y="736531"/>
                  </a:lnTo>
                  <a:lnTo>
                    <a:pt x="1392181" y="743927"/>
                  </a:lnTo>
                  <a:lnTo>
                    <a:pt x="1421185" y="751043"/>
                  </a:lnTo>
                  <a:lnTo>
                    <a:pt x="1450188" y="757899"/>
                  </a:lnTo>
                  <a:lnTo>
                    <a:pt x="1479192" y="764511"/>
                  </a:lnTo>
                  <a:lnTo>
                    <a:pt x="1508196" y="770895"/>
                  </a:lnTo>
                  <a:lnTo>
                    <a:pt x="1537200" y="777067"/>
                  </a:lnTo>
                  <a:lnTo>
                    <a:pt x="1566203" y="783039"/>
                  </a:lnTo>
                  <a:lnTo>
                    <a:pt x="1595207" y="788826"/>
                  </a:lnTo>
                  <a:lnTo>
                    <a:pt x="1624211" y="794438"/>
                  </a:lnTo>
                  <a:lnTo>
                    <a:pt x="1653215" y="799889"/>
                  </a:lnTo>
                  <a:lnTo>
                    <a:pt x="1682219" y="805187"/>
                  </a:lnTo>
                  <a:lnTo>
                    <a:pt x="1711222" y="810342"/>
                  </a:lnTo>
                  <a:lnTo>
                    <a:pt x="1740226" y="815365"/>
                  </a:lnTo>
                  <a:lnTo>
                    <a:pt x="1769230" y="820262"/>
                  </a:lnTo>
                  <a:lnTo>
                    <a:pt x="1798234" y="825042"/>
                  </a:lnTo>
                  <a:lnTo>
                    <a:pt x="1827237" y="829712"/>
                  </a:lnTo>
                  <a:lnTo>
                    <a:pt x="1856241" y="834279"/>
                  </a:lnTo>
                  <a:lnTo>
                    <a:pt x="1885245" y="838749"/>
                  </a:lnTo>
                  <a:lnTo>
                    <a:pt x="1914249" y="843127"/>
                  </a:lnTo>
                  <a:lnTo>
                    <a:pt x="1943253" y="847420"/>
                  </a:lnTo>
                  <a:lnTo>
                    <a:pt x="1972256" y="851632"/>
                  </a:lnTo>
                  <a:lnTo>
                    <a:pt x="2001260" y="855767"/>
                  </a:lnTo>
                  <a:lnTo>
                    <a:pt x="2030264" y="859831"/>
                  </a:lnTo>
                  <a:lnTo>
                    <a:pt x="2059268" y="863826"/>
                  </a:lnTo>
                  <a:lnTo>
                    <a:pt x="2088271" y="867758"/>
                  </a:lnTo>
                  <a:lnTo>
                    <a:pt x="2117275" y="871628"/>
                  </a:lnTo>
                  <a:lnTo>
                    <a:pt x="2146279" y="875442"/>
                  </a:lnTo>
                  <a:lnTo>
                    <a:pt x="2175283" y="879201"/>
                  </a:lnTo>
                  <a:lnTo>
                    <a:pt x="2204287" y="882908"/>
                  </a:lnTo>
                  <a:lnTo>
                    <a:pt x="2233290" y="886567"/>
                  </a:lnTo>
                  <a:lnTo>
                    <a:pt x="2262294" y="890179"/>
                  </a:lnTo>
                  <a:lnTo>
                    <a:pt x="2291298" y="89374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17" name="pl417"/>
            <p:cNvSpPr/>
            <p:nvPr/>
          </p:nvSpPr>
          <p:spPr>
            <a:xfrm>
              <a:off x="4642306" y="3613016"/>
              <a:ext cx="2291298" cy="1489316"/>
            </a:xfrm>
            <a:custGeom>
              <a:avLst/>
              <a:pathLst>
                <a:path w="2291298" h="1489316">
                  <a:moveTo>
                    <a:pt x="2291298" y="1489316"/>
                  </a:moveTo>
                  <a:lnTo>
                    <a:pt x="2262294" y="1472764"/>
                  </a:lnTo>
                  <a:lnTo>
                    <a:pt x="2233290" y="1455740"/>
                  </a:lnTo>
                  <a:lnTo>
                    <a:pt x="2204287" y="1438242"/>
                  </a:lnTo>
                  <a:lnTo>
                    <a:pt x="2175283" y="1420265"/>
                  </a:lnTo>
                  <a:lnTo>
                    <a:pt x="2146279" y="1401808"/>
                  </a:lnTo>
                  <a:lnTo>
                    <a:pt x="2117275" y="1382868"/>
                  </a:lnTo>
                  <a:lnTo>
                    <a:pt x="2088271" y="1363446"/>
                  </a:lnTo>
                  <a:lnTo>
                    <a:pt x="2059268" y="1343541"/>
                  </a:lnTo>
                  <a:lnTo>
                    <a:pt x="2030264" y="1323156"/>
                  </a:lnTo>
                  <a:lnTo>
                    <a:pt x="2001260" y="1302292"/>
                  </a:lnTo>
                  <a:lnTo>
                    <a:pt x="1972256" y="1280955"/>
                  </a:lnTo>
                  <a:lnTo>
                    <a:pt x="1943253" y="1259148"/>
                  </a:lnTo>
                  <a:lnTo>
                    <a:pt x="1914249" y="1236878"/>
                  </a:lnTo>
                  <a:lnTo>
                    <a:pt x="1885245" y="1214154"/>
                  </a:lnTo>
                  <a:lnTo>
                    <a:pt x="1856241" y="1190985"/>
                  </a:lnTo>
                  <a:lnTo>
                    <a:pt x="1827237" y="1167381"/>
                  </a:lnTo>
                  <a:lnTo>
                    <a:pt x="1798234" y="1143355"/>
                  </a:lnTo>
                  <a:lnTo>
                    <a:pt x="1769230" y="1118922"/>
                  </a:lnTo>
                  <a:lnTo>
                    <a:pt x="1740226" y="1094097"/>
                  </a:lnTo>
                  <a:lnTo>
                    <a:pt x="1711222" y="1068898"/>
                  </a:lnTo>
                  <a:lnTo>
                    <a:pt x="1682219" y="1043345"/>
                  </a:lnTo>
                  <a:lnTo>
                    <a:pt x="1653215" y="1017460"/>
                  </a:lnTo>
                  <a:lnTo>
                    <a:pt x="1624211" y="991266"/>
                  </a:lnTo>
                  <a:lnTo>
                    <a:pt x="1595207" y="964789"/>
                  </a:lnTo>
                  <a:lnTo>
                    <a:pt x="1566203" y="938057"/>
                  </a:lnTo>
                  <a:lnTo>
                    <a:pt x="1537200" y="911099"/>
                  </a:lnTo>
                  <a:lnTo>
                    <a:pt x="1508196" y="883947"/>
                  </a:lnTo>
                  <a:lnTo>
                    <a:pt x="1479192" y="856636"/>
                  </a:lnTo>
                  <a:lnTo>
                    <a:pt x="1450188" y="829201"/>
                  </a:lnTo>
                  <a:lnTo>
                    <a:pt x="1421185" y="801681"/>
                  </a:lnTo>
                  <a:lnTo>
                    <a:pt x="1392181" y="774116"/>
                  </a:lnTo>
                  <a:lnTo>
                    <a:pt x="1363177" y="746549"/>
                  </a:lnTo>
                  <a:lnTo>
                    <a:pt x="1334173" y="719024"/>
                  </a:lnTo>
                  <a:lnTo>
                    <a:pt x="1305169" y="691588"/>
                  </a:lnTo>
                  <a:lnTo>
                    <a:pt x="1276166" y="664288"/>
                  </a:lnTo>
                  <a:lnTo>
                    <a:pt x="1247162" y="637173"/>
                  </a:lnTo>
                  <a:lnTo>
                    <a:pt x="1218158" y="610295"/>
                  </a:lnTo>
                  <a:lnTo>
                    <a:pt x="1189154" y="583705"/>
                  </a:lnTo>
                  <a:lnTo>
                    <a:pt x="1160151" y="557454"/>
                  </a:lnTo>
                  <a:lnTo>
                    <a:pt x="1131147" y="531595"/>
                  </a:lnTo>
                  <a:lnTo>
                    <a:pt x="1102143" y="506180"/>
                  </a:lnTo>
                  <a:lnTo>
                    <a:pt x="1073139" y="481258"/>
                  </a:lnTo>
                  <a:lnTo>
                    <a:pt x="1044135" y="456879"/>
                  </a:lnTo>
                  <a:lnTo>
                    <a:pt x="1015132" y="433088"/>
                  </a:lnTo>
                  <a:lnTo>
                    <a:pt x="986128" y="409928"/>
                  </a:lnTo>
                  <a:lnTo>
                    <a:pt x="957124" y="387438"/>
                  </a:lnTo>
                  <a:lnTo>
                    <a:pt x="928120" y="365653"/>
                  </a:lnTo>
                  <a:lnTo>
                    <a:pt x="899117" y="344600"/>
                  </a:lnTo>
                  <a:lnTo>
                    <a:pt x="870113" y="324304"/>
                  </a:lnTo>
                  <a:lnTo>
                    <a:pt x="841109" y="304780"/>
                  </a:lnTo>
                  <a:lnTo>
                    <a:pt x="812105" y="286038"/>
                  </a:lnTo>
                  <a:lnTo>
                    <a:pt x="783101" y="268082"/>
                  </a:lnTo>
                  <a:lnTo>
                    <a:pt x="754098" y="250908"/>
                  </a:lnTo>
                  <a:lnTo>
                    <a:pt x="725094" y="234509"/>
                  </a:lnTo>
                  <a:lnTo>
                    <a:pt x="696090" y="218869"/>
                  </a:lnTo>
                  <a:lnTo>
                    <a:pt x="667086" y="203970"/>
                  </a:lnTo>
                  <a:lnTo>
                    <a:pt x="638083" y="189787"/>
                  </a:lnTo>
                  <a:lnTo>
                    <a:pt x="609079" y="176295"/>
                  </a:lnTo>
                  <a:lnTo>
                    <a:pt x="580075" y="163463"/>
                  </a:lnTo>
                  <a:lnTo>
                    <a:pt x="551071" y="151262"/>
                  </a:lnTo>
                  <a:lnTo>
                    <a:pt x="522067" y="139658"/>
                  </a:lnTo>
                  <a:lnTo>
                    <a:pt x="493064" y="128619"/>
                  </a:lnTo>
                  <a:lnTo>
                    <a:pt x="464060" y="118113"/>
                  </a:lnTo>
                  <a:lnTo>
                    <a:pt x="435056" y="108107"/>
                  </a:lnTo>
                  <a:lnTo>
                    <a:pt x="406052" y="98570"/>
                  </a:lnTo>
                  <a:lnTo>
                    <a:pt x="377049" y="89472"/>
                  </a:lnTo>
                  <a:lnTo>
                    <a:pt x="348045" y="80784"/>
                  </a:lnTo>
                  <a:lnTo>
                    <a:pt x="319041" y="72478"/>
                  </a:lnTo>
                  <a:lnTo>
                    <a:pt x="290037" y="64529"/>
                  </a:lnTo>
                  <a:lnTo>
                    <a:pt x="261033" y="56911"/>
                  </a:lnTo>
                  <a:lnTo>
                    <a:pt x="232030" y="49603"/>
                  </a:lnTo>
                  <a:lnTo>
                    <a:pt x="203026" y="42583"/>
                  </a:lnTo>
                  <a:lnTo>
                    <a:pt x="174022" y="35831"/>
                  </a:lnTo>
                  <a:lnTo>
                    <a:pt x="145018" y="29328"/>
                  </a:lnTo>
                  <a:lnTo>
                    <a:pt x="116015" y="23057"/>
                  </a:lnTo>
                  <a:lnTo>
                    <a:pt x="87011" y="17004"/>
                  </a:lnTo>
                  <a:lnTo>
                    <a:pt x="58007" y="11151"/>
                  </a:lnTo>
                  <a:lnTo>
                    <a:pt x="29003" y="548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18" name="pl418"/>
            <p:cNvSpPr/>
            <p:nvPr/>
          </p:nvSpPr>
          <p:spPr>
            <a:xfrm>
              <a:off x="4642306" y="3091827"/>
              <a:ext cx="2291298" cy="1397412"/>
            </a:xfrm>
            <a:custGeom>
              <a:avLst/>
              <a:pathLst>
                <a:path w="2291298" h="1397412">
                  <a:moveTo>
                    <a:pt x="0" y="0"/>
                  </a:moveTo>
                  <a:lnTo>
                    <a:pt x="29003" y="14547"/>
                  </a:lnTo>
                  <a:lnTo>
                    <a:pt x="58007" y="29254"/>
                  </a:lnTo>
                  <a:lnTo>
                    <a:pt x="87011" y="44120"/>
                  </a:lnTo>
                  <a:lnTo>
                    <a:pt x="116015" y="59144"/>
                  </a:lnTo>
                  <a:lnTo>
                    <a:pt x="145018" y="74324"/>
                  </a:lnTo>
                  <a:lnTo>
                    <a:pt x="174022" y="89658"/>
                  </a:lnTo>
                  <a:lnTo>
                    <a:pt x="203026" y="105145"/>
                  </a:lnTo>
                  <a:lnTo>
                    <a:pt x="232030" y="120784"/>
                  </a:lnTo>
                  <a:lnTo>
                    <a:pt x="261033" y="136571"/>
                  </a:lnTo>
                  <a:lnTo>
                    <a:pt x="290037" y="152505"/>
                  </a:lnTo>
                  <a:lnTo>
                    <a:pt x="319041" y="168584"/>
                  </a:lnTo>
                  <a:lnTo>
                    <a:pt x="348045" y="184806"/>
                  </a:lnTo>
                  <a:lnTo>
                    <a:pt x="377049" y="201168"/>
                  </a:lnTo>
                  <a:lnTo>
                    <a:pt x="406052" y="217668"/>
                  </a:lnTo>
                  <a:lnTo>
                    <a:pt x="435056" y="234303"/>
                  </a:lnTo>
                  <a:lnTo>
                    <a:pt x="464060" y="251070"/>
                  </a:lnTo>
                  <a:lnTo>
                    <a:pt x="493064" y="267966"/>
                  </a:lnTo>
                  <a:lnTo>
                    <a:pt x="522067" y="284989"/>
                  </a:lnTo>
                  <a:lnTo>
                    <a:pt x="551071" y="302136"/>
                  </a:lnTo>
                  <a:lnTo>
                    <a:pt x="580075" y="319402"/>
                  </a:lnTo>
                  <a:lnTo>
                    <a:pt x="609079" y="336786"/>
                  </a:lnTo>
                  <a:lnTo>
                    <a:pt x="638083" y="354283"/>
                  </a:lnTo>
                  <a:lnTo>
                    <a:pt x="667086" y="371890"/>
                  </a:lnTo>
                  <a:lnTo>
                    <a:pt x="696090" y="389604"/>
                  </a:lnTo>
                  <a:lnTo>
                    <a:pt x="725094" y="407420"/>
                  </a:lnTo>
                  <a:lnTo>
                    <a:pt x="754098" y="425335"/>
                  </a:lnTo>
                  <a:lnTo>
                    <a:pt x="783101" y="443345"/>
                  </a:lnTo>
                  <a:lnTo>
                    <a:pt x="812105" y="461447"/>
                  </a:lnTo>
                  <a:lnTo>
                    <a:pt x="841109" y="479635"/>
                  </a:lnTo>
                  <a:lnTo>
                    <a:pt x="870113" y="497906"/>
                  </a:lnTo>
                  <a:lnTo>
                    <a:pt x="899117" y="516255"/>
                  </a:lnTo>
                  <a:lnTo>
                    <a:pt x="928120" y="534679"/>
                  </a:lnTo>
                  <a:lnTo>
                    <a:pt x="957124" y="553173"/>
                  </a:lnTo>
                  <a:lnTo>
                    <a:pt x="986128" y="571731"/>
                  </a:lnTo>
                  <a:lnTo>
                    <a:pt x="1015132" y="590351"/>
                  </a:lnTo>
                  <a:lnTo>
                    <a:pt x="1044135" y="609027"/>
                  </a:lnTo>
                  <a:lnTo>
                    <a:pt x="1073139" y="627755"/>
                  </a:lnTo>
                  <a:lnTo>
                    <a:pt x="1102143" y="646529"/>
                  </a:lnTo>
                  <a:lnTo>
                    <a:pt x="1131147" y="665345"/>
                  </a:lnTo>
                  <a:lnTo>
                    <a:pt x="1160151" y="684199"/>
                  </a:lnTo>
                  <a:lnTo>
                    <a:pt x="1189154" y="703085"/>
                  </a:lnTo>
                  <a:lnTo>
                    <a:pt x="1218158" y="721999"/>
                  </a:lnTo>
                  <a:lnTo>
                    <a:pt x="1247162" y="740936"/>
                  </a:lnTo>
                  <a:lnTo>
                    <a:pt x="1276166" y="759890"/>
                  </a:lnTo>
                  <a:lnTo>
                    <a:pt x="1305169" y="778857"/>
                  </a:lnTo>
                  <a:lnTo>
                    <a:pt x="1334173" y="797832"/>
                  </a:lnTo>
                  <a:lnTo>
                    <a:pt x="1363177" y="816810"/>
                  </a:lnTo>
                  <a:lnTo>
                    <a:pt x="1392181" y="835786"/>
                  </a:lnTo>
                  <a:lnTo>
                    <a:pt x="1421185" y="854755"/>
                  </a:lnTo>
                  <a:lnTo>
                    <a:pt x="1450188" y="873712"/>
                  </a:lnTo>
                  <a:lnTo>
                    <a:pt x="1479192" y="892652"/>
                  </a:lnTo>
                  <a:lnTo>
                    <a:pt x="1508196" y="911571"/>
                  </a:lnTo>
                  <a:lnTo>
                    <a:pt x="1537200" y="930462"/>
                  </a:lnTo>
                  <a:lnTo>
                    <a:pt x="1566203" y="949323"/>
                  </a:lnTo>
                  <a:lnTo>
                    <a:pt x="1595207" y="968146"/>
                  </a:lnTo>
                  <a:lnTo>
                    <a:pt x="1624211" y="986929"/>
                  </a:lnTo>
                  <a:lnTo>
                    <a:pt x="1653215" y="1005665"/>
                  </a:lnTo>
                  <a:lnTo>
                    <a:pt x="1682219" y="1024351"/>
                  </a:lnTo>
                  <a:lnTo>
                    <a:pt x="1711222" y="1042981"/>
                  </a:lnTo>
                  <a:lnTo>
                    <a:pt x="1740226" y="1061551"/>
                  </a:lnTo>
                  <a:lnTo>
                    <a:pt x="1769230" y="1080057"/>
                  </a:lnTo>
                  <a:lnTo>
                    <a:pt x="1798234" y="1098494"/>
                  </a:lnTo>
                  <a:lnTo>
                    <a:pt x="1827237" y="1116857"/>
                  </a:lnTo>
                  <a:lnTo>
                    <a:pt x="1856241" y="1135143"/>
                  </a:lnTo>
                  <a:lnTo>
                    <a:pt x="1885245" y="1153346"/>
                  </a:lnTo>
                  <a:lnTo>
                    <a:pt x="1914249" y="1171464"/>
                  </a:lnTo>
                  <a:lnTo>
                    <a:pt x="1943253" y="1189491"/>
                  </a:lnTo>
                  <a:lnTo>
                    <a:pt x="1972256" y="1207424"/>
                  </a:lnTo>
                  <a:lnTo>
                    <a:pt x="2001260" y="1225258"/>
                  </a:lnTo>
                  <a:lnTo>
                    <a:pt x="2030264" y="1242991"/>
                  </a:lnTo>
                  <a:lnTo>
                    <a:pt x="2059268" y="1260618"/>
                  </a:lnTo>
                  <a:lnTo>
                    <a:pt x="2088271" y="1278135"/>
                  </a:lnTo>
                  <a:lnTo>
                    <a:pt x="2117275" y="1295540"/>
                  </a:lnTo>
                  <a:lnTo>
                    <a:pt x="2146279" y="1312828"/>
                  </a:lnTo>
                  <a:lnTo>
                    <a:pt x="2175283" y="1329997"/>
                  </a:lnTo>
                  <a:lnTo>
                    <a:pt x="2204287" y="1347043"/>
                  </a:lnTo>
                  <a:lnTo>
                    <a:pt x="2233290" y="1363962"/>
                  </a:lnTo>
                  <a:lnTo>
                    <a:pt x="2262294" y="1380753"/>
                  </a:lnTo>
                  <a:lnTo>
                    <a:pt x="2291298" y="1397412"/>
                  </a:lnTo>
                </a:path>
              </a:pathLst>
            </a:custGeom>
            <a:ln w="27101" cap="flat">
              <a:solidFill>
                <a:srgbClr val="FF14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4298974" y="4235624"/>
              <a:ext cx="2287458" cy="1322958"/>
            </a:xfrm>
            <a:custGeom>
              <a:avLst/>
              <a:pathLst>
                <a:path w="2287458" h="1322958">
                  <a:moveTo>
                    <a:pt x="0" y="0"/>
                  </a:moveTo>
                  <a:lnTo>
                    <a:pt x="28955" y="55873"/>
                  </a:lnTo>
                  <a:lnTo>
                    <a:pt x="57910" y="110274"/>
                  </a:lnTo>
                  <a:lnTo>
                    <a:pt x="86865" y="163088"/>
                  </a:lnTo>
                  <a:lnTo>
                    <a:pt x="115820" y="214212"/>
                  </a:lnTo>
                  <a:lnTo>
                    <a:pt x="144775" y="263561"/>
                  </a:lnTo>
                  <a:lnTo>
                    <a:pt x="173731" y="311065"/>
                  </a:lnTo>
                  <a:lnTo>
                    <a:pt x="202686" y="356669"/>
                  </a:lnTo>
                  <a:lnTo>
                    <a:pt x="231641" y="400332"/>
                  </a:lnTo>
                  <a:lnTo>
                    <a:pt x="260596" y="442028"/>
                  </a:lnTo>
                  <a:lnTo>
                    <a:pt x="289551" y="481743"/>
                  </a:lnTo>
                  <a:lnTo>
                    <a:pt x="318506" y="519477"/>
                  </a:lnTo>
                  <a:lnTo>
                    <a:pt x="347462" y="555239"/>
                  </a:lnTo>
                  <a:lnTo>
                    <a:pt x="376417" y="589050"/>
                  </a:lnTo>
                  <a:lnTo>
                    <a:pt x="405372" y="620939"/>
                  </a:lnTo>
                  <a:lnTo>
                    <a:pt x="434327" y="650944"/>
                  </a:lnTo>
                  <a:lnTo>
                    <a:pt x="463282" y="679111"/>
                  </a:lnTo>
                  <a:lnTo>
                    <a:pt x="492237" y="705490"/>
                  </a:lnTo>
                  <a:lnTo>
                    <a:pt x="521193" y="730139"/>
                  </a:lnTo>
                  <a:lnTo>
                    <a:pt x="550148" y="753119"/>
                  </a:lnTo>
                  <a:lnTo>
                    <a:pt x="579103" y="774497"/>
                  </a:lnTo>
                  <a:lnTo>
                    <a:pt x="608058" y="794340"/>
                  </a:lnTo>
                  <a:lnTo>
                    <a:pt x="637013" y="812721"/>
                  </a:lnTo>
                  <a:lnTo>
                    <a:pt x="665968" y="829710"/>
                  </a:lnTo>
                  <a:lnTo>
                    <a:pt x="694924" y="845383"/>
                  </a:lnTo>
                  <a:lnTo>
                    <a:pt x="723879" y="859813"/>
                  </a:lnTo>
                  <a:lnTo>
                    <a:pt x="752834" y="873075"/>
                  </a:lnTo>
                  <a:lnTo>
                    <a:pt x="781789" y="885240"/>
                  </a:lnTo>
                  <a:lnTo>
                    <a:pt x="810744" y="896379"/>
                  </a:lnTo>
                  <a:lnTo>
                    <a:pt x="839699" y="906563"/>
                  </a:lnTo>
                  <a:lnTo>
                    <a:pt x="868655" y="915859"/>
                  </a:lnTo>
                  <a:lnTo>
                    <a:pt x="897610" y="924329"/>
                  </a:lnTo>
                  <a:lnTo>
                    <a:pt x="926565" y="932036"/>
                  </a:lnTo>
                  <a:lnTo>
                    <a:pt x="955520" y="939037"/>
                  </a:lnTo>
                  <a:lnTo>
                    <a:pt x="984475" y="945386"/>
                  </a:lnTo>
                  <a:lnTo>
                    <a:pt x="1013430" y="951135"/>
                  </a:lnTo>
                  <a:lnTo>
                    <a:pt x="1042386" y="956331"/>
                  </a:lnTo>
                  <a:lnTo>
                    <a:pt x="1071341" y="961017"/>
                  </a:lnTo>
                  <a:lnTo>
                    <a:pt x="1100296" y="965236"/>
                  </a:lnTo>
                  <a:lnTo>
                    <a:pt x="1129251" y="969023"/>
                  </a:lnTo>
                  <a:lnTo>
                    <a:pt x="1158206" y="972414"/>
                  </a:lnTo>
                  <a:lnTo>
                    <a:pt x="1187161" y="975441"/>
                  </a:lnTo>
                  <a:lnTo>
                    <a:pt x="1216117" y="978131"/>
                  </a:lnTo>
                  <a:lnTo>
                    <a:pt x="1245072" y="980513"/>
                  </a:lnTo>
                  <a:lnTo>
                    <a:pt x="1274027" y="982609"/>
                  </a:lnTo>
                  <a:lnTo>
                    <a:pt x="1302982" y="984442"/>
                  </a:lnTo>
                  <a:lnTo>
                    <a:pt x="1331937" y="986031"/>
                  </a:lnTo>
                  <a:lnTo>
                    <a:pt x="1360892" y="987396"/>
                  </a:lnTo>
                  <a:lnTo>
                    <a:pt x="1389848" y="988552"/>
                  </a:lnTo>
                  <a:lnTo>
                    <a:pt x="1418803" y="989515"/>
                  </a:lnTo>
                  <a:lnTo>
                    <a:pt x="1447758" y="990299"/>
                  </a:lnTo>
                  <a:lnTo>
                    <a:pt x="1476713" y="990915"/>
                  </a:lnTo>
                  <a:lnTo>
                    <a:pt x="1505668" y="991376"/>
                  </a:lnTo>
                  <a:lnTo>
                    <a:pt x="1534623" y="991692"/>
                  </a:lnTo>
                  <a:lnTo>
                    <a:pt x="1563579" y="991872"/>
                  </a:lnTo>
                  <a:lnTo>
                    <a:pt x="1592534" y="991926"/>
                  </a:lnTo>
                  <a:lnTo>
                    <a:pt x="1621489" y="991860"/>
                  </a:lnTo>
                  <a:lnTo>
                    <a:pt x="1650444" y="991683"/>
                  </a:lnTo>
                  <a:lnTo>
                    <a:pt x="1679399" y="991401"/>
                  </a:lnTo>
                  <a:lnTo>
                    <a:pt x="1708354" y="991019"/>
                  </a:lnTo>
                  <a:lnTo>
                    <a:pt x="1737310" y="990544"/>
                  </a:lnTo>
                  <a:lnTo>
                    <a:pt x="1766265" y="989981"/>
                  </a:lnTo>
                  <a:lnTo>
                    <a:pt x="1795220" y="989334"/>
                  </a:lnTo>
                  <a:lnTo>
                    <a:pt x="1824175" y="988608"/>
                  </a:lnTo>
                  <a:lnTo>
                    <a:pt x="1853130" y="987807"/>
                  </a:lnTo>
                  <a:lnTo>
                    <a:pt x="1882085" y="986934"/>
                  </a:lnTo>
                  <a:lnTo>
                    <a:pt x="1911041" y="985992"/>
                  </a:lnTo>
                  <a:lnTo>
                    <a:pt x="1939996" y="984986"/>
                  </a:lnTo>
                  <a:lnTo>
                    <a:pt x="1968951" y="983917"/>
                  </a:lnTo>
                  <a:lnTo>
                    <a:pt x="1997906" y="982789"/>
                  </a:lnTo>
                  <a:lnTo>
                    <a:pt x="2026861" y="981603"/>
                  </a:lnTo>
                  <a:lnTo>
                    <a:pt x="2055816" y="980363"/>
                  </a:lnTo>
                  <a:lnTo>
                    <a:pt x="2084772" y="979070"/>
                  </a:lnTo>
                  <a:lnTo>
                    <a:pt x="2113727" y="977726"/>
                  </a:lnTo>
                  <a:lnTo>
                    <a:pt x="2142682" y="976333"/>
                  </a:lnTo>
                  <a:lnTo>
                    <a:pt x="2171637" y="974893"/>
                  </a:lnTo>
                  <a:lnTo>
                    <a:pt x="2200592" y="973408"/>
                  </a:lnTo>
                  <a:lnTo>
                    <a:pt x="2229547" y="971878"/>
                  </a:lnTo>
                  <a:lnTo>
                    <a:pt x="2258503" y="970305"/>
                  </a:lnTo>
                  <a:lnTo>
                    <a:pt x="2287458" y="968691"/>
                  </a:lnTo>
                  <a:lnTo>
                    <a:pt x="2287458" y="1322958"/>
                  </a:lnTo>
                  <a:lnTo>
                    <a:pt x="2258503" y="1322821"/>
                  </a:lnTo>
                  <a:lnTo>
                    <a:pt x="2229547" y="1322672"/>
                  </a:lnTo>
                  <a:lnTo>
                    <a:pt x="2200592" y="1322512"/>
                  </a:lnTo>
                  <a:lnTo>
                    <a:pt x="2171637" y="1322338"/>
                  </a:lnTo>
                  <a:lnTo>
                    <a:pt x="2142682" y="1322151"/>
                  </a:lnTo>
                  <a:lnTo>
                    <a:pt x="2113727" y="1321948"/>
                  </a:lnTo>
                  <a:lnTo>
                    <a:pt x="2084772" y="1321729"/>
                  </a:lnTo>
                  <a:lnTo>
                    <a:pt x="2055816" y="1321492"/>
                  </a:lnTo>
                  <a:lnTo>
                    <a:pt x="2026861" y="1321236"/>
                  </a:lnTo>
                  <a:lnTo>
                    <a:pt x="1997906" y="1320960"/>
                  </a:lnTo>
                  <a:lnTo>
                    <a:pt x="1968951" y="1320661"/>
                  </a:lnTo>
                  <a:lnTo>
                    <a:pt x="1939996" y="1320340"/>
                  </a:lnTo>
                  <a:lnTo>
                    <a:pt x="1911041" y="1319992"/>
                  </a:lnTo>
                  <a:lnTo>
                    <a:pt x="1882085" y="1319618"/>
                  </a:lnTo>
                  <a:lnTo>
                    <a:pt x="1853130" y="1319214"/>
                  </a:lnTo>
                  <a:lnTo>
                    <a:pt x="1824175" y="1318779"/>
                  </a:lnTo>
                  <a:lnTo>
                    <a:pt x="1795220" y="1318311"/>
                  </a:lnTo>
                  <a:lnTo>
                    <a:pt x="1766265" y="1317807"/>
                  </a:lnTo>
                  <a:lnTo>
                    <a:pt x="1737310" y="1317264"/>
                  </a:lnTo>
                  <a:lnTo>
                    <a:pt x="1708354" y="1316681"/>
                  </a:lnTo>
                  <a:lnTo>
                    <a:pt x="1679399" y="1316053"/>
                  </a:lnTo>
                  <a:lnTo>
                    <a:pt x="1650444" y="1315380"/>
                  </a:lnTo>
                  <a:lnTo>
                    <a:pt x="1621489" y="1314657"/>
                  </a:lnTo>
                  <a:lnTo>
                    <a:pt x="1592534" y="1313881"/>
                  </a:lnTo>
                  <a:lnTo>
                    <a:pt x="1563579" y="1313050"/>
                  </a:lnTo>
                  <a:lnTo>
                    <a:pt x="1534623" y="1312159"/>
                  </a:lnTo>
                  <a:lnTo>
                    <a:pt x="1505668" y="1311207"/>
                  </a:lnTo>
                  <a:lnTo>
                    <a:pt x="1476713" y="1310188"/>
                  </a:lnTo>
                  <a:lnTo>
                    <a:pt x="1447758" y="1309101"/>
                  </a:lnTo>
                  <a:lnTo>
                    <a:pt x="1418803" y="1307941"/>
                  </a:lnTo>
                  <a:lnTo>
                    <a:pt x="1389848" y="1306705"/>
                  </a:lnTo>
                  <a:lnTo>
                    <a:pt x="1360892" y="1305390"/>
                  </a:lnTo>
                  <a:lnTo>
                    <a:pt x="1331937" y="1303993"/>
                  </a:lnTo>
                  <a:lnTo>
                    <a:pt x="1302982" y="1302511"/>
                  </a:lnTo>
                  <a:lnTo>
                    <a:pt x="1274027" y="1300941"/>
                  </a:lnTo>
                  <a:lnTo>
                    <a:pt x="1245072" y="1299281"/>
                  </a:lnTo>
                  <a:lnTo>
                    <a:pt x="1216117" y="1297529"/>
                  </a:lnTo>
                  <a:lnTo>
                    <a:pt x="1187161" y="1295684"/>
                  </a:lnTo>
                  <a:lnTo>
                    <a:pt x="1158206" y="1293746"/>
                  </a:lnTo>
                  <a:lnTo>
                    <a:pt x="1129251" y="1291714"/>
                  </a:lnTo>
                  <a:lnTo>
                    <a:pt x="1100296" y="1289589"/>
                  </a:lnTo>
                  <a:lnTo>
                    <a:pt x="1071341" y="1287374"/>
                  </a:lnTo>
                  <a:lnTo>
                    <a:pt x="1042386" y="1285071"/>
                  </a:lnTo>
                  <a:lnTo>
                    <a:pt x="1013430" y="1282684"/>
                  </a:lnTo>
                  <a:lnTo>
                    <a:pt x="984475" y="1280219"/>
                  </a:lnTo>
                  <a:lnTo>
                    <a:pt x="955520" y="1277682"/>
                  </a:lnTo>
                  <a:lnTo>
                    <a:pt x="926565" y="1275082"/>
                  </a:lnTo>
                  <a:lnTo>
                    <a:pt x="897610" y="1272427"/>
                  </a:lnTo>
                  <a:lnTo>
                    <a:pt x="868655" y="1269727"/>
                  </a:lnTo>
                  <a:lnTo>
                    <a:pt x="839699" y="1266994"/>
                  </a:lnTo>
                  <a:lnTo>
                    <a:pt x="810744" y="1264241"/>
                  </a:lnTo>
                  <a:lnTo>
                    <a:pt x="781789" y="1261479"/>
                  </a:lnTo>
                  <a:lnTo>
                    <a:pt x="752834" y="1258723"/>
                  </a:lnTo>
                  <a:lnTo>
                    <a:pt x="723879" y="1255987"/>
                  </a:lnTo>
                  <a:lnTo>
                    <a:pt x="694924" y="1253283"/>
                  </a:lnTo>
                  <a:lnTo>
                    <a:pt x="665968" y="1250626"/>
                  </a:lnTo>
                  <a:lnTo>
                    <a:pt x="637013" y="1248026"/>
                  </a:lnTo>
                  <a:lnTo>
                    <a:pt x="608058" y="1245497"/>
                  </a:lnTo>
                  <a:lnTo>
                    <a:pt x="579103" y="1243048"/>
                  </a:lnTo>
                  <a:lnTo>
                    <a:pt x="550148" y="1240689"/>
                  </a:lnTo>
                  <a:lnTo>
                    <a:pt x="521193" y="1238427"/>
                  </a:lnTo>
                  <a:lnTo>
                    <a:pt x="492237" y="1236269"/>
                  </a:lnTo>
                  <a:lnTo>
                    <a:pt x="463282" y="1234218"/>
                  </a:lnTo>
                  <a:lnTo>
                    <a:pt x="434327" y="1232280"/>
                  </a:lnTo>
                  <a:lnTo>
                    <a:pt x="405372" y="1230455"/>
                  </a:lnTo>
                  <a:lnTo>
                    <a:pt x="376417" y="1228745"/>
                  </a:lnTo>
                  <a:lnTo>
                    <a:pt x="347462" y="1227149"/>
                  </a:lnTo>
                  <a:lnTo>
                    <a:pt x="318506" y="1225667"/>
                  </a:lnTo>
                  <a:lnTo>
                    <a:pt x="289551" y="1224295"/>
                  </a:lnTo>
                  <a:lnTo>
                    <a:pt x="260596" y="1223031"/>
                  </a:lnTo>
                  <a:lnTo>
                    <a:pt x="231641" y="1221873"/>
                  </a:lnTo>
                  <a:lnTo>
                    <a:pt x="202686" y="1220817"/>
                  </a:lnTo>
                  <a:lnTo>
                    <a:pt x="173731" y="1219858"/>
                  </a:lnTo>
                  <a:lnTo>
                    <a:pt x="144775" y="1218992"/>
                  </a:lnTo>
                  <a:lnTo>
                    <a:pt x="115820" y="1218217"/>
                  </a:lnTo>
                  <a:lnTo>
                    <a:pt x="86865" y="1217526"/>
                  </a:lnTo>
                  <a:lnTo>
                    <a:pt x="57910" y="1216916"/>
                  </a:lnTo>
                  <a:lnTo>
                    <a:pt x="28955" y="1216382"/>
                  </a:lnTo>
                  <a:lnTo>
                    <a:pt x="0" y="1215922"/>
                  </a:lnTo>
                  <a:close/>
                </a:path>
              </a:pathLst>
            </a:custGeom>
            <a:solidFill>
              <a:srgbClr val="8B0A50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20" name="pl420"/>
            <p:cNvSpPr/>
            <p:nvPr/>
          </p:nvSpPr>
          <p:spPr>
            <a:xfrm>
              <a:off x="4298974" y="4235624"/>
              <a:ext cx="2287458" cy="991926"/>
            </a:xfrm>
            <a:custGeom>
              <a:avLst/>
              <a:pathLst>
                <a:path w="2287458" h="991926">
                  <a:moveTo>
                    <a:pt x="0" y="0"/>
                  </a:moveTo>
                  <a:lnTo>
                    <a:pt x="28955" y="55873"/>
                  </a:lnTo>
                  <a:lnTo>
                    <a:pt x="57910" y="110274"/>
                  </a:lnTo>
                  <a:lnTo>
                    <a:pt x="86865" y="163088"/>
                  </a:lnTo>
                  <a:lnTo>
                    <a:pt x="115820" y="214212"/>
                  </a:lnTo>
                  <a:lnTo>
                    <a:pt x="144775" y="263561"/>
                  </a:lnTo>
                  <a:lnTo>
                    <a:pt x="173731" y="311065"/>
                  </a:lnTo>
                  <a:lnTo>
                    <a:pt x="202686" y="356669"/>
                  </a:lnTo>
                  <a:lnTo>
                    <a:pt x="231641" y="400332"/>
                  </a:lnTo>
                  <a:lnTo>
                    <a:pt x="260596" y="442028"/>
                  </a:lnTo>
                  <a:lnTo>
                    <a:pt x="289551" y="481743"/>
                  </a:lnTo>
                  <a:lnTo>
                    <a:pt x="318506" y="519477"/>
                  </a:lnTo>
                  <a:lnTo>
                    <a:pt x="347462" y="555239"/>
                  </a:lnTo>
                  <a:lnTo>
                    <a:pt x="376417" y="589050"/>
                  </a:lnTo>
                  <a:lnTo>
                    <a:pt x="405372" y="620939"/>
                  </a:lnTo>
                  <a:lnTo>
                    <a:pt x="434327" y="650944"/>
                  </a:lnTo>
                  <a:lnTo>
                    <a:pt x="463282" y="679111"/>
                  </a:lnTo>
                  <a:lnTo>
                    <a:pt x="492237" y="705490"/>
                  </a:lnTo>
                  <a:lnTo>
                    <a:pt x="521193" y="730139"/>
                  </a:lnTo>
                  <a:lnTo>
                    <a:pt x="550148" y="753119"/>
                  </a:lnTo>
                  <a:lnTo>
                    <a:pt x="579103" y="774497"/>
                  </a:lnTo>
                  <a:lnTo>
                    <a:pt x="608058" y="794340"/>
                  </a:lnTo>
                  <a:lnTo>
                    <a:pt x="637013" y="812721"/>
                  </a:lnTo>
                  <a:lnTo>
                    <a:pt x="665968" y="829710"/>
                  </a:lnTo>
                  <a:lnTo>
                    <a:pt x="694924" y="845383"/>
                  </a:lnTo>
                  <a:lnTo>
                    <a:pt x="723879" y="859813"/>
                  </a:lnTo>
                  <a:lnTo>
                    <a:pt x="752834" y="873075"/>
                  </a:lnTo>
                  <a:lnTo>
                    <a:pt x="781789" y="885240"/>
                  </a:lnTo>
                  <a:lnTo>
                    <a:pt x="810744" y="896379"/>
                  </a:lnTo>
                  <a:lnTo>
                    <a:pt x="839699" y="906563"/>
                  </a:lnTo>
                  <a:lnTo>
                    <a:pt x="868655" y="915859"/>
                  </a:lnTo>
                  <a:lnTo>
                    <a:pt x="897610" y="924329"/>
                  </a:lnTo>
                  <a:lnTo>
                    <a:pt x="926565" y="932036"/>
                  </a:lnTo>
                  <a:lnTo>
                    <a:pt x="955520" y="939037"/>
                  </a:lnTo>
                  <a:lnTo>
                    <a:pt x="984475" y="945386"/>
                  </a:lnTo>
                  <a:lnTo>
                    <a:pt x="1013430" y="951135"/>
                  </a:lnTo>
                  <a:lnTo>
                    <a:pt x="1042386" y="956331"/>
                  </a:lnTo>
                  <a:lnTo>
                    <a:pt x="1071341" y="961017"/>
                  </a:lnTo>
                  <a:lnTo>
                    <a:pt x="1100296" y="965236"/>
                  </a:lnTo>
                  <a:lnTo>
                    <a:pt x="1129251" y="969023"/>
                  </a:lnTo>
                  <a:lnTo>
                    <a:pt x="1158206" y="972414"/>
                  </a:lnTo>
                  <a:lnTo>
                    <a:pt x="1187161" y="975441"/>
                  </a:lnTo>
                  <a:lnTo>
                    <a:pt x="1216117" y="978131"/>
                  </a:lnTo>
                  <a:lnTo>
                    <a:pt x="1245072" y="980513"/>
                  </a:lnTo>
                  <a:lnTo>
                    <a:pt x="1274027" y="982609"/>
                  </a:lnTo>
                  <a:lnTo>
                    <a:pt x="1302982" y="984442"/>
                  </a:lnTo>
                  <a:lnTo>
                    <a:pt x="1331937" y="986031"/>
                  </a:lnTo>
                  <a:lnTo>
                    <a:pt x="1360892" y="987396"/>
                  </a:lnTo>
                  <a:lnTo>
                    <a:pt x="1389848" y="988552"/>
                  </a:lnTo>
                  <a:lnTo>
                    <a:pt x="1418803" y="989515"/>
                  </a:lnTo>
                  <a:lnTo>
                    <a:pt x="1447758" y="990299"/>
                  </a:lnTo>
                  <a:lnTo>
                    <a:pt x="1476713" y="990915"/>
                  </a:lnTo>
                  <a:lnTo>
                    <a:pt x="1505668" y="991376"/>
                  </a:lnTo>
                  <a:lnTo>
                    <a:pt x="1534623" y="991692"/>
                  </a:lnTo>
                  <a:lnTo>
                    <a:pt x="1563579" y="991872"/>
                  </a:lnTo>
                  <a:lnTo>
                    <a:pt x="1592534" y="991926"/>
                  </a:lnTo>
                  <a:lnTo>
                    <a:pt x="1621489" y="991860"/>
                  </a:lnTo>
                  <a:lnTo>
                    <a:pt x="1650444" y="991683"/>
                  </a:lnTo>
                  <a:lnTo>
                    <a:pt x="1679399" y="991401"/>
                  </a:lnTo>
                  <a:lnTo>
                    <a:pt x="1708354" y="991019"/>
                  </a:lnTo>
                  <a:lnTo>
                    <a:pt x="1737310" y="990544"/>
                  </a:lnTo>
                  <a:lnTo>
                    <a:pt x="1766265" y="989981"/>
                  </a:lnTo>
                  <a:lnTo>
                    <a:pt x="1795220" y="989334"/>
                  </a:lnTo>
                  <a:lnTo>
                    <a:pt x="1824175" y="988608"/>
                  </a:lnTo>
                  <a:lnTo>
                    <a:pt x="1853130" y="987807"/>
                  </a:lnTo>
                  <a:lnTo>
                    <a:pt x="1882085" y="986934"/>
                  </a:lnTo>
                  <a:lnTo>
                    <a:pt x="1911041" y="985992"/>
                  </a:lnTo>
                  <a:lnTo>
                    <a:pt x="1939996" y="984986"/>
                  </a:lnTo>
                  <a:lnTo>
                    <a:pt x="1968951" y="983917"/>
                  </a:lnTo>
                  <a:lnTo>
                    <a:pt x="1997906" y="982789"/>
                  </a:lnTo>
                  <a:lnTo>
                    <a:pt x="2026861" y="981603"/>
                  </a:lnTo>
                  <a:lnTo>
                    <a:pt x="2055816" y="980363"/>
                  </a:lnTo>
                  <a:lnTo>
                    <a:pt x="2084772" y="979070"/>
                  </a:lnTo>
                  <a:lnTo>
                    <a:pt x="2113727" y="977726"/>
                  </a:lnTo>
                  <a:lnTo>
                    <a:pt x="2142682" y="976333"/>
                  </a:lnTo>
                  <a:lnTo>
                    <a:pt x="2171637" y="974893"/>
                  </a:lnTo>
                  <a:lnTo>
                    <a:pt x="2200592" y="973408"/>
                  </a:lnTo>
                  <a:lnTo>
                    <a:pt x="2229547" y="971878"/>
                  </a:lnTo>
                  <a:lnTo>
                    <a:pt x="2258503" y="970305"/>
                  </a:lnTo>
                  <a:lnTo>
                    <a:pt x="2287458" y="96869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21" name="pl421"/>
            <p:cNvSpPr/>
            <p:nvPr/>
          </p:nvSpPr>
          <p:spPr>
            <a:xfrm>
              <a:off x="4298974" y="5451546"/>
              <a:ext cx="2287458" cy="107036"/>
            </a:xfrm>
            <a:custGeom>
              <a:avLst/>
              <a:pathLst>
                <a:path w="2287458" h="107036">
                  <a:moveTo>
                    <a:pt x="2287458" y="107036"/>
                  </a:moveTo>
                  <a:lnTo>
                    <a:pt x="2258503" y="106899"/>
                  </a:lnTo>
                  <a:lnTo>
                    <a:pt x="2229547" y="106750"/>
                  </a:lnTo>
                  <a:lnTo>
                    <a:pt x="2200592" y="106590"/>
                  </a:lnTo>
                  <a:lnTo>
                    <a:pt x="2171637" y="106416"/>
                  </a:lnTo>
                  <a:lnTo>
                    <a:pt x="2142682" y="106229"/>
                  </a:lnTo>
                  <a:lnTo>
                    <a:pt x="2113727" y="106026"/>
                  </a:lnTo>
                  <a:lnTo>
                    <a:pt x="2084772" y="105807"/>
                  </a:lnTo>
                  <a:lnTo>
                    <a:pt x="2055816" y="105570"/>
                  </a:lnTo>
                  <a:lnTo>
                    <a:pt x="2026861" y="105314"/>
                  </a:lnTo>
                  <a:lnTo>
                    <a:pt x="1997906" y="105038"/>
                  </a:lnTo>
                  <a:lnTo>
                    <a:pt x="1968951" y="104739"/>
                  </a:lnTo>
                  <a:lnTo>
                    <a:pt x="1939996" y="104418"/>
                  </a:lnTo>
                  <a:lnTo>
                    <a:pt x="1911041" y="104070"/>
                  </a:lnTo>
                  <a:lnTo>
                    <a:pt x="1882085" y="103696"/>
                  </a:lnTo>
                  <a:lnTo>
                    <a:pt x="1853130" y="103292"/>
                  </a:lnTo>
                  <a:lnTo>
                    <a:pt x="1824175" y="102857"/>
                  </a:lnTo>
                  <a:lnTo>
                    <a:pt x="1795220" y="102389"/>
                  </a:lnTo>
                  <a:lnTo>
                    <a:pt x="1766265" y="101885"/>
                  </a:lnTo>
                  <a:lnTo>
                    <a:pt x="1737310" y="101342"/>
                  </a:lnTo>
                  <a:lnTo>
                    <a:pt x="1708354" y="100759"/>
                  </a:lnTo>
                  <a:lnTo>
                    <a:pt x="1679399" y="100131"/>
                  </a:lnTo>
                  <a:lnTo>
                    <a:pt x="1650444" y="99458"/>
                  </a:lnTo>
                  <a:lnTo>
                    <a:pt x="1621489" y="98735"/>
                  </a:lnTo>
                  <a:lnTo>
                    <a:pt x="1592534" y="97959"/>
                  </a:lnTo>
                  <a:lnTo>
                    <a:pt x="1563579" y="97128"/>
                  </a:lnTo>
                  <a:lnTo>
                    <a:pt x="1534623" y="96237"/>
                  </a:lnTo>
                  <a:lnTo>
                    <a:pt x="1505668" y="95285"/>
                  </a:lnTo>
                  <a:lnTo>
                    <a:pt x="1476713" y="94266"/>
                  </a:lnTo>
                  <a:lnTo>
                    <a:pt x="1447758" y="93179"/>
                  </a:lnTo>
                  <a:lnTo>
                    <a:pt x="1418803" y="92019"/>
                  </a:lnTo>
                  <a:lnTo>
                    <a:pt x="1389848" y="90783"/>
                  </a:lnTo>
                  <a:lnTo>
                    <a:pt x="1360892" y="89468"/>
                  </a:lnTo>
                  <a:lnTo>
                    <a:pt x="1331937" y="88071"/>
                  </a:lnTo>
                  <a:lnTo>
                    <a:pt x="1302982" y="86589"/>
                  </a:lnTo>
                  <a:lnTo>
                    <a:pt x="1274027" y="85019"/>
                  </a:lnTo>
                  <a:lnTo>
                    <a:pt x="1245072" y="83359"/>
                  </a:lnTo>
                  <a:lnTo>
                    <a:pt x="1216117" y="81607"/>
                  </a:lnTo>
                  <a:lnTo>
                    <a:pt x="1187161" y="79762"/>
                  </a:lnTo>
                  <a:lnTo>
                    <a:pt x="1158206" y="77824"/>
                  </a:lnTo>
                  <a:lnTo>
                    <a:pt x="1129251" y="75792"/>
                  </a:lnTo>
                  <a:lnTo>
                    <a:pt x="1100296" y="73667"/>
                  </a:lnTo>
                  <a:lnTo>
                    <a:pt x="1071341" y="71452"/>
                  </a:lnTo>
                  <a:lnTo>
                    <a:pt x="1042386" y="69149"/>
                  </a:lnTo>
                  <a:lnTo>
                    <a:pt x="1013430" y="66762"/>
                  </a:lnTo>
                  <a:lnTo>
                    <a:pt x="984475" y="64297"/>
                  </a:lnTo>
                  <a:lnTo>
                    <a:pt x="955520" y="61760"/>
                  </a:lnTo>
                  <a:lnTo>
                    <a:pt x="926565" y="59160"/>
                  </a:lnTo>
                  <a:lnTo>
                    <a:pt x="897610" y="56505"/>
                  </a:lnTo>
                  <a:lnTo>
                    <a:pt x="868655" y="53805"/>
                  </a:lnTo>
                  <a:lnTo>
                    <a:pt x="839699" y="51072"/>
                  </a:lnTo>
                  <a:lnTo>
                    <a:pt x="810744" y="48319"/>
                  </a:lnTo>
                  <a:lnTo>
                    <a:pt x="781789" y="45557"/>
                  </a:lnTo>
                  <a:lnTo>
                    <a:pt x="752834" y="42801"/>
                  </a:lnTo>
                  <a:lnTo>
                    <a:pt x="723879" y="40065"/>
                  </a:lnTo>
                  <a:lnTo>
                    <a:pt x="694924" y="37361"/>
                  </a:lnTo>
                  <a:lnTo>
                    <a:pt x="665968" y="34704"/>
                  </a:lnTo>
                  <a:lnTo>
                    <a:pt x="637013" y="32104"/>
                  </a:lnTo>
                  <a:lnTo>
                    <a:pt x="608058" y="29575"/>
                  </a:lnTo>
                  <a:lnTo>
                    <a:pt x="579103" y="27126"/>
                  </a:lnTo>
                  <a:lnTo>
                    <a:pt x="550148" y="24767"/>
                  </a:lnTo>
                  <a:lnTo>
                    <a:pt x="521193" y="22505"/>
                  </a:lnTo>
                  <a:lnTo>
                    <a:pt x="492237" y="20347"/>
                  </a:lnTo>
                  <a:lnTo>
                    <a:pt x="463282" y="18296"/>
                  </a:lnTo>
                  <a:lnTo>
                    <a:pt x="434327" y="16358"/>
                  </a:lnTo>
                  <a:lnTo>
                    <a:pt x="405372" y="14533"/>
                  </a:lnTo>
                  <a:lnTo>
                    <a:pt x="376417" y="12823"/>
                  </a:lnTo>
                  <a:lnTo>
                    <a:pt x="347462" y="11227"/>
                  </a:lnTo>
                  <a:lnTo>
                    <a:pt x="318506" y="9744"/>
                  </a:lnTo>
                  <a:lnTo>
                    <a:pt x="289551" y="8373"/>
                  </a:lnTo>
                  <a:lnTo>
                    <a:pt x="260596" y="7109"/>
                  </a:lnTo>
                  <a:lnTo>
                    <a:pt x="231641" y="5951"/>
                  </a:lnTo>
                  <a:lnTo>
                    <a:pt x="202686" y="4895"/>
                  </a:lnTo>
                  <a:lnTo>
                    <a:pt x="173731" y="3936"/>
                  </a:lnTo>
                  <a:lnTo>
                    <a:pt x="144775" y="3070"/>
                  </a:lnTo>
                  <a:lnTo>
                    <a:pt x="115820" y="2295"/>
                  </a:lnTo>
                  <a:lnTo>
                    <a:pt x="86865" y="1604"/>
                  </a:lnTo>
                  <a:lnTo>
                    <a:pt x="57910" y="994"/>
                  </a:lnTo>
                  <a:lnTo>
                    <a:pt x="28955" y="46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22" name="pl422"/>
            <p:cNvSpPr/>
            <p:nvPr/>
          </p:nvSpPr>
          <p:spPr>
            <a:xfrm>
              <a:off x="4298974" y="5127440"/>
              <a:ext cx="2287458" cy="407381"/>
            </a:xfrm>
            <a:custGeom>
              <a:avLst/>
              <a:pathLst>
                <a:path w="2287458" h="407381">
                  <a:moveTo>
                    <a:pt x="0" y="0"/>
                  </a:moveTo>
                  <a:lnTo>
                    <a:pt x="28955" y="13941"/>
                  </a:lnTo>
                  <a:lnTo>
                    <a:pt x="57910" y="27496"/>
                  </a:lnTo>
                  <a:lnTo>
                    <a:pt x="86865" y="40672"/>
                  </a:lnTo>
                  <a:lnTo>
                    <a:pt x="115820" y="53475"/>
                  </a:lnTo>
                  <a:lnTo>
                    <a:pt x="144775" y="65912"/>
                  </a:lnTo>
                  <a:lnTo>
                    <a:pt x="173731" y="77991"/>
                  </a:lnTo>
                  <a:lnTo>
                    <a:pt x="202686" y="89719"/>
                  </a:lnTo>
                  <a:lnTo>
                    <a:pt x="231641" y="101102"/>
                  </a:lnTo>
                  <a:lnTo>
                    <a:pt x="260596" y="112148"/>
                  </a:lnTo>
                  <a:lnTo>
                    <a:pt x="289551" y="122865"/>
                  </a:lnTo>
                  <a:lnTo>
                    <a:pt x="318506" y="133259"/>
                  </a:lnTo>
                  <a:lnTo>
                    <a:pt x="347462" y="143338"/>
                  </a:lnTo>
                  <a:lnTo>
                    <a:pt x="376417" y="153109"/>
                  </a:lnTo>
                  <a:lnTo>
                    <a:pt x="405372" y="162580"/>
                  </a:lnTo>
                  <a:lnTo>
                    <a:pt x="434327" y="171758"/>
                  </a:lnTo>
                  <a:lnTo>
                    <a:pt x="463282" y="180649"/>
                  </a:lnTo>
                  <a:lnTo>
                    <a:pt x="492237" y="189262"/>
                  </a:lnTo>
                  <a:lnTo>
                    <a:pt x="521193" y="197604"/>
                  </a:lnTo>
                  <a:lnTo>
                    <a:pt x="550148" y="205680"/>
                  </a:lnTo>
                  <a:lnTo>
                    <a:pt x="579103" y="213499"/>
                  </a:lnTo>
                  <a:lnTo>
                    <a:pt x="608058" y="221068"/>
                  </a:lnTo>
                  <a:lnTo>
                    <a:pt x="637013" y="228392"/>
                  </a:lnTo>
                  <a:lnTo>
                    <a:pt x="665968" y="235479"/>
                  </a:lnTo>
                  <a:lnTo>
                    <a:pt x="694924" y="242335"/>
                  </a:lnTo>
                  <a:lnTo>
                    <a:pt x="723879" y="248967"/>
                  </a:lnTo>
                  <a:lnTo>
                    <a:pt x="752834" y="255382"/>
                  </a:lnTo>
                  <a:lnTo>
                    <a:pt x="781789" y="261584"/>
                  </a:lnTo>
                  <a:lnTo>
                    <a:pt x="810744" y="267582"/>
                  </a:lnTo>
                  <a:lnTo>
                    <a:pt x="839699" y="273379"/>
                  </a:lnTo>
                  <a:lnTo>
                    <a:pt x="868655" y="278983"/>
                  </a:lnTo>
                  <a:lnTo>
                    <a:pt x="897610" y="284400"/>
                  </a:lnTo>
                  <a:lnTo>
                    <a:pt x="926565" y="289634"/>
                  </a:lnTo>
                  <a:lnTo>
                    <a:pt x="955520" y="294692"/>
                  </a:lnTo>
                  <a:lnTo>
                    <a:pt x="984475" y="299578"/>
                  </a:lnTo>
                  <a:lnTo>
                    <a:pt x="1013430" y="304299"/>
                  </a:lnTo>
                  <a:lnTo>
                    <a:pt x="1042386" y="308859"/>
                  </a:lnTo>
                  <a:lnTo>
                    <a:pt x="1071341" y="313263"/>
                  </a:lnTo>
                  <a:lnTo>
                    <a:pt x="1100296" y="317516"/>
                  </a:lnTo>
                  <a:lnTo>
                    <a:pt x="1129251" y="321623"/>
                  </a:lnTo>
                  <a:lnTo>
                    <a:pt x="1158206" y="325589"/>
                  </a:lnTo>
                  <a:lnTo>
                    <a:pt x="1187161" y="329417"/>
                  </a:lnTo>
                  <a:lnTo>
                    <a:pt x="1216117" y="333114"/>
                  </a:lnTo>
                  <a:lnTo>
                    <a:pt x="1245072" y="336682"/>
                  </a:lnTo>
                  <a:lnTo>
                    <a:pt x="1274027" y="340126"/>
                  </a:lnTo>
                  <a:lnTo>
                    <a:pt x="1302982" y="343450"/>
                  </a:lnTo>
                  <a:lnTo>
                    <a:pt x="1331937" y="346657"/>
                  </a:lnTo>
                  <a:lnTo>
                    <a:pt x="1360892" y="349753"/>
                  </a:lnTo>
                  <a:lnTo>
                    <a:pt x="1389848" y="352740"/>
                  </a:lnTo>
                  <a:lnTo>
                    <a:pt x="1418803" y="355623"/>
                  </a:lnTo>
                  <a:lnTo>
                    <a:pt x="1447758" y="358403"/>
                  </a:lnTo>
                  <a:lnTo>
                    <a:pt x="1476713" y="361086"/>
                  </a:lnTo>
                  <a:lnTo>
                    <a:pt x="1505668" y="363674"/>
                  </a:lnTo>
                  <a:lnTo>
                    <a:pt x="1534623" y="366171"/>
                  </a:lnTo>
                  <a:lnTo>
                    <a:pt x="1563579" y="368579"/>
                  </a:lnTo>
                  <a:lnTo>
                    <a:pt x="1592534" y="370902"/>
                  </a:lnTo>
                  <a:lnTo>
                    <a:pt x="1621489" y="373142"/>
                  </a:lnTo>
                  <a:lnTo>
                    <a:pt x="1650444" y="375303"/>
                  </a:lnTo>
                  <a:lnTo>
                    <a:pt x="1679399" y="377387"/>
                  </a:lnTo>
                  <a:lnTo>
                    <a:pt x="1708354" y="379396"/>
                  </a:lnTo>
                  <a:lnTo>
                    <a:pt x="1737310" y="381334"/>
                  </a:lnTo>
                  <a:lnTo>
                    <a:pt x="1766265" y="383202"/>
                  </a:lnTo>
                  <a:lnTo>
                    <a:pt x="1795220" y="385004"/>
                  </a:lnTo>
                  <a:lnTo>
                    <a:pt x="1824175" y="386741"/>
                  </a:lnTo>
                  <a:lnTo>
                    <a:pt x="1853130" y="388416"/>
                  </a:lnTo>
                  <a:lnTo>
                    <a:pt x="1882085" y="390030"/>
                  </a:lnTo>
                  <a:lnTo>
                    <a:pt x="1911041" y="391587"/>
                  </a:lnTo>
                  <a:lnTo>
                    <a:pt x="1939996" y="393088"/>
                  </a:lnTo>
                  <a:lnTo>
                    <a:pt x="1968951" y="394534"/>
                  </a:lnTo>
                  <a:lnTo>
                    <a:pt x="1997906" y="395929"/>
                  </a:lnTo>
                  <a:lnTo>
                    <a:pt x="2026861" y="397273"/>
                  </a:lnTo>
                  <a:lnTo>
                    <a:pt x="2055816" y="398568"/>
                  </a:lnTo>
                  <a:lnTo>
                    <a:pt x="2084772" y="399817"/>
                  </a:lnTo>
                  <a:lnTo>
                    <a:pt x="2113727" y="401021"/>
                  </a:lnTo>
                  <a:lnTo>
                    <a:pt x="2142682" y="402181"/>
                  </a:lnTo>
                  <a:lnTo>
                    <a:pt x="2171637" y="403299"/>
                  </a:lnTo>
                  <a:lnTo>
                    <a:pt x="2200592" y="404377"/>
                  </a:lnTo>
                  <a:lnTo>
                    <a:pt x="2229547" y="405416"/>
                  </a:lnTo>
                  <a:lnTo>
                    <a:pt x="2258503" y="406417"/>
                  </a:lnTo>
                  <a:lnTo>
                    <a:pt x="2287458" y="407381"/>
                  </a:lnTo>
                </a:path>
              </a:pathLst>
            </a:custGeom>
            <a:ln w="27101" cap="flat">
              <a:solidFill>
                <a:srgbClr val="8B0A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tx423"/>
            <p:cNvSpPr/>
            <p:nvPr/>
          </p:nvSpPr>
          <p:spPr>
            <a:xfrm>
              <a:off x="691062" y="5520220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4" name="tx424"/>
            <p:cNvSpPr/>
            <p:nvPr/>
          </p:nvSpPr>
          <p:spPr>
            <a:xfrm>
              <a:off x="691062" y="469054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25" name="tx425"/>
            <p:cNvSpPr/>
            <p:nvPr/>
          </p:nvSpPr>
          <p:spPr>
            <a:xfrm>
              <a:off x="691062" y="3860876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26" name="tx426"/>
            <p:cNvSpPr/>
            <p:nvPr/>
          </p:nvSpPr>
          <p:spPr>
            <a:xfrm>
              <a:off x="691062" y="3031204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27" name="tx427"/>
            <p:cNvSpPr/>
            <p:nvPr/>
          </p:nvSpPr>
          <p:spPr>
            <a:xfrm>
              <a:off x="691062" y="2201532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28" name="tx428"/>
            <p:cNvSpPr/>
            <p:nvPr/>
          </p:nvSpPr>
          <p:spPr>
            <a:xfrm>
              <a:off x="894715" y="5788790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9" name="tx429"/>
            <p:cNvSpPr/>
            <p:nvPr/>
          </p:nvSpPr>
          <p:spPr>
            <a:xfrm>
              <a:off x="2106483" y="5788790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</a:t>
              </a:r>
            </a:p>
          </p:txBody>
        </p:sp>
        <p:sp>
          <p:nvSpPr>
            <p:cNvPr id="430" name="tx430"/>
            <p:cNvSpPr/>
            <p:nvPr/>
          </p:nvSpPr>
          <p:spPr>
            <a:xfrm>
              <a:off x="3318251" y="5788790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</a:t>
              </a:r>
            </a:p>
          </p:txBody>
        </p:sp>
        <p:sp>
          <p:nvSpPr>
            <p:cNvPr id="431" name="tx431"/>
            <p:cNvSpPr/>
            <p:nvPr/>
          </p:nvSpPr>
          <p:spPr>
            <a:xfrm>
              <a:off x="4530019" y="5788790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0.03</a:t>
              </a:r>
            </a:p>
          </p:txBody>
        </p:sp>
        <p:sp>
          <p:nvSpPr>
            <p:cNvPr id="432" name="tx432"/>
            <p:cNvSpPr/>
            <p:nvPr/>
          </p:nvSpPr>
          <p:spPr>
            <a:xfrm>
              <a:off x="5741787" y="5788790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0.04</a:t>
              </a:r>
            </a:p>
          </p:txBody>
        </p:sp>
        <p:sp>
          <p:nvSpPr>
            <p:cNvPr id="433" name="tx433"/>
            <p:cNvSpPr/>
            <p:nvPr/>
          </p:nvSpPr>
          <p:spPr>
            <a:xfrm>
              <a:off x="6953556" y="5788790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0.05</a:t>
              </a:r>
            </a:p>
          </p:txBody>
        </p:sp>
        <p:sp>
          <p:nvSpPr>
            <p:cNvPr id="434" name="tx434"/>
            <p:cNvSpPr/>
            <p:nvPr/>
          </p:nvSpPr>
          <p:spPr>
            <a:xfrm>
              <a:off x="3777124" y="5927094"/>
              <a:ext cx="634593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 offset</a:t>
              </a:r>
            </a:p>
          </p:txBody>
        </p:sp>
        <p:sp>
          <p:nvSpPr>
            <p:cNvPr id="435" name="tx435"/>
            <p:cNvSpPr/>
            <p:nvPr/>
          </p:nvSpPr>
          <p:spPr>
            <a:xfrm rot="-5400000">
              <a:off x="328364" y="3850863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436" name="tx436"/>
            <p:cNvSpPr/>
            <p:nvPr/>
          </p:nvSpPr>
          <p:spPr>
            <a:xfrm>
              <a:off x="7426289" y="2918989"/>
              <a:ext cx="63166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Treatment</a:t>
              </a:r>
            </a:p>
          </p:txBody>
        </p:sp>
        <p:sp>
          <p:nvSpPr>
            <p:cNvPr id="437" name="pt437"/>
            <p:cNvSpPr/>
            <p:nvPr/>
          </p:nvSpPr>
          <p:spPr>
            <a:xfrm>
              <a:off x="7477315" y="3154360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rc438"/>
            <p:cNvSpPr/>
            <p:nvPr/>
          </p:nvSpPr>
          <p:spPr>
            <a:xfrm>
              <a:off x="7426289" y="3103335"/>
              <a:ext cx="219455" cy="219456"/>
            </a:xfrm>
            <a:prstGeom prst="rect">
              <a:avLst/>
            </a:prstGeom>
            <a:solidFill>
              <a:srgbClr val="FFA203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39" name="pl439"/>
            <p:cNvSpPr/>
            <p:nvPr/>
          </p:nvSpPr>
          <p:spPr>
            <a:xfrm>
              <a:off x="7448235" y="321306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FA20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7477315" y="3373816"/>
              <a:ext cx="117405" cy="117405"/>
            </a:xfrm>
            <a:prstGeom prst="ellipse">
              <a:avLst/>
            </a:pr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rc441"/>
            <p:cNvSpPr/>
            <p:nvPr/>
          </p:nvSpPr>
          <p:spPr>
            <a:xfrm>
              <a:off x="7426289" y="3322791"/>
              <a:ext cx="219455" cy="219456"/>
            </a:xfrm>
            <a:prstGeom prst="rect">
              <a:avLst/>
            </a:prstGeom>
            <a:solidFill>
              <a:srgbClr val="FE691E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42" name="pl442"/>
            <p:cNvSpPr/>
            <p:nvPr/>
          </p:nvSpPr>
          <p:spPr>
            <a:xfrm>
              <a:off x="7448235" y="343251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E69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7477315" y="3593272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rc444"/>
            <p:cNvSpPr/>
            <p:nvPr/>
          </p:nvSpPr>
          <p:spPr>
            <a:xfrm>
              <a:off x="7426289" y="3542247"/>
              <a:ext cx="219455" cy="219456"/>
            </a:xfrm>
            <a:prstGeom prst="rect">
              <a:avLst/>
            </a:prstGeom>
            <a:solidFill>
              <a:srgbClr val="FF1493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45" name="pl445"/>
            <p:cNvSpPr/>
            <p:nvPr/>
          </p:nvSpPr>
          <p:spPr>
            <a:xfrm>
              <a:off x="7448235" y="365197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F14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7477315" y="3812728"/>
              <a:ext cx="117405" cy="117405"/>
            </a:xfrm>
            <a:prstGeom prst="ellipse">
              <a:avLst/>
            </a:pr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rc447"/>
            <p:cNvSpPr/>
            <p:nvPr/>
          </p:nvSpPr>
          <p:spPr>
            <a:xfrm>
              <a:off x="7426289" y="3761703"/>
              <a:ext cx="219455" cy="219456"/>
            </a:xfrm>
            <a:prstGeom prst="rect">
              <a:avLst/>
            </a:prstGeom>
            <a:solidFill>
              <a:srgbClr val="8B0A50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48" name="pl448"/>
            <p:cNvSpPr/>
            <p:nvPr/>
          </p:nvSpPr>
          <p:spPr>
            <a:xfrm>
              <a:off x="7448235" y="387143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8B0A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tx449"/>
            <p:cNvSpPr/>
            <p:nvPr/>
          </p:nvSpPr>
          <p:spPr>
            <a:xfrm>
              <a:off x="7715335" y="3173058"/>
              <a:ext cx="83228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Current W Coast</a:t>
              </a:r>
            </a:p>
          </p:txBody>
        </p:sp>
        <p:sp>
          <p:nvSpPr>
            <p:cNvPr id="450" name="tx450"/>
            <p:cNvSpPr/>
            <p:nvPr/>
          </p:nvSpPr>
          <p:spPr>
            <a:xfrm>
              <a:off x="7715335" y="3392514"/>
              <a:ext cx="80138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Current E Coast</a:t>
              </a:r>
            </a:p>
          </p:txBody>
        </p:sp>
        <p:sp>
          <p:nvSpPr>
            <p:cNvPr id="451" name="tx451"/>
            <p:cNvSpPr/>
            <p:nvPr/>
          </p:nvSpPr>
          <p:spPr>
            <a:xfrm>
              <a:off x="7715335" y="3611970"/>
              <a:ext cx="78263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Future W Coast</a:t>
              </a:r>
            </a:p>
          </p:txBody>
        </p:sp>
        <p:sp>
          <p:nvSpPr>
            <p:cNvPr id="452" name="tx452"/>
            <p:cNvSpPr/>
            <p:nvPr/>
          </p:nvSpPr>
          <p:spPr>
            <a:xfrm>
              <a:off x="7715335" y="3831426"/>
              <a:ext cx="75172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Future E Coast</a:t>
              </a:r>
            </a:p>
          </p:txBody>
        </p:sp>
        <p:sp>
          <p:nvSpPr>
            <p:cNvPr id="453" name="tx453"/>
            <p:cNvSpPr/>
            <p:nvPr/>
          </p:nvSpPr>
          <p:spPr>
            <a:xfrm>
              <a:off x="7426289" y="4274237"/>
              <a:ext cx="3650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454" name="pt454"/>
            <p:cNvSpPr/>
            <p:nvPr/>
          </p:nvSpPr>
          <p:spPr>
            <a:xfrm>
              <a:off x="7477315" y="4509609"/>
              <a:ext cx="117405" cy="117405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7456959" y="4696478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tx456"/>
            <p:cNvSpPr/>
            <p:nvPr/>
          </p:nvSpPr>
          <p:spPr>
            <a:xfrm>
              <a:off x="7715335" y="4528306"/>
              <a:ext cx="57561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 Coast</a:t>
              </a:r>
            </a:p>
          </p:txBody>
        </p:sp>
        <p:sp>
          <p:nvSpPr>
            <p:cNvPr id="457" name="tx457"/>
            <p:cNvSpPr/>
            <p:nvPr/>
          </p:nvSpPr>
          <p:spPr>
            <a:xfrm>
              <a:off x="7715335" y="4747762"/>
              <a:ext cx="5467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 Coast</a:t>
              </a:r>
            </a:p>
          </p:txBody>
        </p:sp>
        <p:sp>
          <p:nvSpPr>
            <p:cNvPr id="458" name="tx458"/>
            <p:cNvSpPr/>
            <p:nvPr/>
          </p:nvSpPr>
          <p:spPr>
            <a:xfrm>
              <a:off x="971319" y="1669789"/>
              <a:ext cx="4223613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Common Garden Fitness vs Genomic Offset (LEA, Full): </a:t>
              </a:r>
            </a:p>
          </p:txBody>
        </p:sp>
        <p:sp>
          <p:nvSpPr>
            <p:cNvPr id="459" name="tx459"/>
            <p:cNvSpPr/>
            <p:nvPr/>
          </p:nvSpPr>
          <p:spPr>
            <a:xfrm>
              <a:off x="971319" y="1850840"/>
              <a:ext cx="2672242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Binary Survival, Logistic Regression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1319" y="5145389"/>
              <a:ext cx="6502875" cy="0"/>
            </a:xfrm>
            <a:custGeom>
              <a:avLst/>
              <a:pathLst>
                <a:path w="6502875" h="0">
                  <a:moveTo>
                    <a:pt x="0" y="0"/>
                  </a:moveTo>
                  <a:lnTo>
                    <a:pt x="6502875" y="0"/>
                  </a:lnTo>
                  <a:lnTo>
                    <a:pt x="650287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1319" y="4315717"/>
              <a:ext cx="6502875" cy="0"/>
            </a:xfrm>
            <a:custGeom>
              <a:avLst/>
              <a:pathLst>
                <a:path w="6502875" h="0">
                  <a:moveTo>
                    <a:pt x="0" y="0"/>
                  </a:moveTo>
                  <a:lnTo>
                    <a:pt x="6502875" y="0"/>
                  </a:lnTo>
                  <a:lnTo>
                    <a:pt x="650287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71319" y="3486045"/>
              <a:ext cx="6502875" cy="0"/>
            </a:xfrm>
            <a:custGeom>
              <a:avLst/>
              <a:pathLst>
                <a:path w="6502875" h="0">
                  <a:moveTo>
                    <a:pt x="0" y="0"/>
                  </a:moveTo>
                  <a:lnTo>
                    <a:pt x="6502875" y="0"/>
                  </a:lnTo>
                  <a:lnTo>
                    <a:pt x="650287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71319" y="2656373"/>
              <a:ext cx="6502875" cy="0"/>
            </a:xfrm>
            <a:custGeom>
              <a:avLst/>
              <a:pathLst>
                <a:path w="6502875" h="0">
                  <a:moveTo>
                    <a:pt x="0" y="0"/>
                  </a:moveTo>
                  <a:lnTo>
                    <a:pt x="6502875" y="0"/>
                  </a:lnTo>
                  <a:lnTo>
                    <a:pt x="650287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35633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97196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58759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420322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681884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1319" y="5560225"/>
              <a:ext cx="6502875" cy="0"/>
            </a:xfrm>
            <a:custGeom>
              <a:avLst/>
              <a:pathLst>
                <a:path w="6502875" h="0">
                  <a:moveTo>
                    <a:pt x="0" y="0"/>
                  </a:moveTo>
                  <a:lnTo>
                    <a:pt x="6502875" y="0"/>
                  </a:lnTo>
                  <a:lnTo>
                    <a:pt x="650287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71319" y="4730553"/>
              <a:ext cx="6502875" cy="0"/>
            </a:xfrm>
            <a:custGeom>
              <a:avLst/>
              <a:pathLst>
                <a:path w="6502875" h="0">
                  <a:moveTo>
                    <a:pt x="0" y="0"/>
                  </a:moveTo>
                  <a:lnTo>
                    <a:pt x="6502875" y="0"/>
                  </a:lnTo>
                  <a:lnTo>
                    <a:pt x="650287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71319" y="3900881"/>
              <a:ext cx="6502875" cy="0"/>
            </a:xfrm>
            <a:custGeom>
              <a:avLst/>
              <a:pathLst>
                <a:path w="6502875" h="0">
                  <a:moveTo>
                    <a:pt x="0" y="0"/>
                  </a:moveTo>
                  <a:lnTo>
                    <a:pt x="6502875" y="0"/>
                  </a:lnTo>
                  <a:lnTo>
                    <a:pt x="650287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71319" y="3071209"/>
              <a:ext cx="6502875" cy="0"/>
            </a:xfrm>
            <a:custGeom>
              <a:avLst/>
              <a:pathLst>
                <a:path w="6502875" h="0">
                  <a:moveTo>
                    <a:pt x="0" y="0"/>
                  </a:moveTo>
                  <a:lnTo>
                    <a:pt x="6502875" y="0"/>
                  </a:lnTo>
                  <a:lnTo>
                    <a:pt x="650287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71319" y="2241537"/>
              <a:ext cx="6502875" cy="0"/>
            </a:xfrm>
            <a:custGeom>
              <a:avLst/>
              <a:pathLst>
                <a:path w="6502875" h="0">
                  <a:moveTo>
                    <a:pt x="0" y="0"/>
                  </a:moveTo>
                  <a:lnTo>
                    <a:pt x="6502875" y="0"/>
                  </a:lnTo>
                  <a:lnTo>
                    <a:pt x="650287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004852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266415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527977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789540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051103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7312666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1953752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1953752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1979461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257291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323474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323474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323474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323474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218039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1953752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2038432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038432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953752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226673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257291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226673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1953752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1953752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323474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323474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226673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218039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1953752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218039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1953752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1953752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1953752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1979461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257291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323474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1953752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1953752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257291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218039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323474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218039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323474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226673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1613634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226673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1613634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1613634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323474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1613634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1979461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1979461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218039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1979461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257291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1979461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323474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1979461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1979461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218039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257291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2038432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1613634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257291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323474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226673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226673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2038432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218039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257291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1979461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1979461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2038432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257291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1613634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2038432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1613634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226673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1613634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1979461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226673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2038432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218039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257291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226673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1613634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226673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218039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226673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1613634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2038432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218039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1613634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2038432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1613634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2038432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218039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2038432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257291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257291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2038432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2670420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1782260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1782260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118784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201198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201198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2670420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1430333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1913049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2670420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14217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118784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1782260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201198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201198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1913049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1782260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143033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143033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1782260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1913049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143033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14217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1430333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1782260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1782260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2081367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1913049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1430333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118784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2081367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1913049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118784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1782260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1913049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1913049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14217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14217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1421741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2081367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118784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2670420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118784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201198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1782260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2670420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118784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118784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1782260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143033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2670420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201198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2081367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118784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1430333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2081367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201198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2670420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2670420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14217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201198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143033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2670420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2081367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201198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118784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2081367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1913049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14217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2081367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143033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1421741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118784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201198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2670420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1430333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201198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118784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1913049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2081367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14217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2081367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2081367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201198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2670420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1913049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1421741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1913049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1913049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14217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2081367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2670420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1430333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1782260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1782260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1421741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7099550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554179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5212250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709955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5314600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7099550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5314600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5541667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5871662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709955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1793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5541667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5314600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71409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5212250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5541667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5871662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714097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5314600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5541667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5314600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709955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5314600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709955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371510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37151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709955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5314600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5541667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5314600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1793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7099550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1793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5871662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5212250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5541667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71409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5212250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5541667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371510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5871662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5314600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54179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5871662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714097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5541667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5541667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714097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5212250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714097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5314600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5541793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537151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5314600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537151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709955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5314600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5871662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5541793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5541793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537151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5541667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5541793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7099550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5212250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5541667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5371510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5371510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5212250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537151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714097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5212250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714097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537151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537151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5212250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7099550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5871662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5212250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71409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5871662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5212250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5871662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5871662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554179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714097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554179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5212250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714097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5871662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5541793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5541667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5371510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714097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709955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5577702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506687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5577702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513744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656554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5577702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513744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5893666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656554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656554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435665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5577702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06687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5893666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06687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06687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5893666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5577702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5893666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435665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06687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656554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656554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6758468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13744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5577702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06687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435665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06687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435665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656554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13744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5577702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513744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656554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656554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5577702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6758468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6758468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6758468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5577702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6758468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5577702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435665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5893666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513744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506687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5577702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435665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435665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513744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435665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506687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5893666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5577702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435665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6010791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5893666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5893666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5893666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6010791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435665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6010791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6010791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6010791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435665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35665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6758468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6758468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656554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6758468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6758468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6010791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513744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513744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513744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5893666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6758468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506687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6010791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6010791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5893666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6010791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6758468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656554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506687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506687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656554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513744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6010791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6010791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513744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5893666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656554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6010791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6758468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1840962" y="3036125"/>
              <a:ext cx="3795441" cy="1475108"/>
            </a:xfrm>
            <a:custGeom>
              <a:avLst/>
              <a:pathLst>
                <a:path w="3795441" h="1475108">
                  <a:moveTo>
                    <a:pt x="0" y="0"/>
                  </a:moveTo>
                  <a:lnTo>
                    <a:pt x="48043" y="14839"/>
                  </a:lnTo>
                  <a:lnTo>
                    <a:pt x="96087" y="29866"/>
                  </a:lnTo>
                  <a:lnTo>
                    <a:pt x="144130" y="45078"/>
                  </a:lnTo>
                  <a:lnTo>
                    <a:pt x="192174" y="60474"/>
                  </a:lnTo>
                  <a:lnTo>
                    <a:pt x="240217" y="76054"/>
                  </a:lnTo>
                  <a:lnTo>
                    <a:pt x="288261" y="91815"/>
                  </a:lnTo>
                  <a:lnTo>
                    <a:pt x="336304" y="107757"/>
                  </a:lnTo>
                  <a:lnTo>
                    <a:pt x="384348" y="123877"/>
                  </a:lnTo>
                  <a:lnTo>
                    <a:pt x="432392" y="140173"/>
                  </a:lnTo>
                  <a:lnTo>
                    <a:pt x="480435" y="156644"/>
                  </a:lnTo>
                  <a:lnTo>
                    <a:pt x="528479" y="173288"/>
                  </a:lnTo>
                  <a:lnTo>
                    <a:pt x="576522" y="190101"/>
                  </a:lnTo>
                  <a:lnTo>
                    <a:pt x="624566" y="207083"/>
                  </a:lnTo>
                  <a:lnTo>
                    <a:pt x="672609" y="224229"/>
                  </a:lnTo>
                  <a:lnTo>
                    <a:pt x="720653" y="241537"/>
                  </a:lnTo>
                  <a:lnTo>
                    <a:pt x="768697" y="259005"/>
                  </a:lnTo>
                  <a:lnTo>
                    <a:pt x="816740" y="276629"/>
                  </a:lnTo>
                  <a:lnTo>
                    <a:pt x="864784" y="294406"/>
                  </a:lnTo>
                  <a:lnTo>
                    <a:pt x="912827" y="312333"/>
                  </a:lnTo>
                  <a:lnTo>
                    <a:pt x="960871" y="330406"/>
                  </a:lnTo>
                  <a:lnTo>
                    <a:pt x="1008914" y="348622"/>
                  </a:lnTo>
                  <a:lnTo>
                    <a:pt x="1056958" y="366977"/>
                  </a:lnTo>
                  <a:lnTo>
                    <a:pt x="1105002" y="385466"/>
                  </a:lnTo>
                  <a:lnTo>
                    <a:pt x="1153045" y="404086"/>
                  </a:lnTo>
                  <a:lnTo>
                    <a:pt x="1201089" y="422832"/>
                  </a:lnTo>
                  <a:lnTo>
                    <a:pt x="1249132" y="441701"/>
                  </a:lnTo>
                  <a:lnTo>
                    <a:pt x="1297176" y="460688"/>
                  </a:lnTo>
                  <a:lnTo>
                    <a:pt x="1345219" y="479788"/>
                  </a:lnTo>
                  <a:lnTo>
                    <a:pt x="1393263" y="498996"/>
                  </a:lnTo>
                  <a:lnTo>
                    <a:pt x="1441307" y="518307"/>
                  </a:lnTo>
                  <a:lnTo>
                    <a:pt x="1489350" y="537718"/>
                  </a:lnTo>
                  <a:lnTo>
                    <a:pt x="1537394" y="557222"/>
                  </a:lnTo>
                  <a:lnTo>
                    <a:pt x="1585437" y="576814"/>
                  </a:lnTo>
                  <a:lnTo>
                    <a:pt x="1633481" y="596489"/>
                  </a:lnTo>
                  <a:lnTo>
                    <a:pt x="1681524" y="616243"/>
                  </a:lnTo>
                  <a:lnTo>
                    <a:pt x="1729568" y="636068"/>
                  </a:lnTo>
                  <a:lnTo>
                    <a:pt x="1777612" y="655960"/>
                  </a:lnTo>
                  <a:lnTo>
                    <a:pt x="1825655" y="675914"/>
                  </a:lnTo>
                  <a:lnTo>
                    <a:pt x="1873699" y="695923"/>
                  </a:lnTo>
                  <a:lnTo>
                    <a:pt x="1921742" y="715981"/>
                  </a:lnTo>
                  <a:lnTo>
                    <a:pt x="1969786" y="736084"/>
                  </a:lnTo>
                  <a:lnTo>
                    <a:pt x="2017829" y="756225"/>
                  </a:lnTo>
                  <a:lnTo>
                    <a:pt x="2065873" y="776397"/>
                  </a:lnTo>
                  <a:lnTo>
                    <a:pt x="2113917" y="796596"/>
                  </a:lnTo>
                  <a:lnTo>
                    <a:pt x="2161960" y="816816"/>
                  </a:lnTo>
                  <a:lnTo>
                    <a:pt x="2210004" y="837049"/>
                  </a:lnTo>
                  <a:lnTo>
                    <a:pt x="2258047" y="857291"/>
                  </a:lnTo>
                  <a:lnTo>
                    <a:pt x="2306091" y="877535"/>
                  </a:lnTo>
                  <a:lnTo>
                    <a:pt x="2354134" y="897775"/>
                  </a:lnTo>
                  <a:lnTo>
                    <a:pt x="2402178" y="918006"/>
                  </a:lnTo>
                  <a:lnTo>
                    <a:pt x="2450222" y="938220"/>
                  </a:lnTo>
                  <a:lnTo>
                    <a:pt x="2498265" y="958413"/>
                  </a:lnTo>
                  <a:lnTo>
                    <a:pt x="2546309" y="978578"/>
                  </a:lnTo>
                  <a:lnTo>
                    <a:pt x="2594352" y="998709"/>
                  </a:lnTo>
                  <a:lnTo>
                    <a:pt x="2642396" y="1018801"/>
                  </a:lnTo>
                  <a:lnTo>
                    <a:pt x="2690439" y="1038847"/>
                  </a:lnTo>
                  <a:lnTo>
                    <a:pt x="2738483" y="1058842"/>
                  </a:lnTo>
                  <a:lnTo>
                    <a:pt x="2786526" y="1078780"/>
                  </a:lnTo>
                  <a:lnTo>
                    <a:pt x="2834570" y="1098655"/>
                  </a:lnTo>
                  <a:lnTo>
                    <a:pt x="2882614" y="1118462"/>
                  </a:lnTo>
                  <a:lnTo>
                    <a:pt x="2930657" y="1138196"/>
                  </a:lnTo>
                  <a:lnTo>
                    <a:pt x="2978701" y="1157850"/>
                  </a:lnTo>
                  <a:lnTo>
                    <a:pt x="3026744" y="1177419"/>
                  </a:lnTo>
                  <a:lnTo>
                    <a:pt x="3074788" y="1196899"/>
                  </a:lnTo>
                  <a:lnTo>
                    <a:pt x="3122831" y="1216284"/>
                  </a:lnTo>
                  <a:lnTo>
                    <a:pt x="3170875" y="1235569"/>
                  </a:lnTo>
                  <a:lnTo>
                    <a:pt x="3218919" y="1254749"/>
                  </a:lnTo>
                  <a:lnTo>
                    <a:pt x="3266962" y="1273820"/>
                  </a:lnTo>
                  <a:lnTo>
                    <a:pt x="3315006" y="1292776"/>
                  </a:lnTo>
                  <a:lnTo>
                    <a:pt x="3363049" y="1311613"/>
                  </a:lnTo>
                  <a:lnTo>
                    <a:pt x="3411093" y="1330327"/>
                  </a:lnTo>
                  <a:lnTo>
                    <a:pt x="3459136" y="1348913"/>
                  </a:lnTo>
                  <a:lnTo>
                    <a:pt x="3507180" y="1367367"/>
                  </a:lnTo>
                  <a:lnTo>
                    <a:pt x="3555224" y="1385685"/>
                  </a:lnTo>
                  <a:lnTo>
                    <a:pt x="3603267" y="1403864"/>
                  </a:lnTo>
                  <a:lnTo>
                    <a:pt x="3651311" y="1421899"/>
                  </a:lnTo>
                  <a:lnTo>
                    <a:pt x="3699354" y="1439787"/>
                  </a:lnTo>
                  <a:lnTo>
                    <a:pt x="3747398" y="1457524"/>
                  </a:lnTo>
                  <a:lnTo>
                    <a:pt x="3795441" y="1475108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2091043" y="3080818"/>
              <a:ext cx="5087565" cy="1667034"/>
            </a:xfrm>
            <a:custGeom>
              <a:avLst/>
              <a:pathLst>
                <a:path w="5087565" h="1667034">
                  <a:moveTo>
                    <a:pt x="0" y="0"/>
                  </a:moveTo>
                  <a:lnTo>
                    <a:pt x="64399" y="17660"/>
                  </a:lnTo>
                  <a:lnTo>
                    <a:pt x="128799" y="35561"/>
                  </a:lnTo>
                  <a:lnTo>
                    <a:pt x="193198" y="53701"/>
                  </a:lnTo>
                  <a:lnTo>
                    <a:pt x="257598" y="72076"/>
                  </a:lnTo>
                  <a:lnTo>
                    <a:pt x="321997" y="90684"/>
                  </a:lnTo>
                  <a:lnTo>
                    <a:pt x="386397" y="109523"/>
                  </a:lnTo>
                  <a:lnTo>
                    <a:pt x="450796" y="128589"/>
                  </a:lnTo>
                  <a:lnTo>
                    <a:pt x="515196" y="147878"/>
                  </a:lnTo>
                  <a:lnTo>
                    <a:pt x="579596" y="167387"/>
                  </a:lnTo>
                  <a:lnTo>
                    <a:pt x="643995" y="187112"/>
                  </a:lnTo>
                  <a:lnTo>
                    <a:pt x="708395" y="207048"/>
                  </a:lnTo>
                  <a:lnTo>
                    <a:pt x="772794" y="227191"/>
                  </a:lnTo>
                  <a:lnTo>
                    <a:pt x="837194" y="247537"/>
                  </a:lnTo>
                  <a:lnTo>
                    <a:pt x="901593" y="268080"/>
                  </a:lnTo>
                  <a:lnTo>
                    <a:pt x="965993" y="288815"/>
                  </a:lnTo>
                  <a:lnTo>
                    <a:pt x="1030393" y="309737"/>
                  </a:lnTo>
                  <a:lnTo>
                    <a:pt x="1094792" y="330839"/>
                  </a:lnTo>
                  <a:lnTo>
                    <a:pt x="1159192" y="352116"/>
                  </a:lnTo>
                  <a:lnTo>
                    <a:pt x="1223591" y="373562"/>
                  </a:lnTo>
                  <a:lnTo>
                    <a:pt x="1287991" y="395170"/>
                  </a:lnTo>
                  <a:lnTo>
                    <a:pt x="1352390" y="416933"/>
                  </a:lnTo>
                  <a:lnTo>
                    <a:pt x="1416790" y="438844"/>
                  </a:lnTo>
                  <a:lnTo>
                    <a:pt x="1481190" y="460897"/>
                  </a:lnTo>
                  <a:lnTo>
                    <a:pt x="1545589" y="483083"/>
                  </a:lnTo>
                  <a:lnTo>
                    <a:pt x="1609989" y="505396"/>
                  </a:lnTo>
                  <a:lnTo>
                    <a:pt x="1674388" y="527828"/>
                  </a:lnTo>
                  <a:lnTo>
                    <a:pt x="1738788" y="550370"/>
                  </a:lnTo>
                  <a:lnTo>
                    <a:pt x="1803187" y="573015"/>
                  </a:lnTo>
                  <a:lnTo>
                    <a:pt x="1867587" y="595755"/>
                  </a:lnTo>
                  <a:lnTo>
                    <a:pt x="1931987" y="618580"/>
                  </a:lnTo>
                  <a:lnTo>
                    <a:pt x="1996386" y="641484"/>
                  </a:lnTo>
                  <a:lnTo>
                    <a:pt x="2060786" y="664456"/>
                  </a:lnTo>
                  <a:lnTo>
                    <a:pt x="2125185" y="687489"/>
                  </a:lnTo>
                  <a:lnTo>
                    <a:pt x="2189585" y="710573"/>
                  </a:lnTo>
                  <a:lnTo>
                    <a:pt x="2253984" y="733700"/>
                  </a:lnTo>
                  <a:lnTo>
                    <a:pt x="2318384" y="756861"/>
                  </a:lnTo>
                  <a:lnTo>
                    <a:pt x="2382784" y="780046"/>
                  </a:lnTo>
                  <a:lnTo>
                    <a:pt x="2447183" y="803247"/>
                  </a:lnTo>
                  <a:lnTo>
                    <a:pt x="2511583" y="826454"/>
                  </a:lnTo>
                  <a:lnTo>
                    <a:pt x="2575982" y="849659"/>
                  </a:lnTo>
                  <a:lnTo>
                    <a:pt x="2640382" y="872853"/>
                  </a:lnTo>
                  <a:lnTo>
                    <a:pt x="2704781" y="896026"/>
                  </a:lnTo>
                  <a:lnTo>
                    <a:pt x="2769181" y="919169"/>
                  </a:lnTo>
                  <a:lnTo>
                    <a:pt x="2833581" y="942273"/>
                  </a:lnTo>
                  <a:lnTo>
                    <a:pt x="2897980" y="965330"/>
                  </a:lnTo>
                  <a:lnTo>
                    <a:pt x="2962380" y="988331"/>
                  </a:lnTo>
                  <a:lnTo>
                    <a:pt x="3026779" y="1011266"/>
                  </a:lnTo>
                  <a:lnTo>
                    <a:pt x="3091179" y="1034128"/>
                  </a:lnTo>
                  <a:lnTo>
                    <a:pt x="3155578" y="1056907"/>
                  </a:lnTo>
                  <a:lnTo>
                    <a:pt x="3219978" y="1079596"/>
                  </a:lnTo>
                  <a:lnTo>
                    <a:pt x="3284378" y="1102185"/>
                  </a:lnTo>
                  <a:lnTo>
                    <a:pt x="3348777" y="1124668"/>
                  </a:lnTo>
                  <a:lnTo>
                    <a:pt x="3413177" y="1147035"/>
                  </a:lnTo>
                  <a:lnTo>
                    <a:pt x="3477576" y="1169279"/>
                  </a:lnTo>
                  <a:lnTo>
                    <a:pt x="3541976" y="1191393"/>
                  </a:lnTo>
                  <a:lnTo>
                    <a:pt x="3606375" y="1213368"/>
                  </a:lnTo>
                  <a:lnTo>
                    <a:pt x="3670775" y="1235199"/>
                  </a:lnTo>
                  <a:lnTo>
                    <a:pt x="3735175" y="1256877"/>
                  </a:lnTo>
                  <a:lnTo>
                    <a:pt x="3799574" y="1278396"/>
                  </a:lnTo>
                  <a:lnTo>
                    <a:pt x="3863974" y="1299750"/>
                  </a:lnTo>
                  <a:lnTo>
                    <a:pt x="3928373" y="1320931"/>
                  </a:lnTo>
                  <a:lnTo>
                    <a:pt x="3992773" y="1341935"/>
                  </a:lnTo>
                  <a:lnTo>
                    <a:pt x="4057172" y="1362755"/>
                  </a:lnTo>
                  <a:lnTo>
                    <a:pt x="4121572" y="1383385"/>
                  </a:lnTo>
                  <a:lnTo>
                    <a:pt x="4185972" y="1403820"/>
                  </a:lnTo>
                  <a:lnTo>
                    <a:pt x="4250371" y="1424055"/>
                  </a:lnTo>
                  <a:lnTo>
                    <a:pt x="4314771" y="1444085"/>
                  </a:lnTo>
                  <a:lnTo>
                    <a:pt x="4379170" y="1463905"/>
                  </a:lnTo>
                  <a:lnTo>
                    <a:pt x="4443570" y="1483511"/>
                  </a:lnTo>
                  <a:lnTo>
                    <a:pt x="4507969" y="1502900"/>
                  </a:lnTo>
                  <a:lnTo>
                    <a:pt x="4572369" y="1522066"/>
                  </a:lnTo>
                  <a:lnTo>
                    <a:pt x="4636769" y="1541007"/>
                  </a:lnTo>
                  <a:lnTo>
                    <a:pt x="4701168" y="1559719"/>
                  </a:lnTo>
                  <a:lnTo>
                    <a:pt x="4765568" y="1578200"/>
                  </a:lnTo>
                  <a:lnTo>
                    <a:pt x="4829967" y="1596445"/>
                  </a:lnTo>
                  <a:lnTo>
                    <a:pt x="4894367" y="1614454"/>
                  </a:lnTo>
                  <a:lnTo>
                    <a:pt x="4958766" y="1632223"/>
                  </a:lnTo>
                  <a:lnTo>
                    <a:pt x="5023166" y="1649750"/>
                  </a:lnTo>
                  <a:lnTo>
                    <a:pt x="5087565" y="1667034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1971752" y="3204669"/>
              <a:ext cx="3980617" cy="1199635"/>
            </a:xfrm>
            <a:custGeom>
              <a:avLst/>
              <a:pathLst>
                <a:path w="3980617" h="1199635">
                  <a:moveTo>
                    <a:pt x="0" y="0"/>
                  </a:moveTo>
                  <a:lnTo>
                    <a:pt x="50387" y="13213"/>
                  </a:lnTo>
                  <a:lnTo>
                    <a:pt x="100775" y="26531"/>
                  </a:lnTo>
                  <a:lnTo>
                    <a:pt x="151162" y="39953"/>
                  </a:lnTo>
                  <a:lnTo>
                    <a:pt x="201550" y="53478"/>
                  </a:lnTo>
                  <a:lnTo>
                    <a:pt x="251937" y="67104"/>
                  </a:lnTo>
                  <a:lnTo>
                    <a:pt x="302325" y="80830"/>
                  </a:lnTo>
                  <a:lnTo>
                    <a:pt x="352712" y="94655"/>
                  </a:lnTo>
                  <a:lnTo>
                    <a:pt x="403100" y="108576"/>
                  </a:lnTo>
                  <a:lnTo>
                    <a:pt x="453488" y="122592"/>
                  </a:lnTo>
                  <a:lnTo>
                    <a:pt x="503875" y="136702"/>
                  </a:lnTo>
                  <a:lnTo>
                    <a:pt x="554263" y="150904"/>
                  </a:lnTo>
                  <a:lnTo>
                    <a:pt x="604650" y="165195"/>
                  </a:lnTo>
                  <a:lnTo>
                    <a:pt x="655038" y="179576"/>
                  </a:lnTo>
                  <a:lnTo>
                    <a:pt x="705425" y="194042"/>
                  </a:lnTo>
                  <a:lnTo>
                    <a:pt x="755813" y="208594"/>
                  </a:lnTo>
                  <a:lnTo>
                    <a:pt x="806200" y="223227"/>
                  </a:lnTo>
                  <a:lnTo>
                    <a:pt x="856588" y="237942"/>
                  </a:lnTo>
                  <a:lnTo>
                    <a:pt x="906976" y="252734"/>
                  </a:lnTo>
                  <a:lnTo>
                    <a:pt x="957363" y="267603"/>
                  </a:lnTo>
                  <a:lnTo>
                    <a:pt x="1007751" y="282546"/>
                  </a:lnTo>
                  <a:lnTo>
                    <a:pt x="1058138" y="297561"/>
                  </a:lnTo>
                  <a:lnTo>
                    <a:pt x="1108526" y="312646"/>
                  </a:lnTo>
                  <a:lnTo>
                    <a:pt x="1158913" y="327798"/>
                  </a:lnTo>
                  <a:lnTo>
                    <a:pt x="1209301" y="343015"/>
                  </a:lnTo>
                  <a:lnTo>
                    <a:pt x="1259689" y="358294"/>
                  </a:lnTo>
                  <a:lnTo>
                    <a:pt x="1310076" y="373633"/>
                  </a:lnTo>
                  <a:lnTo>
                    <a:pt x="1360464" y="389030"/>
                  </a:lnTo>
                  <a:lnTo>
                    <a:pt x="1410851" y="404482"/>
                  </a:lnTo>
                  <a:lnTo>
                    <a:pt x="1461239" y="419986"/>
                  </a:lnTo>
                  <a:lnTo>
                    <a:pt x="1511626" y="435540"/>
                  </a:lnTo>
                  <a:lnTo>
                    <a:pt x="1562014" y="451141"/>
                  </a:lnTo>
                  <a:lnTo>
                    <a:pt x="1612401" y="466786"/>
                  </a:lnTo>
                  <a:lnTo>
                    <a:pt x="1662789" y="482473"/>
                  </a:lnTo>
                  <a:lnTo>
                    <a:pt x="1713177" y="498199"/>
                  </a:lnTo>
                  <a:lnTo>
                    <a:pt x="1763564" y="513961"/>
                  </a:lnTo>
                  <a:lnTo>
                    <a:pt x="1813952" y="529757"/>
                  </a:lnTo>
                  <a:lnTo>
                    <a:pt x="1864339" y="545583"/>
                  </a:lnTo>
                  <a:lnTo>
                    <a:pt x="1914727" y="561437"/>
                  </a:lnTo>
                  <a:lnTo>
                    <a:pt x="1965114" y="577316"/>
                  </a:lnTo>
                  <a:lnTo>
                    <a:pt x="2015502" y="593216"/>
                  </a:lnTo>
                  <a:lnTo>
                    <a:pt x="2065890" y="609136"/>
                  </a:lnTo>
                  <a:lnTo>
                    <a:pt x="2116277" y="625071"/>
                  </a:lnTo>
                  <a:lnTo>
                    <a:pt x="2166665" y="641020"/>
                  </a:lnTo>
                  <a:lnTo>
                    <a:pt x="2217052" y="656979"/>
                  </a:lnTo>
                  <a:lnTo>
                    <a:pt x="2267440" y="672945"/>
                  </a:lnTo>
                  <a:lnTo>
                    <a:pt x="2317827" y="688916"/>
                  </a:lnTo>
                  <a:lnTo>
                    <a:pt x="2368215" y="704888"/>
                  </a:lnTo>
                  <a:lnTo>
                    <a:pt x="2418602" y="720858"/>
                  </a:lnTo>
                  <a:lnTo>
                    <a:pt x="2468990" y="736824"/>
                  </a:lnTo>
                  <a:lnTo>
                    <a:pt x="2519378" y="752782"/>
                  </a:lnTo>
                  <a:lnTo>
                    <a:pt x="2569765" y="768730"/>
                  </a:lnTo>
                  <a:lnTo>
                    <a:pt x="2620153" y="784664"/>
                  </a:lnTo>
                  <a:lnTo>
                    <a:pt x="2670540" y="800582"/>
                  </a:lnTo>
                  <a:lnTo>
                    <a:pt x="2720928" y="816481"/>
                  </a:lnTo>
                  <a:lnTo>
                    <a:pt x="2771315" y="832358"/>
                  </a:lnTo>
                  <a:lnTo>
                    <a:pt x="2821703" y="848209"/>
                  </a:lnTo>
                  <a:lnTo>
                    <a:pt x="2872091" y="864033"/>
                  </a:lnTo>
                  <a:lnTo>
                    <a:pt x="2922478" y="879826"/>
                  </a:lnTo>
                  <a:lnTo>
                    <a:pt x="2972866" y="895585"/>
                  </a:lnTo>
                  <a:lnTo>
                    <a:pt x="3023253" y="911308"/>
                  </a:lnTo>
                  <a:lnTo>
                    <a:pt x="3073641" y="926991"/>
                  </a:lnTo>
                  <a:lnTo>
                    <a:pt x="3124028" y="942633"/>
                  </a:lnTo>
                  <a:lnTo>
                    <a:pt x="3174416" y="958230"/>
                  </a:lnTo>
                  <a:lnTo>
                    <a:pt x="3224803" y="973780"/>
                  </a:lnTo>
                  <a:lnTo>
                    <a:pt x="3275191" y="989279"/>
                  </a:lnTo>
                  <a:lnTo>
                    <a:pt x="3325579" y="1004726"/>
                  </a:lnTo>
                  <a:lnTo>
                    <a:pt x="3375966" y="1020118"/>
                  </a:lnTo>
                  <a:lnTo>
                    <a:pt x="3426354" y="1035453"/>
                  </a:lnTo>
                  <a:lnTo>
                    <a:pt x="3476741" y="1050727"/>
                  </a:lnTo>
                  <a:lnTo>
                    <a:pt x="3527129" y="1065938"/>
                  </a:lnTo>
                  <a:lnTo>
                    <a:pt x="3577516" y="1081084"/>
                  </a:lnTo>
                  <a:lnTo>
                    <a:pt x="3627904" y="1096163"/>
                  </a:lnTo>
                  <a:lnTo>
                    <a:pt x="3678292" y="1111171"/>
                  </a:lnTo>
                  <a:lnTo>
                    <a:pt x="3728679" y="1126108"/>
                  </a:lnTo>
                  <a:lnTo>
                    <a:pt x="3779067" y="1140971"/>
                  </a:lnTo>
                  <a:lnTo>
                    <a:pt x="3829454" y="1155757"/>
                  </a:lnTo>
                  <a:lnTo>
                    <a:pt x="3879842" y="1170464"/>
                  </a:lnTo>
                  <a:lnTo>
                    <a:pt x="3930229" y="1185091"/>
                  </a:lnTo>
                  <a:lnTo>
                    <a:pt x="3980617" y="1199635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1509392" y="3305660"/>
              <a:ext cx="4111459" cy="979025"/>
            </a:xfrm>
            <a:custGeom>
              <a:avLst/>
              <a:pathLst>
                <a:path w="4111459" h="979025">
                  <a:moveTo>
                    <a:pt x="0" y="0"/>
                  </a:moveTo>
                  <a:lnTo>
                    <a:pt x="52043" y="11212"/>
                  </a:lnTo>
                  <a:lnTo>
                    <a:pt x="104087" y="22486"/>
                  </a:lnTo>
                  <a:lnTo>
                    <a:pt x="156131" y="33820"/>
                  </a:lnTo>
                  <a:lnTo>
                    <a:pt x="208175" y="45214"/>
                  </a:lnTo>
                  <a:lnTo>
                    <a:pt x="260218" y="56666"/>
                  </a:lnTo>
                  <a:lnTo>
                    <a:pt x="312262" y="68175"/>
                  </a:lnTo>
                  <a:lnTo>
                    <a:pt x="364306" y="79742"/>
                  </a:lnTo>
                  <a:lnTo>
                    <a:pt x="416350" y="91364"/>
                  </a:lnTo>
                  <a:lnTo>
                    <a:pt x="468394" y="103041"/>
                  </a:lnTo>
                  <a:lnTo>
                    <a:pt x="520437" y="114772"/>
                  </a:lnTo>
                  <a:lnTo>
                    <a:pt x="572481" y="126555"/>
                  </a:lnTo>
                  <a:lnTo>
                    <a:pt x="624525" y="138390"/>
                  </a:lnTo>
                  <a:lnTo>
                    <a:pt x="676569" y="150275"/>
                  </a:lnTo>
                  <a:lnTo>
                    <a:pt x="728613" y="162210"/>
                  </a:lnTo>
                  <a:lnTo>
                    <a:pt x="780656" y="174193"/>
                  </a:lnTo>
                  <a:lnTo>
                    <a:pt x="832700" y="186223"/>
                  </a:lnTo>
                  <a:lnTo>
                    <a:pt x="884744" y="198299"/>
                  </a:lnTo>
                  <a:lnTo>
                    <a:pt x="936788" y="210420"/>
                  </a:lnTo>
                  <a:lnTo>
                    <a:pt x="988832" y="222584"/>
                  </a:lnTo>
                  <a:lnTo>
                    <a:pt x="1040875" y="234791"/>
                  </a:lnTo>
                  <a:lnTo>
                    <a:pt x="1092919" y="247038"/>
                  </a:lnTo>
                  <a:lnTo>
                    <a:pt x="1144963" y="259326"/>
                  </a:lnTo>
                  <a:lnTo>
                    <a:pt x="1197007" y="271652"/>
                  </a:lnTo>
                  <a:lnTo>
                    <a:pt x="1249051" y="284016"/>
                  </a:lnTo>
                  <a:lnTo>
                    <a:pt x="1301094" y="296415"/>
                  </a:lnTo>
                  <a:lnTo>
                    <a:pt x="1353138" y="308849"/>
                  </a:lnTo>
                  <a:lnTo>
                    <a:pt x="1405182" y="321316"/>
                  </a:lnTo>
                  <a:lnTo>
                    <a:pt x="1457226" y="333815"/>
                  </a:lnTo>
                  <a:lnTo>
                    <a:pt x="1509269" y="346344"/>
                  </a:lnTo>
                  <a:lnTo>
                    <a:pt x="1561313" y="358903"/>
                  </a:lnTo>
                  <a:lnTo>
                    <a:pt x="1613357" y="371489"/>
                  </a:lnTo>
                  <a:lnTo>
                    <a:pt x="1665401" y="384102"/>
                  </a:lnTo>
                  <a:lnTo>
                    <a:pt x="1717445" y="396739"/>
                  </a:lnTo>
                  <a:lnTo>
                    <a:pt x="1769488" y="409400"/>
                  </a:lnTo>
                  <a:lnTo>
                    <a:pt x="1821532" y="422082"/>
                  </a:lnTo>
                  <a:lnTo>
                    <a:pt x="1873576" y="434786"/>
                  </a:lnTo>
                  <a:lnTo>
                    <a:pt x="1925620" y="447508"/>
                  </a:lnTo>
                  <a:lnTo>
                    <a:pt x="1977664" y="460248"/>
                  </a:lnTo>
                  <a:lnTo>
                    <a:pt x="2029707" y="473003"/>
                  </a:lnTo>
                  <a:lnTo>
                    <a:pt x="2081751" y="485774"/>
                  </a:lnTo>
                  <a:lnTo>
                    <a:pt x="2133795" y="498557"/>
                  </a:lnTo>
                  <a:lnTo>
                    <a:pt x="2185839" y="511352"/>
                  </a:lnTo>
                  <a:lnTo>
                    <a:pt x="2237883" y="524157"/>
                  </a:lnTo>
                  <a:lnTo>
                    <a:pt x="2289926" y="536970"/>
                  </a:lnTo>
                  <a:lnTo>
                    <a:pt x="2341970" y="549790"/>
                  </a:lnTo>
                  <a:lnTo>
                    <a:pt x="2394014" y="562616"/>
                  </a:lnTo>
                  <a:lnTo>
                    <a:pt x="2446058" y="575446"/>
                  </a:lnTo>
                  <a:lnTo>
                    <a:pt x="2498102" y="588278"/>
                  </a:lnTo>
                  <a:lnTo>
                    <a:pt x="2550145" y="601111"/>
                  </a:lnTo>
                  <a:lnTo>
                    <a:pt x="2602189" y="613943"/>
                  </a:lnTo>
                  <a:lnTo>
                    <a:pt x="2654233" y="626773"/>
                  </a:lnTo>
                  <a:lnTo>
                    <a:pt x="2706277" y="639599"/>
                  </a:lnTo>
                  <a:lnTo>
                    <a:pt x="2758321" y="652420"/>
                  </a:lnTo>
                  <a:lnTo>
                    <a:pt x="2810364" y="665234"/>
                  </a:lnTo>
                  <a:lnTo>
                    <a:pt x="2862408" y="678039"/>
                  </a:lnTo>
                  <a:lnTo>
                    <a:pt x="2914452" y="690835"/>
                  </a:lnTo>
                  <a:lnTo>
                    <a:pt x="2966496" y="703620"/>
                  </a:lnTo>
                  <a:lnTo>
                    <a:pt x="3018539" y="716391"/>
                  </a:lnTo>
                  <a:lnTo>
                    <a:pt x="3070583" y="729148"/>
                  </a:lnTo>
                  <a:lnTo>
                    <a:pt x="3122627" y="741889"/>
                  </a:lnTo>
                  <a:lnTo>
                    <a:pt x="3174671" y="754613"/>
                  </a:lnTo>
                  <a:lnTo>
                    <a:pt x="3226715" y="767318"/>
                  </a:lnTo>
                  <a:lnTo>
                    <a:pt x="3278758" y="780002"/>
                  </a:lnTo>
                  <a:lnTo>
                    <a:pt x="3330802" y="792665"/>
                  </a:lnTo>
                  <a:lnTo>
                    <a:pt x="3382846" y="805304"/>
                  </a:lnTo>
                  <a:lnTo>
                    <a:pt x="3434890" y="817919"/>
                  </a:lnTo>
                  <a:lnTo>
                    <a:pt x="3486934" y="830507"/>
                  </a:lnTo>
                  <a:lnTo>
                    <a:pt x="3538977" y="843068"/>
                  </a:lnTo>
                  <a:lnTo>
                    <a:pt x="3591021" y="855600"/>
                  </a:lnTo>
                  <a:lnTo>
                    <a:pt x="3643065" y="868101"/>
                  </a:lnTo>
                  <a:lnTo>
                    <a:pt x="3695109" y="880571"/>
                  </a:lnTo>
                  <a:lnTo>
                    <a:pt x="3747153" y="893008"/>
                  </a:lnTo>
                  <a:lnTo>
                    <a:pt x="3799196" y="905410"/>
                  </a:lnTo>
                  <a:lnTo>
                    <a:pt x="3851240" y="917776"/>
                  </a:lnTo>
                  <a:lnTo>
                    <a:pt x="3903284" y="930106"/>
                  </a:lnTo>
                  <a:lnTo>
                    <a:pt x="3955328" y="942396"/>
                  </a:lnTo>
                  <a:lnTo>
                    <a:pt x="4007372" y="954647"/>
                  </a:lnTo>
                  <a:lnTo>
                    <a:pt x="4059415" y="966858"/>
                  </a:lnTo>
                  <a:lnTo>
                    <a:pt x="4111459" y="979025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1266905" y="2856164"/>
              <a:ext cx="3526250" cy="1064361"/>
            </a:xfrm>
            <a:custGeom>
              <a:avLst/>
              <a:pathLst>
                <a:path w="3526250" h="1064361">
                  <a:moveTo>
                    <a:pt x="0" y="0"/>
                  </a:moveTo>
                  <a:lnTo>
                    <a:pt x="44636" y="9598"/>
                  </a:lnTo>
                  <a:lnTo>
                    <a:pt x="89272" y="19312"/>
                  </a:lnTo>
                  <a:lnTo>
                    <a:pt x="133908" y="29141"/>
                  </a:lnTo>
                  <a:lnTo>
                    <a:pt x="178544" y="39085"/>
                  </a:lnTo>
                  <a:lnTo>
                    <a:pt x="223180" y="49144"/>
                  </a:lnTo>
                  <a:lnTo>
                    <a:pt x="267816" y="59319"/>
                  </a:lnTo>
                  <a:lnTo>
                    <a:pt x="312452" y="69610"/>
                  </a:lnTo>
                  <a:lnTo>
                    <a:pt x="357088" y="80017"/>
                  </a:lnTo>
                  <a:lnTo>
                    <a:pt x="401724" y="90539"/>
                  </a:lnTo>
                  <a:lnTo>
                    <a:pt x="446360" y="101178"/>
                  </a:lnTo>
                  <a:lnTo>
                    <a:pt x="490996" y="111932"/>
                  </a:lnTo>
                  <a:lnTo>
                    <a:pt x="535633" y="122803"/>
                  </a:lnTo>
                  <a:lnTo>
                    <a:pt x="580269" y="133789"/>
                  </a:lnTo>
                  <a:lnTo>
                    <a:pt x="624905" y="144890"/>
                  </a:lnTo>
                  <a:lnTo>
                    <a:pt x="669541" y="156107"/>
                  </a:lnTo>
                  <a:lnTo>
                    <a:pt x="714177" y="167439"/>
                  </a:lnTo>
                  <a:lnTo>
                    <a:pt x="758813" y="178885"/>
                  </a:lnTo>
                  <a:lnTo>
                    <a:pt x="803449" y="190446"/>
                  </a:lnTo>
                  <a:lnTo>
                    <a:pt x="848085" y="202121"/>
                  </a:lnTo>
                  <a:lnTo>
                    <a:pt x="892721" y="213909"/>
                  </a:lnTo>
                  <a:lnTo>
                    <a:pt x="937357" y="225810"/>
                  </a:lnTo>
                  <a:lnTo>
                    <a:pt x="981993" y="237824"/>
                  </a:lnTo>
                  <a:lnTo>
                    <a:pt x="1026630" y="249949"/>
                  </a:lnTo>
                  <a:lnTo>
                    <a:pt x="1071266" y="262186"/>
                  </a:lnTo>
                  <a:lnTo>
                    <a:pt x="1115902" y="274533"/>
                  </a:lnTo>
                  <a:lnTo>
                    <a:pt x="1160538" y="286990"/>
                  </a:lnTo>
                  <a:lnTo>
                    <a:pt x="1205174" y="299556"/>
                  </a:lnTo>
                  <a:lnTo>
                    <a:pt x="1249810" y="312229"/>
                  </a:lnTo>
                  <a:lnTo>
                    <a:pt x="1294446" y="325010"/>
                  </a:lnTo>
                  <a:lnTo>
                    <a:pt x="1339082" y="337897"/>
                  </a:lnTo>
                  <a:lnTo>
                    <a:pt x="1383718" y="350888"/>
                  </a:lnTo>
                  <a:lnTo>
                    <a:pt x="1428354" y="363984"/>
                  </a:lnTo>
                  <a:lnTo>
                    <a:pt x="1472990" y="377182"/>
                  </a:lnTo>
                  <a:lnTo>
                    <a:pt x="1517626" y="390482"/>
                  </a:lnTo>
                  <a:lnTo>
                    <a:pt x="1562263" y="403882"/>
                  </a:lnTo>
                  <a:lnTo>
                    <a:pt x="1606899" y="417382"/>
                  </a:lnTo>
                  <a:lnTo>
                    <a:pt x="1651535" y="430978"/>
                  </a:lnTo>
                  <a:lnTo>
                    <a:pt x="1696171" y="444671"/>
                  </a:lnTo>
                  <a:lnTo>
                    <a:pt x="1740807" y="458459"/>
                  </a:lnTo>
                  <a:lnTo>
                    <a:pt x="1785443" y="472339"/>
                  </a:lnTo>
                  <a:lnTo>
                    <a:pt x="1830079" y="486312"/>
                  </a:lnTo>
                  <a:lnTo>
                    <a:pt x="1874715" y="500374"/>
                  </a:lnTo>
                  <a:lnTo>
                    <a:pt x="1919351" y="514524"/>
                  </a:lnTo>
                  <a:lnTo>
                    <a:pt x="1963987" y="528761"/>
                  </a:lnTo>
                  <a:lnTo>
                    <a:pt x="2008623" y="543082"/>
                  </a:lnTo>
                  <a:lnTo>
                    <a:pt x="2053260" y="557486"/>
                  </a:lnTo>
                  <a:lnTo>
                    <a:pt x="2097896" y="571971"/>
                  </a:lnTo>
                  <a:lnTo>
                    <a:pt x="2142532" y="586534"/>
                  </a:lnTo>
                  <a:lnTo>
                    <a:pt x="2187168" y="601175"/>
                  </a:lnTo>
                  <a:lnTo>
                    <a:pt x="2231804" y="615890"/>
                  </a:lnTo>
                  <a:lnTo>
                    <a:pt x="2276440" y="630678"/>
                  </a:lnTo>
                  <a:lnTo>
                    <a:pt x="2321076" y="645536"/>
                  </a:lnTo>
                  <a:lnTo>
                    <a:pt x="2365712" y="660462"/>
                  </a:lnTo>
                  <a:lnTo>
                    <a:pt x="2410348" y="675455"/>
                  </a:lnTo>
                  <a:lnTo>
                    <a:pt x="2454984" y="690511"/>
                  </a:lnTo>
                  <a:lnTo>
                    <a:pt x="2499620" y="705629"/>
                  </a:lnTo>
                  <a:lnTo>
                    <a:pt x="2544257" y="720805"/>
                  </a:lnTo>
                  <a:lnTo>
                    <a:pt x="2588893" y="736039"/>
                  </a:lnTo>
                  <a:lnTo>
                    <a:pt x="2633529" y="751326"/>
                  </a:lnTo>
                  <a:lnTo>
                    <a:pt x="2678165" y="766664"/>
                  </a:lnTo>
                  <a:lnTo>
                    <a:pt x="2722801" y="782052"/>
                  </a:lnTo>
                  <a:lnTo>
                    <a:pt x="2767437" y="797487"/>
                  </a:lnTo>
                  <a:lnTo>
                    <a:pt x="2812073" y="812965"/>
                  </a:lnTo>
                  <a:lnTo>
                    <a:pt x="2856709" y="828484"/>
                  </a:lnTo>
                  <a:lnTo>
                    <a:pt x="2901345" y="844042"/>
                  </a:lnTo>
                  <a:lnTo>
                    <a:pt x="2945981" y="859636"/>
                  </a:lnTo>
                  <a:lnTo>
                    <a:pt x="2990617" y="875263"/>
                  </a:lnTo>
                  <a:lnTo>
                    <a:pt x="3035253" y="890921"/>
                  </a:lnTo>
                  <a:lnTo>
                    <a:pt x="3079890" y="906606"/>
                  </a:lnTo>
                  <a:lnTo>
                    <a:pt x="3124526" y="922316"/>
                  </a:lnTo>
                  <a:lnTo>
                    <a:pt x="3169162" y="938048"/>
                  </a:lnTo>
                  <a:lnTo>
                    <a:pt x="3213798" y="953799"/>
                  </a:lnTo>
                  <a:lnTo>
                    <a:pt x="3258434" y="969567"/>
                  </a:lnTo>
                  <a:lnTo>
                    <a:pt x="3303070" y="985349"/>
                  </a:lnTo>
                  <a:lnTo>
                    <a:pt x="3347706" y="1001141"/>
                  </a:lnTo>
                  <a:lnTo>
                    <a:pt x="3392342" y="1016941"/>
                  </a:lnTo>
                  <a:lnTo>
                    <a:pt x="3436978" y="1032746"/>
                  </a:lnTo>
                  <a:lnTo>
                    <a:pt x="3481614" y="1048554"/>
                  </a:lnTo>
                  <a:lnTo>
                    <a:pt x="3526250" y="1064361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l412"/>
            <p:cNvSpPr/>
            <p:nvPr/>
          </p:nvSpPr>
          <p:spPr>
            <a:xfrm>
              <a:off x="1500800" y="3382284"/>
              <a:ext cx="3949769" cy="1339575"/>
            </a:xfrm>
            <a:custGeom>
              <a:avLst/>
              <a:pathLst>
                <a:path w="3949769" h="1339575">
                  <a:moveTo>
                    <a:pt x="0" y="0"/>
                  </a:moveTo>
                  <a:lnTo>
                    <a:pt x="49997" y="16462"/>
                  </a:lnTo>
                  <a:lnTo>
                    <a:pt x="99994" y="33035"/>
                  </a:lnTo>
                  <a:lnTo>
                    <a:pt x="149991" y="49714"/>
                  </a:lnTo>
                  <a:lnTo>
                    <a:pt x="199988" y="66497"/>
                  </a:lnTo>
                  <a:lnTo>
                    <a:pt x="249985" y="83380"/>
                  </a:lnTo>
                  <a:lnTo>
                    <a:pt x="299982" y="100361"/>
                  </a:lnTo>
                  <a:lnTo>
                    <a:pt x="349979" y="117435"/>
                  </a:lnTo>
                  <a:lnTo>
                    <a:pt x="399976" y="134601"/>
                  </a:lnTo>
                  <a:lnTo>
                    <a:pt x="449973" y="151853"/>
                  </a:lnTo>
                  <a:lnTo>
                    <a:pt x="499970" y="169190"/>
                  </a:lnTo>
                  <a:lnTo>
                    <a:pt x="549967" y="186606"/>
                  </a:lnTo>
                  <a:lnTo>
                    <a:pt x="599964" y="204100"/>
                  </a:lnTo>
                  <a:lnTo>
                    <a:pt x="649961" y="221665"/>
                  </a:lnTo>
                  <a:lnTo>
                    <a:pt x="699959" y="239300"/>
                  </a:lnTo>
                  <a:lnTo>
                    <a:pt x="749956" y="257001"/>
                  </a:lnTo>
                  <a:lnTo>
                    <a:pt x="799953" y="274762"/>
                  </a:lnTo>
                  <a:lnTo>
                    <a:pt x="849950" y="292581"/>
                  </a:lnTo>
                  <a:lnTo>
                    <a:pt x="899947" y="310453"/>
                  </a:lnTo>
                  <a:lnTo>
                    <a:pt x="949944" y="328374"/>
                  </a:lnTo>
                  <a:lnTo>
                    <a:pt x="999941" y="346340"/>
                  </a:lnTo>
                  <a:lnTo>
                    <a:pt x="1049938" y="364347"/>
                  </a:lnTo>
                  <a:lnTo>
                    <a:pt x="1099935" y="382391"/>
                  </a:lnTo>
                  <a:lnTo>
                    <a:pt x="1149932" y="400467"/>
                  </a:lnTo>
                  <a:lnTo>
                    <a:pt x="1199929" y="418572"/>
                  </a:lnTo>
                  <a:lnTo>
                    <a:pt x="1249926" y="436700"/>
                  </a:lnTo>
                  <a:lnTo>
                    <a:pt x="1299923" y="454848"/>
                  </a:lnTo>
                  <a:lnTo>
                    <a:pt x="1349921" y="473012"/>
                  </a:lnTo>
                  <a:lnTo>
                    <a:pt x="1399918" y="491186"/>
                  </a:lnTo>
                  <a:lnTo>
                    <a:pt x="1449915" y="509367"/>
                  </a:lnTo>
                  <a:lnTo>
                    <a:pt x="1499912" y="527550"/>
                  </a:lnTo>
                  <a:lnTo>
                    <a:pt x="1549909" y="545731"/>
                  </a:lnTo>
                  <a:lnTo>
                    <a:pt x="1599906" y="563906"/>
                  </a:lnTo>
                  <a:lnTo>
                    <a:pt x="1649903" y="582069"/>
                  </a:lnTo>
                  <a:lnTo>
                    <a:pt x="1699900" y="600218"/>
                  </a:lnTo>
                  <a:lnTo>
                    <a:pt x="1749897" y="618347"/>
                  </a:lnTo>
                  <a:lnTo>
                    <a:pt x="1799894" y="636452"/>
                  </a:lnTo>
                  <a:lnTo>
                    <a:pt x="1849891" y="654528"/>
                  </a:lnTo>
                  <a:lnTo>
                    <a:pt x="1899888" y="672573"/>
                  </a:lnTo>
                  <a:lnTo>
                    <a:pt x="1949885" y="690581"/>
                  </a:lnTo>
                  <a:lnTo>
                    <a:pt x="1999883" y="708547"/>
                  </a:lnTo>
                  <a:lnTo>
                    <a:pt x="2049880" y="726469"/>
                  </a:lnTo>
                  <a:lnTo>
                    <a:pt x="2099877" y="744342"/>
                  </a:lnTo>
                  <a:lnTo>
                    <a:pt x="2149874" y="762162"/>
                  </a:lnTo>
                  <a:lnTo>
                    <a:pt x="2199871" y="779924"/>
                  </a:lnTo>
                  <a:lnTo>
                    <a:pt x="2249868" y="797625"/>
                  </a:lnTo>
                  <a:lnTo>
                    <a:pt x="2299865" y="815261"/>
                  </a:lnTo>
                  <a:lnTo>
                    <a:pt x="2349862" y="832828"/>
                  </a:lnTo>
                  <a:lnTo>
                    <a:pt x="2399859" y="850322"/>
                  </a:lnTo>
                  <a:lnTo>
                    <a:pt x="2449856" y="867740"/>
                  </a:lnTo>
                  <a:lnTo>
                    <a:pt x="2499853" y="885078"/>
                  </a:lnTo>
                  <a:lnTo>
                    <a:pt x="2549850" y="902331"/>
                  </a:lnTo>
                  <a:lnTo>
                    <a:pt x="2599847" y="919498"/>
                  </a:lnTo>
                  <a:lnTo>
                    <a:pt x="2649845" y="936574"/>
                  </a:lnTo>
                  <a:lnTo>
                    <a:pt x="2699842" y="953556"/>
                  </a:lnTo>
                  <a:lnTo>
                    <a:pt x="2749839" y="970441"/>
                  </a:lnTo>
                  <a:lnTo>
                    <a:pt x="2799836" y="987225"/>
                  </a:lnTo>
                  <a:lnTo>
                    <a:pt x="2849833" y="1003906"/>
                  </a:lnTo>
                  <a:lnTo>
                    <a:pt x="2899830" y="1020480"/>
                  </a:lnTo>
                  <a:lnTo>
                    <a:pt x="2949827" y="1036945"/>
                  </a:lnTo>
                  <a:lnTo>
                    <a:pt x="2999824" y="1053297"/>
                  </a:lnTo>
                  <a:lnTo>
                    <a:pt x="3049821" y="1069535"/>
                  </a:lnTo>
                  <a:lnTo>
                    <a:pt x="3099818" y="1085654"/>
                  </a:lnTo>
                  <a:lnTo>
                    <a:pt x="3149815" y="1101653"/>
                  </a:lnTo>
                  <a:lnTo>
                    <a:pt x="3199812" y="1117530"/>
                  </a:lnTo>
                  <a:lnTo>
                    <a:pt x="3249809" y="1133281"/>
                  </a:lnTo>
                  <a:lnTo>
                    <a:pt x="3299807" y="1148905"/>
                  </a:lnTo>
                  <a:lnTo>
                    <a:pt x="3349804" y="1164400"/>
                  </a:lnTo>
                  <a:lnTo>
                    <a:pt x="3399801" y="1179763"/>
                  </a:lnTo>
                  <a:lnTo>
                    <a:pt x="3449798" y="1194992"/>
                  </a:lnTo>
                  <a:lnTo>
                    <a:pt x="3499795" y="1210086"/>
                  </a:lnTo>
                  <a:lnTo>
                    <a:pt x="3549792" y="1225043"/>
                  </a:lnTo>
                  <a:lnTo>
                    <a:pt x="3599789" y="1239861"/>
                  </a:lnTo>
                  <a:lnTo>
                    <a:pt x="3649786" y="1254538"/>
                  </a:lnTo>
                  <a:lnTo>
                    <a:pt x="3699783" y="1269074"/>
                  </a:lnTo>
                  <a:lnTo>
                    <a:pt x="3749780" y="1283466"/>
                  </a:lnTo>
                  <a:lnTo>
                    <a:pt x="3799777" y="1297713"/>
                  </a:lnTo>
                  <a:lnTo>
                    <a:pt x="3849774" y="1311814"/>
                  </a:lnTo>
                  <a:lnTo>
                    <a:pt x="3899771" y="1325769"/>
                  </a:lnTo>
                  <a:lnTo>
                    <a:pt x="3949769" y="1339575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l413"/>
            <p:cNvSpPr/>
            <p:nvPr/>
          </p:nvSpPr>
          <p:spPr>
            <a:xfrm>
              <a:off x="2097135" y="3597960"/>
              <a:ext cx="4720036" cy="1743350"/>
            </a:xfrm>
            <a:custGeom>
              <a:avLst/>
              <a:pathLst>
                <a:path w="4720036" h="1743350">
                  <a:moveTo>
                    <a:pt x="0" y="0"/>
                  </a:moveTo>
                  <a:lnTo>
                    <a:pt x="59747" y="30759"/>
                  </a:lnTo>
                  <a:lnTo>
                    <a:pt x="119494" y="61712"/>
                  </a:lnTo>
                  <a:lnTo>
                    <a:pt x="179241" y="92838"/>
                  </a:lnTo>
                  <a:lnTo>
                    <a:pt x="238989" y="124114"/>
                  </a:lnTo>
                  <a:lnTo>
                    <a:pt x="298736" y="155520"/>
                  </a:lnTo>
                  <a:lnTo>
                    <a:pt x="358483" y="187032"/>
                  </a:lnTo>
                  <a:lnTo>
                    <a:pt x="418231" y="218628"/>
                  </a:lnTo>
                  <a:lnTo>
                    <a:pt x="477978" y="250286"/>
                  </a:lnTo>
                  <a:lnTo>
                    <a:pt x="537725" y="281983"/>
                  </a:lnTo>
                  <a:lnTo>
                    <a:pt x="597472" y="313694"/>
                  </a:lnTo>
                  <a:lnTo>
                    <a:pt x="657220" y="345398"/>
                  </a:lnTo>
                  <a:lnTo>
                    <a:pt x="716967" y="377071"/>
                  </a:lnTo>
                  <a:lnTo>
                    <a:pt x="776714" y="408690"/>
                  </a:lnTo>
                  <a:lnTo>
                    <a:pt x="836462" y="440231"/>
                  </a:lnTo>
                  <a:lnTo>
                    <a:pt x="896209" y="471674"/>
                  </a:lnTo>
                  <a:lnTo>
                    <a:pt x="955956" y="502994"/>
                  </a:lnTo>
                  <a:lnTo>
                    <a:pt x="1015704" y="534170"/>
                  </a:lnTo>
                  <a:lnTo>
                    <a:pt x="1075451" y="565181"/>
                  </a:lnTo>
                  <a:lnTo>
                    <a:pt x="1135198" y="596005"/>
                  </a:lnTo>
                  <a:lnTo>
                    <a:pt x="1194945" y="626621"/>
                  </a:lnTo>
                  <a:lnTo>
                    <a:pt x="1254693" y="657010"/>
                  </a:lnTo>
                  <a:lnTo>
                    <a:pt x="1314440" y="687152"/>
                  </a:lnTo>
                  <a:lnTo>
                    <a:pt x="1374187" y="717029"/>
                  </a:lnTo>
                  <a:lnTo>
                    <a:pt x="1433935" y="746622"/>
                  </a:lnTo>
                  <a:lnTo>
                    <a:pt x="1493682" y="775914"/>
                  </a:lnTo>
                  <a:lnTo>
                    <a:pt x="1553429" y="804889"/>
                  </a:lnTo>
                  <a:lnTo>
                    <a:pt x="1613176" y="833531"/>
                  </a:lnTo>
                  <a:lnTo>
                    <a:pt x="1672924" y="861825"/>
                  </a:lnTo>
                  <a:lnTo>
                    <a:pt x="1732671" y="889756"/>
                  </a:lnTo>
                  <a:lnTo>
                    <a:pt x="1792418" y="917313"/>
                  </a:lnTo>
                  <a:lnTo>
                    <a:pt x="1852166" y="944483"/>
                  </a:lnTo>
                  <a:lnTo>
                    <a:pt x="1911913" y="971254"/>
                  </a:lnTo>
                  <a:lnTo>
                    <a:pt x="1971660" y="997616"/>
                  </a:lnTo>
                  <a:lnTo>
                    <a:pt x="2031408" y="1023560"/>
                  </a:lnTo>
                  <a:lnTo>
                    <a:pt x="2091155" y="1049077"/>
                  </a:lnTo>
                  <a:lnTo>
                    <a:pt x="2150902" y="1074159"/>
                  </a:lnTo>
                  <a:lnTo>
                    <a:pt x="2210649" y="1098799"/>
                  </a:lnTo>
                  <a:lnTo>
                    <a:pt x="2270397" y="1122992"/>
                  </a:lnTo>
                  <a:lnTo>
                    <a:pt x="2330144" y="1146732"/>
                  </a:lnTo>
                  <a:lnTo>
                    <a:pt x="2389891" y="1170015"/>
                  </a:lnTo>
                  <a:lnTo>
                    <a:pt x="2449639" y="1192837"/>
                  </a:lnTo>
                  <a:lnTo>
                    <a:pt x="2509386" y="1215197"/>
                  </a:lnTo>
                  <a:lnTo>
                    <a:pt x="2569133" y="1237092"/>
                  </a:lnTo>
                  <a:lnTo>
                    <a:pt x="2628880" y="1258520"/>
                  </a:lnTo>
                  <a:lnTo>
                    <a:pt x="2688628" y="1279482"/>
                  </a:lnTo>
                  <a:lnTo>
                    <a:pt x="2748375" y="1299978"/>
                  </a:lnTo>
                  <a:lnTo>
                    <a:pt x="2808122" y="1320009"/>
                  </a:lnTo>
                  <a:lnTo>
                    <a:pt x="2867870" y="1339575"/>
                  </a:lnTo>
                  <a:lnTo>
                    <a:pt x="2927617" y="1358680"/>
                  </a:lnTo>
                  <a:lnTo>
                    <a:pt x="2987364" y="1377326"/>
                  </a:lnTo>
                  <a:lnTo>
                    <a:pt x="3047112" y="1395517"/>
                  </a:lnTo>
                  <a:lnTo>
                    <a:pt x="3106859" y="1413255"/>
                  </a:lnTo>
                  <a:lnTo>
                    <a:pt x="3166606" y="1430545"/>
                  </a:lnTo>
                  <a:lnTo>
                    <a:pt x="3226353" y="1447392"/>
                  </a:lnTo>
                  <a:lnTo>
                    <a:pt x="3286101" y="1463801"/>
                  </a:lnTo>
                  <a:lnTo>
                    <a:pt x="3345848" y="1479776"/>
                  </a:lnTo>
                  <a:lnTo>
                    <a:pt x="3405595" y="1495325"/>
                  </a:lnTo>
                  <a:lnTo>
                    <a:pt x="3465343" y="1510452"/>
                  </a:lnTo>
                  <a:lnTo>
                    <a:pt x="3525090" y="1525164"/>
                  </a:lnTo>
                  <a:lnTo>
                    <a:pt x="3584837" y="1539468"/>
                  </a:lnTo>
                  <a:lnTo>
                    <a:pt x="3644585" y="1553370"/>
                  </a:lnTo>
                  <a:lnTo>
                    <a:pt x="3704332" y="1566878"/>
                  </a:lnTo>
                  <a:lnTo>
                    <a:pt x="3764079" y="1579998"/>
                  </a:lnTo>
                  <a:lnTo>
                    <a:pt x="3823826" y="1592737"/>
                  </a:lnTo>
                  <a:lnTo>
                    <a:pt x="3883574" y="1605104"/>
                  </a:lnTo>
                  <a:lnTo>
                    <a:pt x="3943321" y="1617105"/>
                  </a:lnTo>
                  <a:lnTo>
                    <a:pt x="4003068" y="1628749"/>
                  </a:lnTo>
                  <a:lnTo>
                    <a:pt x="4062816" y="1640042"/>
                  </a:lnTo>
                  <a:lnTo>
                    <a:pt x="4122563" y="1650992"/>
                  </a:lnTo>
                  <a:lnTo>
                    <a:pt x="4182310" y="1661608"/>
                  </a:lnTo>
                  <a:lnTo>
                    <a:pt x="4242057" y="1671897"/>
                  </a:lnTo>
                  <a:lnTo>
                    <a:pt x="4301805" y="1681866"/>
                  </a:lnTo>
                  <a:lnTo>
                    <a:pt x="4361552" y="1691524"/>
                  </a:lnTo>
                  <a:lnTo>
                    <a:pt x="4421299" y="1700878"/>
                  </a:lnTo>
                  <a:lnTo>
                    <a:pt x="4481047" y="1709935"/>
                  </a:lnTo>
                  <a:lnTo>
                    <a:pt x="4540794" y="1718703"/>
                  </a:lnTo>
                  <a:lnTo>
                    <a:pt x="4600541" y="1727190"/>
                  </a:lnTo>
                  <a:lnTo>
                    <a:pt x="4660289" y="1735404"/>
                  </a:lnTo>
                  <a:lnTo>
                    <a:pt x="4720036" y="1743350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l414"/>
            <p:cNvSpPr/>
            <p:nvPr/>
          </p:nvSpPr>
          <p:spPr>
            <a:xfrm>
              <a:off x="1672337" y="2444175"/>
              <a:ext cx="4397157" cy="1870479"/>
            </a:xfrm>
            <a:custGeom>
              <a:avLst/>
              <a:pathLst>
                <a:path w="4397157" h="1870479">
                  <a:moveTo>
                    <a:pt x="0" y="0"/>
                  </a:moveTo>
                  <a:lnTo>
                    <a:pt x="55660" y="7951"/>
                  </a:lnTo>
                  <a:lnTo>
                    <a:pt x="111320" y="16192"/>
                  </a:lnTo>
                  <a:lnTo>
                    <a:pt x="166980" y="24732"/>
                  </a:lnTo>
                  <a:lnTo>
                    <a:pt x="222640" y="33580"/>
                  </a:lnTo>
                  <a:lnTo>
                    <a:pt x="278301" y="42745"/>
                  </a:lnTo>
                  <a:lnTo>
                    <a:pt x="333961" y="52236"/>
                  </a:lnTo>
                  <a:lnTo>
                    <a:pt x="389621" y="62062"/>
                  </a:lnTo>
                  <a:lnTo>
                    <a:pt x="445281" y="72234"/>
                  </a:lnTo>
                  <a:lnTo>
                    <a:pt x="500941" y="82760"/>
                  </a:lnTo>
                  <a:lnTo>
                    <a:pt x="556602" y="93649"/>
                  </a:lnTo>
                  <a:lnTo>
                    <a:pt x="612262" y="104912"/>
                  </a:lnTo>
                  <a:lnTo>
                    <a:pt x="667922" y="116558"/>
                  </a:lnTo>
                  <a:lnTo>
                    <a:pt x="723582" y="128597"/>
                  </a:lnTo>
                  <a:lnTo>
                    <a:pt x="779243" y="141037"/>
                  </a:lnTo>
                  <a:lnTo>
                    <a:pt x="834903" y="153889"/>
                  </a:lnTo>
                  <a:lnTo>
                    <a:pt x="890563" y="167162"/>
                  </a:lnTo>
                  <a:lnTo>
                    <a:pt x="946223" y="180865"/>
                  </a:lnTo>
                  <a:lnTo>
                    <a:pt x="1001883" y="195007"/>
                  </a:lnTo>
                  <a:lnTo>
                    <a:pt x="1057544" y="209597"/>
                  </a:lnTo>
                  <a:lnTo>
                    <a:pt x="1113204" y="224645"/>
                  </a:lnTo>
                  <a:lnTo>
                    <a:pt x="1168864" y="240158"/>
                  </a:lnTo>
                  <a:lnTo>
                    <a:pt x="1224524" y="256145"/>
                  </a:lnTo>
                  <a:lnTo>
                    <a:pt x="1280185" y="272614"/>
                  </a:lnTo>
                  <a:lnTo>
                    <a:pt x="1335845" y="289572"/>
                  </a:lnTo>
                  <a:lnTo>
                    <a:pt x="1391505" y="307027"/>
                  </a:lnTo>
                  <a:lnTo>
                    <a:pt x="1447165" y="324985"/>
                  </a:lnTo>
                  <a:lnTo>
                    <a:pt x="1502825" y="343453"/>
                  </a:lnTo>
                  <a:lnTo>
                    <a:pt x="1558486" y="362437"/>
                  </a:lnTo>
                  <a:lnTo>
                    <a:pt x="1614146" y="381941"/>
                  </a:lnTo>
                  <a:lnTo>
                    <a:pt x="1669806" y="401971"/>
                  </a:lnTo>
                  <a:lnTo>
                    <a:pt x="1725466" y="422530"/>
                  </a:lnTo>
                  <a:lnTo>
                    <a:pt x="1781126" y="443622"/>
                  </a:lnTo>
                  <a:lnTo>
                    <a:pt x="1836787" y="465249"/>
                  </a:lnTo>
                  <a:lnTo>
                    <a:pt x="1892447" y="487413"/>
                  </a:lnTo>
                  <a:lnTo>
                    <a:pt x="1948107" y="510114"/>
                  </a:lnTo>
                  <a:lnTo>
                    <a:pt x="2003767" y="533354"/>
                  </a:lnTo>
                  <a:lnTo>
                    <a:pt x="2059428" y="557130"/>
                  </a:lnTo>
                  <a:lnTo>
                    <a:pt x="2115088" y="581441"/>
                  </a:lnTo>
                  <a:lnTo>
                    <a:pt x="2170748" y="606284"/>
                  </a:lnTo>
                  <a:lnTo>
                    <a:pt x="2226408" y="631655"/>
                  </a:lnTo>
                  <a:lnTo>
                    <a:pt x="2282068" y="657549"/>
                  </a:lnTo>
                  <a:lnTo>
                    <a:pt x="2337729" y="683960"/>
                  </a:lnTo>
                  <a:lnTo>
                    <a:pt x="2393389" y="710880"/>
                  </a:lnTo>
                  <a:lnTo>
                    <a:pt x="2449049" y="738302"/>
                  </a:lnTo>
                  <a:lnTo>
                    <a:pt x="2504709" y="766215"/>
                  </a:lnTo>
                  <a:lnTo>
                    <a:pt x="2560370" y="794609"/>
                  </a:lnTo>
                  <a:lnTo>
                    <a:pt x="2616030" y="823472"/>
                  </a:lnTo>
                  <a:lnTo>
                    <a:pt x="2671690" y="852790"/>
                  </a:lnTo>
                  <a:lnTo>
                    <a:pt x="2727350" y="882550"/>
                  </a:lnTo>
                  <a:lnTo>
                    <a:pt x="2783010" y="912735"/>
                  </a:lnTo>
                  <a:lnTo>
                    <a:pt x="2838671" y="943329"/>
                  </a:lnTo>
                  <a:lnTo>
                    <a:pt x="2894331" y="974313"/>
                  </a:lnTo>
                  <a:lnTo>
                    <a:pt x="2949991" y="1005670"/>
                  </a:lnTo>
                  <a:lnTo>
                    <a:pt x="3005651" y="1037378"/>
                  </a:lnTo>
                  <a:lnTo>
                    <a:pt x="3061311" y="1069417"/>
                  </a:lnTo>
                  <a:lnTo>
                    <a:pt x="3116972" y="1101765"/>
                  </a:lnTo>
                  <a:lnTo>
                    <a:pt x="3172632" y="1134397"/>
                  </a:lnTo>
                  <a:lnTo>
                    <a:pt x="3228292" y="1167291"/>
                  </a:lnTo>
                  <a:lnTo>
                    <a:pt x="3283952" y="1200421"/>
                  </a:lnTo>
                  <a:lnTo>
                    <a:pt x="3339613" y="1233761"/>
                  </a:lnTo>
                  <a:lnTo>
                    <a:pt x="3395273" y="1267286"/>
                  </a:lnTo>
                  <a:lnTo>
                    <a:pt x="3450933" y="1300968"/>
                  </a:lnTo>
                  <a:lnTo>
                    <a:pt x="3506593" y="1334781"/>
                  </a:lnTo>
                  <a:lnTo>
                    <a:pt x="3562253" y="1368695"/>
                  </a:lnTo>
                  <a:lnTo>
                    <a:pt x="3617914" y="1402683"/>
                  </a:lnTo>
                  <a:lnTo>
                    <a:pt x="3673574" y="1436717"/>
                  </a:lnTo>
                  <a:lnTo>
                    <a:pt x="3729234" y="1470768"/>
                  </a:lnTo>
                  <a:lnTo>
                    <a:pt x="3784894" y="1504806"/>
                  </a:lnTo>
                  <a:lnTo>
                    <a:pt x="3840555" y="1538805"/>
                  </a:lnTo>
                  <a:lnTo>
                    <a:pt x="3896215" y="1572734"/>
                  </a:lnTo>
                  <a:lnTo>
                    <a:pt x="3951875" y="1606566"/>
                  </a:lnTo>
                  <a:lnTo>
                    <a:pt x="4007535" y="1640273"/>
                  </a:lnTo>
                  <a:lnTo>
                    <a:pt x="4063195" y="1673827"/>
                  </a:lnTo>
                  <a:lnTo>
                    <a:pt x="4118856" y="1707202"/>
                  </a:lnTo>
                  <a:lnTo>
                    <a:pt x="4174516" y="1740370"/>
                  </a:lnTo>
                  <a:lnTo>
                    <a:pt x="4230176" y="1773307"/>
                  </a:lnTo>
                  <a:lnTo>
                    <a:pt x="4285836" y="1805986"/>
                  </a:lnTo>
                  <a:lnTo>
                    <a:pt x="4341496" y="1838385"/>
                  </a:lnTo>
                  <a:lnTo>
                    <a:pt x="4397157" y="1870479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tx415"/>
            <p:cNvSpPr/>
            <p:nvPr/>
          </p:nvSpPr>
          <p:spPr>
            <a:xfrm>
              <a:off x="691062" y="5520220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16" name="tx416"/>
            <p:cNvSpPr/>
            <p:nvPr/>
          </p:nvSpPr>
          <p:spPr>
            <a:xfrm>
              <a:off x="691062" y="469054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17" name="tx417"/>
            <p:cNvSpPr/>
            <p:nvPr/>
          </p:nvSpPr>
          <p:spPr>
            <a:xfrm>
              <a:off x="691062" y="3860876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18" name="tx418"/>
            <p:cNvSpPr/>
            <p:nvPr/>
          </p:nvSpPr>
          <p:spPr>
            <a:xfrm>
              <a:off x="691062" y="3031204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19" name="tx419"/>
            <p:cNvSpPr/>
            <p:nvPr/>
          </p:nvSpPr>
          <p:spPr>
            <a:xfrm>
              <a:off x="691062" y="2201532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20" name="tx420"/>
            <p:cNvSpPr/>
            <p:nvPr/>
          </p:nvSpPr>
          <p:spPr>
            <a:xfrm>
              <a:off x="896038" y="5788790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1" name="tx421"/>
            <p:cNvSpPr/>
            <p:nvPr/>
          </p:nvSpPr>
          <p:spPr>
            <a:xfrm>
              <a:off x="2157601" y="5788790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</a:t>
              </a:r>
            </a:p>
          </p:txBody>
        </p:sp>
        <p:sp>
          <p:nvSpPr>
            <p:cNvPr id="422" name="tx422"/>
            <p:cNvSpPr/>
            <p:nvPr/>
          </p:nvSpPr>
          <p:spPr>
            <a:xfrm>
              <a:off x="3419164" y="5788790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</a:t>
              </a:r>
            </a:p>
          </p:txBody>
        </p:sp>
        <p:sp>
          <p:nvSpPr>
            <p:cNvPr id="423" name="tx423"/>
            <p:cNvSpPr/>
            <p:nvPr/>
          </p:nvSpPr>
          <p:spPr>
            <a:xfrm>
              <a:off x="4680727" y="5788790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0.03</a:t>
              </a:r>
            </a:p>
          </p:txBody>
        </p:sp>
        <p:sp>
          <p:nvSpPr>
            <p:cNvPr id="424" name="tx424"/>
            <p:cNvSpPr/>
            <p:nvPr/>
          </p:nvSpPr>
          <p:spPr>
            <a:xfrm>
              <a:off x="5942289" y="5788790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0.04</a:t>
              </a:r>
            </a:p>
          </p:txBody>
        </p:sp>
        <p:sp>
          <p:nvSpPr>
            <p:cNvPr id="425" name="tx425"/>
            <p:cNvSpPr/>
            <p:nvPr/>
          </p:nvSpPr>
          <p:spPr>
            <a:xfrm>
              <a:off x="7203852" y="5788790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0.05</a:t>
              </a:r>
            </a:p>
          </p:txBody>
        </p:sp>
        <p:sp>
          <p:nvSpPr>
            <p:cNvPr id="426" name="tx426"/>
            <p:cNvSpPr/>
            <p:nvPr/>
          </p:nvSpPr>
          <p:spPr>
            <a:xfrm>
              <a:off x="3905460" y="5927094"/>
              <a:ext cx="634593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 offset</a:t>
              </a:r>
            </a:p>
          </p:txBody>
        </p:sp>
        <p:sp>
          <p:nvSpPr>
            <p:cNvPr id="427" name="tx427"/>
            <p:cNvSpPr/>
            <p:nvPr/>
          </p:nvSpPr>
          <p:spPr>
            <a:xfrm rot="-5400000">
              <a:off x="328364" y="3850863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428" name="tx428"/>
            <p:cNvSpPr/>
            <p:nvPr/>
          </p:nvSpPr>
          <p:spPr>
            <a:xfrm>
              <a:off x="7682962" y="2480077"/>
              <a:ext cx="66037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429" name="pt429"/>
            <p:cNvSpPr/>
            <p:nvPr/>
          </p:nvSpPr>
          <p:spPr>
            <a:xfrm>
              <a:off x="7733987" y="2715448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l430"/>
            <p:cNvSpPr/>
            <p:nvPr/>
          </p:nvSpPr>
          <p:spPr>
            <a:xfrm>
              <a:off x="7704907" y="277415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7733987" y="293490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l432"/>
            <p:cNvSpPr/>
            <p:nvPr/>
          </p:nvSpPr>
          <p:spPr>
            <a:xfrm>
              <a:off x="7704907" y="2993607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7733987" y="3154360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l434"/>
            <p:cNvSpPr/>
            <p:nvPr/>
          </p:nvSpPr>
          <p:spPr>
            <a:xfrm>
              <a:off x="7704907" y="321306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7733987" y="3373816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l436"/>
            <p:cNvSpPr/>
            <p:nvPr/>
          </p:nvSpPr>
          <p:spPr>
            <a:xfrm>
              <a:off x="7704907" y="343251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7733987" y="359327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l438"/>
            <p:cNvSpPr/>
            <p:nvPr/>
          </p:nvSpPr>
          <p:spPr>
            <a:xfrm>
              <a:off x="7704907" y="365197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7733987" y="3812728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l440"/>
            <p:cNvSpPr/>
            <p:nvPr/>
          </p:nvSpPr>
          <p:spPr>
            <a:xfrm>
              <a:off x="7704907" y="387143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7733987" y="4032184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l442"/>
            <p:cNvSpPr/>
            <p:nvPr/>
          </p:nvSpPr>
          <p:spPr>
            <a:xfrm>
              <a:off x="7704907" y="4090887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7733987" y="4251640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l444"/>
            <p:cNvSpPr/>
            <p:nvPr/>
          </p:nvSpPr>
          <p:spPr>
            <a:xfrm>
              <a:off x="7704907" y="431034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tx445"/>
            <p:cNvSpPr/>
            <p:nvPr/>
          </p:nvSpPr>
          <p:spPr>
            <a:xfrm>
              <a:off x="7972007" y="2734146"/>
              <a:ext cx="18013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446" name="tx446"/>
            <p:cNvSpPr/>
            <p:nvPr/>
          </p:nvSpPr>
          <p:spPr>
            <a:xfrm>
              <a:off x="7972007" y="2953602"/>
              <a:ext cx="2006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447" name="tx447"/>
            <p:cNvSpPr/>
            <p:nvPr/>
          </p:nvSpPr>
          <p:spPr>
            <a:xfrm>
              <a:off x="7972007" y="3173058"/>
              <a:ext cx="2545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448" name="tx448"/>
            <p:cNvSpPr/>
            <p:nvPr/>
          </p:nvSpPr>
          <p:spPr>
            <a:xfrm>
              <a:off x="7972007" y="3392514"/>
              <a:ext cx="229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449" name="tx449"/>
            <p:cNvSpPr/>
            <p:nvPr/>
          </p:nvSpPr>
          <p:spPr>
            <a:xfrm>
              <a:off x="7972007" y="3611970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450" name="tx450"/>
            <p:cNvSpPr/>
            <p:nvPr/>
          </p:nvSpPr>
          <p:spPr>
            <a:xfrm>
              <a:off x="7972007" y="3831426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451" name="tx451"/>
            <p:cNvSpPr/>
            <p:nvPr/>
          </p:nvSpPr>
          <p:spPr>
            <a:xfrm>
              <a:off x="7972007" y="4050882"/>
              <a:ext cx="24825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452" name="tx452"/>
            <p:cNvSpPr/>
            <p:nvPr/>
          </p:nvSpPr>
          <p:spPr>
            <a:xfrm>
              <a:off x="7972007" y="4270338"/>
              <a:ext cx="21735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453" name="tx453"/>
            <p:cNvSpPr/>
            <p:nvPr/>
          </p:nvSpPr>
          <p:spPr>
            <a:xfrm>
              <a:off x="7682962" y="4713149"/>
              <a:ext cx="3650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454" name="pt454"/>
            <p:cNvSpPr/>
            <p:nvPr/>
          </p:nvSpPr>
          <p:spPr>
            <a:xfrm>
              <a:off x="7733987" y="4948521"/>
              <a:ext cx="117405" cy="117405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7713631" y="5135390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tx456"/>
            <p:cNvSpPr/>
            <p:nvPr/>
          </p:nvSpPr>
          <p:spPr>
            <a:xfrm>
              <a:off x="7972007" y="4967218"/>
              <a:ext cx="57561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 Coast</a:t>
              </a:r>
            </a:p>
          </p:txBody>
        </p:sp>
        <p:sp>
          <p:nvSpPr>
            <p:cNvPr id="457" name="tx457"/>
            <p:cNvSpPr/>
            <p:nvPr/>
          </p:nvSpPr>
          <p:spPr>
            <a:xfrm>
              <a:off x="7972007" y="5186674"/>
              <a:ext cx="5467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 Coast</a:t>
              </a:r>
            </a:p>
          </p:txBody>
        </p:sp>
        <p:sp>
          <p:nvSpPr>
            <p:cNvPr id="458" name="tx458"/>
            <p:cNvSpPr/>
            <p:nvPr/>
          </p:nvSpPr>
          <p:spPr>
            <a:xfrm>
              <a:off x="971319" y="1669789"/>
              <a:ext cx="4037258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Current-Future Fitness vs Genomic Offset (LEA, Full): </a:t>
              </a:r>
            </a:p>
          </p:txBody>
        </p:sp>
        <p:sp>
          <p:nvSpPr>
            <p:cNvPr id="459" name="tx459"/>
            <p:cNvSpPr/>
            <p:nvPr/>
          </p:nvSpPr>
          <p:spPr>
            <a:xfrm>
              <a:off x="971319" y="1850840"/>
              <a:ext cx="2672242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Binary Survival, Logistic Regression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1319" y="5145389"/>
              <a:ext cx="6246202" cy="0"/>
            </a:xfrm>
            <a:custGeom>
              <a:avLst/>
              <a:pathLst>
                <a:path w="6246202" h="0">
                  <a:moveTo>
                    <a:pt x="0" y="0"/>
                  </a:moveTo>
                  <a:lnTo>
                    <a:pt x="6246202" y="0"/>
                  </a:lnTo>
                  <a:lnTo>
                    <a:pt x="624620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1319" y="4315717"/>
              <a:ext cx="6246202" cy="0"/>
            </a:xfrm>
            <a:custGeom>
              <a:avLst/>
              <a:pathLst>
                <a:path w="6246202" h="0">
                  <a:moveTo>
                    <a:pt x="0" y="0"/>
                  </a:moveTo>
                  <a:lnTo>
                    <a:pt x="6246202" y="0"/>
                  </a:lnTo>
                  <a:lnTo>
                    <a:pt x="624620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71319" y="3486045"/>
              <a:ext cx="6246202" cy="0"/>
            </a:xfrm>
            <a:custGeom>
              <a:avLst/>
              <a:pathLst>
                <a:path w="6246202" h="0">
                  <a:moveTo>
                    <a:pt x="0" y="0"/>
                  </a:moveTo>
                  <a:lnTo>
                    <a:pt x="6246202" y="0"/>
                  </a:lnTo>
                  <a:lnTo>
                    <a:pt x="624620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71319" y="2656373"/>
              <a:ext cx="6246202" cy="0"/>
            </a:xfrm>
            <a:custGeom>
              <a:avLst/>
              <a:pathLst>
                <a:path w="6246202" h="0">
                  <a:moveTo>
                    <a:pt x="0" y="0"/>
                  </a:moveTo>
                  <a:lnTo>
                    <a:pt x="6246202" y="0"/>
                  </a:lnTo>
                  <a:lnTo>
                    <a:pt x="624620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64320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40802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817284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293767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71319" y="5560225"/>
              <a:ext cx="6246202" cy="0"/>
            </a:xfrm>
            <a:custGeom>
              <a:avLst/>
              <a:pathLst>
                <a:path w="6246202" h="0">
                  <a:moveTo>
                    <a:pt x="0" y="0"/>
                  </a:moveTo>
                  <a:lnTo>
                    <a:pt x="6246202" y="0"/>
                  </a:lnTo>
                  <a:lnTo>
                    <a:pt x="624620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1319" y="4730553"/>
              <a:ext cx="6246202" cy="0"/>
            </a:xfrm>
            <a:custGeom>
              <a:avLst/>
              <a:pathLst>
                <a:path w="6246202" h="0">
                  <a:moveTo>
                    <a:pt x="0" y="0"/>
                  </a:moveTo>
                  <a:lnTo>
                    <a:pt x="6246202" y="0"/>
                  </a:lnTo>
                  <a:lnTo>
                    <a:pt x="624620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71319" y="3900881"/>
              <a:ext cx="6246202" cy="0"/>
            </a:xfrm>
            <a:custGeom>
              <a:avLst/>
              <a:pathLst>
                <a:path w="6246202" h="0">
                  <a:moveTo>
                    <a:pt x="0" y="0"/>
                  </a:moveTo>
                  <a:lnTo>
                    <a:pt x="6246202" y="0"/>
                  </a:lnTo>
                  <a:lnTo>
                    <a:pt x="624620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71319" y="3071209"/>
              <a:ext cx="6246202" cy="0"/>
            </a:xfrm>
            <a:custGeom>
              <a:avLst/>
              <a:pathLst>
                <a:path w="6246202" h="0">
                  <a:moveTo>
                    <a:pt x="0" y="0"/>
                  </a:moveTo>
                  <a:lnTo>
                    <a:pt x="6246202" y="0"/>
                  </a:lnTo>
                  <a:lnTo>
                    <a:pt x="624620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71319" y="2241537"/>
              <a:ext cx="6246202" cy="0"/>
            </a:xfrm>
            <a:custGeom>
              <a:avLst/>
              <a:pathLst>
                <a:path w="6246202" h="0">
                  <a:moveTo>
                    <a:pt x="0" y="0"/>
                  </a:moveTo>
                  <a:lnTo>
                    <a:pt x="6246202" y="0"/>
                  </a:lnTo>
                  <a:lnTo>
                    <a:pt x="624620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126079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602561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079043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555526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7032008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4635277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35277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685239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687490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35277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2721914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687490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586308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613619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613619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86308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635277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635277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258679" y="5501523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586308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687490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687490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25867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613619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4635277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685239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11310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687490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4635277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687490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4635277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11310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687490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586308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687490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4635277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687490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586308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687490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687490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586308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2721914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613619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6852398" y="5501523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425867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685239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4635277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4635277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685239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4635277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25867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685239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425867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425867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685239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2721914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425867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687490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425867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425867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311310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11310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586308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425867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685239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613619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11310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11310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311310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685239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2721914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586308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586308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685239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685239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613619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685239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2721914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613619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2721914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613619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2721914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586308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613619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11310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2721914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311310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613619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311310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586308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2721914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613619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2721914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3113102" y="5501523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2721914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311310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586308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425867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6136192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2721914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405402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117617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292549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133389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182202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1822023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182202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292549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446500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292549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182202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254037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405402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117617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405402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292549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254037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292549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177991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182202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254037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292549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292549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254037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177991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254037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446500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405402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133389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254037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117617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1822023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405402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177991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117617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177991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133389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177991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446500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177991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117617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182202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177991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1822023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446500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1822023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254037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177991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405402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177991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292549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446500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177991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446500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446500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1822023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133389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254037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182202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254037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133389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117617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254037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254037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292549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133389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177991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133389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117617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117617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292549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1822023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133389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133389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292549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446500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405402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254037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405402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117617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117617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405402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133389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405402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292549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177991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405402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446500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446500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054023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117617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133389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46500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46500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117617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133389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3240670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3240670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5440194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2878015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4732208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4732208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3240670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5440194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1733296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5471813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5440194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5440194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3240670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4732208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5471813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4732208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1520577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3240670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4459854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5471813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5471813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5440194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1520577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1520577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2878015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2878015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5440194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3240670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5440194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5440194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4459854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3240670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5471813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4459854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3240670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4732208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5471813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3240670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1733296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5471813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2878015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1733296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3240670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4459854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5471813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4732208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2878015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2878015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1733296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4459854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4459854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4732208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3240670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2878015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1520577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2878015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1733296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1733296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1733296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4459854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1520577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2878015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4459854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1520577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2878015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1733296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4732208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3240670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4732208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4732208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2878015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1520577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5471813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5440194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5471813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1520577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5471813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1733296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4732208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4732208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5440194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1520577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1520577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1520577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4459854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4459854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5440194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1733296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1520577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1733296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5471813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5440194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4459854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2878015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4459854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07635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07635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07635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147931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147931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7635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7635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7635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163526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131748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147931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187970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46239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131748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7635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46239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46239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147931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457798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147931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147931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163526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7635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163526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131748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163526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147931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163526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187970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131748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187970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147931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7635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7635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7635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163526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147931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6239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187970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131748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131748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131748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46239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46239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163526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457798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457798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187970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187970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46239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07635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147931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187970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49954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131748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131748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46239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163526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131748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49954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457798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46239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147931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131748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163526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457798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49954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457798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131748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163526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9954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57798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9954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57798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147931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46239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346239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9954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9954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9954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187970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187970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57798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9954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187970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187970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49954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49954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346239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187970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163526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163526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457798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49954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457798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457798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0617" y="2253025"/>
              <a:ext cx="4152987" cy="752248"/>
            </a:xfrm>
            <a:custGeom>
              <a:avLst/>
              <a:pathLst>
                <a:path w="4152987" h="752248">
                  <a:moveTo>
                    <a:pt x="0" y="10349"/>
                  </a:moveTo>
                  <a:lnTo>
                    <a:pt x="52569" y="10869"/>
                  </a:lnTo>
                  <a:lnTo>
                    <a:pt x="105138" y="11395"/>
                  </a:lnTo>
                  <a:lnTo>
                    <a:pt x="157708" y="11925"/>
                  </a:lnTo>
                  <a:lnTo>
                    <a:pt x="210277" y="12459"/>
                  </a:lnTo>
                  <a:lnTo>
                    <a:pt x="262847" y="12996"/>
                  </a:lnTo>
                  <a:lnTo>
                    <a:pt x="315416" y="13536"/>
                  </a:lnTo>
                  <a:lnTo>
                    <a:pt x="367986" y="14077"/>
                  </a:lnTo>
                  <a:lnTo>
                    <a:pt x="420555" y="14620"/>
                  </a:lnTo>
                  <a:lnTo>
                    <a:pt x="473125" y="15161"/>
                  </a:lnTo>
                  <a:lnTo>
                    <a:pt x="525694" y="15702"/>
                  </a:lnTo>
                  <a:lnTo>
                    <a:pt x="578264" y="16240"/>
                  </a:lnTo>
                  <a:lnTo>
                    <a:pt x="630833" y="16774"/>
                  </a:lnTo>
                  <a:lnTo>
                    <a:pt x="683402" y="17302"/>
                  </a:lnTo>
                  <a:lnTo>
                    <a:pt x="735972" y="17824"/>
                  </a:lnTo>
                  <a:lnTo>
                    <a:pt x="788541" y="18337"/>
                  </a:lnTo>
                  <a:lnTo>
                    <a:pt x="841111" y="18840"/>
                  </a:lnTo>
                  <a:lnTo>
                    <a:pt x="893680" y="19332"/>
                  </a:lnTo>
                  <a:lnTo>
                    <a:pt x="946250" y="19809"/>
                  </a:lnTo>
                  <a:lnTo>
                    <a:pt x="998819" y="20271"/>
                  </a:lnTo>
                  <a:lnTo>
                    <a:pt x="1051389" y="20715"/>
                  </a:lnTo>
                  <a:lnTo>
                    <a:pt x="1103958" y="21139"/>
                  </a:lnTo>
                  <a:lnTo>
                    <a:pt x="1156528" y="21541"/>
                  </a:lnTo>
                  <a:lnTo>
                    <a:pt x="1209097" y="21919"/>
                  </a:lnTo>
                  <a:lnTo>
                    <a:pt x="1261667" y="22270"/>
                  </a:lnTo>
                  <a:lnTo>
                    <a:pt x="1314236" y="22592"/>
                  </a:lnTo>
                  <a:lnTo>
                    <a:pt x="1366805" y="22883"/>
                  </a:lnTo>
                  <a:lnTo>
                    <a:pt x="1419375" y="23142"/>
                  </a:lnTo>
                  <a:lnTo>
                    <a:pt x="1471944" y="23364"/>
                  </a:lnTo>
                  <a:lnTo>
                    <a:pt x="1524514" y="23550"/>
                  </a:lnTo>
                  <a:lnTo>
                    <a:pt x="1577083" y="23697"/>
                  </a:lnTo>
                  <a:lnTo>
                    <a:pt x="1629653" y="23802"/>
                  </a:lnTo>
                  <a:lnTo>
                    <a:pt x="1682222" y="23866"/>
                  </a:lnTo>
                  <a:lnTo>
                    <a:pt x="1734792" y="23886"/>
                  </a:lnTo>
                  <a:lnTo>
                    <a:pt x="1787361" y="23862"/>
                  </a:lnTo>
                  <a:lnTo>
                    <a:pt x="1839931" y="23792"/>
                  </a:lnTo>
                  <a:lnTo>
                    <a:pt x="1892500" y="23677"/>
                  </a:lnTo>
                  <a:lnTo>
                    <a:pt x="1945070" y="23516"/>
                  </a:lnTo>
                  <a:lnTo>
                    <a:pt x="1997639" y="23310"/>
                  </a:lnTo>
                  <a:lnTo>
                    <a:pt x="2050208" y="23060"/>
                  </a:lnTo>
                  <a:lnTo>
                    <a:pt x="2102778" y="22765"/>
                  </a:lnTo>
                  <a:lnTo>
                    <a:pt x="2155347" y="22429"/>
                  </a:lnTo>
                  <a:lnTo>
                    <a:pt x="2207917" y="22051"/>
                  </a:lnTo>
                  <a:lnTo>
                    <a:pt x="2260486" y="21634"/>
                  </a:lnTo>
                  <a:lnTo>
                    <a:pt x="2313056" y="21181"/>
                  </a:lnTo>
                  <a:lnTo>
                    <a:pt x="2365625" y="20693"/>
                  </a:lnTo>
                  <a:lnTo>
                    <a:pt x="2418195" y="20173"/>
                  </a:lnTo>
                  <a:lnTo>
                    <a:pt x="2470764" y="19623"/>
                  </a:lnTo>
                  <a:lnTo>
                    <a:pt x="2523334" y="19047"/>
                  </a:lnTo>
                  <a:lnTo>
                    <a:pt x="2575903" y="18447"/>
                  </a:lnTo>
                  <a:lnTo>
                    <a:pt x="2628473" y="17826"/>
                  </a:lnTo>
                  <a:lnTo>
                    <a:pt x="2681042" y="17187"/>
                  </a:lnTo>
                  <a:lnTo>
                    <a:pt x="2733611" y="16532"/>
                  </a:lnTo>
                  <a:lnTo>
                    <a:pt x="2786181" y="15865"/>
                  </a:lnTo>
                  <a:lnTo>
                    <a:pt x="2838750" y="15188"/>
                  </a:lnTo>
                  <a:lnTo>
                    <a:pt x="2891320" y="14504"/>
                  </a:lnTo>
                  <a:lnTo>
                    <a:pt x="2943889" y="13814"/>
                  </a:lnTo>
                  <a:lnTo>
                    <a:pt x="2996459" y="13122"/>
                  </a:lnTo>
                  <a:lnTo>
                    <a:pt x="3049028" y="12429"/>
                  </a:lnTo>
                  <a:lnTo>
                    <a:pt x="3101598" y="11738"/>
                  </a:lnTo>
                  <a:lnTo>
                    <a:pt x="3154167" y="11050"/>
                  </a:lnTo>
                  <a:lnTo>
                    <a:pt x="3206737" y="10367"/>
                  </a:lnTo>
                  <a:lnTo>
                    <a:pt x="3259306" y="9690"/>
                  </a:lnTo>
                  <a:lnTo>
                    <a:pt x="3311876" y="9021"/>
                  </a:lnTo>
                  <a:lnTo>
                    <a:pt x="3364445" y="8361"/>
                  </a:lnTo>
                  <a:lnTo>
                    <a:pt x="3417014" y="7711"/>
                  </a:lnTo>
                  <a:lnTo>
                    <a:pt x="3469584" y="7072"/>
                  </a:lnTo>
                  <a:lnTo>
                    <a:pt x="3522153" y="6445"/>
                  </a:lnTo>
                  <a:lnTo>
                    <a:pt x="3574723" y="5830"/>
                  </a:lnTo>
                  <a:lnTo>
                    <a:pt x="3627292" y="5228"/>
                  </a:lnTo>
                  <a:lnTo>
                    <a:pt x="3679862" y="4640"/>
                  </a:lnTo>
                  <a:lnTo>
                    <a:pt x="3732431" y="4066"/>
                  </a:lnTo>
                  <a:lnTo>
                    <a:pt x="3785001" y="3507"/>
                  </a:lnTo>
                  <a:lnTo>
                    <a:pt x="3837570" y="2962"/>
                  </a:lnTo>
                  <a:lnTo>
                    <a:pt x="3890140" y="2431"/>
                  </a:lnTo>
                  <a:lnTo>
                    <a:pt x="3942709" y="1915"/>
                  </a:lnTo>
                  <a:lnTo>
                    <a:pt x="3995279" y="1414"/>
                  </a:lnTo>
                  <a:lnTo>
                    <a:pt x="4047848" y="928"/>
                  </a:lnTo>
                  <a:lnTo>
                    <a:pt x="4100417" y="456"/>
                  </a:lnTo>
                  <a:lnTo>
                    <a:pt x="4152987" y="0"/>
                  </a:lnTo>
                  <a:lnTo>
                    <a:pt x="4152987" y="483019"/>
                  </a:lnTo>
                  <a:lnTo>
                    <a:pt x="4100417" y="472919"/>
                  </a:lnTo>
                  <a:lnTo>
                    <a:pt x="4047848" y="463107"/>
                  </a:lnTo>
                  <a:lnTo>
                    <a:pt x="3995279" y="453581"/>
                  </a:lnTo>
                  <a:lnTo>
                    <a:pt x="3942709" y="444340"/>
                  </a:lnTo>
                  <a:lnTo>
                    <a:pt x="3890140" y="435381"/>
                  </a:lnTo>
                  <a:lnTo>
                    <a:pt x="3837570" y="426704"/>
                  </a:lnTo>
                  <a:lnTo>
                    <a:pt x="3785001" y="418306"/>
                  </a:lnTo>
                  <a:lnTo>
                    <a:pt x="3732431" y="410188"/>
                  </a:lnTo>
                  <a:lnTo>
                    <a:pt x="3679862" y="402348"/>
                  </a:lnTo>
                  <a:lnTo>
                    <a:pt x="3627292" y="394786"/>
                  </a:lnTo>
                  <a:lnTo>
                    <a:pt x="3574723" y="387500"/>
                  </a:lnTo>
                  <a:lnTo>
                    <a:pt x="3522153" y="380490"/>
                  </a:lnTo>
                  <a:lnTo>
                    <a:pt x="3469584" y="373757"/>
                  </a:lnTo>
                  <a:lnTo>
                    <a:pt x="3417014" y="367300"/>
                  </a:lnTo>
                  <a:lnTo>
                    <a:pt x="3364445" y="361119"/>
                  </a:lnTo>
                  <a:lnTo>
                    <a:pt x="3311876" y="355216"/>
                  </a:lnTo>
                  <a:lnTo>
                    <a:pt x="3259306" y="349591"/>
                  </a:lnTo>
                  <a:lnTo>
                    <a:pt x="3206737" y="344245"/>
                  </a:lnTo>
                  <a:lnTo>
                    <a:pt x="3154167" y="339180"/>
                  </a:lnTo>
                  <a:lnTo>
                    <a:pt x="3101598" y="334397"/>
                  </a:lnTo>
                  <a:lnTo>
                    <a:pt x="3049028" y="329900"/>
                  </a:lnTo>
                  <a:lnTo>
                    <a:pt x="2996459" y="325690"/>
                  </a:lnTo>
                  <a:lnTo>
                    <a:pt x="2943889" y="321771"/>
                  </a:lnTo>
                  <a:lnTo>
                    <a:pt x="2891320" y="318146"/>
                  </a:lnTo>
                  <a:lnTo>
                    <a:pt x="2838750" y="314818"/>
                  </a:lnTo>
                  <a:lnTo>
                    <a:pt x="2786181" y="311792"/>
                  </a:lnTo>
                  <a:lnTo>
                    <a:pt x="2733611" y="309072"/>
                  </a:lnTo>
                  <a:lnTo>
                    <a:pt x="2681042" y="306663"/>
                  </a:lnTo>
                  <a:lnTo>
                    <a:pt x="2628473" y="304570"/>
                  </a:lnTo>
                  <a:lnTo>
                    <a:pt x="2575903" y="302798"/>
                  </a:lnTo>
                  <a:lnTo>
                    <a:pt x="2523334" y="301353"/>
                  </a:lnTo>
                  <a:lnTo>
                    <a:pt x="2470764" y="300242"/>
                  </a:lnTo>
                  <a:lnTo>
                    <a:pt x="2418195" y="299470"/>
                  </a:lnTo>
                  <a:lnTo>
                    <a:pt x="2365625" y="299044"/>
                  </a:lnTo>
                  <a:lnTo>
                    <a:pt x="2313056" y="298971"/>
                  </a:lnTo>
                  <a:lnTo>
                    <a:pt x="2260486" y="299257"/>
                  </a:lnTo>
                  <a:lnTo>
                    <a:pt x="2207917" y="299909"/>
                  </a:lnTo>
                  <a:lnTo>
                    <a:pt x="2155347" y="300935"/>
                  </a:lnTo>
                  <a:lnTo>
                    <a:pt x="2102778" y="302341"/>
                  </a:lnTo>
                  <a:lnTo>
                    <a:pt x="2050208" y="304134"/>
                  </a:lnTo>
                  <a:lnTo>
                    <a:pt x="1997639" y="306322"/>
                  </a:lnTo>
                  <a:lnTo>
                    <a:pt x="1945070" y="308911"/>
                  </a:lnTo>
                  <a:lnTo>
                    <a:pt x="1892500" y="311909"/>
                  </a:lnTo>
                  <a:lnTo>
                    <a:pt x="1839931" y="315322"/>
                  </a:lnTo>
                  <a:lnTo>
                    <a:pt x="1787361" y="319157"/>
                  </a:lnTo>
                  <a:lnTo>
                    <a:pt x="1734792" y="323422"/>
                  </a:lnTo>
                  <a:lnTo>
                    <a:pt x="1682222" y="328122"/>
                  </a:lnTo>
                  <a:lnTo>
                    <a:pt x="1629653" y="333266"/>
                  </a:lnTo>
                  <a:lnTo>
                    <a:pt x="1577083" y="338859"/>
                  </a:lnTo>
                  <a:lnTo>
                    <a:pt x="1524514" y="344908"/>
                  </a:lnTo>
                  <a:lnTo>
                    <a:pt x="1471944" y="351421"/>
                  </a:lnTo>
                  <a:lnTo>
                    <a:pt x="1419375" y="358404"/>
                  </a:lnTo>
                  <a:lnTo>
                    <a:pt x="1366805" y="365865"/>
                  </a:lnTo>
                  <a:lnTo>
                    <a:pt x="1314236" y="373810"/>
                  </a:lnTo>
                  <a:lnTo>
                    <a:pt x="1261667" y="382247"/>
                  </a:lnTo>
                  <a:lnTo>
                    <a:pt x="1209097" y="391184"/>
                  </a:lnTo>
                  <a:lnTo>
                    <a:pt x="1156528" y="400627"/>
                  </a:lnTo>
                  <a:lnTo>
                    <a:pt x="1103958" y="410585"/>
                  </a:lnTo>
                  <a:lnTo>
                    <a:pt x="1051389" y="421065"/>
                  </a:lnTo>
                  <a:lnTo>
                    <a:pt x="998819" y="432075"/>
                  </a:lnTo>
                  <a:lnTo>
                    <a:pt x="946250" y="443624"/>
                  </a:lnTo>
                  <a:lnTo>
                    <a:pt x="893680" y="455718"/>
                  </a:lnTo>
                  <a:lnTo>
                    <a:pt x="841111" y="468367"/>
                  </a:lnTo>
                  <a:lnTo>
                    <a:pt x="788541" y="481579"/>
                  </a:lnTo>
                  <a:lnTo>
                    <a:pt x="735972" y="495361"/>
                  </a:lnTo>
                  <a:lnTo>
                    <a:pt x="683402" y="509721"/>
                  </a:lnTo>
                  <a:lnTo>
                    <a:pt x="630833" y="524668"/>
                  </a:lnTo>
                  <a:lnTo>
                    <a:pt x="578264" y="540209"/>
                  </a:lnTo>
                  <a:lnTo>
                    <a:pt x="525694" y="556352"/>
                  </a:lnTo>
                  <a:lnTo>
                    <a:pt x="473125" y="573104"/>
                  </a:lnTo>
                  <a:lnTo>
                    <a:pt x="420555" y="590472"/>
                  </a:lnTo>
                  <a:lnTo>
                    <a:pt x="367986" y="608462"/>
                  </a:lnTo>
                  <a:lnTo>
                    <a:pt x="315416" y="627080"/>
                  </a:lnTo>
                  <a:lnTo>
                    <a:pt x="262847" y="646333"/>
                  </a:lnTo>
                  <a:lnTo>
                    <a:pt x="210277" y="666224"/>
                  </a:lnTo>
                  <a:lnTo>
                    <a:pt x="157708" y="686758"/>
                  </a:lnTo>
                  <a:lnTo>
                    <a:pt x="105138" y="707938"/>
                  </a:lnTo>
                  <a:lnTo>
                    <a:pt x="52569" y="729768"/>
                  </a:lnTo>
                  <a:lnTo>
                    <a:pt x="0" y="752248"/>
                  </a:lnTo>
                  <a:close/>
                </a:path>
              </a:pathLst>
            </a:custGeom>
            <a:solidFill>
              <a:srgbClr val="FFA203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2780617" y="2253025"/>
              <a:ext cx="4152987" cy="23886"/>
            </a:xfrm>
            <a:custGeom>
              <a:avLst/>
              <a:pathLst>
                <a:path w="4152987" h="23886">
                  <a:moveTo>
                    <a:pt x="0" y="10349"/>
                  </a:moveTo>
                  <a:lnTo>
                    <a:pt x="52569" y="10869"/>
                  </a:lnTo>
                  <a:lnTo>
                    <a:pt x="105138" y="11395"/>
                  </a:lnTo>
                  <a:lnTo>
                    <a:pt x="157708" y="11925"/>
                  </a:lnTo>
                  <a:lnTo>
                    <a:pt x="210277" y="12459"/>
                  </a:lnTo>
                  <a:lnTo>
                    <a:pt x="262847" y="12996"/>
                  </a:lnTo>
                  <a:lnTo>
                    <a:pt x="315416" y="13536"/>
                  </a:lnTo>
                  <a:lnTo>
                    <a:pt x="367986" y="14077"/>
                  </a:lnTo>
                  <a:lnTo>
                    <a:pt x="420555" y="14620"/>
                  </a:lnTo>
                  <a:lnTo>
                    <a:pt x="473125" y="15161"/>
                  </a:lnTo>
                  <a:lnTo>
                    <a:pt x="525694" y="15702"/>
                  </a:lnTo>
                  <a:lnTo>
                    <a:pt x="578264" y="16240"/>
                  </a:lnTo>
                  <a:lnTo>
                    <a:pt x="630833" y="16774"/>
                  </a:lnTo>
                  <a:lnTo>
                    <a:pt x="683402" y="17302"/>
                  </a:lnTo>
                  <a:lnTo>
                    <a:pt x="735972" y="17824"/>
                  </a:lnTo>
                  <a:lnTo>
                    <a:pt x="788541" y="18337"/>
                  </a:lnTo>
                  <a:lnTo>
                    <a:pt x="841111" y="18840"/>
                  </a:lnTo>
                  <a:lnTo>
                    <a:pt x="893680" y="19332"/>
                  </a:lnTo>
                  <a:lnTo>
                    <a:pt x="946250" y="19809"/>
                  </a:lnTo>
                  <a:lnTo>
                    <a:pt x="998819" y="20271"/>
                  </a:lnTo>
                  <a:lnTo>
                    <a:pt x="1051389" y="20715"/>
                  </a:lnTo>
                  <a:lnTo>
                    <a:pt x="1103958" y="21139"/>
                  </a:lnTo>
                  <a:lnTo>
                    <a:pt x="1156528" y="21541"/>
                  </a:lnTo>
                  <a:lnTo>
                    <a:pt x="1209097" y="21919"/>
                  </a:lnTo>
                  <a:lnTo>
                    <a:pt x="1261667" y="22270"/>
                  </a:lnTo>
                  <a:lnTo>
                    <a:pt x="1314236" y="22592"/>
                  </a:lnTo>
                  <a:lnTo>
                    <a:pt x="1366805" y="22883"/>
                  </a:lnTo>
                  <a:lnTo>
                    <a:pt x="1419375" y="23142"/>
                  </a:lnTo>
                  <a:lnTo>
                    <a:pt x="1471944" y="23364"/>
                  </a:lnTo>
                  <a:lnTo>
                    <a:pt x="1524514" y="23550"/>
                  </a:lnTo>
                  <a:lnTo>
                    <a:pt x="1577083" y="23697"/>
                  </a:lnTo>
                  <a:lnTo>
                    <a:pt x="1629653" y="23802"/>
                  </a:lnTo>
                  <a:lnTo>
                    <a:pt x="1682222" y="23866"/>
                  </a:lnTo>
                  <a:lnTo>
                    <a:pt x="1734792" y="23886"/>
                  </a:lnTo>
                  <a:lnTo>
                    <a:pt x="1787361" y="23862"/>
                  </a:lnTo>
                  <a:lnTo>
                    <a:pt x="1839931" y="23792"/>
                  </a:lnTo>
                  <a:lnTo>
                    <a:pt x="1892500" y="23677"/>
                  </a:lnTo>
                  <a:lnTo>
                    <a:pt x="1945070" y="23516"/>
                  </a:lnTo>
                  <a:lnTo>
                    <a:pt x="1997639" y="23310"/>
                  </a:lnTo>
                  <a:lnTo>
                    <a:pt x="2050208" y="23060"/>
                  </a:lnTo>
                  <a:lnTo>
                    <a:pt x="2102778" y="22765"/>
                  </a:lnTo>
                  <a:lnTo>
                    <a:pt x="2155347" y="22429"/>
                  </a:lnTo>
                  <a:lnTo>
                    <a:pt x="2207917" y="22051"/>
                  </a:lnTo>
                  <a:lnTo>
                    <a:pt x="2260486" y="21634"/>
                  </a:lnTo>
                  <a:lnTo>
                    <a:pt x="2313056" y="21181"/>
                  </a:lnTo>
                  <a:lnTo>
                    <a:pt x="2365625" y="20693"/>
                  </a:lnTo>
                  <a:lnTo>
                    <a:pt x="2418195" y="20173"/>
                  </a:lnTo>
                  <a:lnTo>
                    <a:pt x="2470764" y="19623"/>
                  </a:lnTo>
                  <a:lnTo>
                    <a:pt x="2523334" y="19047"/>
                  </a:lnTo>
                  <a:lnTo>
                    <a:pt x="2575903" y="18447"/>
                  </a:lnTo>
                  <a:lnTo>
                    <a:pt x="2628473" y="17826"/>
                  </a:lnTo>
                  <a:lnTo>
                    <a:pt x="2681042" y="17187"/>
                  </a:lnTo>
                  <a:lnTo>
                    <a:pt x="2733611" y="16532"/>
                  </a:lnTo>
                  <a:lnTo>
                    <a:pt x="2786181" y="15865"/>
                  </a:lnTo>
                  <a:lnTo>
                    <a:pt x="2838750" y="15188"/>
                  </a:lnTo>
                  <a:lnTo>
                    <a:pt x="2891320" y="14504"/>
                  </a:lnTo>
                  <a:lnTo>
                    <a:pt x="2943889" y="13814"/>
                  </a:lnTo>
                  <a:lnTo>
                    <a:pt x="2996459" y="13122"/>
                  </a:lnTo>
                  <a:lnTo>
                    <a:pt x="3049028" y="12429"/>
                  </a:lnTo>
                  <a:lnTo>
                    <a:pt x="3101598" y="11738"/>
                  </a:lnTo>
                  <a:lnTo>
                    <a:pt x="3154167" y="11050"/>
                  </a:lnTo>
                  <a:lnTo>
                    <a:pt x="3206737" y="10367"/>
                  </a:lnTo>
                  <a:lnTo>
                    <a:pt x="3259306" y="9690"/>
                  </a:lnTo>
                  <a:lnTo>
                    <a:pt x="3311876" y="9021"/>
                  </a:lnTo>
                  <a:lnTo>
                    <a:pt x="3364445" y="8361"/>
                  </a:lnTo>
                  <a:lnTo>
                    <a:pt x="3417014" y="7711"/>
                  </a:lnTo>
                  <a:lnTo>
                    <a:pt x="3469584" y="7072"/>
                  </a:lnTo>
                  <a:lnTo>
                    <a:pt x="3522153" y="6445"/>
                  </a:lnTo>
                  <a:lnTo>
                    <a:pt x="3574723" y="5830"/>
                  </a:lnTo>
                  <a:lnTo>
                    <a:pt x="3627292" y="5228"/>
                  </a:lnTo>
                  <a:lnTo>
                    <a:pt x="3679862" y="4640"/>
                  </a:lnTo>
                  <a:lnTo>
                    <a:pt x="3732431" y="4066"/>
                  </a:lnTo>
                  <a:lnTo>
                    <a:pt x="3785001" y="3507"/>
                  </a:lnTo>
                  <a:lnTo>
                    <a:pt x="3837570" y="2962"/>
                  </a:lnTo>
                  <a:lnTo>
                    <a:pt x="3890140" y="2431"/>
                  </a:lnTo>
                  <a:lnTo>
                    <a:pt x="3942709" y="1915"/>
                  </a:lnTo>
                  <a:lnTo>
                    <a:pt x="3995279" y="1414"/>
                  </a:lnTo>
                  <a:lnTo>
                    <a:pt x="4047848" y="928"/>
                  </a:lnTo>
                  <a:lnTo>
                    <a:pt x="4100417" y="456"/>
                  </a:lnTo>
                  <a:lnTo>
                    <a:pt x="4152987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2780617" y="2551996"/>
              <a:ext cx="4152987" cy="453276"/>
            </a:xfrm>
            <a:custGeom>
              <a:avLst/>
              <a:pathLst>
                <a:path w="4152987" h="453276">
                  <a:moveTo>
                    <a:pt x="4152987" y="184048"/>
                  </a:moveTo>
                  <a:lnTo>
                    <a:pt x="4100417" y="173948"/>
                  </a:lnTo>
                  <a:lnTo>
                    <a:pt x="4047848" y="164136"/>
                  </a:lnTo>
                  <a:lnTo>
                    <a:pt x="3995279" y="154610"/>
                  </a:lnTo>
                  <a:lnTo>
                    <a:pt x="3942709" y="145368"/>
                  </a:lnTo>
                  <a:lnTo>
                    <a:pt x="3890140" y="136410"/>
                  </a:lnTo>
                  <a:lnTo>
                    <a:pt x="3837570" y="127732"/>
                  </a:lnTo>
                  <a:lnTo>
                    <a:pt x="3785001" y="119335"/>
                  </a:lnTo>
                  <a:lnTo>
                    <a:pt x="3732431" y="111217"/>
                  </a:lnTo>
                  <a:lnTo>
                    <a:pt x="3679862" y="103377"/>
                  </a:lnTo>
                  <a:lnTo>
                    <a:pt x="3627292" y="95815"/>
                  </a:lnTo>
                  <a:lnTo>
                    <a:pt x="3574723" y="88529"/>
                  </a:lnTo>
                  <a:lnTo>
                    <a:pt x="3522153" y="81519"/>
                  </a:lnTo>
                  <a:lnTo>
                    <a:pt x="3469584" y="74786"/>
                  </a:lnTo>
                  <a:lnTo>
                    <a:pt x="3417014" y="68328"/>
                  </a:lnTo>
                  <a:lnTo>
                    <a:pt x="3364445" y="62148"/>
                  </a:lnTo>
                  <a:lnTo>
                    <a:pt x="3311876" y="56244"/>
                  </a:lnTo>
                  <a:lnTo>
                    <a:pt x="3259306" y="50619"/>
                  </a:lnTo>
                  <a:lnTo>
                    <a:pt x="3206737" y="45273"/>
                  </a:lnTo>
                  <a:lnTo>
                    <a:pt x="3154167" y="40208"/>
                  </a:lnTo>
                  <a:lnTo>
                    <a:pt x="3101598" y="35426"/>
                  </a:lnTo>
                  <a:lnTo>
                    <a:pt x="3049028" y="30929"/>
                  </a:lnTo>
                  <a:lnTo>
                    <a:pt x="2996459" y="26719"/>
                  </a:lnTo>
                  <a:lnTo>
                    <a:pt x="2943889" y="22800"/>
                  </a:lnTo>
                  <a:lnTo>
                    <a:pt x="2891320" y="19174"/>
                  </a:lnTo>
                  <a:lnTo>
                    <a:pt x="2838750" y="15847"/>
                  </a:lnTo>
                  <a:lnTo>
                    <a:pt x="2786181" y="12821"/>
                  </a:lnTo>
                  <a:lnTo>
                    <a:pt x="2733611" y="10101"/>
                  </a:lnTo>
                  <a:lnTo>
                    <a:pt x="2681042" y="7692"/>
                  </a:lnTo>
                  <a:lnTo>
                    <a:pt x="2628473" y="5598"/>
                  </a:lnTo>
                  <a:lnTo>
                    <a:pt x="2575903" y="3827"/>
                  </a:lnTo>
                  <a:lnTo>
                    <a:pt x="2523334" y="2382"/>
                  </a:lnTo>
                  <a:lnTo>
                    <a:pt x="2470764" y="1271"/>
                  </a:lnTo>
                  <a:lnTo>
                    <a:pt x="2418195" y="499"/>
                  </a:lnTo>
                  <a:lnTo>
                    <a:pt x="2365625" y="73"/>
                  </a:lnTo>
                  <a:lnTo>
                    <a:pt x="2313056" y="0"/>
                  </a:lnTo>
                  <a:lnTo>
                    <a:pt x="2260486" y="286"/>
                  </a:lnTo>
                  <a:lnTo>
                    <a:pt x="2207917" y="938"/>
                  </a:lnTo>
                  <a:lnTo>
                    <a:pt x="2155347" y="1964"/>
                  </a:lnTo>
                  <a:lnTo>
                    <a:pt x="2102778" y="3370"/>
                  </a:lnTo>
                  <a:lnTo>
                    <a:pt x="2050208" y="5163"/>
                  </a:lnTo>
                  <a:lnTo>
                    <a:pt x="1997639" y="7351"/>
                  </a:lnTo>
                  <a:lnTo>
                    <a:pt x="1945070" y="9940"/>
                  </a:lnTo>
                  <a:lnTo>
                    <a:pt x="1892500" y="12938"/>
                  </a:lnTo>
                  <a:lnTo>
                    <a:pt x="1839931" y="16351"/>
                  </a:lnTo>
                  <a:lnTo>
                    <a:pt x="1787361" y="20186"/>
                  </a:lnTo>
                  <a:lnTo>
                    <a:pt x="1734792" y="24451"/>
                  </a:lnTo>
                  <a:lnTo>
                    <a:pt x="1682222" y="29151"/>
                  </a:lnTo>
                  <a:lnTo>
                    <a:pt x="1629653" y="34294"/>
                  </a:lnTo>
                  <a:lnTo>
                    <a:pt x="1577083" y="39887"/>
                  </a:lnTo>
                  <a:lnTo>
                    <a:pt x="1524514" y="45937"/>
                  </a:lnTo>
                  <a:lnTo>
                    <a:pt x="1471944" y="52449"/>
                  </a:lnTo>
                  <a:lnTo>
                    <a:pt x="1419375" y="59433"/>
                  </a:lnTo>
                  <a:lnTo>
                    <a:pt x="1366805" y="66893"/>
                  </a:lnTo>
                  <a:lnTo>
                    <a:pt x="1314236" y="74839"/>
                  </a:lnTo>
                  <a:lnTo>
                    <a:pt x="1261667" y="83276"/>
                  </a:lnTo>
                  <a:lnTo>
                    <a:pt x="1209097" y="92212"/>
                  </a:lnTo>
                  <a:lnTo>
                    <a:pt x="1156528" y="101656"/>
                  </a:lnTo>
                  <a:lnTo>
                    <a:pt x="1103958" y="111613"/>
                  </a:lnTo>
                  <a:lnTo>
                    <a:pt x="1051389" y="122094"/>
                  </a:lnTo>
                  <a:lnTo>
                    <a:pt x="998819" y="133104"/>
                  </a:lnTo>
                  <a:lnTo>
                    <a:pt x="946250" y="144652"/>
                  </a:lnTo>
                  <a:lnTo>
                    <a:pt x="893680" y="156747"/>
                  </a:lnTo>
                  <a:lnTo>
                    <a:pt x="841111" y="169396"/>
                  </a:lnTo>
                  <a:lnTo>
                    <a:pt x="788541" y="182607"/>
                  </a:lnTo>
                  <a:lnTo>
                    <a:pt x="735972" y="196389"/>
                  </a:lnTo>
                  <a:lnTo>
                    <a:pt x="683402" y="210750"/>
                  </a:lnTo>
                  <a:lnTo>
                    <a:pt x="630833" y="225697"/>
                  </a:lnTo>
                  <a:lnTo>
                    <a:pt x="578264" y="241238"/>
                  </a:lnTo>
                  <a:lnTo>
                    <a:pt x="525694" y="257381"/>
                  </a:lnTo>
                  <a:lnTo>
                    <a:pt x="473125" y="274133"/>
                  </a:lnTo>
                  <a:lnTo>
                    <a:pt x="420555" y="291500"/>
                  </a:lnTo>
                  <a:lnTo>
                    <a:pt x="367986" y="309490"/>
                  </a:lnTo>
                  <a:lnTo>
                    <a:pt x="315416" y="328109"/>
                  </a:lnTo>
                  <a:lnTo>
                    <a:pt x="262847" y="347361"/>
                  </a:lnTo>
                  <a:lnTo>
                    <a:pt x="210277" y="367252"/>
                  </a:lnTo>
                  <a:lnTo>
                    <a:pt x="157708" y="387786"/>
                  </a:lnTo>
                  <a:lnTo>
                    <a:pt x="105138" y="408967"/>
                  </a:lnTo>
                  <a:lnTo>
                    <a:pt x="52569" y="430796"/>
                  </a:lnTo>
                  <a:lnTo>
                    <a:pt x="0" y="45327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2780617" y="2321412"/>
              <a:ext cx="4152987" cy="61505"/>
            </a:xfrm>
            <a:custGeom>
              <a:avLst/>
              <a:pathLst>
                <a:path w="4152987" h="61505">
                  <a:moveTo>
                    <a:pt x="0" y="61505"/>
                  </a:moveTo>
                  <a:lnTo>
                    <a:pt x="52569" y="60497"/>
                  </a:lnTo>
                  <a:lnTo>
                    <a:pt x="105138" y="59497"/>
                  </a:lnTo>
                  <a:lnTo>
                    <a:pt x="157708" y="58503"/>
                  </a:lnTo>
                  <a:lnTo>
                    <a:pt x="210277" y="57515"/>
                  </a:lnTo>
                  <a:lnTo>
                    <a:pt x="262847" y="56535"/>
                  </a:lnTo>
                  <a:lnTo>
                    <a:pt x="315416" y="55561"/>
                  </a:lnTo>
                  <a:lnTo>
                    <a:pt x="367986" y="54594"/>
                  </a:lnTo>
                  <a:lnTo>
                    <a:pt x="420555" y="53633"/>
                  </a:lnTo>
                  <a:lnTo>
                    <a:pt x="473125" y="52679"/>
                  </a:lnTo>
                  <a:lnTo>
                    <a:pt x="525694" y="51732"/>
                  </a:lnTo>
                  <a:lnTo>
                    <a:pt x="578264" y="50791"/>
                  </a:lnTo>
                  <a:lnTo>
                    <a:pt x="630833" y="49856"/>
                  </a:lnTo>
                  <a:lnTo>
                    <a:pt x="683402" y="48928"/>
                  </a:lnTo>
                  <a:lnTo>
                    <a:pt x="735972" y="48007"/>
                  </a:lnTo>
                  <a:lnTo>
                    <a:pt x="788541" y="47091"/>
                  </a:lnTo>
                  <a:lnTo>
                    <a:pt x="841111" y="46182"/>
                  </a:lnTo>
                  <a:lnTo>
                    <a:pt x="893680" y="45279"/>
                  </a:lnTo>
                  <a:lnTo>
                    <a:pt x="946250" y="44383"/>
                  </a:lnTo>
                  <a:lnTo>
                    <a:pt x="998819" y="43492"/>
                  </a:lnTo>
                  <a:lnTo>
                    <a:pt x="1051389" y="42608"/>
                  </a:lnTo>
                  <a:lnTo>
                    <a:pt x="1103958" y="41730"/>
                  </a:lnTo>
                  <a:lnTo>
                    <a:pt x="1156528" y="40858"/>
                  </a:lnTo>
                  <a:lnTo>
                    <a:pt x="1209097" y="39992"/>
                  </a:lnTo>
                  <a:lnTo>
                    <a:pt x="1261667" y="39132"/>
                  </a:lnTo>
                  <a:lnTo>
                    <a:pt x="1314236" y="38277"/>
                  </a:lnTo>
                  <a:lnTo>
                    <a:pt x="1366805" y="37429"/>
                  </a:lnTo>
                  <a:lnTo>
                    <a:pt x="1419375" y="36587"/>
                  </a:lnTo>
                  <a:lnTo>
                    <a:pt x="1471944" y="35750"/>
                  </a:lnTo>
                  <a:lnTo>
                    <a:pt x="1524514" y="34919"/>
                  </a:lnTo>
                  <a:lnTo>
                    <a:pt x="1577083" y="34094"/>
                  </a:lnTo>
                  <a:lnTo>
                    <a:pt x="1629653" y="33275"/>
                  </a:lnTo>
                  <a:lnTo>
                    <a:pt x="1682222" y="32461"/>
                  </a:lnTo>
                  <a:lnTo>
                    <a:pt x="1734792" y="31653"/>
                  </a:lnTo>
                  <a:lnTo>
                    <a:pt x="1787361" y="30851"/>
                  </a:lnTo>
                  <a:lnTo>
                    <a:pt x="1839931" y="30054"/>
                  </a:lnTo>
                  <a:lnTo>
                    <a:pt x="1892500" y="29263"/>
                  </a:lnTo>
                  <a:lnTo>
                    <a:pt x="1945070" y="28477"/>
                  </a:lnTo>
                  <a:lnTo>
                    <a:pt x="1997639" y="27697"/>
                  </a:lnTo>
                  <a:lnTo>
                    <a:pt x="2050208" y="26922"/>
                  </a:lnTo>
                  <a:lnTo>
                    <a:pt x="2102778" y="26153"/>
                  </a:lnTo>
                  <a:lnTo>
                    <a:pt x="2155347" y="25388"/>
                  </a:lnTo>
                  <a:lnTo>
                    <a:pt x="2207917" y="24630"/>
                  </a:lnTo>
                  <a:lnTo>
                    <a:pt x="2260486" y="23876"/>
                  </a:lnTo>
                  <a:lnTo>
                    <a:pt x="2313056" y="23128"/>
                  </a:lnTo>
                  <a:lnTo>
                    <a:pt x="2365625" y="22385"/>
                  </a:lnTo>
                  <a:lnTo>
                    <a:pt x="2418195" y="21647"/>
                  </a:lnTo>
                  <a:lnTo>
                    <a:pt x="2470764" y="20915"/>
                  </a:lnTo>
                  <a:lnTo>
                    <a:pt x="2523334" y="20187"/>
                  </a:lnTo>
                  <a:lnTo>
                    <a:pt x="2575903" y="19465"/>
                  </a:lnTo>
                  <a:lnTo>
                    <a:pt x="2628473" y="18747"/>
                  </a:lnTo>
                  <a:lnTo>
                    <a:pt x="2681042" y="18035"/>
                  </a:lnTo>
                  <a:lnTo>
                    <a:pt x="2733611" y="17327"/>
                  </a:lnTo>
                  <a:lnTo>
                    <a:pt x="2786181" y="16625"/>
                  </a:lnTo>
                  <a:lnTo>
                    <a:pt x="2838750" y="15928"/>
                  </a:lnTo>
                  <a:lnTo>
                    <a:pt x="2891320" y="15235"/>
                  </a:lnTo>
                  <a:lnTo>
                    <a:pt x="2943889" y="14547"/>
                  </a:lnTo>
                  <a:lnTo>
                    <a:pt x="2996459" y="13864"/>
                  </a:lnTo>
                  <a:lnTo>
                    <a:pt x="3049028" y="13186"/>
                  </a:lnTo>
                  <a:lnTo>
                    <a:pt x="3101598" y="12513"/>
                  </a:lnTo>
                  <a:lnTo>
                    <a:pt x="3154167" y="11844"/>
                  </a:lnTo>
                  <a:lnTo>
                    <a:pt x="3206737" y="11180"/>
                  </a:lnTo>
                  <a:lnTo>
                    <a:pt x="3259306" y="10521"/>
                  </a:lnTo>
                  <a:lnTo>
                    <a:pt x="3311876" y="9867"/>
                  </a:lnTo>
                  <a:lnTo>
                    <a:pt x="3364445" y="9217"/>
                  </a:lnTo>
                  <a:lnTo>
                    <a:pt x="3417014" y="8571"/>
                  </a:lnTo>
                  <a:lnTo>
                    <a:pt x="3469584" y="7930"/>
                  </a:lnTo>
                  <a:lnTo>
                    <a:pt x="3522153" y="7294"/>
                  </a:lnTo>
                  <a:lnTo>
                    <a:pt x="3574723" y="6662"/>
                  </a:lnTo>
                  <a:lnTo>
                    <a:pt x="3627292" y="6035"/>
                  </a:lnTo>
                  <a:lnTo>
                    <a:pt x="3679862" y="5412"/>
                  </a:lnTo>
                  <a:lnTo>
                    <a:pt x="3732431" y="4793"/>
                  </a:lnTo>
                  <a:lnTo>
                    <a:pt x="3785001" y="4179"/>
                  </a:lnTo>
                  <a:lnTo>
                    <a:pt x="3837570" y="3569"/>
                  </a:lnTo>
                  <a:lnTo>
                    <a:pt x="3890140" y="2964"/>
                  </a:lnTo>
                  <a:lnTo>
                    <a:pt x="3942709" y="2362"/>
                  </a:lnTo>
                  <a:lnTo>
                    <a:pt x="3995279" y="1765"/>
                  </a:lnTo>
                  <a:lnTo>
                    <a:pt x="4047848" y="1173"/>
                  </a:lnTo>
                  <a:lnTo>
                    <a:pt x="4100417" y="584"/>
                  </a:lnTo>
                  <a:lnTo>
                    <a:pt x="4152987" y="0"/>
                  </a:lnTo>
                </a:path>
              </a:pathLst>
            </a:custGeom>
            <a:ln w="27101" cap="flat">
              <a:solidFill>
                <a:srgbClr val="FFA20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1255238" y="3400597"/>
              <a:ext cx="3288826" cy="1274026"/>
            </a:xfrm>
            <a:custGeom>
              <a:avLst/>
              <a:pathLst>
                <a:path w="3288826" h="1274026">
                  <a:moveTo>
                    <a:pt x="0" y="0"/>
                  </a:moveTo>
                  <a:lnTo>
                    <a:pt x="41630" y="10438"/>
                  </a:lnTo>
                  <a:lnTo>
                    <a:pt x="83261" y="20802"/>
                  </a:lnTo>
                  <a:lnTo>
                    <a:pt x="124892" y="31081"/>
                  </a:lnTo>
                  <a:lnTo>
                    <a:pt x="166522" y="41267"/>
                  </a:lnTo>
                  <a:lnTo>
                    <a:pt x="208153" y="51351"/>
                  </a:lnTo>
                  <a:lnTo>
                    <a:pt x="249784" y="61322"/>
                  </a:lnTo>
                  <a:lnTo>
                    <a:pt x="291415" y="71169"/>
                  </a:lnTo>
                  <a:lnTo>
                    <a:pt x="333045" y="80883"/>
                  </a:lnTo>
                  <a:lnTo>
                    <a:pt x="374676" y="90450"/>
                  </a:lnTo>
                  <a:lnTo>
                    <a:pt x="416307" y="99860"/>
                  </a:lnTo>
                  <a:lnTo>
                    <a:pt x="457937" y="109099"/>
                  </a:lnTo>
                  <a:lnTo>
                    <a:pt x="499568" y="118155"/>
                  </a:lnTo>
                  <a:lnTo>
                    <a:pt x="541199" y="127014"/>
                  </a:lnTo>
                  <a:lnTo>
                    <a:pt x="582830" y="135663"/>
                  </a:lnTo>
                  <a:lnTo>
                    <a:pt x="624460" y="144087"/>
                  </a:lnTo>
                  <a:lnTo>
                    <a:pt x="666091" y="152272"/>
                  </a:lnTo>
                  <a:lnTo>
                    <a:pt x="707722" y="160203"/>
                  </a:lnTo>
                  <a:lnTo>
                    <a:pt x="749352" y="167864"/>
                  </a:lnTo>
                  <a:lnTo>
                    <a:pt x="790983" y="175242"/>
                  </a:lnTo>
                  <a:lnTo>
                    <a:pt x="832614" y="182320"/>
                  </a:lnTo>
                  <a:lnTo>
                    <a:pt x="874245" y="189085"/>
                  </a:lnTo>
                  <a:lnTo>
                    <a:pt x="915875" y="195520"/>
                  </a:lnTo>
                  <a:lnTo>
                    <a:pt x="957506" y="201613"/>
                  </a:lnTo>
                  <a:lnTo>
                    <a:pt x="999137" y="207348"/>
                  </a:lnTo>
                  <a:lnTo>
                    <a:pt x="1040767" y="212715"/>
                  </a:lnTo>
                  <a:lnTo>
                    <a:pt x="1082398" y="217699"/>
                  </a:lnTo>
                  <a:lnTo>
                    <a:pt x="1124029" y="222292"/>
                  </a:lnTo>
                  <a:lnTo>
                    <a:pt x="1165660" y="226483"/>
                  </a:lnTo>
                  <a:lnTo>
                    <a:pt x="1207290" y="230263"/>
                  </a:lnTo>
                  <a:lnTo>
                    <a:pt x="1248921" y="233627"/>
                  </a:lnTo>
                  <a:lnTo>
                    <a:pt x="1290552" y="236569"/>
                  </a:lnTo>
                  <a:lnTo>
                    <a:pt x="1332182" y="239087"/>
                  </a:lnTo>
                  <a:lnTo>
                    <a:pt x="1373813" y="241178"/>
                  </a:lnTo>
                  <a:lnTo>
                    <a:pt x="1415444" y="242843"/>
                  </a:lnTo>
                  <a:lnTo>
                    <a:pt x="1457075" y="244084"/>
                  </a:lnTo>
                  <a:lnTo>
                    <a:pt x="1498705" y="244906"/>
                  </a:lnTo>
                  <a:lnTo>
                    <a:pt x="1540336" y="245312"/>
                  </a:lnTo>
                  <a:lnTo>
                    <a:pt x="1581967" y="245312"/>
                  </a:lnTo>
                  <a:lnTo>
                    <a:pt x="1623597" y="244912"/>
                  </a:lnTo>
                  <a:lnTo>
                    <a:pt x="1665228" y="244124"/>
                  </a:lnTo>
                  <a:lnTo>
                    <a:pt x="1706859" y="242956"/>
                  </a:lnTo>
                  <a:lnTo>
                    <a:pt x="1748490" y="241423"/>
                  </a:lnTo>
                  <a:lnTo>
                    <a:pt x="1790120" y="239534"/>
                  </a:lnTo>
                  <a:lnTo>
                    <a:pt x="1831751" y="237305"/>
                  </a:lnTo>
                  <a:lnTo>
                    <a:pt x="1873382" y="234748"/>
                  </a:lnTo>
                  <a:lnTo>
                    <a:pt x="1915013" y="231876"/>
                  </a:lnTo>
                  <a:lnTo>
                    <a:pt x="1956643" y="228705"/>
                  </a:lnTo>
                  <a:lnTo>
                    <a:pt x="1998274" y="225247"/>
                  </a:lnTo>
                  <a:lnTo>
                    <a:pt x="2039905" y="221516"/>
                  </a:lnTo>
                  <a:lnTo>
                    <a:pt x="2081535" y="217526"/>
                  </a:lnTo>
                  <a:lnTo>
                    <a:pt x="2123166" y="213290"/>
                  </a:lnTo>
                  <a:lnTo>
                    <a:pt x="2164797" y="208822"/>
                  </a:lnTo>
                  <a:lnTo>
                    <a:pt x="2206428" y="204133"/>
                  </a:lnTo>
                  <a:lnTo>
                    <a:pt x="2248058" y="199236"/>
                  </a:lnTo>
                  <a:lnTo>
                    <a:pt x="2289689" y="194143"/>
                  </a:lnTo>
                  <a:lnTo>
                    <a:pt x="2331320" y="188865"/>
                  </a:lnTo>
                  <a:lnTo>
                    <a:pt x="2372950" y="183413"/>
                  </a:lnTo>
                  <a:lnTo>
                    <a:pt x="2414581" y="177796"/>
                  </a:lnTo>
                  <a:lnTo>
                    <a:pt x="2456212" y="172026"/>
                  </a:lnTo>
                  <a:lnTo>
                    <a:pt x="2497843" y="166110"/>
                  </a:lnTo>
                  <a:lnTo>
                    <a:pt x="2539473" y="160059"/>
                  </a:lnTo>
                  <a:lnTo>
                    <a:pt x="2581104" y="153881"/>
                  </a:lnTo>
                  <a:lnTo>
                    <a:pt x="2622735" y="147583"/>
                  </a:lnTo>
                  <a:lnTo>
                    <a:pt x="2664365" y="141174"/>
                  </a:lnTo>
                  <a:lnTo>
                    <a:pt x="2705996" y="134660"/>
                  </a:lnTo>
                  <a:lnTo>
                    <a:pt x="2747627" y="128048"/>
                  </a:lnTo>
                  <a:lnTo>
                    <a:pt x="2789258" y="121346"/>
                  </a:lnTo>
                  <a:lnTo>
                    <a:pt x="2830888" y="114559"/>
                  </a:lnTo>
                  <a:lnTo>
                    <a:pt x="2872519" y="107692"/>
                  </a:lnTo>
                  <a:lnTo>
                    <a:pt x="2914150" y="100752"/>
                  </a:lnTo>
                  <a:lnTo>
                    <a:pt x="2955780" y="93743"/>
                  </a:lnTo>
                  <a:lnTo>
                    <a:pt x="2997411" y="86671"/>
                  </a:lnTo>
                  <a:lnTo>
                    <a:pt x="3039042" y="79540"/>
                  </a:lnTo>
                  <a:lnTo>
                    <a:pt x="3080673" y="72355"/>
                  </a:lnTo>
                  <a:lnTo>
                    <a:pt x="3122303" y="65120"/>
                  </a:lnTo>
                  <a:lnTo>
                    <a:pt x="3163934" y="57839"/>
                  </a:lnTo>
                  <a:lnTo>
                    <a:pt x="3205565" y="50515"/>
                  </a:lnTo>
                  <a:lnTo>
                    <a:pt x="3247195" y="43153"/>
                  </a:lnTo>
                  <a:lnTo>
                    <a:pt x="3288826" y="35756"/>
                  </a:lnTo>
                  <a:lnTo>
                    <a:pt x="3288826" y="1274026"/>
                  </a:lnTo>
                  <a:lnTo>
                    <a:pt x="3247195" y="1264004"/>
                  </a:lnTo>
                  <a:lnTo>
                    <a:pt x="3205565" y="1253957"/>
                  </a:lnTo>
                  <a:lnTo>
                    <a:pt x="3163934" y="1243890"/>
                  </a:lnTo>
                  <a:lnTo>
                    <a:pt x="3122303" y="1233806"/>
                  </a:lnTo>
                  <a:lnTo>
                    <a:pt x="3080673" y="1223711"/>
                  </a:lnTo>
                  <a:lnTo>
                    <a:pt x="3039042" y="1213608"/>
                  </a:lnTo>
                  <a:lnTo>
                    <a:pt x="2997411" y="1203501"/>
                  </a:lnTo>
                  <a:lnTo>
                    <a:pt x="2955780" y="1193397"/>
                  </a:lnTo>
                  <a:lnTo>
                    <a:pt x="2914150" y="1183300"/>
                  </a:lnTo>
                  <a:lnTo>
                    <a:pt x="2872519" y="1173215"/>
                  </a:lnTo>
                  <a:lnTo>
                    <a:pt x="2830888" y="1163149"/>
                  </a:lnTo>
                  <a:lnTo>
                    <a:pt x="2789258" y="1153108"/>
                  </a:lnTo>
                  <a:lnTo>
                    <a:pt x="2747627" y="1143098"/>
                  </a:lnTo>
                  <a:lnTo>
                    <a:pt x="2705996" y="1133126"/>
                  </a:lnTo>
                  <a:lnTo>
                    <a:pt x="2664365" y="1123199"/>
                  </a:lnTo>
                  <a:lnTo>
                    <a:pt x="2622735" y="1113324"/>
                  </a:lnTo>
                  <a:lnTo>
                    <a:pt x="2581104" y="1103511"/>
                  </a:lnTo>
                  <a:lnTo>
                    <a:pt x="2539473" y="1093767"/>
                  </a:lnTo>
                  <a:lnTo>
                    <a:pt x="2497843" y="1084101"/>
                  </a:lnTo>
                  <a:lnTo>
                    <a:pt x="2456212" y="1074522"/>
                  </a:lnTo>
                  <a:lnTo>
                    <a:pt x="2414581" y="1065041"/>
                  </a:lnTo>
                  <a:lnTo>
                    <a:pt x="2372950" y="1055667"/>
                  </a:lnTo>
                  <a:lnTo>
                    <a:pt x="2331320" y="1046412"/>
                  </a:lnTo>
                  <a:lnTo>
                    <a:pt x="2289689" y="1037287"/>
                  </a:lnTo>
                  <a:lnTo>
                    <a:pt x="2248058" y="1028303"/>
                  </a:lnTo>
                  <a:lnTo>
                    <a:pt x="2206428" y="1019472"/>
                  </a:lnTo>
                  <a:lnTo>
                    <a:pt x="2164797" y="1010809"/>
                  </a:lnTo>
                  <a:lnTo>
                    <a:pt x="2123166" y="1002325"/>
                  </a:lnTo>
                  <a:lnTo>
                    <a:pt x="2081535" y="994036"/>
                  </a:lnTo>
                  <a:lnTo>
                    <a:pt x="2039905" y="985953"/>
                  </a:lnTo>
                  <a:lnTo>
                    <a:pt x="1998274" y="978093"/>
                  </a:lnTo>
                  <a:lnTo>
                    <a:pt x="1956643" y="970470"/>
                  </a:lnTo>
                  <a:lnTo>
                    <a:pt x="1915013" y="963099"/>
                  </a:lnTo>
                  <a:lnTo>
                    <a:pt x="1873382" y="955995"/>
                  </a:lnTo>
                  <a:lnTo>
                    <a:pt x="1831751" y="949173"/>
                  </a:lnTo>
                  <a:lnTo>
                    <a:pt x="1790120" y="942647"/>
                  </a:lnTo>
                  <a:lnTo>
                    <a:pt x="1748490" y="936434"/>
                  </a:lnTo>
                  <a:lnTo>
                    <a:pt x="1706859" y="930547"/>
                  </a:lnTo>
                  <a:lnTo>
                    <a:pt x="1665228" y="924999"/>
                  </a:lnTo>
                  <a:lnTo>
                    <a:pt x="1623597" y="919805"/>
                  </a:lnTo>
                  <a:lnTo>
                    <a:pt x="1581967" y="914976"/>
                  </a:lnTo>
                  <a:lnTo>
                    <a:pt x="1540336" y="910522"/>
                  </a:lnTo>
                  <a:lnTo>
                    <a:pt x="1498705" y="906455"/>
                  </a:lnTo>
                  <a:lnTo>
                    <a:pt x="1457075" y="902782"/>
                  </a:lnTo>
                  <a:lnTo>
                    <a:pt x="1415444" y="899511"/>
                  </a:lnTo>
                  <a:lnTo>
                    <a:pt x="1373813" y="896646"/>
                  </a:lnTo>
                  <a:lnTo>
                    <a:pt x="1332182" y="894192"/>
                  </a:lnTo>
                  <a:lnTo>
                    <a:pt x="1290552" y="892149"/>
                  </a:lnTo>
                  <a:lnTo>
                    <a:pt x="1248921" y="890518"/>
                  </a:lnTo>
                  <a:lnTo>
                    <a:pt x="1207290" y="889298"/>
                  </a:lnTo>
                  <a:lnTo>
                    <a:pt x="1165660" y="888484"/>
                  </a:lnTo>
                  <a:lnTo>
                    <a:pt x="1124029" y="888072"/>
                  </a:lnTo>
                  <a:lnTo>
                    <a:pt x="1082398" y="888054"/>
                  </a:lnTo>
                  <a:lnTo>
                    <a:pt x="1040767" y="888423"/>
                  </a:lnTo>
                  <a:lnTo>
                    <a:pt x="999137" y="889170"/>
                  </a:lnTo>
                  <a:lnTo>
                    <a:pt x="957506" y="890283"/>
                  </a:lnTo>
                  <a:lnTo>
                    <a:pt x="915875" y="891752"/>
                  </a:lnTo>
                  <a:lnTo>
                    <a:pt x="874245" y="893564"/>
                  </a:lnTo>
                  <a:lnTo>
                    <a:pt x="832614" y="895706"/>
                  </a:lnTo>
                  <a:lnTo>
                    <a:pt x="790983" y="898165"/>
                  </a:lnTo>
                  <a:lnTo>
                    <a:pt x="749352" y="900929"/>
                  </a:lnTo>
                  <a:lnTo>
                    <a:pt x="707722" y="903982"/>
                  </a:lnTo>
                  <a:lnTo>
                    <a:pt x="666091" y="907312"/>
                  </a:lnTo>
                  <a:lnTo>
                    <a:pt x="624460" y="910904"/>
                  </a:lnTo>
                  <a:lnTo>
                    <a:pt x="582830" y="914747"/>
                  </a:lnTo>
                  <a:lnTo>
                    <a:pt x="541199" y="918825"/>
                  </a:lnTo>
                  <a:lnTo>
                    <a:pt x="499568" y="923127"/>
                  </a:lnTo>
                  <a:lnTo>
                    <a:pt x="457937" y="927640"/>
                  </a:lnTo>
                  <a:lnTo>
                    <a:pt x="416307" y="932352"/>
                  </a:lnTo>
                  <a:lnTo>
                    <a:pt x="374676" y="937251"/>
                  </a:lnTo>
                  <a:lnTo>
                    <a:pt x="333045" y="942327"/>
                  </a:lnTo>
                  <a:lnTo>
                    <a:pt x="291415" y="947568"/>
                  </a:lnTo>
                  <a:lnTo>
                    <a:pt x="249784" y="952965"/>
                  </a:lnTo>
                  <a:lnTo>
                    <a:pt x="208153" y="958507"/>
                  </a:lnTo>
                  <a:lnTo>
                    <a:pt x="166522" y="964186"/>
                  </a:lnTo>
                  <a:lnTo>
                    <a:pt x="124892" y="969992"/>
                  </a:lnTo>
                  <a:lnTo>
                    <a:pt x="83261" y="975917"/>
                  </a:lnTo>
                  <a:lnTo>
                    <a:pt x="41630" y="981953"/>
                  </a:lnTo>
                  <a:lnTo>
                    <a:pt x="0" y="988093"/>
                  </a:lnTo>
                  <a:close/>
                </a:path>
              </a:pathLst>
            </a:custGeom>
            <a:solidFill>
              <a:srgbClr val="FE691E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1255238" y="3400597"/>
              <a:ext cx="3288826" cy="245312"/>
            </a:xfrm>
            <a:custGeom>
              <a:avLst/>
              <a:pathLst>
                <a:path w="3288826" h="245312">
                  <a:moveTo>
                    <a:pt x="0" y="0"/>
                  </a:moveTo>
                  <a:lnTo>
                    <a:pt x="41630" y="10438"/>
                  </a:lnTo>
                  <a:lnTo>
                    <a:pt x="83261" y="20802"/>
                  </a:lnTo>
                  <a:lnTo>
                    <a:pt x="124892" y="31081"/>
                  </a:lnTo>
                  <a:lnTo>
                    <a:pt x="166522" y="41267"/>
                  </a:lnTo>
                  <a:lnTo>
                    <a:pt x="208153" y="51351"/>
                  </a:lnTo>
                  <a:lnTo>
                    <a:pt x="249784" y="61322"/>
                  </a:lnTo>
                  <a:lnTo>
                    <a:pt x="291415" y="71169"/>
                  </a:lnTo>
                  <a:lnTo>
                    <a:pt x="333045" y="80883"/>
                  </a:lnTo>
                  <a:lnTo>
                    <a:pt x="374676" y="90450"/>
                  </a:lnTo>
                  <a:lnTo>
                    <a:pt x="416307" y="99860"/>
                  </a:lnTo>
                  <a:lnTo>
                    <a:pt x="457937" y="109099"/>
                  </a:lnTo>
                  <a:lnTo>
                    <a:pt x="499568" y="118155"/>
                  </a:lnTo>
                  <a:lnTo>
                    <a:pt x="541199" y="127014"/>
                  </a:lnTo>
                  <a:lnTo>
                    <a:pt x="582830" y="135663"/>
                  </a:lnTo>
                  <a:lnTo>
                    <a:pt x="624460" y="144087"/>
                  </a:lnTo>
                  <a:lnTo>
                    <a:pt x="666091" y="152272"/>
                  </a:lnTo>
                  <a:lnTo>
                    <a:pt x="707722" y="160203"/>
                  </a:lnTo>
                  <a:lnTo>
                    <a:pt x="749352" y="167864"/>
                  </a:lnTo>
                  <a:lnTo>
                    <a:pt x="790983" y="175242"/>
                  </a:lnTo>
                  <a:lnTo>
                    <a:pt x="832614" y="182320"/>
                  </a:lnTo>
                  <a:lnTo>
                    <a:pt x="874245" y="189085"/>
                  </a:lnTo>
                  <a:lnTo>
                    <a:pt x="915875" y="195520"/>
                  </a:lnTo>
                  <a:lnTo>
                    <a:pt x="957506" y="201613"/>
                  </a:lnTo>
                  <a:lnTo>
                    <a:pt x="999137" y="207348"/>
                  </a:lnTo>
                  <a:lnTo>
                    <a:pt x="1040767" y="212715"/>
                  </a:lnTo>
                  <a:lnTo>
                    <a:pt x="1082398" y="217699"/>
                  </a:lnTo>
                  <a:lnTo>
                    <a:pt x="1124029" y="222292"/>
                  </a:lnTo>
                  <a:lnTo>
                    <a:pt x="1165660" y="226483"/>
                  </a:lnTo>
                  <a:lnTo>
                    <a:pt x="1207290" y="230263"/>
                  </a:lnTo>
                  <a:lnTo>
                    <a:pt x="1248921" y="233627"/>
                  </a:lnTo>
                  <a:lnTo>
                    <a:pt x="1290552" y="236569"/>
                  </a:lnTo>
                  <a:lnTo>
                    <a:pt x="1332182" y="239087"/>
                  </a:lnTo>
                  <a:lnTo>
                    <a:pt x="1373813" y="241178"/>
                  </a:lnTo>
                  <a:lnTo>
                    <a:pt x="1415444" y="242843"/>
                  </a:lnTo>
                  <a:lnTo>
                    <a:pt x="1457075" y="244084"/>
                  </a:lnTo>
                  <a:lnTo>
                    <a:pt x="1498705" y="244906"/>
                  </a:lnTo>
                  <a:lnTo>
                    <a:pt x="1540336" y="245312"/>
                  </a:lnTo>
                  <a:lnTo>
                    <a:pt x="1581967" y="245312"/>
                  </a:lnTo>
                  <a:lnTo>
                    <a:pt x="1623597" y="244912"/>
                  </a:lnTo>
                  <a:lnTo>
                    <a:pt x="1665228" y="244124"/>
                  </a:lnTo>
                  <a:lnTo>
                    <a:pt x="1706859" y="242956"/>
                  </a:lnTo>
                  <a:lnTo>
                    <a:pt x="1748490" y="241423"/>
                  </a:lnTo>
                  <a:lnTo>
                    <a:pt x="1790120" y="239534"/>
                  </a:lnTo>
                  <a:lnTo>
                    <a:pt x="1831751" y="237305"/>
                  </a:lnTo>
                  <a:lnTo>
                    <a:pt x="1873382" y="234748"/>
                  </a:lnTo>
                  <a:lnTo>
                    <a:pt x="1915013" y="231876"/>
                  </a:lnTo>
                  <a:lnTo>
                    <a:pt x="1956643" y="228705"/>
                  </a:lnTo>
                  <a:lnTo>
                    <a:pt x="1998274" y="225247"/>
                  </a:lnTo>
                  <a:lnTo>
                    <a:pt x="2039905" y="221516"/>
                  </a:lnTo>
                  <a:lnTo>
                    <a:pt x="2081535" y="217526"/>
                  </a:lnTo>
                  <a:lnTo>
                    <a:pt x="2123166" y="213290"/>
                  </a:lnTo>
                  <a:lnTo>
                    <a:pt x="2164797" y="208822"/>
                  </a:lnTo>
                  <a:lnTo>
                    <a:pt x="2206428" y="204133"/>
                  </a:lnTo>
                  <a:lnTo>
                    <a:pt x="2248058" y="199236"/>
                  </a:lnTo>
                  <a:lnTo>
                    <a:pt x="2289689" y="194143"/>
                  </a:lnTo>
                  <a:lnTo>
                    <a:pt x="2331320" y="188865"/>
                  </a:lnTo>
                  <a:lnTo>
                    <a:pt x="2372950" y="183413"/>
                  </a:lnTo>
                  <a:lnTo>
                    <a:pt x="2414581" y="177796"/>
                  </a:lnTo>
                  <a:lnTo>
                    <a:pt x="2456212" y="172026"/>
                  </a:lnTo>
                  <a:lnTo>
                    <a:pt x="2497843" y="166110"/>
                  </a:lnTo>
                  <a:lnTo>
                    <a:pt x="2539473" y="160059"/>
                  </a:lnTo>
                  <a:lnTo>
                    <a:pt x="2581104" y="153881"/>
                  </a:lnTo>
                  <a:lnTo>
                    <a:pt x="2622735" y="147583"/>
                  </a:lnTo>
                  <a:lnTo>
                    <a:pt x="2664365" y="141174"/>
                  </a:lnTo>
                  <a:lnTo>
                    <a:pt x="2705996" y="134660"/>
                  </a:lnTo>
                  <a:lnTo>
                    <a:pt x="2747627" y="128048"/>
                  </a:lnTo>
                  <a:lnTo>
                    <a:pt x="2789258" y="121346"/>
                  </a:lnTo>
                  <a:lnTo>
                    <a:pt x="2830888" y="114559"/>
                  </a:lnTo>
                  <a:lnTo>
                    <a:pt x="2872519" y="107692"/>
                  </a:lnTo>
                  <a:lnTo>
                    <a:pt x="2914150" y="100752"/>
                  </a:lnTo>
                  <a:lnTo>
                    <a:pt x="2955780" y="93743"/>
                  </a:lnTo>
                  <a:lnTo>
                    <a:pt x="2997411" y="86671"/>
                  </a:lnTo>
                  <a:lnTo>
                    <a:pt x="3039042" y="79540"/>
                  </a:lnTo>
                  <a:lnTo>
                    <a:pt x="3080673" y="72355"/>
                  </a:lnTo>
                  <a:lnTo>
                    <a:pt x="3122303" y="65120"/>
                  </a:lnTo>
                  <a:lnTo>
                    <a:pt x="3163934" y="57839"/>
                  </a:lnTo>
                  <a:lnTo>
                    <a:pt x="3205565" y="50515"/>
                  </a:lnTo>
                  <a:lnTo>
                    <a:pt x="3247195" y="43153"/>
                  </a:lnTo>
                  <a:lnTo>
                    <a:pt x="3288826" y="3575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1255238" y="4288652"/>
              <a:ext cx="3288826" cy="385972"/>
            </a:xfrm>
            <a:custGeom>
              <a:avLst/>
              <a:pathLst>
                <a:path w="3288826" h="385972">
                  <a:moveTo>
                    <a:pt x="3288826" y="385972"/>
                  </a:moveTo>
                  <a:lnTo>
                    <a:pt x="3247195" y="375949"/>
                  </a:lnTo>
                  <a:lnTo>
                    <a:pt x="3205565" y="365902"/>
                  </a:lnTo>
                  <a:lnTo>
                    <a:pt x="3163934" y="355835"/>
                  </a:lnTo>
                  <a:lnTo>
                    <a:pt x="3122303" y="345752"/>
                  </a:lnTo>
                  <a:lnTo>
                    <a:pt x="3080673" y="335656"/>
                  </a:lnTo>
                  <a:lnTo>
                    <a:pt x="3039042" y="325553"/>
                  </a:lnTo>
                  <a:lnTo>
                    <a:pt x="2997411" y="315447"/>
                  </a:lnTo>
                  <a:lnTo>
                    <a:pt x="2955780" y="305342"/>
                  </a:lnTo>
                  <a:lnTo>
                    <a:pt x="2914150" y="295245"/>
                  </a:lnTo>
                  <a:lnTo>
                    <a:pt x="2872519" y="285161"/>
                  </a:lnTo>
                  <a:lnTo>
                    <a:pt x="2830888" y="275095"/>
                  </a:lnTo>
                  <a:lnTo>
                    <a:pt x="2789258" y="265053"/>
                  </a:lnTo>
                  <a:lnTo>
                    <a:pt x="2747627" y="255043"/>
                  </a:lnTo>
                  <a:lnTo>
                    <a:pt x="2705996" y="245071"/>
                  </a:lnTo>
                  <a:lnTo>
                    <a:pt x="2664365" y="235144"/>
                  </a:lnTo>
                  <a:lnTo>
                    <a:pt x="2622735" y="225270"/>
                  </a:lnTo>
                  <a:lnTo>
                    <a:pt x="2581104" y="215456"/>
                  </a:lnTo>
                  <a:lnTo>
                    <a:pt x="2539473" y="205712"/>
                  </a:lnTo>
                  <a:lnTo>
                    <a:pt x="2497843" y="196046"/>
                  </a:lnTo>
                  <a:lnTo>
                    <a:pt x="2456212" y="186467"/>
                  </a:lnTo>
                  <a:lnTo>
                    <a:pt x="2414581" y="176986"/>
                  </a:lnTo>
                  <a:lnTo>
                    <a:pt x="2372950" y="167612"/>
                  </a:lnTo>
                  <a:lnTo>
                    <a:pt x="2331320" y="158357"/>
                  </a:lnTo>
                  <a:lnTo>
                    <a:pt x="2289689" y="149232"/>
                  </a:lnTo>
                  <a:lnTo>
                    <a:pt x="2248058" y="140248"/>
                  </a:lnTo>
                  <a:lnTo>
                    <a:pt x="2206428" y="131418"/>
                  </a:lnTo>
                  <a:lnTo>
                    <a:pt x="2164797" y="122754"/>
                  </a:lnTo>
                  <a:lnTo>
                    <a:pt x="2123166" y="114271"/>
                  </a:lnTo>
                  <a:lnTo>
                    <a:pt x="2081535" y="105981"/>
                  </a:lnTo>
                  <a:lnTo>
                    <a:pt x="2039905" y="97899"/>
                  </a:lnTo>
                  <a:lnTo>
                    <a:pt x="1998274" y="90039"/>
                  </a:lnTo>
                  <a:lnTo>
                    <a:pt x="1956643" y="82415"/>
                  </a:lnTo>
                  <a:lnTo>
                    <a:pt x="1915013" y="75044"/>
                  </a:lnTo>
                  <a:lnTo>
                    <a:pt x="1873382" y="67940"/>
                  </a:lnTo>
                  <a:lnTo>
                    <a:pt x="1831751" y="61118"/>
                  </a:lnTo>
                  <a:lnTo>
                    <a:pt x="1790120" y="54593"/>
                  </a:lnTo>
                  <a:lnTo>
                    <a:pt x="1748490" y="48379"/>
                  </a:lnTo>
                  <a:lnTo>
                    <a:pt x="1706859" y="42492"/>
                  </a:lnTo>
                  <a:lnTo>
                    <a:pt x="1665228" y="36945"/>
                  </a:lnTo>
                  <a:lnTo>
                    <a:pt x="1623597" y="31750"/>
                  </a:lnTo>
                  <a:lnTo>
                    <a:pt x="1581967" y="26921"/>
                  </a:lnTo>
                  <a:lnTo>
                    <a:pt x="1540336" y="22468"/>
                  </a:lnTo>
                  <a:lnTo>
                    <a:pt x="1498705" y="18401"/>
                  </a:lnTo>
                  <a:lnTo>
                    <a:pt x="1457075" y="14728"/>
                  </a:lnTo>
                  <a:lnTo>
                    <a:pt x="1415444" y="11456"/>
                  </a:lnTo>
                  <a:lnTo>
                    <a:pt x="1373813" y="8591"/>
                  </a:lnTo>
                  <a:lnTo>
                    <a:pt x="1332182" y="6137"/>
                  </a:lnTo>
                  <a:lnTo>
                    <a:pt x="1290552" y="4094"/>
                  </a:lnTo>
                  <a:lnTo>
                    <a:pt x="1248921" y="2464"/>
                  </a:lnTo>
                  <a:lnTo>
                    <a:pt x="1207290" y="1243"/>
                  </a:lnTo>
                  <a:lnTo>
                    <a:pt x="1165660" y="429"/>
                  </a:lnTo>
                  <a:lnTo>
                    <a:pt x="1124029" y="17"/>
                  </a:lnTo>
                  <a:lnTo>
                    <a:pt x="1082398" y="0"/>
                  </a:lnTo>
                  <a:lnTo>
                    <a:pt x="1040767" y="369"/>
                  </a:lnTo>
                  <a:lnTo>
                    <a:pt x="999137" y="1115"/>
                  </a:lnTo>
                  <a:lnTo>
                    <a:pt x="957506" y="2228"/>
                  </a:lnTo>
                  <a:lnTo>
                    <a:pt x="915875" y="3697"/>
                  </a:lnTo>
                  <a:lnTo>
                    <a:pt x="874245" y="5509"/>
                  </a:lnTo>
                  <a:lnTo>
                    <a:pt x="832614" y="7651"/>
                  </a:lnTo>
                  <a:lnTo>
                    <a:pt x="790983" y="10111"/>
                  </a:lnTo>
                  <a:lnTo>
                    <a:pt x="749352" y="12874"/>
                  </a:lnTo>
                  <a:lnTo>
                    <a:pt x="707722" y="15927"/>
                  </a:lnTo>
                  <a:lnTo>
                    <a:pt x="666091" y="19257"/>
                  </a:lnTo>
                  <a:lnTo>
                    <a:pt x="624460" y="22850"/>
                  </a:lnTo>
                  <a:lnTo>
                    <a:pt x="582830" y="26692"/>
                  </a:lnTo>
                  <a:lnTo>
                    <a:pt x="541199" y="30770"/>
                  </a:lnTo>
                  <a:lnTo>
                    <a:pt x="499568" y="35072"/>
                  </a:lnTo>
                  <a:lnTo>
                    <a:pt x="457937" y="39585"/>
                  </a:lnTo>
                  <a:lnTo>
                    <a:pt x="416307" y="44297"/>
                  </a:lnTo>
                  <a:lnTo>
                    <a:pt x="374676" y="49197"/>
                  </a:lnTo>
                  <a:lnTo>
                    <a:pt x="333045" y="54272"/>
                  </a:lnTo>
                  <a:lnTo>
                    <a:pt x="291415" y="59514"/>
                  </a:lnTo>
                  <a:lnTo>
                    <a:pt x="249784" y="64910"/>
                  </a:lnTo>
                  <a:lnTo>
                    <a:pt x="208153" y="70452"/>
                  </a:lnTo>
                  <a:lnTo>
                    <a:pt x="166522" y="76131"/>
                  </a:lnTo>
                  <a:lnTo>
                    <a:pt x="124892" y="81937"/>
                  </a:lnTo>
                  <a:lnTo>
                    <a:pt x="83261" y="87862"/>
                  </a:lnTo>
                  <a:lnTo>
                    <a:pt x="41630" y="93898"/>
                  </a:lnTo>
                  <a:lnTo>
                    <a:pt x="0" y="10003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12" name="pl412"/>
            <p:cNvSpPr/>
            <p:nvPr/>
          </p:nvSpPr>
          <p:spPr>
            <a:xfrm>
              <a:off x="1255238" y="3894037"/>
              <a:ext cx="3288826" cy="186754"/>
            </a:xfrm>
            <a:custGeom>
              <a:avLst/>
              <a:pathLst>
                <a:path w="3288826" h="186754">
                  <a:moveTo>
                    <a:pt x="0" y="0"/>
                  </a:moveTo>
                  <a:lnTo>
                    <a:pt x="41630" y="2372"/>
                  </a:lnTo>
                  <a:lnTo>
                    <a:pt x="83261" y="4745"/>
                  </a:lnTo>
                  <a:lnTo>
                    <a:pt x="124892" y="7118"/>
                  </a:lnTo>
                  <a:lnTo>
                    <a:pt x="166522" y="9491"/>
                  </a:lnTo>
                  <a:lnTo>
                    <a:pt x="208153" y="11864"/>
                  </a:lnTo>
                  <a:lnTo>
                    <a:pt x="249784" y="14237"/>
                  </a:lnTo>
                  <a:lnTo>
                    <a:pt x="291415" y="16610"/>
                  </a:lnTo>
                  <a:lnTo>
                    <a:pt x="333045" y="18983"/>
                  </a:lnTo>
                  <a:lnTo>
                    <a:pt x="374676" y="21356"/>
                  </a:lnTo>
                  <a:lnTo>
                    <a:pt x="416307" y="23729"/>
                  </a:lnTo>
                  <a:lnTo>
                    <a:pt x="457937" y="26101"/>
                  </a:lnTo>
                  <a:lnTo>
                    <a:pt x="499568" y="28474"/>
                  </a:lnTo>
                  <a:lnTo>
                    <a:pt x="541199" y="30846"/>
                  </a:lnTo>
                  <a:lnTo>
                    <a:pt x="582830" y="33219"/>
                  </a:lnTo>
                  <a:lnTo>
                    <a:pt x="624460" y="35591"/>
                  </a:lnTo>
                  <a:lnTo>
                    <a:pt x="666091" y="37963"/>
                  </a:lnTo>
                  <a:lnTo>
                    <a:pt x="707722" y="40335"/>
                  </a:lnTo>
                  <a:lnTo>
                    <a:pt x="749352" y="42707"/>
                  </a:lnTo>
                  <a:lnTo>
                    <a:pt x="790983" y="45079"/>
                  </a:lnTo>
                  <a:lnTo>
                    <a:pt x="832614" y="47451"/>
                  </a:lnTo>
                  <a:lnTo>
                    <a:pt x="874245" y="49822"/>
                  </a:lnTo>
                  <a:lnTo>
                    <a:pt x="915875" y="52193"/>
                  </a:lnTo>
                  <a:lnTo>
                    <a:pt x="957506" y="54564"/>
                  </a:lnTo>
                  <a:lnTo>
                    <a:pt x="999137" y="56935"/>
                  </a:lnTo>
                  <a:lnTo>
                    <a:pt x="1040767" y="59306"/>
                  </a:lnTo>
                  <a:lnTo>
                    <a:pt x="1082398" y="61677"/>
                  </a:lnTo>
                  <a:lnTo>
                    <a:pt x="1124029" y="64047"/>
                  </a:lnTo>
                  <a:lnTo>
                    <a:pt x="1165660" y="66417"/>
                  </a:lnTo>
                  <a:lnTo>
                    <a:pt x="1207290" y="68787"/>
                  </a:lnTo>
                  <a:lnTo>
                    <a:pt x="1248921" y="71156"/>
                  </a:lnTo>
                  <a:lnTo>
                    <a:pt x="1290552" y="73525"/>
                  </a:lnTo>
                  <a:lnTo>
                    <a:pt x="1332182" y="75894"/>
                  </a:lnTo>
                  <a:lnTo>
                    <a:pt x="1373813" y="78263"/>
                  </a:lnTo>
                  <a:lnTo>
                    <a:pt x="1415444" y="80632"/>
                  </a:lnTo>
                  <a:lnTo>
                    <a:pt x="1457075" y="83000"/>
                  </a:lnTo>
                  <a:lnTo>
                    <a:pt x="1498705" y="85367"/>
                  </a:lnTo>
                  <a:lnTo>
                    <a:pt x="1540336" y="87735"/>
                  </a:lnTo>
                  <a:lnTo>
                    <a:pt x="1581967" y="90102"/>
                  </a:lnTo>
                  <a:lnTo>
                    <a:pt x="1623597" y="92469"/>
                  </a:lnTo>
                  <a:lnTo>
                    <a:pt x="1665228" y="94835"/>
                  </a:lnTo>
                  <a:lnTo>
                    <a:pt x="1706859" y="97202"/>
                  </a:lnTo>
                  <a:lnTo>
                    <a:pt x="1748490" y="99567"/>
                  </a:lnTo>
                  <a:lnTo>
                    <a:pt x="1790120" y="101933"/>
                  </a:lnTo>
                  <a:lnTo>
                    <a:pt x="1831751" y="104298"/>
                  </a:lnTo>
                  <a:lnTo>
                    <a:pt x="1873382" y="106662"/>
                  </a:lnTo>
                  <a:lnTo>
                    <a:pt x="1915013" y="109026"/>
                  </a:lnTo>
                  <a:lnTo>
                    <a:pt x="1956643" y="111390"/>
                  </a:lnTo>
                  <a:lnTo>
                    <a:pt x="1998274" y="113753"/>
                  </a:lnTo>
                  <a:lnTo>
                    <a:pt x="2039905" y="116116"/>
                  </a:lnTo>
                  <a:lnTo>
                    <a:pt x="2081535" y="118479"/>
                  </a:lnTo>
                  <a:lnTo>
                    <a:pt x="2123166" y="120841"/>
                  </a:lnTo>
                  <a:lnTo>
                    <a:pt x="2164797" y="123202"/>
                  </a:lnTo>
                  <a:lnTo>
                    <a:pt x="2206428" y="125563"/>
                  </a:lnTo>
                  <a:lnTo>
                    <a:pt x="2248058" y="127924"/>
                  </a:lnTo>
                  <a:lnTo>
                    <a:pt x="2289689" y="130284"/>
                  </a:lnTo>
                  <a:lnTo>
                    <a:pt x="2331320" y="132644"/>
                  </a:lnTo>
                  <a:lnTo>
                    <a:pt x="2372950" y="135003"/>
                  </a:lnTo>
                  <a:lnTo>
                    <a:pt x="2414581" y="137361"/>
                  </a:lnTo>
                  <a:lnTo>
                    <a:pt x="2456212" y="139719"/>
                  </a:lnTo>
                  <a:lnTo>
                    <a:pt x="2497843" y="142077"/>
                  </a:lnTo>
                  <a:lnTo>
                    <a:pt x="2539473" y="144434"/>
                  </a:lnTo>
                  <a:lnTo>
                    <a:pt x="2581104" y="146790"/>
                  </a:lnTo>
                  <a:lnTo>
                    <a:pt x="2622735" y="149146"/>
                  </a:lnTo>
                  <a:lnTo>
                    <a:pt x="2664365" y="151501"/>
                  </a:lnTo>
                  <a:lnTo>
                    <a:pt x="2705996" y="153856"/>
                  </a:lnTo>
                  <a:lnTo>
                    <a:pt x="2747627" y="156210"/>
                  </a:lnTo>
                  <a:lnTo>
                    <a:pt x="2789258" y="158563"/>
                  </a:lnTo>
                  <a:lnTo>
                    <a:pt x="2830888" y="160916"/>
                  </a:lnTo>
                  <a:lnTo>
                    <a:pt x="2872519" y="163268"/>
                  </a:lnTo>
                  <a:lnTo>
                    <a:pt x="2914150" y="165620"/>
                  </a:lnTo>
                  <a:lnTo>
                    <a:pt x="2955780" y="167971"/>
                  </a:lnTo>
                  <a:lnTo>
                    <a:pt x="2997411" y="170321"/>
                  </a:lnTo>
                  <a:lnTo>
                    <a:pt x="3039042" y="172670"/>
                  </a:lnTo>
                  <a:lnTo>
                    <a:pt x="3080673" y="175019"/>
                  </a:lnTo>
                  <a:lnTo>
                    <a:pt x="3122303" y="177368"/>
                  </a:lnTo>
                  <a:lnTo>
                    <a:pt x="3163934" y="179715"/>
                  </a:lnTo>
                  <a:lnTo>
                    <a:pt x="3205565" y="182062"/>
                  </a:lnTo>
                  <a:lnTo>
                    <a:pt x="3247195" y="184408"/>
                  </a:lnTo>
                  <a:lnTo>
                    <a:pt x="3288826" y="186754"/>
                  </a:lnTo>
                </a:path>
              </a:pathLst>
            </a:custGeom>
            <a:ln w="27101" cap="flat">
              <a:solidFill>
                <a:srgbClr val="FE69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1579279" y="2872500"/>
              <a:ext cx="3951236" cy="1399648"/>
            </a:xfrm>
            <a:custGeom>
              <a:avLst/>
              <a:pathLst>
                <a:path w="3951236" h="1399648">
                  <a:moveTo>
                    <a:pt x="0" y="0"/>
                  </a:moveTo>
                  <a:lnTo>
                    <a:pt x="50015" y="9415"/>
                  </a:lnTo>
                  <a:lnTo>
                    <a:pt x="100031" y="18894"/>
                  </a:lnTo>
                  <a:lnTo>
                    <a:pt x="150046" y="28432"/>
                  </a:lnTo>
                  <a:lnTo>
                    <a:pt x="200062" y="38028"/>
                  </a:lnTo>
                  <a:lnTo>
                    <a:pt x="250078" y="47676"/>
                  </a:lnTo>
                  <a:lnTo>
                    <a:pt x="300093" y="57372"/>
                  </a:lnTo>
                  <a:lnTo>
                    <a:pt x="350109" y="67113"/>
                  </a:lnTo>
                  <a:lnTo>
                    <a:pt x="400125" y="76893"/>
                  </a:lnTo>
                  <a:lnTo>
                    <a:pt x="450140" y="86707"/>
                  </a:lnTo>
                  <a:lnTo>
                    <a:pt x="500156" y="96550"/>
                  </a:lnTo>
                  <a:lnTo>
                    <a:pt x="550172" y="106416"/>
                  </a:lnTo>
                  <a:lnTo>
                    <a:pt x="600187" y="116299"/>
                  </a:lnTo>
                  <a:lnTo>
                    <a:pt x="650203" y="126193"/>
                  </a:lnTo>
                  <a:lnTo>
                    <a:pt x="700219" y="136090"/>
                  </a:lnTo>
                  <a:lnTo>
                    <a:pt x="750234" y="145984"/>
                  </a:lnTo>
                  <a:lnTo>
                    <a:pt x="800250" y="155867"/>
                  </a:lnTo>
                  <a:lnTo>
                    <a:pt x="850266" y="165730"/>
                  </a:lnTo>
                  <a:lnTo>
                    <a:pt x="900281" y="175565"/>
                  </a:lnTo>
                  <a:lnTo>
                    <a:pt x="950297" y="185363"/>
                  </a:lnTo>
                  <a:lnTo>
                    <a:pt x="1000313" y="195115"/>
                  </a:lnTo>
                  <a:lnTo>
                    <a:pt x="1050328" y="204810"/>
                  </a:lnTo>
                  <a:lnTo>
                    <a:pt x="1100344" y="214439"/>
                  </a:lnTo>
                  <a:lnTo>
                    <a:pt x="1150359" y="223989"/>
                  </a:lnTo>
                  <a:lnTo>
                    <a:pt x="1200375" y="233450"/>
                  </a:lnTo>
                  <a:lnTo>
                    <a:pt x="1250391" y="242811"/>
                  </a:lnTo>
                  <a:lnTo>
                    <a:pt x="1300406" y="252058"/>
                  </a:lnTo>
                  <a:lnTo>
                    <a:pt x="1350422" y="261179"/>
                  </a:lnTo>
                  <a:lnTo>
                    <a:pt x="1400438" y="270161"/>
                  </a:lnTo>
                  <a:lnTo>
                    <a:pt x="1450453" y="278991"/>
                  </a:lnTo>
                  <a:lnTo>
                    <a:pt x="1500469" y="287655"/>
                  </a:lnTo>
                  <a:lnTo>
                    <a:pt x="1550485" y="296140"/>
                  </a:lnTo>
                  <a:lnTo>
                    <a:pt x="1600500" y="304431"/>
                  </a:lnTo>
                  <a:lnTo>
                    <a:pt x="1650516" y="312515"/>
                  </a:lnTo>
                  <a:lnTo>
                    <a:pt x="1700532" y="320378"/>
                  </a:lnTo>
                  <a:lnTo>
                    <a:pt x="1750547" y="328007"/>
                  </a:lnTo>
                  <a:lnTo>
                    <a:pt x="1800563" y="335388"/>
                  </a:lnTo>
                  <a:lnTo>
                    <a:pt x="1850579" y="342508"/>
                  </a:lnTo>
                  <a:lnTo>
                    <a:pt x="1900594" y="349356"/>
                  </a:lnTo>
                  <a:lnTo>
                    <a:pt x="1950610" y="355920"/>
                  </a:lnTo>
                  <a:lnTo>
                    <a:pt x="2000626" y="362190"/>
                  </a:lnTo>
                  <a:lnTo>
                    <a:pt x="2050641" y="368155"/>
                  </a:lnTo>
                  <a:lnTo>
                    <a:pt x="2100657" y="373808"/>
                  </a:lnTo>
                  <a:lnTo>
                    <a:pt x="2150672" y="379141"/>
                  </a:lnTo>
                  <a:lnTo>
                    <a:pt x="2200688" y="384148"/>
                  </a:lnTo>
                  <a:lnTo>
                    <a:pt x="2250704" y="388826"/>
                  </a:lnTo>
                  <a:lnTo>
                    <a:pt x="2300719" y="393170"/>
                  </a:lnTo>
                  <a:lnTo>
                    <a:pt x="2350735" y="397179"/>
                  </a:lnTo>
                  <a:lnTo>
                    <a:pt x="2400751" y="400852"/>
                  </a:lnTo>
                  <a:lnTo>
                    <a:pt x="2450766" y="404192"/>
                  </a:lnTo>
                  <a:lnTo>
                    <a:pt x="2500782" y="407201"/>
                  </a:lnTo>
                  <a:lnTo>
                    <a:pt x="2550798" y="409881"/>
                  </a:lnTo>
                  <a:lnTo>
                    <a:pt x="2600813" y="412239"/>
                  </a:lnTo>
                  <a:lnTo>
                    <a:pt x="2650829" y="414280"/>
                  </a:lnTo>
                  <a:lnTo>
                    <a:pt x="2700845" y="416011"/>
                  </a:lnTo>
                  <a:lnTo>
                    <a:pt x="2750860" y="417440"/>
                  </a:lnTo>
                  <a:lnTo>
                    <a:pt x="2800876" y="418576"/>
                  </a:lnTo>
                  <a:lnTo>
                    <a:pt x="2850892" y="419428"/>
                  </a:lnTo>
                  <a:lnTo>
                    <a:pt x="2900907" y="420005"/>
                  </a:lnTo>
                  <a:lnTo>
                    <a:pt x="2950923" y="420317"/>
                  </a:lnTo>
                  <a:lnTo>
                    <a:pt x="3000939" y="420375"/>
                  </a:lnTo>
                  <a:lnTo>
                    <a:pt x="3050954" y="420189"/>
                  </a:lnTo>
                  <a:lnTo>
                    <a:pt x="3100970" y="419769"/>
                  </a:lnTo>
                  <a:lnTo>
                    <a:pt x="3150986" y="419125"/>
                  </a:lnTo>
                  <a:lnTo>
                    <a:pt x="3201001" y="418268"/>
                  </a:lnTo>
                  <a:lnTo>
                    <a:pt x="3251017" y="417208"/>
                  </a:lnTo>
                  <a:lnTo>
                    <a:pt x="3301032" y="415955"/>
                  </a:lnTo>
                  <a:lnTo>
                    <a:pt x="3351048" y="414517"/>
                  </a:lnTo>
                  <a:lnTo>
                    <a:pt x="3401064" y="412905"/>
                  </a:lnTo>
                  <a:lnTo>
                    <a:pt x="3451079" y="411128"/>
                  </a:lnTo>
                  <a:lnTo>
                    <a:pt x="3501095" y="409194"/>
                  </a:lnTo>
                  <a:lnTo>
                    <a:pt x="3551111" y="407111"/>
                  </a:lnTo>
                  <a:lnTo>
                    <a:pt x="3601126" y="404888"/>
                  </a:lnTo>
                  <a:lnTo>
                    <a:pt x="3651142" y="402532"/>
                  </a:lnTo>
                  <a:lnTo>
                    <a:pt x="3701158" y="400050"/>
                  </a:lnTo>
                  <a:lnTo>
                    <a:pt x="3751173" y="397450"/>
                  </a:lnTo>
                  <a:lnTo>
                    <a:pt x="3801189" y="394738"/>
                  </a:lnTo>
                  <a:lnTo>
                    <a:pt x="3851205" y="391920"/>
                  </a:lnTo>
                  <a:lnTo>
                    <a:pt x="3901220" y="389003"/>
                  </a:lnTo>
                  <a:lnTo>
                    <a:pt x="3951236" y="385992"/>
                  </a:lnTo>
                  <a:lnTo>
                    <a:pt x="3951236" y="1399648"/>
                  </a:lnTo>
                  <a:lnTo>
                    <a:pt x="3901220" y="1386071"/>
                  </a:lnTo>
                  <a:lnTo>
                    <a:pt x="3851205" y="1372554"/>
                  </a:lnTo>
                  <a:lnTo>
                    <a:pt x="3801189" y="1359107"/>
                  </a:lnTo>
                  <a:lnTo>
                    <a:pt x="3751173" y="1345738"/>
                  </a:lnTo>
                  <a:lnTo>
                    <a:pt x="3701158" y="1332457"/>
                  </a:lnTo>
                  <a:lnTo>
                    <a:pt x="3651142" y="1319273"/>
                  </a:lnTo>
                  <a:lnTo>
                    <a:pt x="3601126" y="1306197"/>
                  </a:lnTo>
                  <a:lnTo>
                    <a:pt x="3551111" y="1293240"/>
                  </a:lnTo>
                  <a:lnTo>
                    <a:pt x="3501095" y="1280412"/>
                  </a:lnTo>
                  <a:lnTo>
                    <a:pt x="3451079" y="1267724"/>
                  </a:lnTo>
                  <a:lnTo>
                    <a:pt x="3401064" y="1255188"/>
                  </a:lnTo>
                  <a:lnTo>
                    <a:pt x="3351048" y="1242816"/>
                  </a:lnTo>
                  <a:lnTo>
                    <a:pt x="3301032" y="1230621"/>
                  </a:lnTo>
                  <a:lnTo>
                    <a:pt x="3251017" y="1218614"/>
                  </a:lnTo>
                  <a:lnTo>
                    <a:pt x="3201001" y="1206809"/>
                  </a:lnTo>
                  <a:lnTo>
                    <a:pt x="3150986" y="1195219"/>
                  </a:lnTo>
                  <a:lnTo>
                    <a:pt x="3100970" y="1183857"/>
                  </a:lnTo>
                  <a:lnTo>
                    <a:pt x="3050954" y="1172737"/>
                  </a:lnTo>
                  <a:lnTo>
                    <a:pt x="3000939" y="1161872"/>
                  </a:lnTo>
                  <a:lnTo>
                    <a:pt x="2950923" y="1151276"/>
                  </a:lnTo>
                  <a:lnTo>
                    <a:pt x="2900907" y="1140963"/>
                  </a:lnTo>
                  <a:lnTo>
                    <a:pt x="2850892" y="1130946"/>
                  </a:lnTo>
                  <a:lnTo>
                    <a:pt x="2800876" y="1121238"/>
                  </a:lnTo>
                  <a:lnTo>
                    <a:pt x="2750860" y="1111852"/>
                  </a:lnTo>
                  <a:lnTo>
                    <a:pt x="2700845" y="1102800"/>
                  </a:lnTo>
                  <a:lnTo>
                    <a:pt x="2650829" y="1094094"/>
                  </a:lnTo>
                  <a:lnTo>
                    <a:pt x="2600813" y="1085745"/>
                  </a:lnTo>
                  <a:lnTo>
                    <a:pt x="2550798" y="1077764"/>
                  </a:lnTo>
                  <a:lnTo>
                    <a:pt x="2500782" y="1070158"/>
                  </a:lnTo>
                  <a:lnTo>
                    <a:pt x="2450766" y="1062937"/>
                  </a:lnTo>
                  <a:lnTo>
                    <a:pt x="2400751" y="1056107"/>
                  </a:lnTo>
                  <a:lnTo>
                    <a:pt x="2350735" y="1049673"/>
                  </a:lnTo>
                  <a:lnTo>
                    <a:pt x="2300719" y="1043640"/>
                  </a:lnTo>
                  <a:lnTo>
                    <a:pt x="2250704" y="1038010"/>
                  </a:lnTo>
                  <a:lnTo>
                    <a:pt x="2200688" y="1032784"/>
                  </a:lnTo>
                  <a:lnTo>
                    <a:pt x="2150672" y="1027962"/>
                  </a:lnTo>
                  <a:lnTo>
                    <a:pt x="2100657" y="1023542"/>
                  </a:lnTo>
                  <a:lnTo>
                    <a:pt x="2050641" y="1019521"/>
                  </a:lnTo>
                  <a:lnTo>
                    <a:pt x="2000626" y="1015895"/>
                  </a:lnTo>
                  <a:lnTo>
                    <a:pt x="1950610" y="1012656"/>
                  </a:lnTo>
                  <a:lnTo>
                    <a:pt x="1900594" y="1009799"/>
                  </a:lnTo>
                  <a:lnTo>
                    <a:pt x="1850579" y="1007315"/>
                  </a:lnTo>
                  <a:lnTo>
                    <a:pt x="1800563" y="1005195"/>
                  </a:lnTo>
                  <a:lnTo>
                    <a:pt x="1750547" y="1003430"/>
                  </a:lnTo>
                  <a:lnTo>
                    <a:pt x="1700532" y="1002008"/>
                  </a:lnTo>
                  <a:lnTo>
                    <a:pt x="1650516" y="1000919"/>
                  </a:lnTo>
                  <a:lnTo>
                    <a:pt x="1600500" y="1000152"/>
                  </a:lnTo>
                  <a:lnTo>
                    <a:pt x="1550485" y="999694"/>
                  </a:lnTo>
                  <a:lnTo>
                    <a:pt x="1500469" y="999534"/>
                  </a:lnTo>
                  <a:lnTo>
                    <a:pt x="1450453" y="999660"/>
                  </a:lnTo>
                  <a:lnTo>
                    <a:pt x="1400438" y="1000059"/>
                  </a:lnTo>
                  <a:lnTo>
                    <a:pt x="1350422" y="1000721"/>
                  </a:lnTo>
                  <a:lnTo>
                    <a:pt x="1300406" y="1001633"/>
                  </a:lnTo>
                  <a:lnTo>
                    <a:pt x="1250391" y="1002785"/>
                  </a:lnTo>
                  <a:lnTo>
                    <a:pt x="1200375" y="1004164"/>
                  </a:lnTo>
                  <a:lnTo>
                    <a:pt x="1150359" y="1005761"/>
                  </a:lnTo>
                  <a:lnTo>
                    <a:pt x="1100344" y="1007564"/>
                  </a:lnTo>
                  <a:lnTo>
                    <a:pt x="1050328" y="1009565"/>
                  </a:lnTo>
                  <a:lnTo>
                    <a:pt x="1000313" y="1011752"/>
                  </a:lnTo>
                  <a:lnTo>
                    <a:pt x="950297" y="1014118"/>
                  </a:lnTo>
                  <a:lnTo>
                    <a:pt x="900281" y="1016652"/>
                  </a:lnTo>
                  <a:lnTo>
                    <a:pt x="850266" y="1019347"/>
                  </a:lnTo>
                  <a:lnTo>
                    <a:pt x="800250" y="1022195"/>
                  </a:lnTo>
                  <a:lnTo>
                    <a:pt x="750234" y="1025187"/>
                  </a:lnTo>
                  <a:lnTo>
                    <a:pt x="700219" y="1028317"/>
                  </a:lnTo>
                  <a:lnTo>
                    <a:pt x="650203" y="1031578"/>
                  </a:lnTo>
                  <a:lnTo>
                    <a:pt x="600187" y="1034963"/>
                  </a:lnTo>
                  <a:lnTo>
                    <a:pt x="550172" y="1038465"/>
                  </a:lnTo>
                  <a:lnTo>
                    <a:pt x="500156" y="1042079"/>
                  </a:lnTo>
                  <a:lnTo>
                    <a:pt x="450140" y="1045800"/>
                  </a:lnTo>
                  <a:lnTo>
                    <a:pt x="400125" y="1049622"/>
                  </a:lnTo>
                  <a:lnTo>
                    <a:pt x="350109" y="1053540"/>
                  </a:lnTo>
                  <a:lnTo>
                    <a:pt x="300093" y="1057549"/>
                  </a:lnTo>
                  <a:lnTo>
                    <a:pt x="250078" y="1061644"/>
                  </a:lnTo>
                  <a:lnTo>
                    <a:pt x="200062" y="1065822"/>
                  </a:lnTo>
                  <a:lnTo>
                    <a:pt x="150046" y="1070079"/>
                  </a:lnTo>
                  <a:lnTo>
                    <a:pt x="100031" y="1074410"/>
                  </a:lnTo>
                  <a:lnTo>
                    <a:pt x="50015" y="1078812"/>
                  </a:lnTo>
                  <a:lnTo>
                    <a:pt x="0" y="1083282"/>
                  </a:lnTo>
                  <a:close/>
                </a:path>
              </a:pathLst>
            </a:custGeom>
            <a:solidFill>
              <a:srgbClr val="FF1493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14" name="pl414"/>
            <p:cNvSpPr/>
            <p:nvPr/>
          </p:nvSpPr>
          <p:spPr>
            <a:xfrm>
              <a:off x="1579279" y="2872500"/>
              <a:ext cx="3951236" cy="420375"/>
            </a:xfrm>
            <a:custGeom>
              <a:avLst/>
              <a:pathLst>
                <a:path w="3951236" h="420375">
                  <a:moveTo>
                    <a:pt x="0" y="0"/>
                  </a:moveTo>
                  <a:lnTo>
                    <a:pt x="50015" y="9415"/>
                  </a:lnTo>
                  <a:lnTo>
                    <a:pt x="100031" y="18894"/>
                  </a:lnTo>
                  <a:lnTo>
                    <a:pt x="150046" y="28432"/>
                  </a:lnTo>
                  <a:lnTo>
                    <a:pt x="200062" y="38028"/>
                  </a:lnTo>
                  <a:lnTo>
                    <a:pt x="250078" y="47676"/>
                  </a:lnTo>
                  <a:lnTo>
                    <a:pt x="300093" y="57372"/>
                  </a:lnTo>
                  <a:lnTo>
                    <a:pt x="350109" y="67113"/>
                  </a:lnTo>
                  <a:lnTo>
                    <a:pt x="400125" y="76893"/>
                  </a:lnTo>
                  <a:lnTo>
                    <a:pt x="450140" y="86707"/>
                  </a:lnTo>
                  <a:lnTo>
                    <a:pt x="500156" y="96550"/>
                  </a:lnTo>
                  <a:lnTo>
                    <a:pt x="550172" y="106416"/>
                  </a:lnTo>
                  <a:lnTo>
                    <a:pt x="600187" y="116299"/>
                  </a:lnTo>
                  <a:lnTo>
                    <a:pt x="650203" y="126193"/>
                  </a:lnTo>
                  <a:lnTo>
                    <a:pt x="700219" y="136090"/>
                  </a:lnTo>
                  <a:lnTo>
                    <a:pt x="750234" y="145984"/>
                  </a:lnTo>
                  <a:lnTo>
                    <a:pt x="800250" y="155867"/>
                  </a:lnTo>
                  <a:lnTo>
                    <a:pt x="850266" y="165730"/>
                  </a:lnTo>
                  <a:lnTo>
                    <a:pt x="900281" y="175565"/>
                  </a:lnTo>
                  <a:lnTo>
                    <a:pt x="950297" y="185363"/>
                  </a:lnTo>
                  <a:lnTo>
                    <a:pt x="1000313" y="195115"/>
                  </a:lnTo>
                  <a:lnTo>
                    <a:pt x="1050328" y="204810"/>
                  </a:lnTo>
                  <a:lnTo>
                    <a:pt x="1100344" y="214439"/>
                  </a:lnTo>
                  <a:lnTo>
                    <a:pt x="1150359" y="223989"/>
                  </a:lnTo>
                  <a:lnTo>
                    <a:pt x="1200375" y="233450"/>
                  </a:lnTo>
                  <a:lnTo>
                    <a:pt x="1250391" y="242811"/>
                  </a:lnTo>
                  <a:lnTo>
                    <a:pt x="1300406" y="252058"/>
                  </a:lnTo>
                  <a:lnTo>
                    <a:pt x="1350422" y="261179"/>
                  </a:lnTo>
                  <a:lnTo>
                    <a:pt x="1400438" y="270161"/>
                  </a:lnTo>
                  <a:lnTo>
                    <a:pt x="1450453" y="278991"/>
                  </a:lnTo>
                  <a:lnTo>
                    <a:pt x="1500469" y="287655"/>
                  </a:lnTo>
                  <a:lnTo>
                    <a:pt x="1550485" y="296140"/>
                  </a:lnTo>
                  <a:lnTo>
                    <a:pt x="1600500" y="304431"/>
                  </a:lnTo>
                  <a:lnTo>
                    <a:pt x="1650516" y="312515"/>
                  </a:lnTo>
                  <a:lnTo>
                    <a:pt x="1700532" y="320378"/>
                  </a:lnTo>
                  <a:lnTo>
                    <a:pt x="1750547" y="328007"/>
                  </a:lnTo>
                  <a:lnTo>
                    <a:pt x="1800563" y="335388"/>
                  </a:lnTo>
                  <a:lnTo>
                    <a:pt x="1850579" y="342508"/>
                  </a:lnTo>
                  <a:lnTo>
                    <a:pt x="1900594" y="349356"/>
                  </a:lnTo>
                  <a:lnTo>
                    <a:pt x="1950610" y="355920"/>
                  </a:lnTo>
                  <a:lnTo>
                    <a:pt x="2000626" y="362190"/>
                  </a:lnTo>
                  <a:lnTo>
                    <a:pt x="2050641" y="368155"/>
                  </a:lnTo>
                  <a:lnTo>
                    <a:pt x="2100657" y="373808"/>
                  </a:lnTo>
                  <a:lnTo>
                    <a:pt x="2150672" y="379141"/>
                  </a:lnTo>
                  <a:lnTo>
                    <a:pt x="2200688" y="384148"/>
                  </a:lnTo>
                  <a:lnTo>
                    <a:pt x="2250704" y="388826"/>
                  </a:lnTo>
                  <a:lnTo>
                    <a:pt x="2300719" y="393170"/>
                  </a:lnTo>
                  <a:lnTo>
                    <a:pt x="2350735" y="397179"/>
                  </a:lnTo>
                  <a:lnTo>
                    <a:pt x="2400751" y="400852"/>
                  </a:lnTo>
                  <a:lnTo>
                    <a:pt x="2450766" y="404192"/>
                  </a:lnTo>
                  <a:lnTo>
                    <a:pt x="2500782" y="407201"/>
                  </a:lnTo>
                  <a:lnTo>
                    <a:pt x="2550798" y="409881"/>
                  </a:lnTo>
                  <a:lnTo>
                    <a:pt x="2600813" y="412239"/>
                  </a:lnTo>
                  <a:lnTo>
                    <a:pt x="2650829" y="414280"/>
                  </a:lnTo>
                  <a:lnTo>
                    <a:pt x="2700845" y="416011"/>
                  </a:lnTo>
                  <a:lnTo>
                    <a:pt x="2750860" y="417440"/>
                  </a:lnTo>
                  <a:lnTo>
                    <a:pt x="2800876" y="418576"/>
                  </a:lnTo>
                  <a:lnTo>
                    <a:pt x="2850892" y="419428"/>
                  </a:lnTo>
                  <a:lnTo>
                    <a:pt x="2900907" y="420005"/>
                  </a:lnTo>
                  <a:lnTo>
                    <a:pt x="2950923" y="420317"/>
                  </a:lnTo>
                  <a:lnTo>
                    <a:pt x="3000939" y="420375"/>
                  </a:lnTo>
                  <a:lnTo>
                    <a:pt x="3050954" y="420189"/>
                  </a:lnTo>
                  <a:lnTo>
                    <a:pt x="3100970" y="419769"/>
                  </a:lnTo>
                  <a:lnTo>
                    <a:pt x="3150986" y="419125"/>
                  </a:lnTo>
                  <a:lnTo>
                    <a:pt x="3201001" y="418268"/>
                  </a:lnTo>
                  <a:lnTo>
                    <a:pt x="3251017" y="417208"/>
                  </a:lnTo>
                  <a:lnTo>
                    <a:pt x="3301032" y="415955"/>
                  </a:lnTo>
                  <a:lnTo>
                    <a:pt x="3351048" y="414517"/>
                  </a:lnTo>
                  <a:lnTo>
                    <a:pt x="3401064" y="412905"/>
                  </a:lnTo>
                  <a:lnTo>
                    <a:pt x="3451079" y="411128"/>
                  </a:lnTo>
                  <a:lnTo>
                    <a:pt x="3501095" y="409194"/>
                  </a:lnTo>
                  <a:lnTo>
                    <a:pt x="3551111" y="407111"/>
                  </a:lnTo>
                  <a:lnTo>
                    <a:pt x="3601126" y="404888"/>
                  </a:lnTo>
                  <a:lnTo>
                    <a:pt x="3651142" y="402532"/>
                  </a:lnTo>
                  <a:lnTo>
                    <a:pt x="3701158" y="400050"/>
                  </a:lnTo>
                  <a:lnTo>
                    <a:pt x="3751173" y="397450"/>
                  </a:lnTo>
                  <a:lnTo>
                    <a:pt x="3801189" y="394738"/>
                  </a:lnTo>
                  <a:lnTo>
                    <a:pt x="3851205" y="391920"/>
                  </a:lnTo>
                  <a:lnTo>
                    <a:pt x="3901220" y="389003"/>
                  </a:lnTo>
                  <a:lnTo>
                    <a:pt x="3951236" y="38599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15" name="pl415"/>
            <p:cNvSpPr/>
            <p:nvPr/>
          </p:nvSpPr>
          <p:spPr>
            <a:xfrm>
              <a:off x="1579279" y="3872034"/>
              <a:ext cx="3951236" cy="400114"/>
            </a:xfrm>
            <a:custGeom>
              <a:avLst/>
              <a:pathLst>
                <a:path w="3951236" h="400114">
                  <a:moveTo>
                    <a:pt x="3951236" y="400114"/>
                  </a:moveTo>
                  <a:lnTo>
                    <a:pt x="3901220" y="386537"/>
                  </a:lnTo>
                  <a:lnTo>
                    <a:pt x="3851205" y="373020"/>
                  </a:lnTo>
                  <a:lnTo>
                    <a:pt x="3801189" y="359572"/>
                  </a:lnTo>
                  <a:lnTo>
                    <a:pt x="3751173" y="346203"/>
                  </a:lnTo>
                  <a:lnTo>
                    <a:pt x="3701158" y="332922"/>
                  </a:lnTo>
                  <a:lnTo>
                    <a:pt x="3651142" y="319739"/>
                  </a:lnTo>
                  <a:lnTo>
                    <a:pt x="3601126" y="306663"/>
                  </a:lnTo>
                  <a:lnTo>
                    <a:pt x="3551111" y="293706"/>
                  </a:lnTo>
                  <a:lnTo>
                    <a:pt x="3501095" y="280877"/>
                  </a:lnTo>
                  <a:lnTo>
                    <a:pt x="3451079" y="268189"/>
                  </a:lnTo>
                  <a:lnTo>
                    <a:pt x="3401064" y="255654"/>
                  </a:lnTo>
                  <a:lnTo>
                    <a:pt x="3351048" y="243282"/>
                  </a:lnTo>
                  <a:lnTo>
                    <a:pt x="3301032" y="231086"/>
                  </a:lnTo>
                  <a:lnTo>
                    <a:pt x="3251017" y="219079"/>
                  </a:lnTo>
                  <a:lnTo>
                    <a:pt x="3201001" y="207274"/>
                  </a:lnTo>
                  <a:lnTo>
                    <a:pt x="3150986" y="195684"/>
                  </a:lnTo>
                  <a:lnTo>
                    <a:pt x="3100970" y="184322"/>
                  </a:lnTo>
                  <a:lnTo>
                    <a:pt x="3050954" y="173202"/>
                  </a:lnTo>
                  <a:lnTo>
                    <a:pt x="3000939" y="162337"/>
                  </a:lnTo>
                  <a:lnTo>
                    <a:pt x="2950923" y="151742"/>
                  </a:lnTo>
                  <a:lnTo>
                    <a:pt x="2900907" y="141429"/>
                  </a:lnTo>
                  <a:lnTo>
                    <a:pt x="2850892" y="131411"/>
                  </a:lnTo>
                  <a:lnTo>
                    <a:pt x="2800876" y="121703"/>
                  </a:lnTo>
                  <a:lnTo>
                    <a:pt x="2750860" y="112317"/>
                  </a:lnTo>
                  <a:lnTo>
                    <a:pt x="2700845" y="103266"/>
                  </a:lnTo>
                  <a:lnTo>
                    <a:pt x="2650829" y="94560"/>
                  </a:lnTo>
                  <a:lnTo>
                    <a:pt x="2600813" y="86211"/>
                  </a:lnTo>
                  <a:lnTo>
                    <a:pt x="2550798" y="78229"/>
                  </a:lnTo>
                  <a:lnTo>
                    <a:pt x="2500782" y="70624"/>
                  </a:lnTo>
                  <a:lnTo>
                    <a:pt x="2450766" y="63403"/>
                  </a:lnTo>
                  <a:lnTo>
                    <a:pt x="2400751" y="56573"/>
                  </a:lnTo>
                  <a:lnTo>
                    <a:pt x="2350735" y="50139"/>
                  </a:lnTo>
                  <a:lnTo>
                    <a:pt x="2300719" y="44106"/>
                  </a:lnTo>
                  <a:lnTo>
                    <a:pt x="2250704" y="38476"/>
                  </a:lnTo>
                  <a:lnTo>
                    <a:pt x="2200688" y="33250"/>
                  </a:lnTo>
                  <a:lnTo>
                    <a:pt x="2150672" y="28428"/>
                  </a:lnTo>
                  <a:lnTo>
                    <a:pt x="2100657" y="24008"/>
                  </a:lnTo>
                  <a:lnTo>
                    <a:pt x="2050641" y="19987"/>
                  </a:lnTo>
                  <a:lnTo>
                    <a:pt x="2000626" y="16360"/>
                  </a:lnTo>
                  <a:lnTo>
                    <a:pt x="1950610" y="13122"/>
                  </a:lnTo>
                  <a:lnTo>
                    <a:pt x="1900594" y="10265"/>
                  </a:lnTo>
                  <a:lnTo>
                    <a:pt x="1850579" y="7781"/>
                  </a:lnTo>
                  <a:lnTo>
                    <a:pt x="1800563" y="5661"/>
                  </a:lnTo>
                  <a:lnTo>
                    <a:pt x="1750547" y="3896"/>
                  </a:lnTo>
                  <a:lnTo>
                    <a:pt x="1700532" y="2474"/>
                  </a:lnTo>
                  <a:lnTo>
                    <a:pt x="1650516" y="1385"/>
                  </a:lnTo>
                  <a:lnTo>
                    <a:pt x="1600500" y="618"/>
                  </a:lnTo>
                  <a:lnTo>
                    <a:pt x="1550485" y="160"/>
                  </a:lnTo>
                  <a:lnTo>
                    <a:pt x="1500469" y="0"/>
                  </a:lnTo>
                  <a:lnTo>
                    <a:pt x="1450453" y="125"/>
                  </a:lnTo>
                  <a:lnTo>
                    <a:pt x="1400438" y="525"/>
                  </a:lnTo>
                  <a:lnTo>
                    <a:pt x="1350422" y="1187"/>
                  </a:lnTo>
                  <a:lnTo>
                    <a:pt x="1300406" y="2099"/>
                  </a:lnTo>
                  <a:lnTo>
                    <a:pt x="1250391" y="3250"/>
                  </a:lnTo>
                  <a:lnTo>
                    <a:pt x="1200375" y="4630"/>
                  </a:lnTo>
                  <a:lnTo>
                    <a:pt x="1150359" y="6226"/>
                  </a:lnTo>
                  <a:lnTo>
                    <a:pt x="1100344" y="8030"/>
                  </a:lnTo>
                  <a:lnTo>
                    <a:pt x="1050328" y="10030"/>
                  </a:lnTo>
                  <a:lnTo>
                    <a:pt x="1000313" y="12218"/>
                  </a:lnTo>
                  <a:lnTo>
                    <a:pt x="950297" y="14583"/>
                  </a:lnTo>
                  <a:lnTo>
                    <a:pt x="900281" y="17118"/>
                  </a:lnTo>
                  <a:lnTo>
                    <a:pt x="850266" y="19813"/>
                  </a:lnTo>
                  <a:lnTo>
                    <a:pt x="800250" y="22660"/>
                  </a:lnTo>
                  <a:lnTo>
                    <a:pt x="750234" y="25653"/>
                  </a:lnTo>
                  <a:lnTo>
                    <a:pt x="700219" y="28783"/>
                  </a:lnTo>
                  <a:lnTo>
                    <a:pt x="650203" y="32043"/>
                  </a:lnTo>
                  <a:lnTo>
                    <a:pt x="600187" y="35428"/>
                  </a:lnTo>
                  <a:lnTo>
                    <a:pt x="550172" y="38931"/>
                  </a:lnTo>
                  <a:lnTo>
                    <a:pt x="500156" y="42545"/>
                  </a:lnTo>
                  <a:lnTo>
                    <a:pt x="450140" y="46266"/>
                  </a:lnTo>
                  <a:lnTo>
                    <a:pt x="400125" y="50088"/>
                  </a:lnTo>
                  <a:lnTo>
                    <a:pt x="350109" y="54005"/>
                  </a:lnTo>
                  <a:lnTo>
                    <a:pt x="300093" y="58014"/>
                  </a:lnTo>
                  <a:lnTo>
                    <a:pt x="250078" y="62110"/>
                  </a:lnTo>
                  <a:lnTo>
                    <a:pt x="200062" y="66288"/>
                  </a:lnTo>
                  <a:lnTo>
                    <a:pt x="150046" y="70545"/>
                  </a:lnTo>
                  <a:lnTo>
                    <a:pt x="100031" y="74876"/>
                  </a:lnTo>
                  <a:lnTo>
                    <a:pt x="50015" y="79278"/>
                  </a:lnTo>
                  <a:lnTo>
                    <a:pt x="0" y="8374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16" name="pl416"/>
            <p:cNvSpPr/>
            <p:nvPr/>
          </p:nvSpPr>
          <p:spPr>
            <a:xfrm>
              <a:off x="1579279" y="3348979"/>
              <a:ext cx="3951236" cy="402279"/>
            </a:xfrm>
            <a:custGeom>
              <a:avLst/>
              <a:pathLst>
                <a:path w="3951236" h="402279">
                  <a:moveTo>
                    <a:pt x="0" y="0"/>
                  </a:moveTo>
                  <a:lnTo>
                    <a:pt x="50015" y="4774"/>
                  </a:lnTo>
                  <a:lnTo>
                    <a:pt x="100031" y="9560"/>
                  </a:lnTo>
                  <a:lnTo>
                    <a:pt x="150046" y="14355"/>
                  </a:lnTo>
                  <a:lnTo>
                    <a:pt x="200062" y="19160"/>
                  </a:lnTo>
                  <a:lnTo>
                    <a:pt x="250078" y="23976"/>
                  </a:lnTo>
                  <a:lnTo>
                    <a:pt x="300093" y="28801"/>
                  </a:lnTo>
                  <a:lnTo>
                    <a:pt x="350109" y="33636"/>
                  </a:lnTo>
                  <a:lnTo>
                    <a:pt x="400125" y="38481"/>
                  </a:lnTo>
                  <a:lnTo>
                    <a:pt x="450140" y="43335"/>
                  </a:lnTo>
                  <a:lnTo>
                    <a:pt x="500156" y="48200"/>
                  </a:lnTo>
                  <a:lnTo>
                    <a:pt x="550172" y="53073"/>
                  </a:lnTo>
                  <a:lnTo>
                    <a:pt x="600187" y="57957"/>
                  </a:lnTo>
                  <a:lnTo>
                    <a:pt x="650203" y="62849"/>
                  </a:lnTo>
                  <a:lnTo>
                    <a:pt x="700219" y="67751"/>
                  </a:lnTo>
                  <a:lnTo>
                    <a:pt x="750234" y="72662"/>
                  </a:lnTo>
                  <a:lnTo>
                    <a:pt x="800250" y="77583"/>
                  </a:lnTo>
                  <a:lnTo>
                    <a:pt x="850266" y="82512"/>
                  </a:lnTo>
                  <a:lnTo>
                    <a:pt x="900281" y="87451"/>
                  </a:lnTo>
                  <a:lnTo>
                    <a:pt x="950297" y="92398"/>
                  </a:lnTo>
                  <a:lnTo>
                    <a:pt x="1000313" y="97355"/>
                  </a:lnTo>
                  <a:lnTo>
                    <a:pt x="1050328" y="102320"/>
                  </a:lnTo>
                  <a:lnTo>
                    <a:pt x="1100344" y="107293"/>
                  </a:lnTo>
                  <a:lnTo>
                    <a:pt x="1150359" y="112276"/>
                  </a:lnTo>
                  <a:lnTo>
                    <a:pt x="1200375" y="117267"/>
                  </a:lnTo>
                  <a:lnTo>
                    <a:pt x="1250391" y="122266"/>
                  </a:lnTo>
                  <a:lnTo>
                    <a:pt x="1300406" y="127274"/>
                  </a:lnTo>
                  <a:lnTo>
                    <a:pt x="1350422" y="132290"/>
                  </a:lnTo>
                  <a:lnTo>
                    <a:pt x="1400438" y="137314"/>
                  </a:lnTo>
                  <a:lnTo>
                    <a:pt x="1450453" y="142347"/>
                  </a:lnTo>
                  <a:lnTo>
                    <a:pt x="1500469" y="147387"/>
                  </a:lnTo>
                  <a:lnTo>
                    <a:pt x="1550485" y="152436"/>
                  </a:lnTo>
                  <a:lnTo>
                    <a:pt x="1600500" y="157492"/>
                  </a:lnTo>
                  <a:lnTo>
                    <a:pt x="1650516" y="162556"/>
                  </a:lnTo>
                  <a:lnTo>
                    <a:pt x="1700532" y="167628"/>
                  </a:lnTo>
                  <a:lnTo>
                    <a:pt x="1750547" y="172707"/>
                  </a:lnTo>
                  <a:lnTo>
                    <a:pt x="1800563" y="177794"/>
                  </a:lnTo>
                  <a:lnTo>
                    <a:pt x="1850579" y="182888"/>
                  </a:lnTo>
                  <a:lnTo>
                    <a:pt x="1900594" y="187990"/>
                  </a:lnTo>
                  <a:lnTo>
                    <a:pt x="1950610" y="193099"/>
                  </a:lnTo>
                  <a:lnTo>
                    <a:pt x="2000626" y="198215"/>
                  </a:lnTo>
                  <a:lnTo>
                    <a:pt x="2050641" y="203338"/>
                  </a:lnTo>
                  <a:lnTo>
                    <a:pt x="2100657" y="208468"/>
                  </a:lnTo>
                  <a:lnTo>
                    <a:pt x="2150672" y="213604"/>
                  </a:lnTo>
                  <a:lnTo>
                    <a:pt x="2200688" y="218748"/>
                  </a:lnTo>
                  <a:lnTo>
                    <a:pt x="2250704" y="223898"/>
                  </a:lnTo>
                  <a:lnTo>
                    <a:pt x="2300719" y="229055"/>
                  </a:lnTo>
                  <a:lnTo>
                    <a:pt x="2350735" y="234219"/>
                  </a:lnTo>
                  <a:lnTo>
                    <a:pt x="2400751" y="239388"/>
                  </a:lnTo>
                  <a:lnTo>
                    <a:pt x="2450766" y="244564"/>
                  </a:lnTo>
                  <a:lnTo>
                    <a:pt x="2500782" y="249747"/>
                  </a:lnTo>
                  <a:lnTo>
                    <a:pt x="2550798" y="254935"/>
                  </a:lnTo>
                  <a:lnTo>
                    <a:pt x="2600813" y="260130"/>
                  </a:lnTo>
                  <a:lnTo>
                    <a:pt x="2650829" y="265330"/>
                  </a:lnTo>
                  <a:lnTo>
                    <a:pt x="2700845" y="270536"/>
                  </a:lnTo>
                  <a:lnTo>
                    <a:pt x="2750860" y="275748"/>
                  </a:lnTo>
                  <a:lnTo>
                    <a:pt x="2800876" y="280965"/>
                  </a:lnTo>
                  <a:lnTo>
                    <a:pt x="2850892" y="286188"/>
                  </a:lnTo>
                  <a:lnTo>
                    <a:pt x="2900907" y="291416"/>
                  </a:lnTo>
                  <a:lnTo>
                    <a:pt x="2950923" y="296650"/>
                  </a:lnTo>
                  <a:lnTo>
                    <a:pt x="3000939" y="301889"/>
                  </a:lnTo>
                  <a:lnTo>
                    <a:pt x="3050954" y="307133"/>
                  </a:lnTo>
                  <a:lnTo>
                    <a:pt x="3100970" y="312382"/>
                  </a:lnTo>
                  <a:lnTo>
                    <a:pt x="3150986" y="317636"/>
                  </a:lnTo>
                  <a:lnTo>
                    <a:pt x="3201001" y="322894"/>
                  </a:lnTo>
                  <a:lnTo>
                    <a:pt x="3251017" y="328158"/>
                  </a:lnTo>
                  <a:lnTo>
                    <a:pt x="3301032" y="333426"/>
                  </a:lnTo>
                  <a:lnTo>
                    <a:pt x="3351048" y="338698"/>
                  </a:lnTo>
                  <a:lnTo>
                    <a:pt x="3401064" y="343975"/>
                  </a:lnTo>
                  <a:lnTo>
                    <a:pt x="3451079" y="349256"/>
                  </a:lnTo>
                  <a:lnTo>
                    <a:pt x="3501095" y="354541"/>
                  </a:lnTo>
                  <a:lnTo>
                    <a:pt x="3551111" y="359830"/>
                  </a:lnTo>
                  <a:lnTo>
                    <a:pt x="3601126" y="365124"/>
                  </a:lnTo>
                  <a:lnTo>
                    <a:pt x="3651142" y="370421"/>
                  </a:lnTo>
                  <a:lnTo>
                    <a:pt x="3701158" y="375722"/>
                  </a:lnTo>
                  <a:lnTo>
                    <a:pt x="3751173" y="381026"/>
                  </a:lnTo>
                  <a:lnTo>
                    <a:pt x="3801189" y="386334"/>
                  </a:lnTo>
                  <a:lnTo>
                    <a:pt x="3851205" y="391646"/>
                  </a:lnTo>
                  <a:lnTo>
                    <a:pt x="3901220" y="396961"/>
                  </a:lnTo>
                  <a:lnTo>
                    <a:pt x="3951236" y="402279"/>
                  </a:lnTo>
                </a:path>
              </a:pathLst>
            </a:custGeom>
            <a:ln w="27101" cap="flat">
              <a:solidFill>
                <a:srgbClr val="FF14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1396548" y="4889071"/>
              <a:ext cx="3677952" cy="662254"/>
            </a:xfrm>
            <a:custGeom>
              <a:avLst/>
              <a:pathLst>
                <a:path w="3677952" h="662254">
                  <a:moveTo>
                    <a:pt x="0" y="59851"/>
                  </a:moveTo>
                  <a:lnTo>
                    <a:pt x="46556" y="77219"/>
                  </a:lnTo>
                  <a:lnTo>
                    <a:pt x="93112" y="93917"/>
                  </a:lnTo>
                  <a:lnTo>
                    <a:pt x="139669" y="109952"/>
                  </a:lnTo>
                  <a:lnTo>
                    <a:pt x="186225" y="125330"/>
                  </a:lnTo>
                  <a:lnTo>
                    <a:pt x="232781" y="140057"/>
                  </a:lnTo>
                  <a:lnTo>
                    <a:pt x="279338" y="154140"/>
                  </a:lnTo>
                  <a:lnTo>
                    <a:pt x="325894" y="167586"/>
                  </a:lnTo>
                  <a:lnTo>
                    <a:pt x="372450" y="180403"/>
                  </a:lnTo>
                  <a:lnTo>
                    <a:pt x="419007" y="192597"/>
                  </a:lnTo>
                  <a:lnTo>
                    <a:pt x="465563" y="204177"/>
                  </a:lnTo>
                  <a:lnTo>
                    <a:pt x="512119" y="215148"/>
                  </a:lnTo>
                  <a:lnTo>
                    <a:pt x="558676" y="225520"/>
                  </a:lnTo>
                  <a:lnTo>
                    <a:pt x="605232" y="235299"/>
                  </a:lnTo>
                  <a:lnTo>
                    <a:pt x="651788" y="244493"/>
                  </a:lnTo>
                  <a:lnTo>
                    <a:pt x="698345" y="253109"/>
                  </a:lnTo>
                  <a:lnTo>
                    <a:pt x="744901" y="261157"/>
                  </a:lnTo>
                  <a:lnTo>
                    <a:pt x="791458" y="268643"/>
                  </a:lnTo>
                  <a:lnTo>
                    <a:pt x="838014" y="275577"/>
                  </a:lnTo>
                  <a:lnTo>
                    <a:pt x="884570" y="281966"/>
                  </a:lnTo>
                  <a:lnTo>
                    <a:pt x="931127" y="287819"/>
                  </a:lnTo>
                  <a:lnTo>
                    <a:pt x="977683" y="293146"/>
                  </a:lnTo>
                  <a:lnTo>
                    <a:pt x="1024239" y="297956"/>
                  </a:lnTo>
                  <a:lnTo>
                    <a:pt x="1070796" y="302259"/>
                  </a:lnTo>
                  <a:lnTo>
                    <a:pt x="1117352" y="306064"/>
                  </a:lnTo>
                  <a:lnTo>
                    <a:pt x="1163908" y="309383"/>
                  </a:lnTo>
                  <a:lnTo>
                    <a:pt x="1210465" y="312226"/>
                  </a:lnTo>
                  <a:lnTo>
                    <a:pt x="1257021" y="314604"/>
                  </a:lnTo>
                  <a:lnTo>
                    <a:pt x="1303577" y="316528"/>
                  </a:lnTo>
                  <a:lnTo>
                    <a:pt x="1350134" y="318010"/>
                  </a:lnTo>
                  <a:lnTo>
                    <a:pt x="1396690" y="319062"/>
                  </a:lnTo>
                  <a:lnTo>
                    <a:pt x="1443247" y="319695"/>
                  </a:lnTo>
                  <a:lnTo>
                    <a:pt x="1489803" y="319920"/>
                  </a:lnTo>
                  <a:lnTo>
                    <a:pt x="1536359" y="319750"/>
                  </a:lnTo>
                  <a:lnTo>
                    <a:pt x="1582916" y="319196"/>
                  </a:lnTo>
                  <a:lnTo>
                    <a:pt x="1629472" y="318268"/>
                  </a:lnTo>
                  <a:lnTo>
                    <a:pt x="1676028" y="316977"/>
                  </a:lnTo>
                  <a:lnTo>
                    <a:pt x="1722585" y="315335"/>
                  </a:lnTo>
                  <a:lnTo>
                    <a:pt x="1769141" y="313350"/>
                  </a:lnTo>
                  <a:lnTo>
                    <a:pt x="1815697" y="311033"/>
                  </a:lnTo>
                  <a:lnTo>
                    <a:pt x="1862254" y="308392"/>
                  </a:lnTo>
                  <a:lnTo>
                    <a:pt x="1908810" y="305435"/>
                  </a:lnTo>
                  <a:lnTo>
                    <a:pt x="1955366" y="302172"/>
                  </a:lnTo>
                  <a:lnTo>
                    <a:pt x="2001923" y="298610"/>
                  </a:lnTo>
                  <a:lnTo>
                    <a:pt x="2048479" y="294754"/>
                  </a:lnTo>
                  <a:lnTo>
                    <a:pt x="2095035" y="290613"/>
                  </a:lnTo>
                  <a:lnTo>
                    <a:pt x="2141592" y="286191"/>
                  </a:lnTo>
                  <a:lnTo>
                    <a:pt x="2188148" y="281494"/>
                  </a:lnTo>
                  <a:lnTo>
                    <a:pt x="2234705" y="276526"/>
                  </a:lnTo>
                  <a:lnTo>
                    <a:pt x="2281261" y="271294"/>
                  </a:lnTo>
                  <a:lnTo>
                    <a:pt x="2327817" y="265799"/>
                  </a:lnTo>
                  <a:lnTo>
                    <a:pt x="2374374" y="260047"/>
                  </a:lnTo>
                  <a:lnTo>
                    <a:pt x="2420930" y="254039"/>
                  </a:lnTo>
                  <a:lnTo>
                    <a:pt x="2467486" y="247780"/>
                  </a:lnTo>
                  <a:lnTo>
                    <a:pt x="2514043" y="241271"/>
                  </a:lnTo>
                  <a:lnTo>
                    <a:pt x="2560599" y="234514"/>
                  </a:lnTo>
                  <a:lnTo>
                    <a:pt x="2607155" y="227511"/>
                  </a:lnTo>
                  <a:lnTo>
                    <a:pt x="2653712" y="220265"/>
                  </a:lnTo>
                  <a:lnTo>
                    <a:pt x="2700268" y="212775"/>
                  </a:lnTo>
                  <a:lnTo>
                    <a:pt x="2746824" y="205044"/>
                  </a:lnTo>
                  <a:lnTo>
                    <a:pt x="2793381" y="197072"/>
                  </a:lnTo>
                  <a:lnTo>
                    <a:pt x="2839937" y="188859"/>
                  </a:lnTo>
                  <a:lnTo>
                    <a:pt x="2886494" y="180407"/>
                  </a:lnTo>
                  <a:lnTo>
                    <a:pt x="2933050" y="171715"/>
                  </a:lnTo>
                  <a:lnTo>
                    <a:pt x="2979606" y="162784"/>
                  </a:lnTo>
                  <a:lnTo>
                    <a:pt x="3026163" y="153614"/>
                  </a:lnTo>
                  <a:lnTo>
                    <a:pt x="3072719" y="144205"/>
                  </a:lnTo>
                  <a:lnTo>
                    <a:pt x="3119275" y="134556"/>
                  </a:lnTo>
                  <a:lnTo>
                    <a:pt x="3165832" y="124668"/>
                  </a:lnTo>
                  <a:lnTo>
                    <a:pt x="3212388" y="114540"/>
                  </a:lnTo>
                  <a:lnTo>
                    <a:pt x="3258944" y="104172"/>
                  </a:lnTo>
                  <a:lnTo>
                    <a:pt x="3305501" y="93563"/>
                  </a:lnTo>
                  <a:lnTo>
                    <a:pt x="3352057" y="82714"/>
                  </a:lnTo>
                  <a:lnTo>
                    <a:pt x="3398613" y="71624"/>
                  </a:lnTo>
                  <a:lnTo>
                    <a:pt x="3445170" y="60292"/>
                  </a:lnTo>
                  <a:lnTo>
                    <a:pt x="3491726" y="48718"/>
                  </a:lnTo>
                  <a:lnTo>
                    <a:pt x="3538282" y="36902"/>
                  </a:lnTo>
                  <a:lnTo>
                    <a:pt x="3584839" y="24844"/>
                  </a:lnTo>
                  <a:lnTo>
                    <a:pt x="3631395" y="12543"/>
                  </a:lnTo>
                  <a:lnTo>
                    <a:pt x="3677952" y="0"/>
                  </a:lnTo>
                  <a:lnTo>
                    <a:pt x="3677952" y="662254"/>
                  </a:lnTo>
                  <a:lnTo>
                    <a:pt x="3631395" y="661858"/>
                  </a:lnTo>
                  <a:lnTo>
                    <a:pt x="3584839" y="661446"/>
                  </a:lnTo>
                  <a:lnTo>
                    <a:pt x="3538282" y="661016"/>
                  </a:lnTo>
                  <a:lnTo>
                    <a:pt x="3491726" y="660569"/>
                  </a:lnTo>
                  <a:lnTo>
                    <a:pt x="3445170" y="660104"/>
                  </a:lnTo>
                  <a:lnTo>
                    <a:pt x="3398613" y="659621"/>
                  </a:lnTo>
                  <a:lnTo>
                    <a:pt x="3352057" y="659118"/>
                  </a:lnTo>
                  <a:lnTo>
                    <a:pt x="3305501" y="658596"/>
                  </a:lnTo>
                  <a:lnTo>
                    <a:pt x="3258944" y="658053"/>
                  </a:lnTo>
                  <a:lnTo>
                    <a:pt x="3212388" y="657489"/>
                  </a:lnTo>
                  <a:lnTo>
                    <a:pt x="3165832" y="656904"/>
                  </a:lnTo>
                  <a:lnTo>
                    <a:pt x="3119275" y="656297"/>
                  </a:lnTo>
                  <a:lnTo>
                    <a:pt x="3072719" y="655668"/>
                  </a:lnTo>
                  <a:lnTo>
                    <a:pt x="3026163" y="655016"/>
                  </a:lnTo>
                  <a:lnTo>
                    <a:pt x="2979606" y="654340"/>
                  </a:lnTo>
                  <a:lnTo>
                    <a:pt x="2933050" y="653641"/>
                  </a:lnTo>
                  <a:lnTo>
                    <a:pt x="2886494" y="652917"/>
                  </a:lnTo>
                  <a:lnTo>
                    <a:pt x="2839937" y="652169"/>
                  </a:lnTo>
                  <a:lnTo>
                    <a:pt x="2793381" y="651396"/>
                  </a:lnTo>
                  <a:lnTo>
                    <a:pt x="2746824" y="650598"/>
                  </a:lnTo>
                  <a:lnTo>
                    <a:pt x="2700268" y="649775"/>
                  </a:lnTo>
                  <a:lnTo>
                    <a:pt x="2653712" y="648927"/>
                  </a:lnTo>
                  <a:lnTo>
                    <a:pt x="2607155" y="648054"/>
                  </a:lnTo>
                  <a:lnTo>
                    <a:pt x="2560599" y="647156"/>
                  </a:lnTo>
                  <a:lnTo>
                    <a:pt x="2514043" y="646233"/>
                  </a:lnTo>
                  <a:lnTo>
                    <a:pt x="2467486" y="645286"/>
                  </a:lnTo>
                  <a:lnTo>
                    <a:pt x="2420930" y="644315"/>
                  </a:lnTo>
                  <a:lnTo>
                    <a:pt x="2374374" y="643322"/>
                  </a:lnTo>
                  <a:lnTo>
                    <a:pt x="2327817" y="642306"/>
                  </a:lnTo>
                  <a:lnTo>
                    <a:pt x="2281261" y="641270"/>
                  </a:lnTo>
                  <a:lnTo>
                    <a:pt x="2234705" y="640215"/>
                  </a:lnTo>
                  <a:lnTo>
                    <a:pt x="2188148" y="639141"/>
                  </a:lnTo>
                  <a:lnTo>
                    <a:pt x="2141592" y="638051"/>
                  </a:lnTo>
                  <a:lnTo>
                    <a:pt x="2095035" y="636948"/>
                  </a:lnTo>
                  <a:lnTo>
                    <a:pt x="2048479" y="635832"/>
                  </a:lnTo>
                  <a:lnTo>
                    <a:pt x="2001923" y="634708"/>
                  </a:lnTo>
                  <a:lnTo>
                    <a:pt x="1955366" y="633577"/>
                  </a:lnTo>
                  <a:lnTo>
                    <a:pt x="1908810" y="632444"/>
                  </a:lnTo>
                  <a:lnTo>
                    <a:pt x="1862254" y="631311"/>
                  </a:lnTo>
                  <a:lnTo>
                    <a:pt x="1815697" y="630183"/>
                  </a:lnTo>
                  <a:lnTo>
                    <a:pt x="1769141" y="629063"/>
                  </a:lnTo>
                  <a:lnTo>
                    <a:pt x="1722585" y="627955"/>
                  </a:lnTo>
                  <a:lnTo>
                    <a:pt x="1676028" y="626865"/>
                  </a:lnTo>
                  <a:lnTo>
                    <a:pt x="1629472" y="625797"/>
                  </a:lnTo>
                  <a:lnTo>
                    <a:pt x="1582916" y="624756"/>
                  </a:lnTo>
                  <a:lnTo>
                    <a:pt x="1536359" y="623746"/>
                  </a:lnTo>
                  <a:lnTo>
                    <a:pt x="1489803" y="622773"/>
                  </a:lnTo>
                  <a:lnTo>
                    <a:pt x="1443247" y="621841"/>
                  </a:lnTo>
                  <a:lnTo>
                    <a:pt x="1396690" y="620956"/>
                  </a:lnTo>
                  <a:lnTo>
                    <a:pt x="1350134" y="620122"/>
                  </a:lnTo>
                  <a:lnTo>
                    <a:pt x="1303577" y="619343"/>
                  </a:lnTo>
                  <a:lnTo>
                    <a:pt x="1257021" y="618624"/>
                  </a:lnTo>
                  <a:lnTo>
                    <a:pt x="1210465" y="617967"/>
                  </a:lnTo>
                  <a:lnTo>
                    <a:pt x="1163908" y="617376"/>
                  </a:lnTo>
                  <a:lnTo>
                    <a:pt x="1117352" y="616854"/>
                  </a:lnTo>
                  <a:lnTo>
                    <a:pt x="1070796" y="616403"/>
                  </a:lnTo>
                  <a:lnTo>
                    <a:pt x="1024239" y="616024"/>
                  </a:lnTo>
                  <a:lnTo>
                    <a:pt x="977683" y="615718"/>
                  </a:lnTo>
                  <a:lnTo>
                    <a:pt x="931127" y="615485"/>
                  </a:lnTo>
                  <a:lnTo>
                    <a:pt x="884570" y="615325"/>
                  </a:lnTo>
                  <a:lnTo>
                    <a:pt x="838014" y="615236"/>
                  </a:lnTo>
                  <a:lnTo>
                    <a:pt x="791458" y="615219"/>
                  </a:lnTo>
                  <a:lnTo>
                    <a:pt x="744901" y="615269"/>
                  </a:lnTo>
                  <a:lnTo>
                    <a:pt x="698345" y="615387"/>
                  </a:lnTo>
                  <a:lnTo>
                    <a:pt x="651788" y="615568"/>
                  </a:lnTo>
                  <a:lnTo>
                    <a:pt x="605232" y="615809"/>
                  </a:lnTo>
                  <a:lnTo>
                    <a:pt x="558676" y="616108"/>
                  </a:lnTo>
                  <a:lnTo>
                    <a:pt x="512119" y="616462"/>
                  </a:lnTo>
                  <a:lnTo>
                    <a:pt x="465563" y="616866"/>
                  </a:lnTo>
                  <a:lnTo>
                    <a:pt x="419007" y="617318"/>
                  </a:lnTo>
                  <a:lnTo>
                    <a:pt x="372450" y="617813"/>
                  </a:lnTo>
                  <a:lnTo>
                    <a:pt x="325894" y="618348"/>
                  </a:lnTo>
                  <a:lnTo>
                    <a:pt x="279338" y="618920"/>
                  </a:lnTo>
                  <a:lnTo>
                    <a:pt x="232781" y="619525"/>
                  </a:lnTo>
                  <a:lnTo>
                    <a:pt x="186225" y="620161"/>
                  </a:lnTo>
                  <a:lnTo>
                    <a:pt x="139669" y="620823"/>
                  </a:lnTo>
                  <a:lnTo>
                    <a:pt x="93112" y="621509"/>
                  </a:lnTo>
                  <a:lnTo>
                    <a:pt x="46556" y="622215"/>
                  </a:lnTo>
                  <a:lnTo>
                    <a:pt x="0" y="622940"/>
                  </a:lnTo>
                  <a:close/>
                </a:path>
              </a:pathLst>
            </a:custGeom>
            <a:solidFill>
              <a:srgbClr val="8B0A50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18" name="pl418"/>
            <p:cNvSpPr/>
            <p:nvPr/>
          </p:nvSpPr>
          <p:spPr>
            <a:xfrm>
              <a:off x="1396548" y="4889071"/>
              <a:ext cx="3677952" cy="319920"/>
            </a:xfrm>
            <a:custGeom>
              <a:avLst/>
              <a:pathLst>
                <a:path w="3677952" h="319920">
                  <a:moveTo>
                    <a:pt x="0" y="59851"/>
                  </a:moveTo>
                  <a:lnTo>
                    <a:pt x="46556" y="77219"/>
                  </a:lnTo>
                  <a:lnTo>
                    <a:pt x="93112" y="93917"/>
                  </a:lnTo>
                  <a:lnTo>
                    <a:pt x="139669" y="109952"/>
                  </a:lnTo>
                  <a:lnTo>
                    <a:pt x="186225" y="125330"/>
                  </a:lnTo>
                  <a:lnTo>
                    <a:pt x="232781" y="140057"/>
                  </a:lnTo>
                  <a:lnTo>
                    <a:pt x="279338" y="154140"/>
                  </a:lnTo>
                  <a:lnTo>
                    <a:pt x="325894" y="167586"/>
                  </a:lnTo>
                  <a:lnTo>
                    <a:pt x="372450" y="180403"/>
                  </a:lnTo>
                  <a:lnTo>
                    <a:pt x="419007" y="192597"/>
                  </a:lnTo>
                  <a:lnTo>
                    <a:pt x="465563" y="204177"/>
                  </a:lnTo>
                  <a:lnTo>
                    <a:pt x="512119" y="215148"/>
                  </a:lnTo>
                  <a:lnTo>
                    <a:pt x="558676" y="225520"/>
                  </a:lnTo>
                  <a:lnTo>
                    <a:pt x="605232" y="235299"/>
                  </a:lnTo>
                  <a:lnTo>
                    <a:pt x="651788" y="244493"/>
                  </a:lnTo>
                  <a:lnTo>
                    <a:pt x="698345" y="253109"/>
                  </a:lnTo>
                  <a:lnTo>
                    <a:pt x="744901" y="261157"/>
                  </a:lnTo>
                  <a:lnTo>
                    <a:pt x="791458" y="268643"/>
                  </a:lnTo>
                  <a:lnTo>
                    <a:pt x="838014" y="275577"/>
                  </a:lnTo>
                  <a:lnTo>
                    <a:pt x="884570" y="281966"/>
                  </a:lnTo>
                  <a:lnTo>
                    <a:pt x="931127" y="287819"/>
                  </a:lnTo>
                  <a:lnTo>
                    <a:pt x="977683" y="293146"/>
                  </a:lnTo>
                  <a:lnTo>
                    <a:pt x="1024239" y="297956"/>
                  </a:lnTo>
                  <a:lnTo>
                    <a:pt x="1070796" y="302259"/>
                  </a:lnTo>
                  <a:lnTo>
                    <a:pt x="1117352" y="306064"/>
                  </a:lnTo>
                  <a:lnTo>
                    <a:pt x="1163908" y="309383"/>
                  </a:lnTo>
                  <a:lnTo>
                    <a:pt x="1210465" y="312226"/>
                  </a:lnTo>
                  <a:lnTo>
                    <a:pt x="1257021" y="314604"/>
                  </a:lnTo>
                  <a:lnTo>
                    <a:pt x="1303577" y="316528"/>
                  </a:lnTo>
                  <a:lnTo>
                    <a:pt x="1350134" y="318010"/>
                  </a:lnTo>
                  <a:lnTo>
                    <a:pt x="1396690" y="319062"/>
                  </a:lnTo>
                  <a:lnTo>
                    <a:pt x="1443247" y="319695"/>
                  </a:lnTo>
                  <a:lnTo>
                    <a:pt x="1489803" y="319920"/>
                  </a:lnTo>
                  <a:lnTo>
                    <a:pt x="1536359" y="319750"/>
                  </a:lnTo>
                  <a:lnTo>
                    <a:pt x="1582916" y="319196"/>
                  </a:lnTo>
                  <a:lnTo>
                    <a:pt x="1629472" y="318268"/>
                  </a:lnTo>
                  <a:lnTo>
                    <a:pt x="1676028" y="316977"/>
                  </a:lnTo>
                  <a:lnTo>
                    <a:pt x="1722585" y="315335"/>
                  </a:lnTo>
                  <a:lnTo>
                    <a:pt x="1769141" y="313350"/>
                  </a:lnTo>
                  <a:lnTo>
                    <a:pt x="1815697" y="311033"/>
                  </a:lnTo>
                  <a:lnTo>
                    <a:pt x="1862254" y="308392"/>
                  </a:lnTo>
                  <a:lnTo>
                    <a:pt x="1908810" y="305435"/>
                  </a:lnTo>
                  <a:lnTo>
                    <a:pt x="1955366" y="302172"/>
                  </a:lnTo>
                  <a:lnTo>
                    <a:pt x="2001923" y="298610"/>
                  </a:lnTo>
                  <a:lnTo>
                    <a:pt x="2048479" y="294754"/>
                  </a:lnTo>
                  <a:lnTo>
                    <a:pt x="2095035" y="290613"/>
                  </a:lnTo>
                  <a:lnTo>
                    <a:pt x="2141592" y="286191"/>
                  </a:lnTo>
                  <a:lnTo>
                    <a:pt x="2188148" y="281494"/>
                  </a:lnTo>
                  <a:lnTo>
                    <a:pt x="2234705" y="276526"/>
                  </a:lnTo>
                  <a:lnTo>
                    <a:pt x="2281261" y="271294"/>
                  </a:lnTo>
                  <a:lnTo>
                    <a:pt x="2327817" y="265799"/>
                  </a:lnTo>
                  <a:lnTo>
                    <a:pt x="2374374" y="260047"/>
                  </a:lnTo>
                  <a:lnTo>
                    <a:pt x="2420930" y="254039"/>
                  </a:lnTo>
                  <a:lnTo>
                    <a:pt x="2467486" y="247780"/>
                  </a:lnTo>
                  <a:lnTo>
                    <a:pt x="2514043" y="241271"/>
                  </a:lnTo>
                  <a:lnTo>
                    <a:pt x="2560599" y="234514"/>
                  </a:lnTo>
                  <a:lnTo>
                    <a:pt x="2607155" y="227511"/>
                  </a:lnTo>
                  <a:lnTo>
                    <a:pt x="2653712" y="220265"/>
                  </a:lnTo>
                  <a:lnTo>
                    <a:pt x="2700268" y="212775"/>
                  </a:lnTo>
                  <a:lnTo>
                    <a:pt x="2746824" y="205044"/>
                  </a:lnTo>
                  <a:lnTo>
                    <a:pt x="2793381" y="197072"/>
                  </a:lnTo>
                  <a:lnTo>
                    <a:pt x="2839937" y="188859"/>
                  </a:lnTo>
                  <a:lnTo>
                    <a:pt x="2886494" y="180407"/>
                  </a:lnTo>
                  <a:lnTo>
                    <a:pt x="2933050" y="171715"/>
                  </a:lnTo>
                  <a:lnTo>
                    <a:pt x="2979606" y="162784"/>
                  </a:lnTo>
                  <a:lnTo>
                    <a:pt x="3026163" y="153614"/>
                  </a:lnTo>
                  <a:lnTo>
                    <a:pt x="3072719" y="144205"/>
                  </a:lnTo>
                  <a:lnTo>
                    <a:pt x="3119275" y="134556"/>
                  </a:lnTo>
                  <a:lnTo>
                    <a:pt x="3165832" y="124668"/>
                  </a:lnTo>
                  <a:lnTo>
                    <a:pt x="3212388" y="114540"/>
                  </a:lnTo>
                  <a:lnTo>
                    <a:pt x="3258944" y="104172"/>
                  </a:lnTo>
                  <a:lnTo>
                    <a:pt x="3305501" y="93563"/>
                  </a:lnTo>
                  <a:lnTo>
                    <a:pt x="3352057" y="82714"/>
                  </a:lnTo>
                  <a:lnTo>
                    <a:pt x="3398613" y="71624"/>
                  </a:lnTo>
                  <a:lnTo>
                    <a:pt x="3445170" y="60292"/>
                  </a:lnTo>
                  <a:lnTo>
                    <a:pt x="3491726" y="48718"/>
                  </a:lnTo>
                  <a:lnTo>
                    <a:pt x="3538282" y="36902"/>
                  </a:lnTo>
                  <a:lnTo>
                    <a:pt x="3584839" y="24844"/>
                  </a:lnTo>
                  <a:lnTo>
                    <a:pt x="3631395" y="12543"/>
                  </a:lnTo>
                  <a:lnTo>
                    <a:pt x="367795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19" name="pl419"/>
            <p:cNvSpPr/>
            <p:nvPr/>
          </p:nvSpPr>
          <p:spPr>
            <a:xfrm>
              <a:off x="1396548" y="5504290"/>
              <a:ext cx="3677952" cy="47035"/>
            </a:xfrm>
            <a:custGeom>
              <a:avLst/>
              <a:pathLst>
                <a:path w="3677952" h="47035">
                  <a:moveTo>
                    <a:pt x="3677952" y="47035"/>
                  </a:moveTo>
                  <a:lnTo>
                    <a:pt x="3631395" y="46639"/>
                  </a:lnTo>
                  <a:lnTo>
                    <a:pt x="3584839" y="46226"/>
                  </a:lnTo>
                  <a:lnTo>
                    <a:pt x="3538282" y="45797"/>
                  </a:lnTo>
                  <a:lnTo>
                    <a:pt x="3491726" y="45350"/>
                  </a:lnTo>
                  <a:lnTo>
                    <a:pt x="3445170" y="44885"/>
                  </a:lnTo>
                  <a:lnTo>
                    <a:pt x="3398613" y="44402"/>
                  </a:lnTo>
                  <a:lnTo>
                    <a:pt x="3352057" y="43899"/>
                  </a:lnTo>
                  <a:lnTo>
                    <a:pt x="3305501" y="43377"/>
                  </a:lnTo>
                  <a:lnTo>
                    <a:pt x="3258944" y="42834"/>
                  </a:lnTo>
                  <a:lnTo>
                    <a:pt x="3212388" y="42270"/>
                  </a:lnTo>
                  <a:lnTo>
                    <a:pt x="3165832" y="41685"/>
                  </a:lnTo>
                  <a:lnTo>
                    <a:pt x="3119275" y="41078"/>
                  </a:lnTo>
                  <a:lnTo>
                    <a:pt x="3072719" y="40449"/>
                  </a:lnTo>
                  <a:lnTo>
                    <a:pt x="3026163" y="39797"/>
                  </a:lnTo>
                  <a:lnTo>
                    <a:pt x="2979606" y="39121"/>
                  </a:lnTo>
                  <a:lnTo>
                    <a:pt x="2933050" y="38422"/>
                  </a:lnTo>
                  <a:lnTo>
                    <a:pt x="2886494" y="37698"/>
                  </a:lnTo>
                  <a:lnTo>
                    <a:pt x="2839937" y="36950"/>
                  </a:lnTo>
                  <a:lnTo>
                    <a:pt x="2793381" y="36177"/>
                  </a:lnTo>
                  <a:lnTo>
                    <a:pt x="2746824" y="35379"/>
                  </a:lnTo>
                  <a:lnTo>
                    <a:pt x="2700268" y="34556"/>
                  </a:lnTo>
                  <a:lnTo>
                    <a:pt x="2653712" y="33708"/>
                  </a:lnTo>
                  <a:lnTo>
                    <a:pt x="2607155" y="32835"/>
                  </a:lnTo>
                  <a:lnTo>
                    <a:pt x="2560599" y="31936"/>
                  </a:lnTo>
                  <a:lnTo>
                    <a:pt x="2514043" y="31014"/>
                  </a:lnTo>
                  <a:lnTo>
                    <a:pt x="2467486" y="30067"/>
                  </a:lnTo>
                  <a:lnTo>
                    <a:pt x="2420930" y="29096"/>
                  </a:lnTo>
                  <a:lnTo>
                    <a:pt x="2374374" y="28103"/>
                  </a:lnTo>
                  <a:lnTo>
                    <a:pt x="2327817" y="27087"/>
                  </a:lnTo>
                  <a:lnTo>
                    <a:pt x="2281261" y="26051"/>
                  </a:lnTo>
                  <a:lnTo>
                    <a:pt x="2234705" y="24995"/>
                  </a:lnTo>
                  <a:lnTo>
                    <a:pt x="2188148" y="23922"/>
                  </a:lnTo>
                  <a:lnTo>
                    <a:pt x="2141592" y="22832"/>
                  </a:lnTo>
                  <a:lnTo>
                    <a:pt x="2095035" y="21729"/>
                  </a:lnTo>
                  <a:lnTo>
                    <a:pt x="2048479" y="20613"/>
                  </a:lnTo>
                  <a:lnTo>
                    <a:pt x="2001923" y="19489"/>
                  </a:lnTo>
                  <a:lnTo>
                    <a:pt x="1955366" y="18358"/>
                  </a:lnTo>
                  <a:lnTo>
                    <a:pt x="1908810" y="17225"/>
                  </a:lnTo>
                  <a:lnTo>
                    <a:pt x="1862254" y="16092"/>
                  </a:lnTo>
                  <a:lnTo>
                    <a:pt x="1815697" y="14964"/>
                  </a:lnTo>
                  <a:lnTo>
                    <a:pt x="1769141" y="13844"/>
                  </a:lnTo>
                  <a:lnTo>
                    <a:pt x="1722585" y="12736"/>
                  </a:lnTo>
                  <a:lnTo>
                    <a:pt x="1676028" y="11646"/>
                  </a:lnTo>
                  <a:lnTo>
                    <a:pt x="1629472" y="10578"/>
                  </a:lnTo>
                  <a:lnTo>
                    <a:pt x="1582916" y="9537"/>
                  </a:lnTo>
                  <a:lnTo>
                    <a:pt x="1536359" y="8527"/>
                  </a:lnTo>
                  <a:lnTo>
                    <a:pt x="1489803" y="7554"/>
                  </a:lnTo>
                  <a:lnTo>
                    <a:pt x="1443247" y="6622"/>
                  </a:lnTo>
                  <a:lnTo>
                    <a:pt x="1396690" y="5737"/>
                  </a:lnTo>
                  <a:lnTo>
                    <a:pt x="1350134" y="4903"/>
                  </a:lnTo>
                  <a:lnTo>
                    <a:pt x="1303577" y="4124"/>
                  </a:lnTo>
                  <a:lnTo>
                    <a:pt x="1257021" y="3405"/>
                  </a:lnTo>
                  <a:lnTo>
                    <a:pt x="1210465" y="2748"/>
                  </a:lnTo>
                  <a:lnTo>
                    <a:pt x="1163908" y="2157"/>
                  </a:lnTo>
                  <a:lnTo>
                    <a:pt x="1117352" y="1635"/>
                  </a:lnTo>
                  <a:lnTo>
                    <a:pt x="1070796" y="1184"/>
                  </a:lnTo>
                  <a:lnTo>
                    <a:pt x="1024239" y="805"/>
                  </a:lnTo>
                  <a:lnTo>
                    <a:pt x="977683" y="499"/>
                  </a:lnTo>
                  <a:lnTo>
                    <a:pt x="931127" y="266"/>
                  </a:lnTo>
                  <a:lnTo>
                    <a:pt x="884570" y="106"/>
                  </a:lnTo>
                  <a:lnTo>
                    <a:pt x="838014" y="17"/>
                  </a:lnTo>
                  <a:lnTo>
                    <a:pt x="791458" y="0"/>
                  </a:lnTo>
                  <a:lnTo>
                    <a:pt x="744901" y="50"/>
                  </a:lnTo>
                  <a:lnTo>
                    <a:pt x="698345" y="168"/>
                  </a:lnTo>
                  <a:lnTo>
                    <a:pt x="651788" y="348"/>
                  </a:lnTo>
                  <a:lnTo>
                    <a:pt x="605232" y="590"/>
                  </a:lnTo>
                  <a:lnTo>
                    <a:pt x="558676" y="889"/>
                  </a:lnTo>
                  <a:lnTo>
                    <a:pt x="512119" y="1243"/>
                  </a:lnTo>
                  <a:lnTo>
                    <a:pt x="465563" y="1647"/>
                  </a:lnTo>
                  <a:lnTo>
                    <a:pt x="419007" y="2098"/>
                  </a:lnTo>
                  <a:lnTo>
                    <a:pt x="372450" y="2594"/>
                  </a:lnTo>
                  <a:lnTo>
                    <a:pt x="325894" y="3129"/>
                  </a:lnTo>
                  <a:lnTo>
                    <a:pt x="279338" y="3701"/>
                  </a:lnTo>
                  <a:lnTo>
                    <a:pt x="232781" y="4306"/>
                  </a:lnTo>
                  <a:lnTo>
                    <a:pt x="186225" y="4942"/>
                  </a:lnTo>
                  <a:lnTo>
                    <a:pt x="139669" y="5604"/>
                  </a:lnTo>
                  <a:lnTo>
                    <a:pt x="93112" y="6289"/>
                  </a:lnTo>
                  <a:lnTo>
                    <a:pt x="46556" y="6996"/>
                  </a:lnTo>
                  <a:lnTo>
                    <a:pt x="0" y="772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20" name="pl420"/>
            <p:cNvSpPr/>
            <p:nvPr/>
          </p:nvSpPr>
          <p:spPr>
            <a:xfrm>
              <a:off x="1396548" y="5379199"/>
              <a:ext cx="3677952" cy="96584"/>
            </a:xfrm>
            <a:custGeom>
              <a:avLst/>
              <a:pathLst>
                <a:path w="3677952" h="96584">
                  <a:moveTo>
                    <a:pt x="0" y="0"/>
                  </a:moveTo>
                  <a:lnTo>
                    <a:pt x="46556" y="1710"/>
                  </a:lnTo>
                  <a:lnTo>
                    <a:pt x="93112" y="3405"/>
                  </a:lnTo>
                  <a:lnTo>
                    <a:pt x="139669" y="5084"/>
                  </a:lnTo>
                  <a:lnTo>
                    <a:pt x="186225" y="6749"/>
                  </a:lnTo>
                  <a:lnTo>
                    <a:pt x="232781" y="8399"/>
                  </a:lnTo>
                  <a:lnTo>
                    <a:pt x="279338" y="10034"/>
                  </a:lnTo>
                  <a:lnTo>
                    <a:pt x="325894" y="11654"/>
                  </a:lnTo>
                  <a:lnTo>
                    <a:pt x="372450" y="13260"/>
                  </a:lnTo>
                  <a:lnTo>
                    <a:pt x="419007" y="14852"/>
                  </a:lnTo>
                  <a:lnTo>
                    <a:pt x="465563" y="16429"/>
                  </a:lnTo>
                  <a:lnTo>
                    <a:pt x="512119" y="17992"/>
                  </a:lnTo>
                  <a:lnTo>
                    <a:pt x="558676" y="19541"/>
                  </a:lnTo>
                  <a:lnTo>
                    <a:pt x="605232" y="21076"/>
                  </a:lnTo>
                  <a:lnTo>
                    <a:pt x="651788" y="22597"/>
                  </a:lnTo>
                  <a:lnTo>
                    <a:pt x="698345" y="24104"/>
                  </a:lnTo>
                  <a:lnTo>
                    <a:pt x="744901" y="25598"/>
                  </a:lnTo>
                  <a:lnTo>
                    <a:pt x="791458" y="27078"/>
                  </a:lnTo>
                  <a:lnTo>
                    <a:pt x="838014" y="28545"/>
                  </a:lnTo>
                  <a:lnTo>
                    <a:pt x="884570" y="29998"/>
                  </a:lnTo>
                  <a:lnTo>
                    <a:pt x="931127" y="31439"/>
                  </a:lnTo>
                  <a:lnTo>
                    <a:pt x="977683" y="32866"/>
                  </a:lnTo>
                  <a:lnTo>
                    <a:pt x="1024239" y="34280"/>
                  </a:lnTo>
                  <a:lnTo>
                    <a:pt x="1070796" y="35681"/>
                  </a:lnTo>
                  <a:lnTo>
                    <a:pt x="1117352" y="37070"/>
                  </a:lnTo>
                  <a:lnTo>
                    <a:pt x="1163908" y="38446"/>
                  </a:lnTo>
                  <a:lnTo>
                    <a:pt x="1210465" y="39809"/>
                  </a:lnTo>
                  <a:lnTo>
                    <a:pt x="1257021" y="41160"/>
                  </a:lnTo>
                  <a:lnTo>
                    <a:pt x="1303577" y="42498"/>
                  </a:lnTo>
                  <a:lnTo>
                    <a:pt x="1350134" y="43824"/>
                  </a:lnTo>
                  <a:lnTo>
                    <a:pt x="1396690" y="45138"/>
                  </a:lnTo>
                  <a:lnTo>
                    <a:pt x="1443247" y="46440"/>
                  </a:lnTo>
                  <a:lnTo>
                    <a:pt x="1489803" y="47730"/>
                  </a:lnTo>
                  <a:lnTo>
                    <a:pt x="1536359" y="49009"/>
                  </a:lnTo>
                  <a:lnTo>
                    <a:pt x="1582916" y="50275"/>
                  </a:lnTo>
                  <a:lnTo>
                    <a:pt x="1629472" y="51530"/>
                  </a:lnTo>
                  <a:lnTo>
                    <a:pt x="1676028" y="52773"/>
                  </a:lnTo>
                  <a:lnTo>
                    <a:pt x="1722585" y="54005"/>
                  </a:lnTo>
                  <a:lnTo>
                    <a:pt x="1769141" y="55225"/>
                  </a:lnTo>
                  <a:lnTo>
                    <a:pt x="1815697" y="56434"/>
                  </a:lnTo>
                  <a:lnTo>
                    <a:pt x="1862254" y="57632"/>
                  </a:lnTo>
                  <a:lnTo>
                    <a:pt x="1908810" y="58819"/>
                  </a:lnTo>
                  <a:lnTo>
                    <a:pt x="1955366" y="59995"/>
                  </a:lnTo>
                  <a:lnTo>
                    <a:pt x="2001923" y="61160"/>
                  </a:lnTo>
                  <a:lnTo>
                    <a:pt x="2048479" y="62314"/>
                  </a:lnTo>
                  <a:lnTo>
                    <a:pt x="2095035" y="63458"/>
                  </a:lnTo>
                  <a:lnTo>
                    <a:pt x="2141592" y="64591"/>
                  </a:lnTo>
                  <a:lnTo>
                    <a:pt x="2188148" y="65713"/>
                  </a:lnTo>
                  <a:lnTo>
                    <a:pt x="2234705" y="66825"/>
                  </a:lnTo>
                  <a:lnTo>
                    <a:pt x="2281261" y="67927"/>
                  </a:lnTo>
                  <a:lnTo>
                    <a:pt x="2327817" y="69018"/>
                  </a:lnTo>
                  <a:lnTo>
                    <a:pt x="2374374" y="70099"/>
                  </a:lnTo>
                  <a:lnTo>
                    <a:pt x="2420930" y="71170"/>
                  </a:lnTo>
                  <a:lnTo>
                    <a:pt x="2467486" y="72231"/>
                  </a:lnTo>
                  <a:lnTo>
                    <a:pt x="2514043" y="73283"/>
                  </a:lnTo>
                  <a:lnTo>
                    <a:pt x="2560599" y="74324"/>
                  </a:lnTo>
                  <a:lnTo>
                    <a:pt x="2607155" y="75356"/>
                  </a:lnTo>
                  <a:lnTo>
                    <a:pt x="2653712" y="76378"/>
                  </a:lnTo>
                  <a:lnTo>
                    <a:pt x="2700268" y="77390"/>
                  </a:lnTo>
                  <a:lnTo>
                    <a:pt x="2746824" y="78393"/>
                  </a:lnTo>
                  <a:lnTo>
                    <a:pt x="2793381" y="79386"/>
                  </a:lnTo>
                  <a:lnTo>
                    <a:pt x="2839937" y="80371"/>
                  </a:lnTo>
                  <a:lnTo>
                    <a:pt x="2886494" y="81346"/>
                  </a:lnTo>
                  <a:lnTo>
                    <a:pt x="2933050" y="82312"/>
                  </a:lnTo>
                  <a:lnTo>
                    <a:pt x="2979606" y="83268"/>
                  </a:lnTo>
                  <a:lnTo>
                    <a:pt x="3026163" y="84216"/>
                  </a:lnTo>
                  <a:lnTo>
                    <a:pt x="3072719" y="85155"/>
                  </a:lnTo>
                  <a:lnTo>
                    <a:pt x="3119275" y="86085"/>
                  </a:lnTo>
                  <a:lnTo>
                    <a:pt x="3165832" y="87006"/>
                  </a:lnTo>
                  <a:lnTo>
                    <a:pt x="3212388" y="87919"/>
                  </a:lnTo>
                  <a:lnTo>
                    <a:pt x="3258944" y="88823"/>
                  </a:lnTo>
                  <a:lnTo>
                    <a:pt x="3305501" y="89718"/>
                  </a:lnTo>
                  <a:lnTo>
                    <a:pt x="3352057" y="90605"/>
                  </a:lnTo>
                  <a:lnTo>
                    <a:pt x="3398613" y="91484"/>
                  </a:lnTo>
                  <a:lnTo>
                    <a:pt x="3445170" y="92354"/>
                  </a:lnTo>
                  <a:lnTo>
                    <a:pt x="3491726" y="93216"/>
                  </a:lnTo>
                  <a:lnTo>
                    <a:pt x="3538282" y="94070"/>
                  </a:lnTo>
                  <a:lnTo>
                    <a:pt x="3584839" y="94916"/>
                  </a:lnTo>
                  <a:lnTo>
                    <a:pt x="3631395" y="95754"/>
                  </a:lnTo>
                  <a:lnTo>
                    <a:pt x="3677952" y="96584"/>
                  </a:lnTo>
                </a:path>
              </a:pathLst>
            </a:custGeom>
            <a:ln w="27101" cap="flat">
              <a:solidFill>
                <a:srgbClr val="8B0A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tx421"/>
            <p:cNvSpPr/>
            <p:nvPr/>
          </p:nvSpPr>
          <p:spPr>
            <a:xfrm>
              <a:off x="691062" y="5520220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2" name="tx422"/>
            <p:cNvSpPr/>
            <p:nvPr/>
          </p:nvSpPr>
          <p:spPr>
            <a:xfrm>
              <a:off x="691062" y="469054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23" name="tx423"/>
            <p:cNvSpPr/>
            <p:nvPr/>
          </p:nvSpPr>
          <p:spPr>
            <a:xfrm>
              <a:off x="691062" y="3860876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24" name="tx424"/>
            <p:cNvSpPr/>
            <p:nvPr/>
          </p:nvSpPr>
          <p:spPr>
            <a:xfrm>
              <a:off x="691062" y="3031204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25" name="tx425"/>
            <p:cNvSpPr/>
            <p:nvPr/>
          </p:nvSpPr>
          <p:spPr>
            <a:xfrm>
              <a:off x="691062" y="2201532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26" name="tx426"/>
            <p:cNvSpPr/>
            <p:nvPr/>
          </p:nvSpPr>
          <p:spPr>
            <a:xfrm>
              <a:off x="1094990" y="5788790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27" name="tx427"/>
            <p:cNvSpPr/>
            <p:nvPr/>
          </p:nvSpPr>
          <p:spPr>
            <a:xfrm>
              <a:off x="2571472" y="5788790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428" name="tx428"/>
            <p:cNvSpPr/>
            <p:nvPr/>
          </p:nvSpPr>
          <p:spPr>
            <a:xfrm>
              <a:off x="4047954" y="5788790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29" name="tx429"/>
            <p:cNvSpPr/>
            <p:nvPr/>
          </p:nvSpPr>
          <p:spPr>
            <a:xfrm>
              <a:off x="5524436" y="5788790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430" name="tx430"/>
            <p:cNvSpPr/>
            <p:nvPr/>
          </p:nvSpPr>
          <p:spPr>
            <a:xfrm>
              <a:off x="7000918" y="5788790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431" name="tx431"/>
            <p:cNvSpPr/>
            <p:nvPr/>
          </p:nvSpPr>
          <p:spPr>
            <a:xfrm>
              <a:off x="3761716" y="5927094"/>
              <a:ext cx="66540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RDA offset</a:t>
              </a:r>
            </a:p>
          </p:txBody>
        </p:sp>
        <p:sp>
          <p:nvSpPr>
            <p:cNvPr id="432" name="tx432"/>
            <p:cNvSpPr/>
            <p:nvPr/>
          </p:nvSpPr>
          <p:spPr>
            <a:xfrm rot="-5400000">
              <a:off x="328364" y="3850863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433" name="tx433"/>
            <p:cNvSpPr/>
            <p:nvPr/>
          </p:nvSpPr>
          <p:spPr>
            <a:xfrm>
              <a:off x="7426289" y="2918989"/>
              <a:ext cx="63166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Treatment</a:t>
              </a:r>
            </a:p>
          </p:txBody>
        </p:sp>
        <p:sp>
          <p:nvSpPr>
            <p:cNvPr id="434" name="pt434"/>
            <p:cNvSpPr/>
            <p:nvPr/>
          </p:nvSpPr>
          <p:spPr>
            <a:xfrm>
              <a:off x="7477315" y="3154360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rc435"/>
            <p:cNvSpPr/>
            <p:nvPr/>
          </p:nvSpPr>
          <p:spPr>
            <a:xfrm>
              <a:off x="7426289" y="3103335"/>
              <a:ext cx="219455" cy="219456"/>
            </a:xfrm>
            <a:prstGeom prst="rect">
              <a:avLst/>
            </a:prstGeom>
            <a:solidFill>
              <a:srgbClr val="FFA203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36" name="pl436"/>
            <p:cNvSpPr/>
            <p:nvPr/>
          </p:nvSpPr>
          <p:spPr>
            <a:xfrm>
              <a:off x="7448235" y="321306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FA20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7477315" y="3373816"/>
              <a:ext cx="117405" cy="117405"/>
            </a:xfrm>
            <a:prstGeom prst="ellipse">
              <a:avLst/>
            </a:pr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rc438"/>
            <p:cNvSpPr/>
            <p:nvPr/>
          </p:nvSpPr>
          <p:spPr>
            <a:xfrm>
              <a:off x="7426289" y="3322791"/>
              <a:ext cx="219455" cy="219456"/>
            </a:xfrm>
            <a:prstGeom prst="rect">
              <a:avLst/>
            </a:prstGeom>
            <a:solidFill>
              <a:srgbClr val="FE691E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39" name="pl439"/>
            <p:cNvSpPr/>
            <p:nvPr/>
          </p:nvSpPr>
          <p:spPr>
            <a:xfrm>
              <a:off x="7448235" y="343251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E69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7477315" y="3593272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rc441"/>
            <p:cNvSpPr/>
            <p:nvPr/>
          </p:nvSpPr>
          <p:spPr>
            <a:xfrm>
              <a:off x="7426289" y="3542247"/>
              <a:ext cx="219455" cy="219456"/>
            </a:xfrm>
            <a:prstGeom prst="rect">
              <a:avLst/>
            </a:prstGeom>
            <a:solidFill>
              <a:srgbClr val="FF1493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42" name="pl442"/>
            <p:cNvSpPr/>
            <p:nvPr/>
          </p:nvSpPr>
          <p:spPr>
            <a:xfrm>
              <a:off x="7448235" y="365197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F14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7477315" y="3812728"/>
              <a:ext cx="117405" cy="117405"/>
            </a:xfrm>
            <a:prstGeom prst="ellipse">
              <a:avLst/>
            </a:pr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rc444"/>
            <p:cNvSpPr/>
            <p:nvPr/>
          </p:nvSpPr>
          <p:spPr>
            <a:xfrm>
              <a:off x="7426289" y="3761703"/>
              <a:ext cx="219455" cy="219456"/>
            </a:xfrm>
            <a:prstGeom prst="rect">
              <a:avLst/>
            </a:prstGeom>
            <a:solidFill>
              <a:srgbClr val="8B0A50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45" name="pl445"/>
            <p:cNvSpPr/>
            <p:nvPr/>
          </p:nvSpPr>
          <p:spPr>
            <a:xfrm>
              <a:off x="7448235" y="387143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8B0A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tx446"/>
            <p:cNvSpPr/>
            <p:nvPr/>
          </p:nvSpPr>
          <p:spPr>
            <a:xfrm>
              <a:off x="7715335" y="3173058"/>
              <a:ext cx="83228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Current W Coast</a:t>
              </a:r>
            </a:p>
          </p:txBody>
        </p:sp>
        <p:sp>
          <p:nvSpPr>
            <p:cNvPr id="447" name="tx447"/>
            <p:cNvSpPr/>
            <p:nvPr/>
          </p:nvSpPr>
          <p:spPr>
            <a:xfrm>
              <a:off x="7715335" y="3392514"/>
              <a:ext cx="80138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Current E Coast</a:t>
              </a:r>
            </a:p>
          </p:txBody>
        </p:sp>
        <p:sp>
          <p:nvSpPr>
            <p:cNvPr id="448" name="tx448"/>
            <p:cNvSpPr/>
            <p:nvPr/>
          </p:nvSpPr>
          <p:spPr>
            <a:xfrm>
              <a:off x="7715335" y="3611970"/>
              <a:ext cx="78263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Future W Coast</a:t>
              </a:r>
            </a:p>
          </p:txBody>
        </p:sp>
        <p:sp>
          <p:nvSpPr>
            <p:cNvPr id="449" name="tx449"/>
            <p:cNvSpPr/>
            <p:nvPr/>
          </p:nvSpPr>
          <p:spPr>
            <a:xfrm>
              <a:off x="7715335" y="3831426"/>
              <a:ext cx="75172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Future E Coast</a:t>
              </a:r>
            </a:p>
          </p:txBody>
        </p:sp>
        <p:sp>
          <p:nvSpPr>
            <p:cNvPr id="450" name="tx450"/>
            <p:cNvSpPr/>
            <p:nvPr/>
          </p:nvSpPr>
          <p:spPr>
            <a:xfrm>
              <a:off x="7426289" y="4274237"/>
              <a:ext cx="3650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451" name="pt451"/>
            <p:cNvSpPr/>
            <p:nvPr/>
          </p:nvSpPr>
          <p:spPr>
            <a:xfrm>
              <a:off x="7477315" y="4509609"/>
              <a:ext cx="117405" cy="117405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7456959" y="4696478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tx453"/>
            <p:cNvSpPr/>
            <p:nvPr/>
          </p:nvSpPr>
          <p:spPr>
            <a:xfrm>
              <a:off x="7715335" y="4528306"/>
              <a:ext cx="57561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 Coast</a:t>
              </a:r>
            </a:p>
          </p:txBody>
        </p:sp>
        <p:sp>
          <p:nvSpPr>
            <p:cNvPr id="454" name="tx454"/>
            <p:cNvSpPr/>
            <p:nvPr/>
          </p:nvSpPr>
          <p:spPr>
            <a:xfrm>
              <a:off x="7715335" y="4747762"/>
              <a:ext cx="5467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 Coast</a:t>
              </a:r>
            </a:p>
          </p:txBody>
        </p:sp>
        <p:sp>
          <p:nvSpPr>
            <p:cNvPr id="455" name="tx455"/>
            <p:cNvSpPr/>
            <p:nvPr/>
          </p:nvSpPr>
          <p:spPr>
            <a:xfrm>
              <a:off x="971319" y="1669789"/>
              <a:ext cx="4260646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Common Garden Fitness vs Genomic Offset (RDA, Full): </a:t>
              </a:r>
            </a:p>
          </p:txBody>
        </p:sp>
        <p:sp>
          <p:nvSpPr>
            <p:cNvPr id="456" name="tx456"/>
            <p:cNvSpPr/>
            <p:nvPr/>
          </p:nvSpPr>
          <p:spPr>
            <a:xfrm>
              <a:off x="971319" y="1850840"/>
              <a:ext cx="2672242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Binary Survival, Logistic Regression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1319" y="5145389"/>
              <a:ext cx="6502875" cy="0"/>
            </a:xfrm>
            <a:custGeom>
              <a:avLst/>
              <a:pathLst>
                <a:path w="6502875" h="0">
                  <a:moveTo>
                    <a:pt x="0" y="0"/>
                  </a:moveTo>
                  <a:lnTo>
                    <a:pt x="6502875" y="0"/>
                  </a:lnTo>
                  <a:lnTo>
                    <a:pt x="650287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1319" y="4315717"/>
              <a:ext cx="6502875" cy="0"/>
            </a:xfrm>
            <a:custGeom>
              <a:avLst/>
              <a:pathLst>
                <a:path w="6502875" h="0">
                  <a:moveTo>
                    <a:pt x="0" y="0"/>
                  </a:moveTo>
                  <a:lnTo>
                    <a:pt x="6502875" y="0"/>
                  </a:lnTo>
                  <a:lnTo>
                    <a:pt x="650287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71319" y="3486045"/>
              <a:ext cx="6502875" cy="0"/>
            </a:xfrm>
            <a:custGeom>
              <a:avLst/>
              <a:pathLst>
                <a:path w="6502875" h="0">
                  <a:moveTo>
                    <a:pt x="0" y="0"/>
                  </a:moveTo>
                  <a:lnTo>
                    <a:pt x="6502875" y="0"/>
                  </a:lnTo>
                  <a:lnTo>
                    <a:pt x="650287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71319" y="2656373"/>
              <a:ext cx="6502875" cy="0"/>
            </a:xfrm>
            <a:custGeom>
              <a:avLst/>
              <a:pathLst>
                <a:path w="6502875" h="0">
                  <a:moveTo>
                    <a:pt x="0" y="0"/>
                  </a:moveTo>
                  <a:lnTo>
                    <a:pt x="6502875" y="0"/>
                  </a:lnTo>
                  <a:lnTo>
                    <a:pt x="650287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901016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438170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975325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512479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71319" y="5560225"/>
              <a:ext cx="6502875" cy="0"/>
            </a:xfrm>
            <a:custGeom>
              <a:avLst/>
              <a:pathLst>
                <a:path w="6502875" h="0">
                  <a:moveTo>
                    <a:pt x="0" y="0"/>
                  </a:moveTo>
                  <a:lnTo>
                    <a:pt x="6502875" y="0"/>
                  </a:lnTo>
                  <a:lnTo>
                    <a:pt x="650287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1319" y="4730553"/>
              <a:ext cx="6502875" cy="0"/>
            </a:xfrm>
            <a:custGeom>
              <a:avLst/>
              <a:pathLst>
                <a:path w="6502875" h="0">
                  <a:moveTo>
                    <a:pt x="0" y="0"/>
                  </a:moveTo>
                  <a:lnTo>
                    <a:pt x="6502875" y="0"/>
                  </a:lnTo>
                  <a:lnTo>
                    <a:pt x="650287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71319" y="3900881"/>
              <a:ext cx="6502875" cy="0"/>
            </a:xfrm>
            <a:custGeom>
              <a:avLst/>
              <a:pathLst>
                <a:path w="6502875" h="0">
                  <a:moveTo>
                    <a:pt x="0" y="0"/>
                  </a:moveTo>
                  <a:lnTo>
                    <a:pt x="6502875" y="0"/>
                  </a:lnTo>
                  <a:lnTo>
                    <a:pt x="650287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71319" y="3071209"/>
              <a:ext cx="6502875" cy="0"/>
            </a:xfrm>
            <a:custGeom>
              <a:avLst/>
              <a:pathLst>
                <a:path w="6502875" h="0">
                  <a:moveTo>
                    <a:pt x="0" y="0"/>
                  </a:moveTo>
                  <a:lnTo>
                    <a:pt x="6502875" y="0"/>
                  </a:lnTo>
                  <a:lnTo>
                    <a:pt x="650287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71319" y="2241537"/>
              <a:ext cx="6502875" cy="0"/>
            </a:xfrm>
            <a:custGeom>
              <a:avLst/>
              <a:pathLst>
                <a:path w="6502875" h="0">
                  <a:moveTo>
                    <a:pt x="0" y="0"/>
                  </a:moveTo>
                  <a:lnTo>
                    <a:pt x="6502875" y="0"/>
                  </a:lnTo>
                  <a:lnTo>
                    <a:pt x="650287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132439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669593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206748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743902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7281056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4788251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788251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707612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7099550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788251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2796263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7099550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604615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633048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633048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04615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788251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788251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396177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04615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7099550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7099550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396177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33048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4788251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707612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203526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7099550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4788251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7099550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4788251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203526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7099550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04615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7099550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4788251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7099550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04615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7099550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7099550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04615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2796263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33048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707612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4396177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707612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4788251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4788251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707612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4788251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396177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707612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4396177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4396177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707612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2796263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4396177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7099550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4396177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4396177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3203526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203526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04615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4396177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707612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33048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203526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203526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3203526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707612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2796263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04615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04615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707612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707612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33048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707612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2796263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33048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2796263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33048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2796263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04615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33048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203526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2796263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3203526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33048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3203526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04615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2796263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33048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2796263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3203526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2796263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3203526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04615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4396177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33048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2796263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4204304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118784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3029403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135203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186022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186022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186022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3029403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4632175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3029403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186022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2628456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4204304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118784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4204304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3029403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2628456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3029403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181639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186022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2628456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3029403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3029403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2628456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181639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2628456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4632175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4204304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135203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2628456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118784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186022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4204304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181639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118784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1816390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135203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1816390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4632175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1816390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118784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186022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1816390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186022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4632175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186022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2628456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1816390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4204304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181639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3029403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4632175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181639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4632175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4632175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186022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135203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2628456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186022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2628456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135203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118784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2628456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2628456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3029403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135203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181639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135203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118784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118784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3029403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186022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135203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135203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3029403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4632175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4204304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2628456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4204304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118784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118784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4204304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135203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4204304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3029403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1816390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4204304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4632175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4632175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4204304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118784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135203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4632175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4632175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118784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135203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3336336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3336336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605887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2958778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86880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86880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3336336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60588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1767019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63880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60588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605887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3336336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86880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63880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86880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1545559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3336336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58526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63880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63880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605887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1545559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1545559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2958778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2958778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605887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3336336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605887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60588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58526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3336336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63880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58526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3336336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86880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63880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3336336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1767019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63880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2958778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1767019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3336336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58526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63880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86880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2958778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2958778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1767019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58526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58526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86880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3336336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2958778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1545559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2958778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1767019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1767019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1767019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58526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1545559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2958778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58526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1545559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2958778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1767019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86880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3336336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86880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86880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2958778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1545559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563880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5605887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563880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1545559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563880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1767019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86880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86880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560588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1545559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1545559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1545559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58526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58526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5605887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1767019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1545559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1767019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563880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5605887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58526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2958778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58526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3186465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3186465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3186465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150343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150343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3186465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3186465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3186465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1665800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133496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150343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192027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3588362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133496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3186465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3588362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3588362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150343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4749792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150343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150343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166580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3186465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166580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133496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166580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150343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166580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192027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133496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192027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150343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3186465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3186465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3186465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166580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150343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3588362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192027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133496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133496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133496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3588362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3588362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166580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4749792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4749792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192027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192027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3588362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3186465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150343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192027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5184407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133496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133496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3588362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166580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133496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5184407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4749792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3588362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150343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133496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166580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4749792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5184407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4749792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133496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166580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5184407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4749792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5184407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4749792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150343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3588362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3588362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5184407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5184407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5184407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192027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192027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4749792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5184407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192027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192027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5184407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5184407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3588362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192027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1665800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166580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4749792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5184407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4749792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4749792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l405"/>
            <p:cNvSpPr/>
            <p:nvPr/>
          </p:nvSpPr>
          <p:spPr>
            <a:xfrm>
              <a:off x="2687159" y="2502796"/>
              <a:ext cx="2159794" cy="2200844"/>
            </a:xfrm>
            <a:custGeom>
              <a:avLst/>
              <a:pathLst>
                <a:path w="2159794" h="2200844">
                  <a:moveTo>
                    <a:pt x="0" y="2200844"/>
                  </a:moveTo>
                  <a:lnTo>
                    <a:pt x="27339" y="2172260"/>
                  </a:lnTo>
                  <a:lnTo>
                    <a:pt x="54678" y="2143077"/>
                  </a:lnTo>
                  <a:lnTo>
                    <a:pt x="82017" y="2113305"/>
                  </a:lnTo>
                  <a:lnTo>
                    <a:pt x="109356" y="2082957"/>
                  </a:lnTo>
                  <a:lnTo>
                    <a:pt x="136695" y="2052046"/>
                  </a:lnTo>
                  <a:lnTo>
                    <a:pt x="164035" y="2020588"/>
                  </a:lnTo>
                  <a:lnTo>
                    <a:pt x="191374" y="1988601"/>
                  </a:lnTo>
                  <a:lnTo>
                    <a:pt x="218713" y="1956103"/>
                  </a:lnTo>
                  <a:lnTo>
                    <a:pt x="246052" y="1923115"/>
                  </a:lnTo>
                  <a:lnTo>
                    <a:pt x="273391" y="1889660"/>
                  </a:lnTo>
                  <a:lnTo>
                    <a:pt x="300730" y="1855761"/>
                  </a:lnTo>
                  <a:lnTo>
                    <a:pt x="328070" y="1821443"/>
                  </a:lnTo>
                  <a:lnTo>
                    <a:pt x="355409" y="1786733"/>
                  </a:lnTo>
                  <a:lnTo>
                    <a:pt x="382748" y="1751660"/>
                  </a:lnTo>
                  <a:lnTo>
                    <a:pt x="410087" y="1716252"/>
                  </a:lnTo>
                  <a:lnTo>
                    <a:pt x="437426" y="1680541"/>
                  </a:lnTo>
                  <a:lnTo>
                    <a:pt x="464765" y="1644559"/>
                  </a:lnTo>
                  <a:lnTo>
                    <a:pt x="492105" y="1608338"/>
                  </a:lnTo>
                  <a:lnTo>
                    <a:pt x="519444" y="1571912"/>
                  </a:lnTo>
                  <a:lnTo>
                    <a:pt x="546783" y="1535316"/>
                  </a:lnTo>
                  <a:lnTo>
                    <a:pt x="574122" y="1498586"/>
                  </a:lnTo>
                  <a:lnTo>
                    <a:pt x="601461" y="1461756"/>
                  </a:lnTo>
                  <a:lnTo>
                    <a:pt x="628800" y="1424863"/>
                  </a:lnTo>
                  <a:lnTo>
                    <a:pt x="656140" y="1387943"/>
                  </a:lnTo>
                  <a:lnTo>
                    <a:pt x="683479" y="1351034"/>
                  </a:lnTo>
                  <a:lnTo>
                    <a:pt x="710818" y="1314171"/>
                  </a:lnTo>
                  <a:lnTo>
                    <a:pt x="738157" y="1277391"/>
                  </a:lnTo>
                  <a:lnTo>
                    <a:pt x="765496" y="1240730"/>
                  </a:lnTo>
                  <a:lnTo>
                    <a:pt x="792835" y="1204224"/>
                  </a:lnTo>
                  <a:lnTo>
                    <a:pt x="820175" y="1167906"/>
                  </a:lnTo>
                  <a:lnTo>
                    <a:pt x="847514" y="1131812"/>
                  </a:lnTo>
                  <a:lnTo>
                    <a:pt x="874853" y="1095975"/>
                  </a:lnTo>
                  <a:lnTo>
                    <a:pt x="902192" y="1060427"/>
                  </a:lnTo>
                  <a:lnTo>
                    <a:pt x="929531" y="1025199"/>
                  </a:lnTo>
                  <a:lnTo>
                    <a:pt x="956870" y="990322"/>
                  </a:lnTo>
                  <a:lnTo>
                    <a:pt x="984210" y="955824"/>
                  </a:lnTo>
                  <a:lnTo>
                    <a:pt x="1011549" y="921733"/>
                  </a:lnTo>
                  <a:lnTo>
                    <a:pt x="1038888" y="888074"/>
                  </a:lnTo>
                  <a:lnTo>
                    <a:pt x="1066227" y="854873"/>
                  </a:lnTo>
                  <a:lnTo>
                    <a:pt x="1093566" y="822152"/>
                  </a:lnTo>
                  <a:lnTo>
                    <a:pt x="1120905" y="789932"/>
                  </a:lnTo>
                  <a:lnTo>
                    <a:pt x="1148245" y="758233"/>
                  </a:lnTo>
                  <a:lnTo>
                    <a:pt x="1175584" y="727074"/>
                  </a:lnTo>
                  <a:lnTo>
                    <a:pt x="1202923" y="696470"/>
                  </a:lnTo>
                  <a:lnTo>
                    <a:pt x="1230262" y="666437"/>
                  </a:lnTo>
                  <a:lnTo>
                    <a:pt x="1257601" y="636987"/>
                  </a:lnTo>
                  <a:lnTo>
                    <a:pt x="1284940" y="608132"/>
                  </a:lnTo>
                  <a:lnTo>
                    <a:pt x="1312280" y="579882"/>
                  </a:lnTo>
                  <a:lnTo>
                    <a:pt x="1339619" y="552245"/>
                  </a:lnTo>
                  <a:lnTo>
                    <a:pt x="1366958" y="525228"/>
                  </a:lnTo>
                  <a:lnTo>
                    <a:pt x="1394297" y="498836"/>
                  </a:lnTo>
                  <a:lnTo>
                    <a:pt x="1421636" y="473072"/>
                  </a:lnTo>
                  <a:lnTo>
                    <a:pt x="1448976" y="447940"/>
                  </a:lnTo>
                  <a:lnTo>
                    <a:pt x="1476315" y="423440"/>
                  </a:lnTo>
                  <a:lnTo>
                    <a:pt x="1503654" y="399572"/>
                  </a:lnTo>
                  <a:lnTo>
                    <a:pt x="1530993" y="376335"/>
                  </a:lnTo>
                  <a:lnTo>
                    <a:pt x="1558332" y="353726"/>
                  </a:lnTo>
                  <a:lnTo>
                    <a:pt x="1585671" y="331741"/>
                  </a:lnTo>
                  <a:lnTo>
                    <a:pt x="1613011" y="310376"/>
                  </a:lnTo>
                  <a:lnTo>
                    <a:pt x="1640350" y="289625"/>
                  </a:lnTo>
                  <a:lnTo>
                    <a:pt x="1667689" y="269482"/>
                  </a:lnTo>
                  <a:lnTo>
                    <a:pt x="1695028" y="249939"/>
                  </a:lnTo>
                  <a:lnTo>
                    <a:pt x="1722367" y="230989"/>
                  </a:lnTo>
                  <a:lnTo>
                    <a:pt x="1749706" y="212623"/>
                  </a:lnTo>
                  <a:lnTo>
                    <a:pt x="1777046" y="194831"/>
                  </a:lnTo>
                  <a:lnTo>
                    <a:pt x="1804385" y="177604"/>
                  </a:lnTo>
                  <a:lnTo>
                    <a:pt x="1831724" y="160933"/>
                  </a:lnTo>
                  <a:lnTo>
                    <a:pt x="1859063" y="144805"/>
                  </a:lnTo>
                  <a:lnTo>
                    <a:pt x="1886402" y="129210"/>
                  </a:lnTo>
                  <a:lnTo>
                    <a:pt x="1913741" y="114137"/>
                  </a:lnTo>
                  <a:lnTo>
                    <a:pt x="1941081" y="99574"/>
                  </a:lnTo>
                  <a:lnTo>
                    <a:pt x="1968420" y="85509"/>
                  </a:lnTo>
                  <a:lnTo>
                    <a:pt x="1995759" y="71931"/>
                  </a:lnTo>
                  <a:lnTo>
                    <a:pt x="2023098" y="58827"/>
                  </a:lnTo>
                  <a:lnTo>
                    <a:pt x="2050437" y="46186"/>
                  </a:lnTo>
                  <a:lnTo>
                    <a:pt x="2077776" y="33995"/>
                  </a:lnTo>
                  <a:lnTo>
                    <a:pt x="2105116" y="22241"/>
                  </a:lnTo>
                  <a:lnTo>
                    <a:pt x="2132455" y="10914"/>
                  </a:lnTo>
                  <a:lnTo>
                    <a:pt x="2159794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1582497" y="2830303"/>
              <a:ext cx="5596111" cy="2095559"/>
            </a:xfrm>
            <a:custGeom>
              <a:avLst/>
              <a:pathLst>
                <a:path w="5596111" h="2095559">
                  <a:moveTo>
                    <a:pt x="0" y="2095559"/>
                  </a:moveTo>
                  <a:lnTo>
                    <a:pt x="70836" y="2076001"/>
                  </a:lnTo>
                  <a:lnTo>
                    <a:pt x="141673" y="2055991"/>
                  </a:lnTo>
                  <a:lnTo>
                    <a:pt x="212510" y="2035529"/>
                  </a:lnTo>
                  <a:lnTo>
                    <a:pt x="283347" y="2014613"/>
                  </a:lnTo>
                  <a:lnTo>
                    <a:pt x="354184" y="1993244"/>
                  </a:lnTo>
                  <a:lnTo>
                    <a:pt x="425021" y="1971423"/>
                  </a:lnTo>
                  <a:lnTo>
                    <a:pt x="495858" y="1949151"/>
                  </a:lnTo>
                  <a:lnTo>
                    <a:pt x="566694" y="1926430"/>
                  </a:lnTo>
                  <a:lnTo>
                    <a:pt x="637531" y="1903263"/>
                  </a:lnTo>
                  <a:lnTo>
                    <a:pt x="708368" y="1879654"/>
                  </a:lnTo>
                  <a:lnTo>
                    <a:pt x="779205" y="1855608"/>
                  </a:lnTo>
                  <a:lnTo>
                    <a:pt x="850042" y="1831129"/>
                  </a:lnTo>
                  <a:lnTo>
                    <a:pt x="920879" y="1806224"/>
                  </a:lnTo>
                  <a:lnTo>
                    <a:pt x="991716" y="1780899"/>
                  </a:lnTo>
                  <a:lnTo>
                    <a:pt x="1062552" y="1755162"/>
                  </a:lnTo>
                  <a:lnTo>
                    <a:pt x="1133389" y="1729023"/>
                  </a:lnTo>
                  <a:lnTo>
                    <a:pt x="1204226" y="1702489"/>
                  </a:lnTo>
                  <a:lnTo>
                    <a:pt x="1275063" y="1675572"/>
                  </a:lnTo>
                  <a:lnTo>
                    <a:pt x="1345900" y="1648283"/>
                  </a:lnTo>
                  <a:lnTo>
                    <a:pt x="1416737" y="1620634"/>
                  </a:lnTo>
                  <a:lnTo>
                    <a:pt x="1487574" y="1592637"/>
                  </a:lnTo>
                  <a:lnTo>
                    <a:pt x="1558410" y="1564306"/>
                  </a:lnTo>
                  <a:lnTo>
                    <a:pt x="1629247" y="1535656"/>
                  </a:lnTo>
                  <a:lnTo>
                    <a:pt x="1700084" y="1506702"/>
                  </a:lnTo>
                  <a:lnTo>
                    <a:pt x="1770921" y="1477460"/>
                  </a:lnTo>
                  <a:lnTo>
                    <a:pt x="1841758" y="1447946"/>
                  </a:lnTo>
                  <a:lnTo>
                    <a:pt x="1912595" y="1418179"/>
                  </a:lnTo>
                  <a:lnTo>
                    <a:pt x="1983432" y="1388175"/>
                  </a:lnTo>
                  <a:lnTo>
                    <a:pt x="2054268" y="1357955"/>
                  </a:lnTo>
                  <a:lnTo>
                    <a:pt x="2125105" y="1327536"/>
                  </a:lnTo>
                  <a:lnTo>
                    <a:pt x="2195942" y="1296940"/>
                  </a:lnTo>
                  <a:lnTo>
                    <a:pt x="2266779" y="1266186"/>
                  </a:lnTo>
                  <a:lnTo>
                    <a:pt x="2337616" y="1235295"/>
                  </a:lnTo>
                  <a:lnTo>
                    <a:pt x="2408453" y="1204288"/>
                  </a:lnTo>
                  <a:lnTo>
                    <a:pt x="2479290" y="1173187"/>
                  </a:lnTo>
                  <a:lnTo>
                    <a:pt x="2550126" y="1142014"/>
                  </a:lnTo>
                  <a:lnTo>
                    <a:pt x="2620963" y="1110790"/>
                  </a:lnTo>
                  <a:lnTo>
                    <a:pt x="2691800" y="1079537"/>
                  </a:lnTo>
                  <a:lnTo>
                    <a:pt x="2762637" y="1048278"/>
                  </a:lnTo>
                  <a:lnTo>
                    <a:pt x="2833474" y="1017035"/>
                  </a:lnTo>
                  <a:lnTo>
                    <a:pt x="2904311" y="985830"/>
                  </a:lnTo>
                  <a:lnTo>
                    <a:pt x="2975148" y="954685"/>
                  </a:lnTo>
                  <a:lnTo>
                    <a:pt x="3045984" y="923621"/>
                  </a:lnTo>
                  <a:lnTo>
                    <a:pt x="3116821" y="892661"/>
                  </a:lnTo>
                  <a:lnTo>
                    <a:pt x="3187658" y="861826"/>
                  </a:lnTo>
                  <a:lnTo>
                    <a:pt x="3258495" y="831137"/>
                  </a:lnTo>
                  <a:lnTo>
                    <a:pt x="3329332" y="800614"/>
                  </a:lnTo>
                  <a:lnTo>
                    <a:pt x="3400169" y="770278"/>
                  </a:lnTo>
                  <a:lnTo>
                    <a:pt x="3471006" y="740147"/>
                  </a:lnTo>
                  <a:lnTo>
                    <a:pt x="3541842" y="710242"/>
                  </a:lnTo>
                  <a:lnTo>
                    <a:pt x="3612679" y="680581"/>
                  </a:lnTo>
                  <a:lnTo>
                    <a:pt x="3683516" y="651181"/>
                  </a:lnTo>
                  <a:lnTo>
                    <a:pt x="3754353" y="622060"/>
                  </a:lnTo>
                  <a:lnTo>
                    <a:pt x="3825190" y="593233"/>
                  </a:lnTo>
                  <a:lnTo>
                    <a:pt x="3896027" y="564718"/>
                  </a:lnTo>
                  <a:lnTo>
                    <a:pt x="3966864" y="536528"/>
                  </a:lnTo>
                  <a:lnTo>
                    <a:pt x="4037700" y="508678"/>
                  </a:lnTo>
                  <a:lnTo>
                    <a:pt x="4108537" y="481181"/>
                  </a:lnTo>
                  <a:lnTo>
                    <a:pt x="4179374" y="454049"/>
                  </a:lnTo>
                  <a:lnTo>
                    <a:pt x="4250211" y="427294"/>
                  </a:lnTo>
                  <a:lnTo>
                    <a:pt x="4321048" y="400928"/>
                  </a:lnTo>
                  <a:lnTo>
                    <a:pt x="4391885" y="374959"/>
                  </a:lnTo>
                  <a:lnTo>
                    <a:pt x="4462722" y="349397"/>
                  </a:lnTo>
                  <a:lnTo>
                    <a:pt x="4533558" y="324251"/>
                  </a:lnTo>
                  <a:lnTo>
                    <a:pt x="4604395" y="299527"/>
                  </a:lnTo>
                  <a:lnTo>
                    <a:pt x="4675232" y="275231"/>
                  </a:lnTo>
                  <a:lnTo>
                    <a:pt x="4746069" y="251371"/>
                  </a:lnTo>
                  <a:lnTo>
                    <a:pt x="4816906" y="227951"/>
                  </a:lnTo>
                  <a:lnTo>
                    <a:pt x="4887743" y="204974"/>
                  </a:lnTo>
                  <a:lnTo>
                    <a:pt x="4958580" y="182444"/>
                  </a:lnTo>
                  <a:lnTo>
                    <a:pt x="5029416" y="160364"/>
                  </a:lnTo>
                  <a:lnTo>
                    <a:pt x="5100253" y="138736"/>
                  </a:lnTo>
                  <a:lnTo>
                    <a:pt x="5171090" y="117560"/>
                  </a:lnTo>
                  <a:lnTo>
                    <a:pt x="5241927" y="96838"/>
                  </a:lnTo>
                  <a:lnTo>
                    <a:pt x="5312764" y="76569"/>
                  </a:lnTo>
                  <a:lnTo>
                    <a:pt x="5383601" y="56752"/>
                  </a:lnTo>
                  <a:lnTo>
                    <a:pt x="5454438" y="37387"/>
                  </a:lnTo>
                  <a:lnTo>
                    <a:pt x="5525274" y="18470"/>
                  </a:lnTo>
                  <a:lnTo>
                    <a:pt x="5596111" y="0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3017480" y="3281740"/>
              <a:ext cx="1437399" cy="805420"/>
            </a:xfrm>
            <a:custGeom>
              <a:avLst/>
              <a:pathLst>
                <a:path w="1437399" h="805420">
                  <a:moveTo>
                    <a:pt x="0" y="805420"/>
                  </a:moveTo>
                  <a:lnTo>
                    <a:pt x="18194" y="794944"/>
                  </a:lnTo>
                  <a:lnTo>
                    <a:pt x="36389" y="784453"/>
                  </a:lnTo>
                  <a:lnTo>
                    <a:pt x="54584" y="773949"/>
                  </a:lnTo>
                  <a:lnTo>
                    <a:pt x="72779" y="763433"/>
                  </a:lnTo>
                  <a:lnTo>
                    <a:pt x="90974" y="752905"/>
                  </a:lnTo>
                  <a:lnTo>
                    <a:pt x="109169" y="742366"/>
                  </a:lnTo>
                  <a:lnTo>
                    <a:pt x="127364" y="731816"/>
                  </a:lnTo>
                  <a:lnTo>
                    <a:pt x="145559" y="721258"/>
                  </a:lnTo>
                  <a:lnTo>
                    <a:pt x="163754" y="710692"/>
                  </a:lnTo>
                  <a:lnTo>
                    <a:pt x="181949" y="700118"/>
                  </a:lnTo>
                  <a:lnTo>
                    <a:pt x="200144" y="689537"/>
                  </a:lnTo>
                  <a:lnTo>
                    <a:pt x="218339" y="678951"/>
                  </a:lnTo>
                  <a:lnTo>
                    <a:pt x="236534" y="668360"/>
                  </a:lnTo>
                  <a:lnTo>
                    <a:pt x="254729" y="657765"/>
                  </a:lnTo>
                  <a:lnTo>
                    <a:pt x="272923" y="647166"/>
                  </a:lnTo>
                  <a:lnTo>
                    <a:pt x="291118" y="636566"/>
                  </a:lnTo>
                  <a:lnTo>
                    <a:pt x="309313" y="625964"/>
                  </a:lnTo>
                  <a:lnTo>
                    <a:pt x="327508" y="615361"/>
                  </a:lnTo>
                  <a:lnTo>
                    <a:pt x="345703" y="604759"/>
                  </a:lnTo>
                  <a:lnTo>
                    <a:pt x="363898" y="594157"/>
                  </a:lnTo>
                  <a:lnTo>
                    <a:pt x="382093" y="583558"/>
                  </a:lnTo>
                  <a:lnTo>
                    <a:pt x="400288" y="572962"/>
                  </a:lnTo>
                  <a:lnTo>
                    <a:pt x="418483" y="562370"/>
                  </a:lnTo>
                  <a:lnTo>
                    <a:pt x="436678" y="551782"/>
                  </a:lnTo>
                  <a:lnTo>
                    <a:pt x="454873" y="541200"/>
                  </a:lnTo>
                  <a:lnTo>
                    <a:pt x="473068" y="530624"/>
                  </a:lnTo>
                  <a:lnTo>
                    <a:pt x="491263" y="520055"/>
                  </a:lnTo>
                  <a:lnTo>
                    <a:pt x="509458" y="509494"/>
                  </a:lnTo>
                  <a:lnTo>
                    <a:pt x="527652" y="498943"/>
                  </a:lnTo>
                  <a:lnTo>
                    <a:pt x="545847" y="488401"/>
                  </a:lnTo>
                  <a:lnTo>
                    <a:pt x="564042" y="477869"/>
                  </a:lnTo>
                  <a:lnTo>
                    <a:pt x="582237" y="467349"/>
                  </a:lnTo>
                  <a:lnTo>
                    <a:pt x="600432" y="456842"/>
                  </a:lnTo>
                  <a:lnTo>
                    <a:pt x="618627" y="446347"/>
                  </a:lnTo>
                  <a:lnTo>
                    <a:pt x="636822" y="435867"/>
                  </a:lnTo>
                  <a:lnTo>
                    <a:pt x="655017" y="425401"/>
                  </a:lnTo>
                  <a:lnTo>
                    <a:pt x="673212" y="414951"/>
                  </a:lnTo>
                  <a:lnTo>
                    <a:pt x="691407" y="404517"/>
                  </a:lnTo>
                  <a:lnTo>
                    <a:pt x="709602" y="394100"/>
                  </a:lnTo>
                  <a:lnTo>
                    <a:pt x="727797" y="383702"/>
                  </a:lnTo>
                  <a:lnTo>
                    <a:pt x="745992" y="373322"/>
                  </a:lnTo>
                  <a:lnTo>
                    <a:pt x="764187" y="362962"/>
                  </a:lnTo>
                  <a:lnTo>
                    <a:pt x="782381" y="352623"/>
                  </a:lnTo>
                  <a:lnTo>
                    <a:pt x="800576" y="342304"/>
                  </a:lnTo>
                  <a:lnTo>
                    <a:pt x="818771" y="332008"/>
                  </a:lnTo>
                  <a:lnTo>
                    <a:pt x="836966" y="321734"/>
                  </a:lnTo>
                  <a:lnTo>
                    <a:pt x="855161" y="311484"/>
                  </a:lnTo>
                  <a:lnTo>
                    <a:pt x="873356" y="301258"/>
                  </a:lnTo>
                  <a:lnTo>
                    <a:pt x="891551" y="291057"/>
                  </a:lnTo>
                  <a:lnTo>
                    <a:pt x="909746" y="280882"/>
                  </a:lnTo>
                  <a:lnTo>
                    <a:pt x="927941" y="270733"/>
                  </a:lnTo>
                  <a:lnTo>
                    <a:pt x="946136" y="260612"/>
                  </a:lnTo>
                  <a:lnTo>
                    <a:pt x="964331" y="250518"/>
                  </a:lnTo>
                  <a:lnTo>
                    <a:pt x="982526" y="240453"/>
                  </a:lnTo>
                  <a:lnTo>
                    <a:pt x="1000721" y="230417"/>
                  </a:lnTo>
                  <a:lnTo>
                    <a:pt x="1018916" y="220412"/>
                  </a:lnTo>
                  <a:lnTo>
                    <a:pt x="1037110" y="210437"/>
                  </a:lnTo>
                  <a:lnTo>
                    <a:pt x="1055305" y="200493"/>
                  </a:lnTo>
                  <a:lnTo>
                    <a:pt x="1073500" y="190581"/>
                  </a:lnTo>
                  <a:lnTo>
                    <a:pt x="1091695" y="180702"/>
                  </a:lnTo>
                  <a:lnTo>
                    <a:pt x="1109890" y="170857"/>
                  </a:lnTo>
                  <a:lnTo>
                    <a:pt x="1128085" y="161045"/>
                  </a:lnTo>
                  <a:lnTo>
                    <a:pt x="1146280" y="151268"/>
                  </a:lnTo>
                  <a:lnTo>
                    <a:pt x="1164475" y="141526"/>
                  </a:lnTo>
                  <a:lnTo>
                    <a:pt x="1182670" y="131819"/>
                  </a:lnTo>
                  <a:lnTo>
                    <a:pt x="1200865" y="122150"/>
                  </a:lnTo>
                  <a:lnTo>
                    <a:pt x="1219060" y="112517"/>
                  </a:lnTo>
                  <a:lnTo>
                    <a:pt x="1237255" y="102921"/>
                  </a:lnTo>
                  <a:lnTo>
                    <a:pt x="1255450" y="93364"/>
                  </a:lnTo>
                  <a:lnTo>
                    <a:pt x="1273645" y="83845"/>
                  </a:lnTo>
                  <a:lnTo>
                    <a:pt x="1291840" y="74365"/>
                  </a:lnTo>
                  <a:lnTo>
                    <a:pt x="1310034" y="64926"/>
                  </a:lnTo>
                  <a:lnTo>
                    <a:pt x="1328229" y="55526"/>
                  </a:lnTo>
                  <a:lnTo>
                    <a:pt x="1346424" y="46167"/>
                  </a:lnTo>
                  <a:lnTo>
                    <a:pt x="1364619" y="36849"/>
                  </a:lnTo>
                  <a:lnTo>
                    <a:pt x="1382814" y="27573"/>
                  </a:lnTo>
                  <a:lnTo>
                    <a:pt x="1401009" y="18339"/>
                  </a:lnTo>
                  <a:lnTo>
                    <a:pt x="1419204" y="9148"/>
                  </a:lnTo>
                  <a:lnTo>
                    <a:pt x="1437399" y="0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1414021" y="2656046"/>
              <a:ext cx="5741159" cy="2225323"/>
            </a:xfrm>
            <a:custGeom>
              <a:avLst/>
              <a:pathLst>
                <a:path w="5741159" h="2225323">
                  <a:moveTo>
                    <a:pt x="0" y="2225323"/>
                  </a:moveTo>
                  <a:lnTo>
                    <a:pt x="72672" y="2202454"/>
                  </a:lnTo>
                  <a:lnTo>
                    <a:pt x="145345" y="2179026"/>
                  </a:lnTo>
                  <a:lnTo>
                    <a:pt x="218018" y="2155040"/>
                  </a:lnTo>
                  <a:lnTo>
                    <a:pt x="290691" y="2130497"/>
                  </a:lnTo>
                  <a:lnTo>
                    <a:pt x="363364" y="2105399"/>
                  </a:lnTo>
                  <a:lnTo>
                    <a:pt x="436037" y="2079752"/>
                  </a:lnTo>
                  <a:lnTo>
                    <a:pt x="508710" y="2053559"/>
                  </a:lnTo>
                  <a:lnTo>
                    <a:pt x="581383" y="2026826"/>
                  </a:lnTo>
                  <a:lnTo>
                    <a:pt x="654056" y="1999562"/>
                  </a:lnTo>
                  <a:lnTo>
                    <a:pt x="726729" y="1971773"/>
                  </a:lnTo>
                  <a:lnTo>
                    <a:pt x="799402" y="1943471"/>
                  </a:lnTo>
                  <a:lnTo>
                    <a:pt x="872074" y="1914666"/>
                  </a:lnTo>
                  <a:lnTo>
                    <a:pt x="944747" y="1885370"/>
                  </a:lnTo>
                  <a:lnTo>
                    <a:pt x="1017420" y="1855597"/>
                  </a:lnTo>
                  <a:lnTo>
                    <a:pt x="1090093" y="1825363"/>
                  </a:lnTo>
                  <a:lnTo>
                    <a:pt x="1162766" y="1794683"/>
                  </a:lnTo>
                  <a:lnTo>
                    <a:pt x="1235439" y="1763574"/>
                  </a:lnTo>
                  <a:lnTo>
                    <a:pt x="1308112" y="1732056"/>
                  </a:lnTo>
                  <a:lnTo>
                    <a:pt x="1380785" y="1700149"/>
                  </a:lnTo>
                  <a:lnTo>
                    <a:pt x="1453458" y="1667873"/>
                  </a:lnTo>
                  <a:lnTo>
                    <a:pt x="1526131" y="1635252"/>
                  </a:lnTo>
                  <a:lnTo>
                    <a:pt x="1598804" y="1602308"/>
                  </a:lnTo>
                  <a:lnTo>
                    <a:pt x="1671476" y="1569065"/>
                  </a:lnTo>
                  <a:lnTo>
                    <a:pt x="1744149" y="1535550"/>
                  </a:lnTo>
                  <a:lnTo>
                    <a:pt x="1816822" y="1501788"/>
                  </a:lnTo>
                  <a:lnTo>
                    <a:pt x="1889495" y="1467807"/>
                  </a:lnTo>
                  <a:lnTo>
                    <a:pt x="1962168" y="1433634"/>
                  </a:lnTo>
                  <a:lnTo>
                    <a:pt x="2034841" y="1399298"/>
                  </a:lnTo>
                  <a:lnTo>
                    <a:pt x="2107514" y="1364828"/>
                  </a:lnTo>
                  <a:lnTo>
                    <a:pt x="2180187" y="1330254"/>
                  </a:lnTo>
                  <a:lnTo>
                    <a:pt x="2252860" y="1295606"/>
                  </a:lnTo>
                  <a:lnTo>
                    <a:pt x="2325533" y="1260913"/>
                  </a:lnTo>
                  <a:lnTo>
                    <a:pt x="2398206" y="1226206"/>
                  </a:lnTo>
                  <a:lnTo>
                    <a:pt x="2470878" y="1191515"/>
                  </a:lnTo>
                  <a:lnTo>
                    <a:pt x="2543551" y="1156871"/>
                  </a:lnTo>
                  <a:lnTo>
                    <a:pt x="2616224" y="1122303"/>
                  </a:lnTo>
                  <a:lnTo>
                    <a:pt x="2688897" y="1087842"/>
                  </a:lnTo>
                  <a:lnTo>
                    <a:pt x="2761570" y="1053517"/>
                  </a:lnTo>
                  <a:lnTo>
                    <a:pt x="2834243" y="1019358"/>
                  </a:lnTo>
                  <a:lnTo>
                    <a:pt x="2906916" y="985392"/>
                  </a:lnTo>
                  <a:lnTo>
                    <a:pt x="2979589" y="951647"/>
                  </a:lnTo>
                  <a:lnTo>
                    <a:pt x="3052262" y="918151"/>
                  </a:lnTo>
                  <a:lnTo>
                    <a:pt x="3124935" y="884930"/>
                  </a:lnTo>
                  <a:lnTo>
                    <a:pt x="3197608" y="852008"/>
                  </a:lnTo>
                  <a:lnTo>
                    <a:pt x="3270281" y="819411"/>
                  </a:lnTo>
                  <a:lnTo>
                    <a:pt x="3342953" y="787162"/>
                  </a:lnTo>
                  <a:lnTo>
                    <a:pt x="3415626" y="755283"/>
                  </a:lnTo>
                  <a:lnTo>
                    <a:pt x="3488299" y="723794"/>
                  </a:lnTo>
                  <a:lnTo>
                    <a:pt x="3560972" y="692717"/>
                  </a:lnTo>
                  <a:lnTo>
                    <a:pt x="3633645" y="662069"/>
                  </a:lnTo>
                  <a:lnTo>
                    <a:pt x="3706318" y="631868"/>
                  </a:lnTo>
                  <a:lnTo>
                    <a:pt x="3778991" y="602130"/>
                  </a:lnTo>
                  <a:lnTo>
                    <a:pt x="3851664" y="572869"/>
                  </a:lnTo>
                  <a:lnTo>
                    <a:pt x="3924337" y="544101"/>
                  </a:lnTo>
                  <a:lnTo>
                    <a:pt x="3997010" y="515836"/>
                  </a:lnTo>
                  <a:lnTo>
                    <a:pt x="4069683" y="488086"/>
                  </a:lnTo>
                  <a:lnTo>
                    <a:pt x="4142355" y="460860"/>
                  </a:lnTo>
                  <a:lnTo>
                    <a:pt x="4215028" y="434167"/>
                  </a:lnTo>
                  <a:lnTo>
                    <a:pt x="4287701" y="408013"/>
                  </a:lnTo>
                  <a:lnTo>
                    <a:pt x="4360374" y="382406"/>
                  </a:lnTo>
                  <a:lnTo>
                    <a:pt x="4433047" y="357350"/>
                  </a:lnTo>
                  <a:lnTo>
                    <a:pt x="4505720" y="332848"/>
                  </a:lnTo>
                  <a:lnTo>
                    <a:pt x="4578393" y="308902"/>
                  </a:lnTo>
                  <a:lnTo>
                    <a:pt x="4651066" y="285515"/>
                  </a:lnTo>
                  <a:lnTo>
                    <a:pt x="4723739" y="262687"/>
                  </a:lnTo>
                  <a:lnTo>
                    <a:pt x="4796412" y="240417"/>
                  </a:lnTo>
                  <a:lnTo>
                    <a:pt x="4869085" y="218704"/>
                  </a:lnTo>
                  <a:lnTo>
                    <a:pt x="4941757" y="197545"/>
                  </a:lnTo>
                  <a:lnTo>
                    <a:pt x="5014430" y="176938"/>
                  </a:lnTo>
                  <a:lnTo>
                    <a:pt x="5087103" y="156878"/>
                  </a:lnTo>
                  <a:lnTo>
                    <a:pt x="5159776" y="137361"/>
                  </a:lnTo>
                  <a:lnTo>
                    <a:pt x="5232449" y="118381"/>
                  </a:lnTo>
                  <a:lnTo>
                    <a:pt x="5305122" y="99932"/>
                  </a:lnTo>
                  <a:lnTo>
                    <a:pt x="5377795" y="82008"/>
                  </a:lnTo>
                  <a:lnTo>
                    <a:pt x="5450468" y="64602"/>
                  </a:lnTo>
                  <a:lnTo>
                    <a:pt x="5523141" y="47707"/>
                  </a:lnTo>
                  <a:lnTo>
                    <a:pt x="5595814" y="31313"/>
                  </a:lnTo>
                  <a:lnTo>
                    <a:pt x="5668487" y="15414"/>
                  </a:lnTo>
                  <a:lnTo>
                    <a:pt x="5741159" y="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1266905" y="2518517"/>
              <a:ext cx="5142639" cy="1759832"/>
            </a:xfrm>
            <a:custGeom>
              <a:avLst/>
              <a:pathLst>
                <a:path w="5142639" h="1759832">
                  <a:moveTo>
                    <a:pt x="0" y="1759832"/>
                  </a:moveTo>
                  <a:lnTo>
                    <a:pt x="65096" y="1731242"/>
                  </a:lnTo>
                  <a:lnTo>
                    <a:pt x="130193" y="1702435"/>
                  </a:lnTo>
                  <a:lnTo>
                    <a:pt x="195290" y="1673425"/>
                  </a:lnTo>
                  <a:lnTo>
                    <a:pt x="260386" y="1644231"/>
                  </a:lnTo>
                  <a:lnTo>
                    <a:pt x="325483" y="1614869"/>
                  </a:lnTo>
                  <a:lnTo>
                    <a:pt x="390580" y="1585358"/>
                  </a:lnTo>
                  <a:lnTo>
                    <a:pt x="455676" y="1555717"/>
                  </a:lnTo>
                  <a:lnTo>
                    <a:pt x="520773" y="1525963"/>
                  </a:lnTo>
                  <a:lnTo>
                    <a:pt x="585870" y="1496115"/>
                  </a:lnTo>
                  <a:lnTo>
                    <a:pt x="650967" y="1466194"/>
                  </a:lnTo>
                  <a:lnTo>
                    <a:pt x="716063" y="1436217"/>
                  </a:lnTo>
                  <a:lnTo>
                    <a:pt x="781160" y="1406206"/>
                  </a:lnTo>
                  <a:lnTo>
                    <a:pt x="846257" y="1376179"/>
                  </a:lnTo>
                  <a:lnTo>
                    <a:pt x="911353" y="1346156"/>
                  </a:lnTo>
                  <a:lnTo>
                    <a:pt x="976450" y="1316156"/>
                  </a:lnTo>
                  <a:lnTo>
                    <a:pt x="1041547" y="1286200"/>
                  </a:lnTo>
                  <a:lnTo>
                    <a:pt x="1106643" y="1256307"/>
                  </a:lnTo>
                  <a:lnTo>
                    <a:pt x="1171740" y="1226496"/>
                  </a:lnTo>
                  <a:lnTo>
                    <a:pt x="1236837" y="1196786"/>
                  </a:lnTo>
                  <a:lnTo>
                    <a:pt x="1301934" y="1167196"/>
                  </a:lnTo>
                  <a:lnTo>
                    <a:pt x="1367030" y="1137744"/>
                  </a:lnTo>
                  <a:lnTo>
                    <a:pt x="1432127" y="1108449"/>
                  </a:lnTo>
                  <a:lnTo>
                    <a:pt x="1497224" y="1079329"/>
                  </a:lnTo>
                  <a:lnTo>
                    <a:pt x="1562320" y="1050401"/>
                  </a:lnTo>
                  <a:lnTo>
                    <a:pt x="1627417" y="1021681"/>
                  </a:lnTo>
                  <a:lnTo>
                    <a:pt x="1692514" y="993186"/>
                  </a:lnTo>
                  <a:lnTo>
                    <a:pt x="1757610" y="964932"/>
                  </a:lnTo>
                  <a:lnTo>
                    <a:pt x="1822707" y="936934"/>
                  </a:lnTo>
                  <a:lnTo>
                    <a:pt x="1887804" y="909207"/>
                  </a:lnTo>
                  <a:lnTo>
                    <a:pt x="1952901" y="881764"/>
                  </a:lnTo>
                  <a:lnTo>
                    <a:pt x="2017997" y="854620"/>
                  </a:lnTo>
                  <a:lnTo>
                    <a:pt x="2083094" y="827786"/>
                  </a:lnTo>
                  <a:lnTo>
                    <a:pt x="2148191" y="801274"/>
                  </a:lnTo>
                  <a:lnTo>
                    <a:pt x="2213287" y="775097"/>
                  </a:lnTo>
                  <a:lnTo>
                    <a:pt x="2278384" y="749264"/>
                  </a:lnTo>
                  <a:lnTo>
                    <a:pt x="2343481" y="723785"/>
                  </a:lnTo>
                  <a:lnTo>
                    <a:pt x="2408577" y="698670"/>
                  </a:lnTo>
                  <a:lnTo>
                    <a:pt x="2473674" y="673926"/>
                  </a:lnTo>
                  <a:lnTo>
                    <a:pt x="2538771" y="649562"/>
                  </a:lnTo>
                  <a:lnTo>
                    <a:pt x="2603868" y="625584"/>
                  </a:lnTo>
                  <a:lnTo>
                    <a:pt x="2668964" y="601998"/>
                  </a:lnTo>
                  <a:lnTo>
                    <a:pt x="2734061" y="578811"/>
                  </a:lnTo>
                  <a:lnTo>
                    <a:pt x="2799158" y="556026"/>
                  </a:lnTo>
                  <a:lnTo>
                    <a:pt x="2864254" y="533648"/>
                  </a:lnTo>
                  <a:lnTo>
                    <a:pt x="2929351" y="511681"/>
                  </a:lnTo>
                  <a:lnTo>
                    <a:pt x="2994448" y="490127"/>
                  </a:lnTo>
                  <a:lnTo>
                    <a:pt x="3059544" y="468988"/>
                  </a:lnTo>
                  <a:lnTo>
                    <a:pt x="3124641" y="448267"/>
                  </a:lnTo>
                  <a:lnTo>
                    <a:pt x="3189738" y="427963"/>
                  </a:lnTo>
                  <a:lnTo>
                    <a:pt x="3254835" y="408077"/>
                  </a:lnTo>
                  <a:lnTo>
                    <a:pt x="3319931" y="388610"/>
                  </a:lnTo>
                  <a:lnTo>
                    <a:pt x="3385028" y="369560"/>
                  </a:lnTo>
                  <a:lnTo>
                    <a:pt x="3450125" y="350926"/>
                  </a:lnTo>
                  <a:lnTo>
                    <a:pt x="3515221" y="332706"/>
                  </a:lnTo>
                  <a:lnTo>
                    <a:pt x="3580318" y="314899"/>
                  </a:lnTo>
                  <a:lnTo>
                    <a:pt x="3645415" y="297502"/>
                  </a:lnTo>
                  <a:lnTo>
                    <a:pt x="3710511" y="280512"/>
                  </a:lnTo>
                  <a:lnTo>
                    <a:pt x="3775608" y="263925"/>
                  </a:lnTo>
                  <a:lnTo>
                    <a:pt x="3840705" y="247738"/>
                  </a:lnTo>
                  <a:lnTo>
                    <a:pt x="3905802" y="231946"/>
                  </a:lnTo>
                  <a:lnTo>
                    <a:pt x="3970898" y="216546"/>
                  </a:lnTo>
                  <a:lnTo>
                    <a:pt x="4035995" y="201532"/>
                  </a:lnTo>
                  <a:lnTo>
                    <a:pt x="4101092" y="186900"/>
                  </a:lnTo>
                  <a:lnTo>
                    <a:pt x="4166188" y="172645"/>
                  </a:lnTo>
                  <a:lnTo>
                    <a:pt x="4231285" y="158761"/>
                  </a:lnTo>
                  <a:lnTo>
                    <a:pt x="4296382" y="145243"/>
                  </a:lnTo>
                  <a:lnTo>
                    <a:pt x="4361478" y="132084"/>
                  </a:lnTo>
                  <a:lnTo>
                    <a:pt x="4426575" y="119279"/>
                  </a:lnTo>
                  <a:lnTo>
                    <a:pt x="4491672" y="106823"/>
                  </a:lnTo>
                  <a:lnTo>
                    <a:pt x="4556769" y="94708"/>
                  </a:lnTo>
                  <a:lnTo>
                    <a:pt x="4621865" y="82929"/>
                  </a:lnTo>
                  <a:lnTo>
                    <a:pt x="4686962" y="71478"/>
                  </a:lnTo>
                  <a:lnTo>
                    <a:pt x="4752059" y="60351"/>
                  </a:lnTo>
                  <a:lnTo>
                    <a:pt x="4817155" y="49540"/>
                  </a:lnTo>
                  <a:lnTo>
                    <a:pt x="4882252" y="39038"/>
                  </a:lnTo>
                  <a:lnTo>
                    <a:pt x="4947349" y="28840"/>
                  </a:lnTo>
                  <a:lnTo>
                    <a:pt x="5012445" y="18939"/>
                  </a:lnTo>
                  <a:lnTo>
                    <a:pt x="5077542" y="9327"/>
                  </a:lnTo>
                  <a:lnTo>
                    <a:pt x="5142639" y="0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1431098" y="2781888"/>
              <a:ext cx="4694114" cy="2387079"/>
            </a:xfrm>
            <a:custGeom>
              <a:avLst/>
              <a:pathLst>
                <a:path w="4694114" h="2387079">
                  <a:moveTo>
                    <a:pt x="0" y="2387079"/>
                  </a:moveTo>
                  <a:lnTo>
                    <a:pt x="59419" y="2370850"/>
                  </a:lnTo>
                  <a:lnTo>
                    <a:pt x="118838" y="2354045"/>
                  </a:lnTo>
                  <a:lnTo>
                    <a:pt x="178257" y="2336653"/>
                  </a:lnTo>
                  <a:lnTo>
                    <a:pt x="237676" y="2318660"/>
                  </a:lnTo>
                  <a:lnTo>
                    <a:pt x="297095" y="2300057"/>
                  </a:lnTo>
                  <a:lnTo>
                    <a:pt x="356514" y="2280832"/>
                  </a:lnTo>
                  <a:lnTo>
                    <a:pt x="415934" y="2260974"/>
                  </a:lnTo>
                  <a:lnTo>
                    <a:pt x="475353" y="2240476"/>
                  </a:lnTo>
                  <a:lnTo>
                    <a:pt x="534772" y="2219327"/>
                  </a:lnTo>
                  <a:lnTo>
                    <a:pt x="594191" y="2197520"/>
                  </a:lnTo>
                  <a:lnTo>
                    <a:pt x="653610" y="2175048"/>
                  </a:lnTo>
                  <a:lnTo>
                    <a:pt x="713029" y="2151906"/>
                  </a:lnTo>
                  <a:lnTo>
                    <a:pt x="772449" y="2128089"/>
                  </a:lnTo>
                  <a:lnTo>
                    <a:pt x="831868" y="2103594"/>
                  </a:lnTo>
                  <a:lnTo>
                    <a:pt x="891287" y="2078417"/>
                  </a:lnTo>
                  <a:lnTo>
                    <a:pt x="950706" y="2052559"/>
                  </a:lnTo>
                  <a:lnTo>
                    <a:pt x="1010125" y="2026020"/>
                  </a:lnTo>
                  <a:lnTo>
                    <a:pt x="1069544" y="1998803"/>
                  </a:lnTo>
                  <a:lnTo>
                    <a:pt x="1128964" y="1970910"/>
                  </a:lnTo>
                  <a:lnTo>
                    <a:pt x="1188383" y="1942349"/>
                  </a:lnTo>
                  <a:lnTo>
                    <a:pt x="1247802" y="1913125"/>
                  </a:lnTo>
                  <a:lnTo>
                    <a:pt x="1307221" y="1883247"/>
                  </a:lnTo>
                  <a:lnTo>
                    <a:pt x="1366640" y="1852727"/>
                  </a:lnTo>
                  <a:lnTo>
                    <a:pt x="1426059" y="1821578"/>
                  </a:lnTo>
                  <a:lnTo>
                    <a:pt x="1485479" y="1789813"/>
                  </a:lnTo>
                  <a:lnTo>
                    <a:pt x="1544898" y="1757449"/>
                  </a:lnTo>
                  <a:lnTo>
                    <a:pt x="1604317" y="1724505"/>
                  </a:lnTo>
                  <a:lnTo>
                    <a:pt x="1663736" y="1691001"/>
                  </a:lnTo>
                  <a:lnTo>
                    <a:pt x="1723155" y="1656959"/>
                  </a:lnTo>
                  <a:lnTo>
                    <a:pt x="1782574" y="1622403"/>
                  </a:lnTo>
                  <a:lnTo>
                    <a:pt x="1841994" y="1587360"/>
                  </a:lnTo>
                  <a:lnTo>
                    <a:pt x="1901413" y="1551857"/>
                  </a:lnTo>
                  <a:lnTo>
                    <a:pt x="1960832" y="1515923"/>
                  </a:lnTo>
                  <a:lnTo>
                    <a:pt x="2020251" y="1479590"/>
                  </a:lnTo>
                  <a:lnTo>
                    <a:pt x="2079670" y="1442891"/>
                  </a:lnTo>
                  <a:lnTo>
                    <a:pt x="2139089" y="1405859"/>
                  </a:lnTo>
                  <a:lnTo>
                    <a:pt x="2198509" y="1368531"/>
                  </a:lnTo>
                  <a:lnTo>
                    <a:pt x="2257928" y="1330942"/>
                  </a:lnTo>
                  <a:lnTo>
                    <a:pt x="2317347" y="1293130"/>
                  </a:lnTo>
                  <a:lnTo>
                    <a:pt x="2376766" y="1255135"/>
                  </a:lnTo>
                  <a:lnTo>
                    <a:pt x="2436185" y="1216996"/>
                  </a:lnTo>
                  <a:lnTo>
                    <a:pt x="2495604" y="1178752"/>
                  </a:lnTo>
                  <a:lnTo>
                    <a:pt x="2555024" y="1140445"/>
                  </a:lnTo>
                  <a:lnTo>
                    <a:pt x="2614443" y="1102115"/>
                  </a:lnTo>
                  <a:lnTo>
                    <a:pt x="2673862" y="1063803"/>
                  </a:lnTo>
                  <a:lnTo>
                    <a:pt x="2733281" y="1025549"/>
                  </a:lnTo>
                  <a:lnTo>
                    <a:pt x="2792700" y="987395"/>
                  </a:lnTo>
                  <a:lnTo>
                    <a:pt x="2852119" y="949381"/>
                  </a:lnTo>
                  <a:lnTo>
                    <a:pt x="2911539" y="911546"/>
                  </a:lnTo>
                  <a:lnTo>
                    <a:pt x="2970958" y="873928"/>
                  </a:lnTo>
                  <a:lnTo>
                    <a:pt x="3030377" y="836566"/>
                  </a:lnTo>
                  <a:lnTo>
                    <a:pt x="3089796" y="799497"/>
                  </a:lnTo>
                  <a:lnTo>
                    <a:pt x="3149215" y="762756"/>
                  </a:lnTo>
                  <a:lnTo>
                    <a:pt x="3208634" y="726378"/>
                  </a:lnTo>
                  <a:lnTo>
                    <a:pt x="3268054" y="690395"/>
                  </a:lnTo>
                  <a:lnTo>
                    <a:pt x="3327473" y="654839"/>
                  </a:lnTo>
                  <a:lnTo>
                    <a:pt x="3386892" y="619739"/>
                  </a:lnTo>
                  <a:lnTo>
                    <a:pt x="3446311" y="585124"/>
                  </a:lnTo>
                  <a:lnTo>
                    <a:pt x="3505730" y="551020"/>
                  </a:lnTo>
                  <a:lnTo>
                    <a:pt x="3565149" y="517450"/>
                  </a:lnTo>
                  <a:lnTo>
                    <a:pt x="3624569" y="484438"/>
                  </a:lnTo>
                  <a:lnTo>
                    <a:pt x="3683988" y="452004"/>
                  </a:lnTo>
                  <a:lnTo>
                    <a:pt x="3743407" y="420167"/>
                  </a:lnTo>
                  <a:lnTo>
                    <a:pt x="3802826" y="388943"/>
                  </a:lnTo>
                  <a:lnTo>
                    <a:pt x="3862245" y="358347"/>
                  </a:lnTo>
                  <a:lnTo>
                    <a:pt x="3921664" y="328392"/>
                  </a:lnTo>
                  <a:lnTo>
                    <a:pt x="3981084" y="299090"/>
                  </a:lnTo>
                  <a:lnTo>
                    <a:pt x="4040503" y="270449"/>
                  </a:lnTo>
                  <a:lnTo>
                    <a:pt x="4099922" y="242476"/>
                  </a:lnTo>
                  <a:lnTo>
                    <a:pt x="4159341" y="215178"/>
                  </a:lnTo>
                  <a:lnTo>
                    <a:pt x="4218760" y="188558"/>
                  </a:lnTo>
                  <a:lnTo>
                    <a:pt x="4278179" y="162618"/>
                  </a:lnTo>
                  <a:lnTo>
                    <a:pt x="4337599" y="137361"/>
                  </a:lnTo>
                  <a:lnTo>
                    <a:pt x="4397018" y="112784"/>
                  </a:lnTo>
                  <a:lnTo>
                    <a:pt x="4456437" y="88886"/>
                  </a:lnTo>
                  <a:lnTo>
                    <a:pt x="4515856" y="65664"/>
                  </a:lnTo>
                  <a:lnTo>
                    <a:pt x="4575275" y="43112"/>
                  </a:lnTo>
                  <a:lnTo>
                    <a:pt x="4634694" y="21227"/>
                  </a:lnTo>
                  <a:lnTo>
                    <a:pt x="4694114" y="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1825722" y="3672741"/>
              <a:ext cx="2982772" cy="1340713"/>
            </a:xfrm>
            <a:custGeom>
              <a:avLst/>
              <a:pathLst>
                <a:path w="2982772" h="1340713">
                  <a:moveTo>
                    <a:pt x="0" y="0"/>
                  </a:moveTo>
                  <a:lnTo>
                    <a:pt x="37756" y="19608"/>
                  </a:lnTo>
                  <a:lnTo>
                    <a:pt x="75513" y="39276"/>
                  </a:lnTo>
                  <a:lnTo>
                    <a:pt x="113269" y="58997"/>
                  </a:lnTo>
                  <a:lnTo>
                    <a:pt x="151026" y="78767"/>
                  </a:lnTo>
                  <a:lnTo>
                    <a:pt x="188783" y="98580"/>
                  </a:lnTo>
                  <a:lnTo>
                    <a:pt x="226539" y="118430"/>
                  </a:lnTo>
                  <a:lnTo>
                    <a:pt x="264296" y="138312"/>
                  </a:lnTo>
                  <a:lnTo>
                    <a:pt x="302052" y="158219"/>
                  </a:lnTo>
                  <a:lnTo>
                    <a:pt x="339809" y="178147"/>
                  </a:lnTo>
                  <a:lnTo>
                    <a:pt x="377566" y="198089"/>
                  </a:lnTo>
                  <a:lnTo>
                    <a:pt x="415322" y="218040"/>
                  </a:lnTo>
                  <a:lnTo>
                    <a:pt x="453079" y="237994"/>
                  </a:lnTo>
                  <a:lnTo>
                    <a:pt x="490835" y="257945"/>
                  </a:lnTo>
                  <a:lnTo>
                    <a:pt x="528592" y="277887"/>
                  </a:lnTo>
                  <a:lnTo>
                    <a:pt x="566349" y="297815"/>
                  </a:lnTo>
                  <a:lnTo>
                    <a:pt x="604105" y="317723"/>
                  </a:lnTo>
                  <a:lnTo>
                    <a:pt x="641862" y="337605"/>
                  </a:lnTo>
                  <a:lnTo>
                    <a:pt x="679619" y="357456"/>
                  </a:lnTo>
                  <a:lnTo>
                    <a:pt x="717375" y="377269"/>
                  </a:lnTo>
                  <a:lnTo>
                    <a:pt x="755132" y="397040"/>
                  </a:lnTo>
                  <a:lnTo>
                    <a:pt x="792888" y="416762"/>
                  </a:lnTo>
                  <a:lnTo>
                    <a:pt x="830645" y="436430"/>
                  </a:lnTo>
                  <a:lnTo>
                    <a:pt x="868402" y="456039"/>
                  </a:lnTo>
                  <a:lnTo>
                    <a:pt x="906158" y="475584"/>
                  </a:lnTo>
                  <a:lnTo>
                    <a:pt x="943915" y="495058"/>
                  </a:lnTo>
                  <a:lnTo>
                    <a:pt x="981671" y="514458"/>
                  </a:lnTo>
                  <a:lnTo>
                    <a:pt x="1019428" y="533777"/>
                  </a:lnTo>
                  <a:lnTo>
                    <a:pt x="1057185" y="553010"/>
                  </a:lnTo>
                  <a:lnTo>
                    <a:pt x="1094941" y="572153"/>
                  </a:lnTo>
                  <a:lnTo>
                    <a:pt x="1132698" y="591201"/>
                  </a:lnTo>
                  <a:lnTo>
                    <a:pt x="1170455" y="610149"/>
                  </a:lnTo>
                  <a:lnTo>
                    <a:pt x="1208211" y="628993"/>
                  </a:lnTo>
                  <a:lnTo>
                    <a:pt x="1245968" y="647727"/>
                  </a:lnTo>
                  <a:lnTo>
                    <a:pt x="1283724" y="666348"/>
                  </a:lnTo>
                  <a:lnTo>
                    <a:pt x="1321481" y="684851"/>
                  </a:lnTo>
                  <a:lnTo>
                    <a:pt x="1359238" y="703231"/>
                  </a:lnTo>
                  <a:lnTo>
                    <a:pt x="1396994" y="721486"/>
                  </a:lnTo>
                  <a:lnTo>
                    <a:pt x="1434751" y="739610"/>
                  </a:lnTo>
                  <a:lnTo>
                    <a:pt x="1472507" y="757601"/>
                  </a:lnTo>
                  <a:lnTo>
                    <a:pt x="1510264" y="775454"/>
                  </a:lnTo>
                  <a:lnTo>
                    <a:pt x="1548021" y="793166"/>
                  </a:lnTo>
                  <a:lnTo>
                    <a:pt x="1585777" y="810734"/>
                  </a:lnTo>
                  <a:lnTo>
                    <a:pt x="1623534" y="828154"/>
                  </a:lnTo>
                  <a:lnTo>
                    <a:pt x="1661291" y="845423"/>
                  </a:lnTo>
                  <a:lnTo>
                    <a:pt x="1699047" y="862538"/>
                  </a:lnTo>
                  <a:lnTo>
                    <a:pt x="1736804" y="879497"/>
                  </a:lnTo>
                  <a:lnTo>
                    <a:pt x="1774560" y="896296"/>
                  </a:lnTo>
                  <a:lnTo>
                    <a:pt x="1812317" y="912934"/>
                  </a:lnTo>
                  <a:lnTo>
                    <a:pt x="1850074" y="929407"/>
                  </a:lnTo>
                  <a:lnTo>
                    <a:pt x="1887830" y="945713"/>
                  </a:lnTo>
                  <a:lnTo>
                    <a:pt x="1925587" y="961851"/>
                  </a:lnTo>
                  <a:lnTo>
                    <a:pt x="1963343" y="977818"/>
                  </a:lnTo>
                  <a:lnTo>
                    <a:pt x="2001100" y="993613"/>
                  </a:lnTo>
                  <a:lnTo>
                    <a:pt x="2038857" y="1009233"/>
                  </a:lnTo>
                  <a:lnTo>
                    <a:pt x="2076613" y="1024677"/>
                  </a:lnTo>
                  <a:lnTo>
                    <a:pt x="2114370" y="1039945"/>
                  </a:lnTo>
                  <a:lnTo>
                    <a:pt x="2152127" y="1055033"/>
                  </a:lnTo>
                  <a:lnTo>
                    <a:pt x="2189883" y="1069942"/>
                  </a:lnTo>
                  <a:lnTo>
                    <a:pt x="2227640" y="1084670"/>
                  </a:lnTo>
                  <a:lnTo>
                    <a:pt x="2265396" y="1099217"/>
                  </a:lnTo>
                  <a:lnTo>
                    <a:pt x="2303153" y="1113580"/>
                  </a:lnTo>
                  <a:lnTo>
                    <a:pt x="2340910" y="1127761"/>
                  </a:lnTo>
                  <a:lnTo>
                    <a:pt x="2378666" y="1141758"/>
                  </a:lnTo>
                  <a:lnTo>
                    <a:pt x="2416423" y="1155571"/>
                  </a:lnTo>
                  <a:lnTo>
                    <a:pt x="2454179" y="1169199"/>
                  </a:lnTo>
                  <a:lnTo>
                    <a:pt x="2491936" y="1182643"/>
                  </a:lnTo>
                  <a:lnTo>
                    <a:pt x="2529693" y="1195902"/>
                  </a:lnTo>
                  <a:lnTo>
                    <a:pt x="2567449" y="1208977"/>
                  </a:lnTo>
                  <a:lnTo>
                    <a:pt x="2605206" y="1221867"/>
                  </a:lnTo>
                  <a:lnTo>
                    <a:pt x="2642963" y="1234572"/>
                  </a:lnTo>
                  <a:lnTo>
                    <a:pt x="2680719" y="1247094"/>
                  </a:lnTo>
                  <a:lnTo>
                    <a:pt x="2718476" y="1259432"/>
                  </a:lnTo>
                  <a:lnTo>
                    <a:pt x="2756232" y="1271587"/>
                  </a:lnTo>
                  <a:lnTo>
                    <a:pt x="2793989" y="1283560"/>
                  </a:lnTo>
                  <a:lnTo>
                    <a:pt x="2831746" y="1295350"/>
                  </a:lnTo>
                  <a:lnTo>
                    <a:pt x="2869502" y="1306960"/>
                  </a:lnTo>
                  <a:lnTo>
                    <a:pt x="2907259" y="1318390"/>
                  </a:lnTo>
                  <a:lnTo>
                    <a:pt x="2945015" y="1329640"/>
                  </a:lnTo>
                  <a:lnTo>
                    <a:pt x="2982772" y="1340713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l412"/>
            <p:cNvSpPr/>
            <p:nvPr/>
          </p:nvSpPr>
          <p:spPr>
            <a:xfrm>
              <a:off x="1604262" y="2241537"/>
              <a:ext cx="3638847" cy="3318688"/>
            </a:xfrm>
            <a:custGeom>
              <a:avLst/>
              <a:pathLst>
                <a:path w="3638847" h="3318688">
                  <a:moveTo>
                    <a:pt x="0" y="0"/>
                  </a:moveTo>
                  <a:lnTo>
                    <a:pt x="46061" y="0"/>
                  </a:lnTo>
                  <a:lnTo>
                    <a:pt x="92122" y="0"/>
                  </a:lnTo>
                  <a:lnTo>
                    <a:pt x="138184" y="0"/>
                  </a:lnTo>
                  <a:lnTo>
                    <a:pt x="184245" y="0"/>
                  </a:lnTo>
                  <a:lnTo>
                    <a:pt x="230306" y="0"/>
                  </a:lnTo>
                  <a:lnTo>
                    <a:pt x="276368" y="0"/>
                  </a:lnTo>
                  <a:lnTo>
                    <a:pt x="322429" y="0"/>
                  </a:lnTo>
                  <a:lnTo>
                    <a:pt x="368490" y="0"/>
                  </a:lnTo>
                  <a:lnTo>
                    <a:pt x="414552" y="0"/>
                  </a:lnTo>
                  <a:lnTo>
                    <a:pt x="460613" y="0"/>
                  </a:lnTo>
                  <a:lnTo>
                    <a:pt x="506675" y="0"/>
                  </a:lnTo>
                  <a:lnTo>
                    <a:pt x="552736" y="0"/>
                  </a:lnTo>
                  <a:lnTo>
                    <a:pt x="598797" y="0"/>
                  </a:lnTo>
                  <a:lnTo>
                    <a:pt x="644859" y="0"/>
                  </a:lnTo>
                  <a:lnTo>
                    <a:pt x="690920" y="0"/>
                  </a:lnTo>
                  <a:lnTo>
                    <a:pt x="736981" y="0"/>
                  </a:lnTo>
                  <a:lnTo>
                    <a:pt x="783043" y="0"/>
                  </a:lnTo>
                  <a:lnTo>
                    <a:pt x="829104" y="0"/>
                  </a:lnTo>
                  <a:lnTo>
                    <a:pt x="875165" y="0"/>
                  </a:lnTo>
                  <a:lnTo>
                    <a:pt x="921227" y="0"/>
                  </a:lnTo>
                  <a:lnTo>
                    <a:pt x="967288" y="0"/>
                  </a:lnTo>
                  <a:lnTo>
                    <a:pt x="1013350" y="0"/>
                  </a:lnTo>
                  <a:lnTo>
                    <a:pt x="1059411" y="0"/>
                  </a:lnTo>
                  <a:lnTo>
                    <a:pt x="1105472" y="0"/>
                  </a:lnTo>
                  <a:lnTo>
                    <a:pt x="1151534" y="0"/>
                  </a:lnTo>
                  <a:lnTo>
                    <a:pt x="1197595" y="0"/>
                  </a:lnTo>
                  <a:lnTo>
                    <a:pt x="1243656" y="0"/>
                  </a:lnTo>
                  <a:lnTo>
                    <a:pt x="1289718" y="0"/>
                  </a:lnTo>
                  <a:lnTo>
                    <a:pt x="1335779" y="0"/>
                  </a:lnTo>
                  <a:lnTo>
                    <a:pt x="1381840" y="0"/>
                  </a:lnTo>
                  <a:lnTo>
                    <a:pt x="1427902" y="0"/>
                  </a:lnTo>
                  <a:lnTo>
                    <a:pt x="1473963" y="0"/>
                  </a:lnTo>
                  <a:lnTo>
                    <a:pt x="1520025" y="0"/>
                  </a:lnTo>
                  <a:lnTo>
                    <a:pt x="1566086" y="0"/>
                  </a:lnTo>
                  <a:lnTo>
                    <a:pt x="1612147" y="0"/>
                  </a:lnTo>
                  <a:lnTo>
                    <a:pt x="1658209" y="0"/>
                  </a:lnTo>
                  <a:lnTo>
                    <a:pt x="1704270" y="0"/>
                  </a:lnTo>
                  <a:lnTo>
                    <a:pt x="1750331" y="0"/>
                  </a:lnTo>
                  <a:lnTo>
                    <a:pt x="1796393" y="0"/>
                  </a:lnTo>
                  <a:lnTo>
                    <a:pt x="1842454" y="0"/>
                  </a:lnTo>
                  <a:lnTo>
                    <a:pt x="1888516" y="0"/>
                  </a:lnTo>
                  <a:lnTo>
                    <a:pt x="1934577" y="0"/>
                  </a:lnTo>
                  <a:lnTo>
                    <a:pt x="1980638" y="0"/>
                  </a:lnTo>
                  <a:lnTo>
                    <a:pt x="2026700" y="0"/>
                  </a:lnTo>
                  <a:lnTo>
                    <a:pt x="2072761" y="0"/>
                  </a:lnTo>
                  <a:lnTo>
                    <a:pt x="2118822" y="0"/>
                  </a:lnTo>
                  <a:lnTo>
                    <a:pt x="2164884" y="0"/>
                  </a:lnTo>
                  <a:lnTo>
                    <a:pt x="2210945" y="0"/>
                  </a:lnTo>
                  <a:lnTo>
                    <a:pt x="2257006" y="0"/>
                  </a:lnTo>
                  <a:lnTo>
                    <a:pt x="2303068" y="0"/>
                  </a:lnTo>
                  <a:lnTo>
                    <a:pt x="2349129" y="0"/>
                  </a:lnTo>
                  <a:lnTo>
                    <a:pt x="2395191" y="0"/>
                  </a:lnTo>
                  <a:lnTo>
                    <a:pt x="2441252" y="0"/>
                  </a:lnTo>
                  <a:lnTo>
                    <a:pt x="2487313" y="0"/>
                  </a:lnTo>
                  <a:lnTo>
                    <a:pt x="2533375" y="0"/>
                  </a:lnTo>
                  <a:lnTo>
                    <a:pt x="2579436" y="0"/>
                  </a:lnTo>
                  <a:lnTo>
                    <a:pt x="2625497" y="0"/>
                  </a:lnTo>
                  <a:lnTo>
                    <a:pt x="2671559" y="0"/>
                  </a:lnTo>
                  <a:lnTo>
                    <a:pt x="2717620" y="0"/>
                  </a:lnTo>
                  <a:lnTo>
                    <a:pt x="2763681" y="4"/>
                  </a:lnTo>
                  <a:lnTo>
                    <a:pt x="2809743" y="25"/>
                  </a:lnTo>
                  <a:lnTo>
                    <a:pt x="2855804" y="148"/>
                  </a:lnTo>
                  <a:lnTo>
                    <a:pt x="2901866" y="878"/>
                  </a:lnTo>
                  <a:lnTo>
                    <a:pt x="2947927" y="5199"/>
                  </a:lnTo>
                  <a:lnTo>
                    <a:pt x="2993988" y="30588"/>
                  </a:lnTo>
                  <a:lnTo>
                    <a:pt x="3040050" y="173446"/>
                  </a:lnTo>
                  <a:lnTo>
                    <a:pt x="3086111" y="817608"/>
                  </a:lnTo>
                  <a:lnTo>
                    <a:pt x="3132172" y="2189063"/>
                  </a:lnTo>
                  <a:lnTo>
                    <a:pt x="3178234" y="3052929"/>
                  </a:lnTo>
                  <a:lnTo>
                    <a:pt x="3224295" y="3270659"/>
                  </a:lnTo>
                  <a:lnTo>
                    <a:pt x="3270357" y="3310487"/>
                  </a:lnTo>
                  <a:lnTo>
                    <a:pt x="3316418" y="3317302"/>
                  </a:lnTo>
                  <a:lnTo>
                    <a:pt x="3362479" y="3318454"/>
                  </a:lnTo>
                  <a:lnTo>
                    <a:pt x="3408541" y="3318648"/>
                  </a:lnTo>
                  <a:lnTo>
                    <a:pt x="3454602" y="3318681"/>
                  </a:lnTo>
                  <a:lnTo>
                    <a:pt x="3500663" y="3318687"/>
                  </a:lnTo>
                  <a:lnTo>
                    <a:pt x="3546725" y="3318688"/>
                  </a:lnTo>
                  <a:lnTo>
                    <a:pt x="3592786" y="3318688"/>
                  </a:lnTo>
                  <a:lnTo>
                    <a:pt x="3638847" y="3318688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tx413"/>
            <p:cNvSpPr/>
            <p:nvPr/>
          </p:nvSpPr>
          <p:spPr>
            <a:xfrm>
              <a:off x="691062" y="5520220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14" name="tx414"/>
            <p:cNvSpPr/>
            <p:nvPr/>
          </p:nvSpPr>
          <p:spPr>
            <a:xfrm>
              <a:off x="691062" y="469054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15" name="tx415"/>
            <p:cNvSpPr/>
            <p:nvPr/>
          </p:nvSpPr>
          <p:spPr>
            <a:xfrm>
              <a:off x="691062" y="3860876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16" name="tx416"/>
            <p:cNvSpPr/>
            <p:nvPr/>
          </p:nvSpPr>
          <p:spPr>
            <a:xfrm>
              <a:off x="691062" y="3031204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17" name="tx417"/>
            <p:cNvSpPr/>
            <p:nvPr/>
          </p:nvSpPr>
          <p:spPr>
            <a:xfrm>
              <a:off x="691062" y="2201532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8" name="tx418"/>
            <p:cNvSpPr/>
            <p:nvPr/>
          </p:nvSpPr>
          <p:spPr>
            <a:xfrm>
              <a:off x="1101349" y="5788790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19" name="tx419"/>
            <p:cNvSpPr/>
            <p:nvPr/>
          </p:nvSpPr>
          <p:spPr>
            <a:xfrm>
              <a:off x="2638504" y="5788790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420" name="tx420"/>
            <p:cNvSpPr/>
            <p:nvPr/>
          </p:nvSpPr>
          <p:spPr>
            <a:xfrm>
              <a:off x="4175658" y="5788790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21" name="tx421"/>
            <p:cNvSpPr/>
            <p:nvPr/>
          </p:nvSpPr>
          <p:spPr>
            <a:xfrm>
              <a:off x="5712812" y="5788790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422" name="tx422"/>
            <p:cNvSpPr/>
            <p:nvPr/>
          </p:nvSpPr>
          <p:spPr>
            <a:xfrm>
              <a:off x="7249967" y="5788790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423" name="tx423"/>
            <p:cNvSpPr/>
            <p:nvPr/>
          </p:nvSpPr>
          <p:spPr>
            <a:xfrm>
              <a:off x="3890053" y="5927094"/>
              <a:ext cx="66540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RDA offset</a:t>
              </a:r>
            </a:p>
          </p:txBody>
        </p:sp>
        <p:sp>
          <p:nvSpPr>
            <p:cNvPr id="424" name="tx424"/>
            <p:cNvSpPr/>
            <p:nvPr/>
          </p:nvSpPr>
          <p:spPr>
            <a:xfrm rot="-5400000">
              <a:off x="328364" y="3850863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425" name="tx425"/>
            <p:cNvSpPr/>
            <p:nvPr/>
          </p:nvSpPr>
          <p:spPr>
            <a:xfrm>
              <a:off x="7682962" y="2480077"/>
              <a:ext cx="66037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426" name="pt426"/>
            <p:cNvSpPr/>
            <p:nvPr/>
          </p:nvSpPr>
          <p:spPr>
            <a:xfrm>
              <a:off x="7733987" y="2715448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l427"/>
            <p:cNvSpPr/>
            <p:nvPr/>
          </p:nvSpPr>
          <p:spPr>
            <a:xfrm>
              <a:off x="7704907" y="277415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7733987" y="293490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l429"/>
            <p:cNvSpPr/>
            <p:nvPr/>
          </p:nvSpPr>
          <p:spPr>
            <a:xfrm>
              <a:off x="7704907" y="2993607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7733987" y="3154360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l431"/>
            <p:cNvSpPr/>
            <p:nvPr/>
          </p:nvSpPr>
          <p:spPr>
            <a:xfrm>
              <a:off x="7704907" y="321306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7733987" y="3373816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l433"/>
            <p:cNvSpPr/>
            <p:nvPr/>
          </p:nvSpPr>
          <p:spPr>
            <a:xfrm>
              <a:off x="7704907" y="343251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7733987" y="359327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l435"/>
            <p:cNvSpPr/>
            <p:nvPr/>
          </p:nvSpPr>
          <p:spPr>
            <a:xfrm>
              <a:off x="7704907" y="365197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7733987" y="3812728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l437"/>
            <p:cNvSpPr/>
            <p:nvPr/>
          </p:nvSpPr>
          <p:spPr>
            <a:xfrm>
              <a:off x="7704907" y="387143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7733987" y="4032184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l439"/>
            <p:cNvSpPr/>
            <p:nvPr/>
          </p:nvSpPr>
          <p:spPr>
            <a:xfrm>
              <a:off x="7704907" y="4090887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7733987" y="4251640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l441"/>
            <p:cNvSpPr/>
            <p:nvPr/>
          </p:nvSpPr>
          <p:spPr>
            <a:xfrm>
              <a:off x="7704907" y="431034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tx442"/>
            <p:cNvSpPr/>
            <p:nvPr/>
          </p:nvSpPr>
          <p:spPr>
            <a:xfrm>
              <a:off x="7972007" y="2734146"/>
              <a:ext cx="18013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443" name="tx443"/>
            <p:cNvSpPr/>
            <p:nvPr/>
          </p:nvSpPr>
          <p:spPr>
            <a:xfrm>
              <a:off x="7972007" y="2953602"/>
              <a:ext cx="2006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444" name="tx444"/>
            <p:cNvSpPr/>
            <p:nvPr/>
          </p:nvSpPr>
          <p:spPr>
            <a:xfrm>
              <a:off x="7972007" y="3173058"/>
              <a:ext cx="2545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445" name="tx445"/>
            <p:cNvSpPr/>
            <p:nvPr/>
          </p:nvSpPr>
          <p:spPr>
            <a:xfrm>
              <a:off x="7972007" y="3392514"/>
              <a:ext cx="229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446" name="tx446"/>
            <p:cNvSpPr/>
            <p:nvPr/>
          </p:nvSpPr>
          <p:spPr>
            <a:xfrm>
              <a:off x="7972007" y="3611970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447" name="tx447"/>
            <p:cNvSpPr/>
            <p:nvPr/>
          </p:nvSpPr>
          <p:spPr>
            <a:xfrm>
              <a:off x="7972007" y="3831426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448" name="tx448"/>
            <p:cNvSpPr/>
            <p:nvPr/>
          </p:nvSpPr>
          <p:spPr>
            <a:xfrm>
              <a:off x="7972007" y="4050882"/>
              <a:ext cx="24825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449" name="tx449"/>
            <p:cNvSpPr/>
            <p:nvPr/>
          </p:nvSpPr>
          <p:spPr>
            <a:xfrm>
              <a:off x="7972007" y="4270338"/>
              <a:ext cx="21735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450" name="tx450"/>
            <p:cNvSpPr/>
            <p:nvPr/>
          </p:nvSpPr>
          <p:spPr>
            <a:xfrm>
              <a:off x="7682962" y="4713149"/>
              <a:ext cx="3650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451" name="pt451"/>
            <p:cNvSpPr/>
            <p:nvPr/>
          </p:nvSpPr>
          <p:spPr>
            <a:xfrm>
              <a:off x="7733987" y="4948521"/>
              <a:ext cx="117405" cy="117405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7713631" y="5135390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tx453"/>
            <p:cNvSpPr/>
            <p:nvPr/>
          </p:nvSpPr>
          <p:spPr>
            <a:xfrm>
              <a:off x="7972007" y="4967218"/>
              <a:ext cx="57561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 Coast</a:t>
              </a:r>
            </a:p>
          </p:txBody>
        </p:sp>
        <p:sp>
          <p:nvSpPr>
            <p:cNvPr id="454" name="tx454"/>
            <p:cNvSpPr/>
            <p:nvPr/>
          </p:nvSpPr>
          <p:spPr>
            <a:xfrm>
              <a:off x="7972007" y="5186674"/>
              <a:ext cx="5467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 Coast</a:t>
              </a:r>
            </a:p>
          </p:txBody>
        </p:sp>
        <p:sp>
          <p:nvSpPr>
            <p:cNvPr id="455" name="tx455"/>
            <p:cNvSpPr/>
            <p:nvPr/>
          </p:nvSpPr>
          <p:spPr>
            <a:xfrm>
              <a:off x="971319" y="1669789"/>
              <a:ext cx="4074292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Current-Future Fitness vs Genomic Offset (RDA, Full): </a:t>
              </a:r>
            </a:p>
          </p:txBody>
        </p:sp>
        <p:sp>
          <p:nvSpPr>
            <p:cNvPr id="456" name="tx456"/>
            <p:cNvSpPr/>
            <p:nvPr/>
          </p:nvSpPr>
          <p:spPr>
            <a:xfrm>
              <a:off x="971319" y="1850840"/>
              <a:ext cx="2672242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Binary Survival, Logistic Regression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1319" y="5145389"/>
              <a:ext cx="6246202" cy="0"/>
            </a:xfrm>
            <a:custGeom>
              <a:avLst/>
              <a:pathLst>
                <a:path w="6246202" h="0">
                  <a:moveTo>
                    <a:pt x="0" y="0"/>
                  </a:moveTo>
                  <a:lnTo>
                    <a:pt x="6246202" y="0"/>
                  </a:lnTo>
                  <a:lnTo>
                    <a:pt x="624620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1319" y="4315717"/>
              <a:ext cx="6246202" cy="0"/>
            </a:xfrm>
            <a:custGeom>
              <a:avLst/>
              <a:pathLst>
                <a:path w="6246202" h="0">
                  <a:moveTo>
                    <a:pt x="0" y="0"/>
                  </a:moveTo>
                  <a:lnTo>
                    <a:pt x="6246202" y="0"/>
                  </a:lnTo>
                  <a:lnTo>
                    <a:pt x="624620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71319" y="3486045"/>
              <a:ext cx="6246202" cy="0"/>
            </a:xfrm>
            <a:custGeom>
              <a:avLst/>
              <a:pathLst>
                <a:path w="6246202" h="0">
                  <a:moveTo>
                    <a:pt x="0" y="0"/>
                  </a:moveTo>
                  <a:lnTo>
                    <a:pt x="6246202" y="0"/>
                  </a:lnTo>
                  <a:lnTo>
                    <a:pt x="624620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71319" y="2656373"/>
              <a:ext cx="6246202" cy="0"/>
            </a:xfrm>
            <a:custGeom>
              <a:avLst/>
              <a:pathLst>
                <a:path w="6246202" h="0">
                  <a:moveTo>
                    <a:pt x="0" y="0"/>
                  </a:moveTo>
                  <a:lnTo>
                    <a:pt x="6246202" y="0"/>
                  </a:lnTo>
                  <a:lnTo>
                    <a:pt x="624620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47339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413766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980194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546622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71319" y="5560225"/>
              <a:ext cx="6246202" cy="0"/>
            </a:xfrm>
            <a:custGeom>
              <a:avLst/>
              <a:pathLst>
                <a:path w="6246202" h="0">
                  <a:moveTo>
                    <a:pt x="0" y="0"/>
                  </a:moveTo>
                  <a:lnTo>
                    <a:pt x="6246202" y="0"/>
                  </a:lnTo>
                  <a:lnTo>
                    <a:pt x="624620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1319" y="4730553"/>
              <a:ext cx="6246202" cy="0"/>
            </a:xfrm>
            <a:custGeom>
              <a:avLst/>
              <a:pathLst>
                <a:path w="6246202" h="0">
                  <a:moveTo>
                    <a:pt x="0" y="0"/>
                  </a:moveTo>
                  <a:lnTo>
                    <a:pt x="6246202" y="0"/>
                  </a:lnTo>
                  <a:lnTo>
                    <a:pt x="624620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71319" y="3900881"/>
              <a:ext cx="6246202" cy="0"/>
            </a:xfrm>
            <a:custGeom>
              <a:avLst/>
              <a:pathLst>
                <a:path w="6246202" h="0">
                  <a:moveTo>
                    <a:pt x="0" y="0"/>
                  </a:moveTo>
                  <a:lnTo>
                    <a:pt x="6246202" y="0"/>
                  </a:lnTo>
                  <a:lnTo>
                    <a:pt x="624620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71319" y="3071209"/>
              <a:ext cx="6246202" cy="0"/>
            </a:xfrm>
            <a:custGeom>
              <a:avLst/>
              <a:pathLst>
                <a:path w="6246202" h="0">
                  <a:moveTo>
                    <a:pt x="0" y="0"/>
                  </a:moveTo>
                  <a:lnTo>
                    <a:pt x="6246202" y="0"/>
                  </a:lnTo>
                  <a:lnTo>
                    <a:pt x="624620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71319" y="2241537"/>
              <a:ext cx="6246202" cy="0"/>
            </a:xfrm>
            <a:custGeom>
              <a:avLst/>
              <a:pathLst>
                <a:path w="6246202" h="0">
                  <a:moveTo>
                    <a:pt x="0" y="0"/>
                  </a:moveTo>
                  <a:lnTo>
                    <a:pt x="6246202" y="0"/>
                  </a:lnTo>
                  <a:lnTo>
                    <a:pt x="624620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064125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630553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196980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763408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350034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350034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28491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428491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39177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39177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73342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282597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73342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2825973" y="5501523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350034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71701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39177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28491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71701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350034" y="5501523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39177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28491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39177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350034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428491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339177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350034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489956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39177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428491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489956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39177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489956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39177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28491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39177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350034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428491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73342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73342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2230494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73342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2230494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350034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282597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282597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39177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39177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71701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2230494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282597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28491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282597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73342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2230494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489956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73342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282597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428491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3350034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2230494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350034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73342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282597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371701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428491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4284918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489956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3489956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371701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371701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2230494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2230494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3489956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371701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373342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489956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2230494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3489956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371701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3350034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73342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282597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3489956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282597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282597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2230494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489956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371701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2230494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282597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371701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3489956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3733429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2230494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3733429" y="5501523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371701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2230494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3717013" y="2182834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208646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233348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164477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164477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164477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208646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257460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117617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233348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117617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117617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208646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117617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208646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174785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233348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208235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233348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164477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208235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208646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164477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233348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117617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208235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208646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174785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174785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174785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31425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208646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233348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208646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117617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208235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174785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117617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208235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31425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233348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174785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257460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164477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208235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233348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164477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208235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233348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3142541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174785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208235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2333485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164477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117617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208235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2082352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233348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117617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31425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164477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257460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208235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31425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257460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164477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2333485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31425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208646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31425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257460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174785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257460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117617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257460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164477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208646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257460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31425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208646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31425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2082352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31425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164477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117617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257460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174785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31425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174785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174785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208646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257460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31425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174785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257460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257460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117617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6193315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6194163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6242080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6242080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5724514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6874902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6193315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5706511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6242080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6374655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6193315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6232502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6232502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6874902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6232502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6232502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6194163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6232502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6242080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6374655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6374655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6374655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6242080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6193315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6232502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6874902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6193315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6242080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6242080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6193315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6874902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6242080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5724514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6232502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6193315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6232502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6193315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6874902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6194163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6193315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5706511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5706511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6374655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6242080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5706511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6194163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6242080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6232502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6194163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5706511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5724514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6242080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5706511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5706511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5724514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5706511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6194163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6232502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6374655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6193315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6874902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6194163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6874902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6194163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6874902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6193315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6242080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5724514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6374655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6874902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6374655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5724514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5706511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6232502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5706511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6374655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6874902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5724514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6194163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6374655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6194163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5706511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6374655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6194163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6193315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5724514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5724514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5724514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5724514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5724514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6232502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6874902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6874902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6194163" y="218283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5706511" y="550152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565212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592238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565212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565212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630328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565212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595473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630328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592238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630328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65212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95473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630328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72715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92238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922383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12957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95473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65212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95473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65212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12957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666564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954737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92238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630328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65212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630328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72715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65212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95473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12957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95473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630328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95473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72715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512957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572715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565212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572715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630328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666564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666564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592238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595473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512957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572715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666564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607185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607185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512957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595473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572715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512957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565212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512957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595473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666564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666564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592238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595473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607185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607185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572715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666564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666564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666564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630328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607185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607185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666564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512957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666564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592238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607185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565212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607185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630328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630328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5129574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607185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607185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607185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572715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630328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572715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666564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512957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572715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592238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592238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607185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572715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512957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592238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592238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289197" y="2251275"/>
              <a:ext cx="2054424" cy="1003546"/>
            </a:xfrm>
            <a:custGeom>
              <a:avLst/>
              <a:pathLst>
                <a:path w="2054424" h="1003546">
                  <a:moveTo>
                    <a:pt x="0" y="3322"/>
                  </a:moveTo>
                  <a:lnTo>
                    <a:pt x="26005" y="3820"/>
                  </a:lnTo>
                  <a:lnTo>
                    <a:pt x="52010" y="4332"/>
                  </a:lnTo>
                  <a:lnTo>
                    <a:pt x="78016" y="4860"/>
                  </a:lnTo>
                  <a:lnTo>
                    <a:pt x="104021" y="5403"/>
                  </a:lnTo>
                  <a:lnTo>
                    <a:pt x="130026" y="5962"/>
                  </a:lnTo>
                  <a:lnTo>
                    <a:pt x="156032" y="6535"/>
                  </a:lnTo>
                  <a:lnTo>
                    <a:pt x="182037" y="7123"/>
                  </a:lnTo>
                  <a:lnTo>
                    <a:pt x="208042" y="7726"/>
                  </a:lnTo>
                  <a:lnTo>
                    <a:pt x="234048" y="8343"/>
                  </a:lnTo>
                  <a:lnTo>
                    <a:pt x="260053" y="8974"/>
                  </a:lnTo>
                  <a:lnTo>
                    <a:pt x="286059" y="9619"/>
                  </a:lnTo>
                  <a:lnTo>
                    <a:pt x="312064" y="10275"/>
                  </a:lnTo>
                  <a:lnTo>
                    <a:pt x="338069" y="10944"/>
                  </a:lnTo>
                  <a:lnTo>
                    <a:pt x="364075" y="11623"/>
                  </a:lnTo>
                  <a:lnTo>
                    <a:pt x="390080" y="12311"/>
                  </a:lnTo>
                  <a:lnTo>
                    <a:pt x="416085" y="13008"/>
                  </a:lnTo>
                  <a:lnTo>
                    <a:pt x="442091" y="13711"/>
                  </a:lnTo>
                  <a:lnTo>
                    <a:pt x="468096" y="14419"/>
                  </a:lnTo>
                  <a:lnTo>
                    <a:pt x="494102" y="15129"/>
                  </a:lnTo>
                  <a:lnTo>
                    <a:pt x="520107" y="15840"/>
                  </a:lnTo>
                  <a:lnTo>
                    <a:pt x="546112" y="16549"/>
                  </a:lnTo>
                  <a:lnTo>
                    <a:pt x="572118" y="17253"/>
                  </a:lnTo>
                  <a:lnTo>
                    <a:pt x="598123" y="17949"/>
                  </a:lnTo>
                  <a:lnTo>
                    <a:pt x="624128" y="18634"/>
                  </a:lnTo>
                  <a:lnTo>
                    <a:pt x="650134" y="19303"/>
                  </a:lnTo>
                  <a:lnTo>
                    <a:pt x="676139" y="19954"/>
                  </a:lnTo>
                  <a:lnTo>
                    <a:pt x="702144" y="20582"/>
                  </a:lnTo>
                  <a:lnTo>
                    <a:pt x="728150" y="21183"/>
                  </a:lnTo>
                  <a:lnTo>
                    <a:pt x="754155" y="21752"/>
                  </a:lnTo>
                  <a:lnTo>
                    <a:pt x="780161" y="22285"/>
                  </a:lnTo>
                  <a:lnTo>
                    <a:pt x="806166" y="22776"/>
                  </a:lnTo>
                  <a:lnTo>
                    <a:pt x="832171" y="23221"/>
                  </a:lnTo>
                  <a:lnTo>
                    <a:pt x="858177" y="23616"/>
                  </a:lnTo>
                  <a:lnTo>
                    <a:pt x="884182" y="23956"/>
                  </a:lnTo>
                  <a:lnTo>
                    <a:pt x="910187" y="24236"/>
                  </a:lnTo>
                  <a:lnTo>
                    <a:pt x="936193" y="24454"/>
                  </a:lnTo>
                  <a:lnTo>
                    <a:pt x="962198" y="24605"/>
                  </a:lnTo>
                  <a:lnTo>
                    <a:pt x="988204" y="24687"/>
                  </a:lnTo>
                  <a:lnTo>
                    <a:pt x="1014209" y="24699"/>
                  </a:lnTo>
                  <a:lnTo>
                    <a:pt x="1040214" y="24638"/>
                  </a:lnTo>
                  <a:lnTo>
                    <a:pt x="1066220" y="24506"/>
                  </a:lnTo>
                  <a:lnTo>
                    <a:pt x="1092225" y="24301"/>
                  </a:lnTo>
                  <a:lnTo>
                    <a:pt x="1118230" y="24025"/>
                  </a:lnTo>
                  <a:lnTo>
                    <a:pt x="1144236" y="23681"/>
                  </a:lnTo>
                  <a:lnTo>
                    <a:pt x="1170241" y="23272"/>
                  </a:lnTo>
                  <a:lnTo>
                    <a:pt x="1196246" y="22801"/>
                  </a:lnTo>
                  <a:lnTo>
                    <a:pt x="1222252" y="22272"/>
                  </a:lnTo>
                  <a:lnTo>
                    <a:pt x="1248257" y="21691"/>
                  </a:lnTo>
                  <a:lnTo>
                    <a:pt x="1274263" y="21061"/>
                  </a:lnTo>
                  <a:lnTo>
                    <a:pt x="1300268" y="20390"/>
                  </a:lnTo>
                  <a:lnTo>
                    <a:pt x="1326273" y="19681"/>
                  </a:lnTo>
                  <a:lnTo>
                    <a:pt x="1352279" y="18940"/>
                  </a:lnTo>
                  <a:lnTo>
                    <a:pt x="1378284" y="18174"/>
                  </a:lnTo>
                  <a:lnTo>
                    <a:pt x="1404289" y="17386"/>
                  </a:lnTo>
                  <a:lnTo>
                    <a:pt x="1430295" y="16583"/>
                  </a:lnTo>
                  <a:lnTo>
                    <a:pt x="1456300" y="15768"/>
                  </a:lnTo>
                  <a:lnTo>
                    <a:pt x="1482306" y="14947"/>
                  </a:lnTo>
                  <a:lnTo>
                    <a:pt x="1508311" y="14123"/>
                  </a:lnTo>
                  <a:lnTo>
                    <a:pt x="1534316" y="13300"/>
                  </a:lnTo>
                  <a:lnTo>
                    <a:pt x="1560322" y="12481"/>
                  </a:lnTo>
                  <a:lnTo>
                    <a:pt x="1586327" y="11670"/>
                  </a:lnTo>
                  <a:lnTo>
                    <a:pt x="1612332" y="10869"/>
                  </a:lnTo>
                  <a:lnTo>
                    <a:pt x="1638338" y="10080"/>
                  </a:lnTo>
                  <a:lnTo>
                    <a:pt x="1664343" y="9305"/>
                  </a:lnTo>
                  <a:lnTo>
                    <a:pt x="1690349" y="8545"/>
                  </a:lnTo>
                  <a:lnTo>
                    <a:pt x="1716354" y="7804"/>
                  </a:lnTo>
                  <a:lnTo>
                    <a:pt x="1742359" y="7080"/>
                  </a:lnTo>
                  <a:lnTo>
                    <a:pt x="1768365" y="6376"/>
                  </a:lnTo>
                  <a:lnTo>
                    <a:pt x="1794370" y="5692"/>
                  </a:lnTo>
                  <a:lnTo>
                    <a:pt x="1820375" y="5028"/>
                  </a:lnTo>
                  <a:lnTo>
                    <a:pt x="1846381" y="4386"/>
                  </a:lnTo>
                  <a:lnTo>
                    <a:pt x="1872386" y="3764"/>
                  </a:lnTo>
                  <a:lnTo>
                    <a:pt x="1898391" y="3164"/>
                  </a:lnTo>
                  <a:lnTo>
                    <a:pt x="1924397" y="2585"/>
                  </a:lnTo>
                  <a:lnTo>
                    <a:pt x="1950402" y="2027"/>
                  </a:lnTo>
                  <a:lnTo>
                    <a:pt x="1976408" y="1490"/>
                  </a:lnTo>
                  <a:lnTo>
                    <a:pt x="2002413" y="973"/>
                  </a:lnTo>
                  <a:lnTo>
                    <a:pt x="2028418" y="476"/>
                  </a:lnTo>
                  <a:lnTo>
                    <a:pt x="2054424" y="0"/>
                  </a:lnTo>
                  <a:lnTo>
                    <a:pt x="2054424" y="629105"/>
                  </a:lnTo>
                  <a:lnTo>
                    <a:pt x="2028418" y="610501"/>
                  </a:lnTo>
                  <a:lnTo>
                    <a:pt x="2002413" y="592478"/>
                  </a:lnTo>
                  <a:lnTo>
                    <a:pt x="1976408" y="575032"/>
                  </a:lnTo>
                  <a:lnTo>
                    <a:pt x="1950402" y="558159"/>
                  </a:lnTo>
                  <a:lnTo>
                    <a:pt x="1924397" y="541855"/>
                  </a:lnTo>
                  <a:lnTo>
                    <a:pt x="1898391" y="526114"/>
                  </a:lnTo>
                  <a:lnTo>
                    <a:pt x="1872386" y="510932"/>
                  </a:lnTo>
                  <a:lnTo>
                    <a:pt x="1846381" y="496303"/>
                  </a:lnTo>
                  <a:lnTo>
                    <a:pt x="1820375" y="482223"/>
                  </a:lnTo>
                  <a:lnTo>
                    <a:pt x="1794370" y="468686"/>
                  </a:lnTo>
                  <a:lnTo>
                    <a:pt x="1768365" y="455687"/>
                  </a:lnTo>
                  <a:lnTo>
                    <a:pt x="1742359" y="443222"/>
                  </a:lnTo>
                  <a:lnTo>
                    <a:pt x="1716354" y="431287"/>
                  </a:lnTo>
                  <a:lnTo>
                    <a:pt x="1690349" y="419876"/>
                  </a:lnTo>
                  <a:lnTo>
                    <a:pt x="1664343" y="408987"/>
                  </a:lnTo>
                  <a:lnTo>
                    <a:pt x="1638338" y="398615"/>
                  </a:lnTo>
                  <a:lnTo>
                    <a:pt x="1612332" y="388759"/>
                  </a:lnTo>
                  <a:lnTo>
                    <a:pt x="1586327" y="379415"/>
                  </a:lnTo>
                  <a:lnTo>
                    <a:pt x="1560322" y="370582"/>
                  </a:lnTo>
                  <a:lnTo>
                    <a:pt x="1534316" y="362258"/>
                  </a:lnTo>
                  <a:lnTo>
                    <a:pt x="1508311" y="354445"/>
                  </a:lnTo>
                  <a:lnTo>
                    <a:pt x="1482306" y="347142"/>
                  </a:lnTo>
                  <a:lnTo>
                    <a:pt x="1456300" y="340350"/>
                  </a:lnTo>
                  <a:lnTo>
                    <a:pt x="1430295" y="334072"/>
                  </a:lnTo>
                  <a:lnTo>
                    <a:pt x="1404289" y="328310"/>
                  </a:lnTo>
                  <a:lnTo>
                    <a:pt x="1378284" y="323069"/>
                  </a:lnTo>
                  <a:lnTo>
                    <a:pt x="1352279" y="318352"/>
                  </a:lnTo>
                  <a:lnTo>
                    <a:pt x="1326273" y="314165"/>
                  </a:lnTo>
                  <a:lnTo>
                    <a:pt x="1300268" y="310515"/>
                  </a:lnTo>
                  <a:lnTo>
                    <a:pt x="1274263" y="307407"/>
                  </a:lnTo>
                  <a:lnTo>
                    <a:pt x="1248257" y="304850"/>
                  </a:lnTo>
                  <a:lnTo>
                    <a:pt x="1222252" y="302851"/>
                  </a:lnTo>
                  <a:lnTo>
                    <a:pt x="1196246" y="301419"/>
                  </a:lnTo>
                  <a:lnTo>
                    <a:pt x="1170241" y="300562"/>
                  </a:lnTo>
                  <a:lnTo>
                    <a:pt x="1144236" y="300288"/>
                  </a:lnTo>
                  <a:lnTo>
                    <a:pt x="1118230" y="300606"/>
                  </a:lnTo>
                  <a:lnTo>
                    <a:pt x="1092225" y="301526"/>
                  </a:lnTo>
                  <a:lnTo>
                    <a:pt x="1066220" y="303056"/>
                  </a:lnTo>
                  <a:lnTo>
                    <a:pt x="1040214" y="305204"/>
                  </a:lnTo>
                  <a:lnTo>
                    <a:pt x="1014209" y="307979"/>
                  </a:lnTo>
                  <a:lnTo>
                    <a:pt x="988204" y="311389"/>
                  </a:lnTo>
                  <a:lnTo>
                    <a:pt x="962198" y="315442"/>
                  </a:lnTo>
                  <a:lnTo>
                    <a:pt x="936193" y="320146"/>
                  </a:lnTo>
                  <a:lnTo>
                    <a:pt x="910187" y="325509"/>
                  </a:lnTo>
                  <a:lnTo>
                    <a:pt x="884182" y="331539"/>
                  </a:lnTo>
                  <a:lnTo>
                    <a:pt x="858177" y="338244"/>
                  </a:lnTo>
                  <a:lnTo>
                    <a:pt x="832171" y="345632"/>
                  </a:lnTo>
                  <a:lnTo>
                    <a:pt x="806166" y="353711"/>
                  </a:lnTo>
                  <a:lnTo>
                    <a:pt x="780161" y="362492"/>
                  </a:lnTo>
                  <a:lnTo>
                    <a:pt x="754155" y="371982"/>
                  </a:lnTo>
                  <a:lnTo>
                    <a:pt x="728150" y="382191"/>
                  </a:lnTo>
                  <a:lnTo>
                    <a:pt x="702144" y="393131"/>
                  </a:lnTo>
                  <a:lnTo>
                    <a:pt x="676139" y="404811"/>
                  </a:lnTo>
                  <a:lnTo>
                    <a:pt x="650134" y="417243"/>
                  </a:lnTo>
                  <a:lnTo>
                    <a:pt x="624128" y="430437"/>
                  </a:lnTo>
                  <a:lnTo>
                    <a:pt x="598123" y="444407"/>
                  </a:lnTo>
                  <a:lnTo>
                    <a:pt x="572118" y="459165"/>
                  </a:lnTo>
                  <a:lnTo>
                    <a:pt x="546112" y="474722"/>
                  </a:lnTo>
                  <a:lnTo>
                    <a:pt x="520107" y="491092"/>
                  </a:lnTo>
                  <a:lnTo>
                    <a:pt x="494102" y="508287"/>
                  </a:lnTo>
                  <a:lnTo>
                    <a:pt x="468096" y="526319"/>
                  </a:lnTo>
                  <a:lnTo>
                    <a:pt x="442091" y="545201"/>
                  </a:lnTo>
                  <a:lnTo>
                    <a:pt x="416085" y="564944"/>
                  </a:lnTo>
                  <a:lnTo>
                    <a:pt x="390080" y="585561"/>
                  </a:lnTo>
                  <a:lnTo>
                    <a:pt x="364075" y="607061"/>
                  </a:lnTo>
                  <a:lnTo>
                    <a:pt x="338069" y="629454"/>
                  </a:lnTo>
                  <a:lnTo>
                    <a:pt x="312064" y="652749"/>
                  </a:lnTo>
                  <a:lnTo>
                    <a:pt x="286059" y="676953"/>
                  </a:lnTo>
                  <a:lnTo>
                    <a:pt x="260053" y="702072"/>
                  </a:lnTo>
                  <a:lnTo>
                    <a:pt x="234048" y="728111"/>
                  </a:lnTo>
                  <a:lnTo>
                    <a:pt x="208042" y="755073"/>
                  </a:lnTo>
                  <a:lnTo>
                    <a:pt x="182037" y="782957"/>
                  </a:lnTo>
                  <a:lnTo>
                    <a:pt x="156032" y="811762"/>
                  </a:lnTo>
                  <a:lnTo>
                    <a:pt x="130026" y="841485"/>
                  </a:lnTo>
                  <a:lnTo>
                    <a:pt x="104021" y="872119"/>
                  </a:lnTo>
                  <a:lnTo>
                    <a:pt x="78016" y="903655"/>
                  </a:lnTo>
                  <a:lnTo>
                    <a:pt x="52010" y="936082"/>
                  </a:lnTo>
                  <a:lnTo>
                    <a:pt x="26005" y="969385"/>
                  </a:lnTo>
                  <a:lnTo>
                    <a:pt x="0" y="1003546"/>
                  </a:lnTo>
                  <a:close/>
                </a:path>
              </a:pathLst>
            </a:custGeom>
            <a:solidFill>
              <a:srgbClr val="FFA203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05" name="pl405"/>
            <p:cNvSpPr/>
            <p:nvPr/>
          </p:nvSpPr>
          <p:spPr>
            <a:xfrm>
              <a:off x="2289197" y="2251275"/>
              <a:ext cx="2054424" cy="24699"/>
            </a:xfrm>
            <a:custGeom>
              <a:avLst/>
              <a:pathLst>
                <a:path w="2054424" h="24699">
                  <a:moveTo>
                    <a:pt x="0" y="3322"/>
                  </a:moveTo>
                  <a:lnTo>
                    <a:pt x="26005" y="3820"/>
                  </a:lnTo>
                  <a:lnTo>
                    <a:pt x="52010" y="4332"/>
                  </a:lnTo>
                  <a:lnTo>
                    <a:pt x="78016" y="4860"/>
                  </a:lnTo>
                  <a:lnTo>
                    <a:pt x="104021" y="5403"/>
                  </a:lnTo>
                  <a:lnTo>
                    <a:pt x="130026" y="5962"/>
                  </a:lnTo>
                  <a:lnTo>
                    <a:pt x="156032" y="6535"/>
                  </a:lnTo>
                  <a:lnTo>
                    <a:pt x="182037" y="7123"/>
                  </a:lnTo>
                  <a:lnTo>
                    <a:pt x="208042" y="7726"/>
                  </a:lnTo>
                  <a:lnTo>
                    <a:pt x="234048" y="8343"/>
                  </a:lnTo>
                  <a:lnTo>
                    <a:pt x="260053" y="8974"/>
                  </a:lnTo>
                  <a:lnTo>
                    <a:pt x="286059" y="9619"/>
                  </a:lnTo>
                  <a:lnTo>
                    <a:pt x="312064" y="10275"/>
                  </a:lnTo>
                  <a:lnTo>
                    <a:pt x="338069" y="10944"/>
                  </a:lnTo>
                  <a:lnTo>
                    <a:pt x="364075" y="11623"/>
                  </a:lnTo>
                  <a:lnTo>
                    <a:pt x="390080" y="12311"/>
                  </a:lnTo>
                  <a:lnTo>
                    <a:pt x="416085" y="13008"/>
                  </a:lnTo>
                  <a:lnTo>
                    <a:pt x="442091" y="13711"/>
                  </a:lnTo>
                  <a:lnTo>
                    <a:pt x="468096" y="14419"/>
                  </a:lnTo>
                  <a:lnTo>
                    <a:pt x="494102" y="15129"/>
                  </a:lnTo>
                  <a:lnTo>
                    <a:pt x="520107" y="15840"/>
                  </a:lnTo>
                  <a:lnTo>
                    <a:pt x="546112" y="16549"/>
                  </a:lnTo>
                  <a:lnTo>
                    <a:pt x="572118" y="17253"/>
                  </a:lnTo>
                  <a:lnTo>
                    <a:pt x="598123" y="17949"/>
                  </a:lnTo>
                  <a:lnTo>
                    <a:pt x="624128" y="18634"/>
                  </a:lnTo>
                  <a:lnTo>
                    <a:pt x="650134" y="19303"/>
                  </a:lnTo>
                  <a:lnTo>
                    <a:pt x="676139" y="19954"/>
                  </a:lnTo>
                  <a:lnTo>
                    <a:pt x="702144" y="20582"/>
                  </a:lnTo>
                  <a:lnTo>
                    <a:pt x="728150" y="21183"/>
                  </a:lnTo>
                  <a:lnTo>
                    <a:pt x="754155" y="21752"/>
                  </a:lnTo>
                  <a:lnTo>
                    <a:pt x="780161" y="22285"/>
                  </a:lnTo>
                  <a:lnTo>
                    <a:pt x="806166" y="22776"/>
                  </a:lnTo>
                  <a:lnTo>
                    <a:pt x="832171" y="23221"/>
                  </a:lnTo>
                  <a:lnTo>
                    <a:pt x="858177" y="23616"/>
                  </a:lnTo>
                  <a:lnTo>
                    <a:pt x="884182" y="23956"/>
                  </a:lnTo>
                  <a:lnTo>
                    <a:pt x="910187" y="24236"/>
                  </a:lnTo>
                  <a:lnTo>
                    <a:pt x="936193" y="24454"/>
                  </a:lnTo>
                  <a:lnTo>
                    <a:pt x="962198" y="24605"/>
                  </a:lnTo>
                  <a:lnTo>
                    <a:pt x="988204" y="24687"/>
                  </a:lnTo>
                  <a:lnTo>
                    <a:pt x="1014209" y="24699"/>
                  </a:lnTo>
                  <a:lnTo>
                    <a:pt x="1040214" y="24638"/>
                  </a:lnTo>
                  <a:lnTo>
                    <a:pt x="1066220" y="24506"/>
                  </a:lnTo>
                  <a:lnTo>
                    <a:pt x="1092225" y="24301"/>
                  </a:lnTo>
                  <a:lnTo>
                    <a:pt x="1118230" y="24025"/>
                  </a:lnTo>
                  <a:lnTo>
                    <a:pt x="1144236" y="23681"/>
                  </a:lnTo>
                  <a:lnTo>
                    <a:pt x="1170241" y="23272"/>
                  </a:lnTo>
                  <a:lnTo>
                    <a:pt x="1196246" y="22801"/>
                  </a:lnTo>
                  <a:lnTo>
                    <a:pt x="1222252" y="22272"/>
                  </a:lnTo>
                  <a:lnTo>
                    <a:pt x="1248257" y="21691"/>
                  </a:lnTo>
                  <a:lnTo>
                    <a:pt x="1274263" y="21061"/>
                  </a:lnTo>
                  <a:lnTo>
                    <a:pt x="1300268" y="20390"/>
                  </a:lnTo>
                  <a:lnTo>
                    <a:pt x="1326273" y="19681"/>
                  </a:lnTo>
                  <a:lnTo>
                    <a:pt x="1352279" y="18940"/>
                  </a:lnTo>
                  <a:lnTo>
                    <a:pt x="1378284" y="18174"/>
                  </a:lnTo>
                  <a:lnTo>
                    <a:pt x="1404289" y="17386"/>
                  </a:lnTo>
                  <a:lnTo>
                    <a:pt x="1430295" y="16583"/>
                  </a:lnTo>
                  <a:lnTo>
                    <a:pt x="1456300" y="15768"/>
                  </a:lnTo>
                  <a:lnTo>
                    <a:pt x="1482306" y="14947"/>
                  </a:lnTo>
                  <a:lnTo>
                    <a:pt x="1508311" y="14123"/>
                  </a:lnTo>
                  <a:lnTo>
                    <a:pt x="1534316" y="13300"/>
                  </a:lnTo>
                  <a:lnTo>
                    <a:pt x="1560322" y="12481"/>
                  </a:lnTo>
                  <a:lnTo>
                    <a:pt x="1586327" y="11670"/>
                  </a:lnTo>
                  <a:lnTo>
                    <a:pt x="1612332" y="10869"/>
                  </a:lnTo>
                  <a:lnTo>
                    <a:pt x="1638338" y="10080"/>
                  </a:lnTo>
                  <a:lnTo>
                    <a:pt x="1664343" y="9305"/>
                  </a:lnTo>
                  <a:lnTo>
                    <a:pt x="1690349" y="8545"/>
                  </a:lnTo>
                  <a:lnTo>
                    <a:pt x="1716354" y="7804"/>
                  </a:lnTo>
                  <a:lnTo>
                    <a:pt x="1742359" y="7080"/>
                  </a:lnTo>
                  <a:lnTo>
                    <a:pt x="1768365" y="6376"/>
                  </a:lnTo>
                  <a:lnTo>
                    <a:pt x="1794370" y="5692"/>
                  </a:lnTo>
                  <a:lnTo>
                    <a:pt x="1820375" y="5028"/>
                  </a:lnTo>
                  <a:lnTo>
                    <a:pt x="1846381" y="4386"/>
                  </a:lnTo>
                  <a:lnTo>
                    <a:pt x="1872386" y="3764"/>
                  </a:lnTo>
                  <a:lnTo>
                    <a:pt x="1898391" y="3164"/>
                  </a:lnTo>
                  <a:lnTo>
                    <a:pt x="1924397" y="2585"/>
                  </a:lnTo>
                  <a:lnTo>
                    <a:pt x="1950402" y="2027"/>
                  </a:lnTo>
                  <a:lnTo>
                    <a:pt x="1976408" y="1490"/>
                  </a:lnTo>
                  <a:lnTo>
                    <a:pt x="2002413" y="973"/>
                  </a:lnTo>
                  <a:lnTo>
                    <a:pt x="2028418" y="476"/>
                  </a:lnTo>
                  <a:lnTo>
                    <a:pt x="205442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2289197" y="2551563"/>
              <a:ext cx="2054424" cy="703258"/>
            </a:xfrm>
            <a:custGeom>
              <a:avLst/>
              <a:pathLst>
                <a:path w="2054424" h="703258">
                  <a:moveTo>
                    <a:pt x="2054424" y="328817"/>
                  </a:moveTo>
                  <a:lnTo>
                    <a:pt x="2028418" y="310213"/>
                  </a:lnTo>
                  <a:lnTo>
                    <a:pt x="2002413" y="292190"/>
                  </a:lnTo>
                  <a:lnTo>
                    <a:pt x="1976408" y="274744"/>
                  </a:lnTo>
                  <a:lnTo>
                    <a:pt x="1950402" y="257871"/>
                  </a:lnTo>
                  <a:lnTo>
                    <a:pt x="1924397" y="241567"/>
                  </a:lnTo>
                  <a:lnTo>
                    <a:pt x="1898391" y="225826"/>
                  </a:lnTo>
                  <a:lnTo>
                    <a:pt x="1872386" y="210643"/>
                  </a:lnTo>
                  <a:lnTo>
                    <a:pt x="1846381" y="196015"/>
                  </a:lnTo>
                  <a:lnTo>
                    <a:pt x="1820375" y="181934"/>
                  </a:lnTo>
                  <a:lnTo>
                    <a:pt x="1794370" y="168398"/>
                  </a:lnTo>
                  <a:lnTo>
                    <a:pt x="1768365" y="155399"/>
                  </a:lnTo>
                  <a:lnTo>
                    <a:pt x="1742359" y="142934"/>
                  </a:lnTo>
                  <a:lnTo>
                    <a:pt x="1716354" y="130999"/>
                  </a:lnTo>
                  <a:lnTo>
                    <a:pt x="1690349" y="119588"/>
                  </a:lnTo>
                  <a:lnTo>
                    <a:pt x="1664343" y="108699"/>
                  </a:lnTo>
                  <a:lnTo>
                    <a:pt x="1638338" y="98327"/>
                  </a:lnTo>
                  <a:lnTo>
                    <a:pt x="1612332" y="88470"/>
                  </a:lnTo>
                  <a:lnTo>
                    <a:pt x="1586327" y="79126"/>
                  </a:lnTo>
                  <a:lnTo>
                    <a:pt x="1560322" y="70293"/>
                  </a:lnTo>
                  <a:lnTo>
                    <a:pt x="1534316" y="61970"/>
                  </a:lnTo>
                  <a:lnTo>
                    <a:pt x="1508311" y="54157"/>
                  </a:lnTo>
                  <a:lnTo>
                    <a:pt x="1482306" y="46854"/>
                  </a:lnTo>
                  <a:lnTo>
                    <a:pt x="1456300" y="40062"/>
                  </a:lnTo>
                  <a:lnTo>
                    <a:pt x="1430295" y="33784"/>
                  </a:lnTo>
                  <a:lnTo>
                    <a:pt x="1404289" y="28022"/>
                  </a:lnTo>
                  <a:lnTo>
                    <a:pt x="1378284" y="22780"/>
                  </a:lnTo>
                  <a:lnTo>
                    <a:pt x="1352279" y="18064"/>
                  </a:lnTo>
                  <a:lnTo>
                    <a:pt x="1326273" y="13877"/>
                  </a:lnTo>
                  <a:lnTo>
                    <a:pt x="1300268" y="10227"/>
                  </a:lnTo>
                  <a:lnTo>
                    <a:pt x="1274263" y="7119"/>
                  </a:lnTo>
                  <a:lnTo>
                    <a:pt x="1248257" y="4562"/>
                  </a:lnTo>
                  <a:lnTo>
                    <a:pt x="1222252" y="2563"/>
                  </a:lnTo>
                  <a:lnTo>
                    <a:pt x="1196246" y="1131"/>
                  </a:lnTo>
                  <a:lnTo>
                    <a:pt x="1170241" y="273"/>
                  </a:lnTo>
                  <a:lnTo>
                    <a:pt x="1144236" y="0"/>
                  </a:lnTo>
                  <a:lnTo>
                    <a:pt x="1118230" y="318"/>
                  </a:lnTo>
                  <a:lnTo>
                    <a:pt x="1092225" y="1238"/>
                  </a:lnTo>
                  <a:lnTo>
                    <a:pt x="1066220" y="2768"/>
                  </a:lnTo>
                  <a:lnTo>
                    <a:pt x="1040214" y="4916"/>
                  </a:lnTo>
                  <a:lnTo>
                    <a:pt x="1014209" y="7691"/>
                  </a:lnTo>
                  <a:lnTo>
                    <a:pt x="988204" y="11101"/>
                  </a:lnTo>
                  <a:lnTo>
                    <a:pt x="962198" y="15154"/>
                  </a:lnTo>
                  <a:lnTo>
                    <a:pt x="936193" y="19858"/>
                  </a:lnTo>
                  <a:lnTo>
                    <a:pt x="910187" y="25221"/>
                  </a:lnTo>
                  <a:lnTo>
                    <a:pt x="884182" y="31251"/>
                  </a:lnTo>
                  <a:lnTo>
                    <a:pt x="858177" y="37956"/>
                  </a:lnTo>
                  <a:lnTo>
                    <a:pt x="832171" y="45343"/>
                  </a:lnTo>
                  <a:lnTo>
                    <a:pt x="806166" y="53423"/>
                  </a:lnTo>
                  <a:lnTo>
                    <a:pt x="780161" y="62203"/>
                  </a:lnTo>
                  <a:lnTo>
                    <a:pt x="754155" y="71693"/>
                  </a:lnTo>
                  <a:lnTo>
                    <a:pt x="728150" y="81903"/>
                  </a:lnTo>
                  <a:lnTo>
                    <a:pt x="702144" y="92843"/>
                  </a:lnTo>
                  <a:lnTo>
                    <a:pt x="676139" y="104523"/>
                  </a:lnTo>
                  <a:lnTo>
                    <a:pt x="650134" y="116954"/>
                  </a:lnTo>
                  <a:lnTo>
                    <a:pt x="624128" y="130149"/>
                  </a:lnTo>
                  <a:lnTo>
                    <a:pt x="598123" y="144119"/>
                  </a:lnTo>
                  <a:lnTo>
                    <a:pt x="572118" y="158877"/>
                  </a:lnTo>
                  <a:lnTo>
                    <a:pt x="546112" y="174434"/>
                  </a:lnTo>
                  <a:lnTo>
                    <a:pt x="520107" y="190804"/>
                  </a:lnTo>
                  <a:lnTo>
                    <a:pt x="494102" y="207998"/>
                  </a:lnTo>
                  <a:lnTo>
                    <a:pt x="468096" y="226031"/>
                  </a:lnTo>
                  <a:lnTo>
                    <a:pt x="442091" y="244913"/>
                  </a:lnTo>
                  <a:lnTo>
                    <a:pt x="416085" y="264656"/>
                  </a:lnTo>
                  <a:lnTo>
                    <a:pt x="390080" y="285273"/>
                  </a:lnTo>
                  <a:lnTo>
                    <a:pt x="364075" y="306773"/>
                  </a:lnTo>
                  <a:lnTo>
                    <a:pt x="338069" y="329166"/>
                  </a:lnTo>
                  <a:lnTo>
                    <a:pt x="312064" y="352461"/>
                  </a:lnTo>
                  <a:lnTo>
                    <a:pt x="286059" y="376665"/>
                  </a:lnTo>
                  <a:lnTo>
                    <a:pt x="260053" y="401784"/>
                  </a:lnTo>
                  <a:lnTo>
                    <a:pt x="234048" y="427823"/>
                  </a:lnTo>
                  <a:lnTo>
                    <a:pt x="208042" y="454784"/>
                  </a:lnTo>
                  <a:lnTo>
                    <a:pt x="182037" y="482668"/>
                  </a:lnTo>
                  <a:lnTo>
                    <a:pt x="156032" y="511474"/>
                  </a:lnTo>
                  <a:lnTo>
                    <a:pt x="130026" y="541197"/>
                  </a:lnTo>
                  <a:lnTo>
                    <a:pt x="104021" y="571831"/>
                  </a:lnTo>
                  <a:lnTo>
                    <a:pt x="78016" y="603367"/>
                  </a:lnTo>
                  <a:lnTo>
                    <a:pt x="52010" y="635794"/>
                  </a:lnTo>
                  <a:lnTo>
                    <a:pt x="26005" y="669097"/>
                  </a:lnTo>
                  <a:lnTo>
                    <a:pt x="0" y="70325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2289197" y="2327171"/>
              <a:ext cx="2054424" cy="47131"/>
            </a:xfrm>
            <a:custGeom>
              <a:avLst/>
              <a:pathLst>
                <a:path w="2054424" h="47131">
                  <a:moveTo>
                    <a:pt x="0" y="47131"/>
                  </a:moveTo>
                  <a:lnTo>
                    <a:pt x="26005" y="46402"/>
                  </a:lnTo>
                  <a:lnTo>
                    <a:pt x="52010" y="45676"/>
                  </a:lnTo>
                  <a:lnTo>
                    <a:pt x="78016" y="44955"/>
                  </a:lnTo>
                  <a:lnTo>
                    <a:pt x="104021" y="44237"/>
                  </a:lnTo>
                  <a:lnTo>
                    <a:pt x="130026" y="43523"/>
                  </a:lnTo>
                  <a:lnTo>
                    <a:pt x="156032" y="42813"/>
                  </a:lnTo>
                  <a:lnTo>
                    <a:pt x="182037" y="42107"/>
                  </a:lnTo>
                  <a:lnTo>
                    <a:pt x="208042" y="41404"/>
                  </a:lnTo>
                  <a:lnTo>
                    <a:pt x="234048" y="40705"/>
                  </a:lnTo>
                  <a:lnTo>
                    <a:pt x="260053" y="40009"/>
                  </a:lnTo>
                  <a:lnTo>
                    <a:pt x="286059" y="39318"/>
                  </a:lnTo>
                  <a:lnTo>
                    <a:pt x="312064" y="38630"/>
                  </a:lnTo>
                  <a:lnTo>
                    <a:pt x="338069" y="37946"/>
                  </a:lnTo>
                  <a:lnTo>
                    <a:pt x="364075" y="37265"/>
                  </a:lnTo>
                  <a:lnTo>
                    <a:pt x="390080" y="36588"/>
                  </a:lnTo>
                  <a:lnTo>
                    <a:pt x="416085" y="35914"/>
                  </a:lnTo>
                  <a:lnTo>
                    <a:pt x="442091" y="35244"/>
                  </a:lnTo>
                  <a:lnTo>
                    <a:pt x="468096" y="34578"/>
                  </a:lnTo>
                  <a:lnTo>
                    <a:pt x="494102" y="33915"/>
                  </a:lnTo>
                  <a:lnTo>
                    <a:pt x="520107" y="33256"/>
                  </a:lnTo>
                  <a:lnTo>
                    <a:pt x="546112" y="32600"/>
                  </a:lnTo>
                  <a:lnTo>
                    <a:pt x="572118" y="31947"/>
                  </a:lnTo>
                  <a:lnTo>
                    <a:pt x="598123" y="31299"/>
                  </a:lnTo>
                  <a:lnTo>
                    <a:pt x="624128" y="30653"/>
                  </a:lnTo>
                  <a:lnTo>
                    <a:pt x="650134" y="30011"/>
                  </a:lnTo>
                  <a:lnTo>
                    <a:pt x="676139" y="29373"/>
                  </a:lnTo>
                  <a:lnTo>
                    <a:pt x="702144" y="28737"/>
                  </a:lnTo>
                  <a:lnTo>
                    <a:pt x="728150" y="28106"/>
                  </a:lnTo>
                  <a:lnTo>
                    <a:pt x="754155" y="27477"/>
                  </a:lnTo>
                  <a:lnTo>
                    <a:pt x="780161" y="26852"/>
                  </a:lnTo>
                  <a:lnTo>
                    <a:pt x="806166" y="26230"/>
                  </a:lnTo>
                  <a:lnTo>
                    <a:pt x="832171" y="25612"/>
                  </a:lnTo>
                  <a:lnTo>
                    <a:pt x="858177" y="24997"/>
                  </a:lnTo>
                  <a:lnTo>
                    <a:pt x="884182" y="24385"/>
                  </a:lnTo>
                  <a:lnTo>
                    <a:pt x="910187" y="23776"/>
                  </a:lnTo>
                  <a:lnTo>
                    <a:pt x="936193" y="23171"/>
                  </a:lnTo>
                  <a:lnTo>
                    <a:pt x="962198" y="22569"/>
                  </a:lnTo>
                  <a:lnTo>
                    <a:pt x="988204" y="21970"/>
                  </a:lnTo>
                  <a:lnTo>
                    <a:pt x="1014209" y="21374"/>
                  </a:lnTo>
                  <a:lnTo>
                    <a:pt x="1040214" y="20782"/>
                  </a:lnTo>
                  <a:lnTo>
                    <a:pt x="1066220" y="20193"/>
                  </a:lnTo>
                  <a:lnTo>
                    <a:pt x="1092225" y="19606"/>
                  </a:lnTo>
                  <a:lnTo>
                    <a:pt x="1118230" y="19023"/>
                  </a:lnTo>
                  <a:lnTo>
                    <a:pt x="1144236" y="18444"/>
                  </a:lnTo>
                  <a:lnTo>
                    <a:pt x="1170241" y="17867"/>
                  </a:lnTo>
                  <a:lnTo>
                    <a:pt x="1196246" y="17293"/>
                  </a:lnTo>
                  <a:lnTo>
                    <a:pt x="1222252" y="16722"/>
                  </a:lnTo>
                  <a:lnTo>
                    <a:pt x="1248257" y="16155"/>
                  </a:lnTo>
                  <a:lnTo>
                    <a:pt x="1274263" y="15590"/>
                  </a:lnTo>
                  <a:lnTo>
                    <a:pt x="1300268" y="15029"/>
                  </a:lnTo>
                  <a:lnTo>
                    <a:pt x="1326273" y="14471"/>
                  </a:lnTo>
                  <a:lnTo>
                    <a:pt x="1352279" y="13915"/>
                  </a:lnTo>
                  <a:lnTo>
                    <a:pt x="1378284" y="13363"/>
                  </a:lnTo>
                  <a:lnTo>
                    <a:pt x="1404289" y="12813"/>
                  </a:lnTo>
                  <a:lnTo>
                    <a:pt x="1430295" y="12267"/>
                  </a:lnTo>
                  <a:lnTo>
                    <a:pt x="1456300" y="11723"/>
                  </a:lnTo>
                  <a:lnTo>
                    <a:pt x="1482306" y="11182"/>
                  </a:lnTo>
                  <a:lnTo>
                    <a:pt x="1508311" y="10645"/>
                  </a:lnTo>
                  <a:lnTo>
                    <a:pt x="1534316" y="10110"/>
                  </a:lnTo>
                  <a:lnTo>
                    <a:pt x="1560322" y="9578"/>
                  </a:lnTo>
                  <a:lnTo>
                    <a:pt x="1586327" y="9049"/>
                  </a:lnTo>
                  <a:lnTo>
                    <a:pt x="1612332" y="8523"/>
                  </a:lnTo>
                  <a:lnTo>
                    <a:pt x="1638338" y="7999"/>
                  </a:lnTo>
                  <a:lnTo>
                    <a:pt x="1664343" y="7479"/>
                  </a:lnTo>
                  <a:lnTo>
                    <a:pt x="1690349" y="6961"/>
                  </a:lnTo>
                  <a:lnTo>
                    <a:pt x="1716354" y="6446"/>
                  </a:lnTo>
                  <a:lnTo>
                    <a:pt x="1742359" y="5934"/>
                  </a:lnTo>
                  <a:lnTo>
                    <a:pt x="1768365" y="5424"/>
                  </a:lnTo>
                  <a:lnTo>
                    <a:pt x="1794370" y="4918"/>
                  </a:lnTo>
                  <a:lnTo>
                    <a:pt x="1820375" y="4414"/>
                  </a:lnTo>
                  <a:lnTo>
                    <a:pt x="1846381" y="3913"/>
                  </a:lnTo>
                  <a:lnTo>
                    <a:pt x="1872386" y="3414"/>
                  </a:lnTo>
                  <a:lnTo>
                    <a:pt x="1898391" y="2918"/>
                  </a:lnTo>
                  <a:lnTo>
                    <a:pt x="1924397" y="2425"/>
                  </a:lnTo>
                  <a:lnTo>
                    <a:pt x="1950402" y="1935"/>
                  </a:lnTo>
                  <a:lnTo>
                    <a:pt x="1976408" y="1447"/>
                  </a:lnTo>
                  <a:lnTo>
                    <a:pt x="2002413" y="962"/>
                  </a:lnTo>
                  <a:lnTo>
                    <a:pt x="2028418" y="479"/>
                  </a:lnTo>
                  <a:lnTo>
                    <a:pt x="2054424" y="0"/>
                  </a:lnTo>
                </a:path>
              </a:pathLst>
            </a:custGeom>
            <a:ln w="27101" cap="flat">
              <a:solidFill>
                <a:srgbClr val="FFA20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1255238" y="2944294"/>
              <a:ext cx="1966362" cy="2087992"/>
            </a:xfrm>
            <a:custGeom>
              <a:avLst/>
              <a:pathLst>
                <a:path w="1966362" h="2087992">
                  <a:moveTo>
                    <a:pt x="0" y="0"/>
                  </a:moveTo>
                  <a:lnTo>
                    <a:pt x="24890" y="18060"/>
                  </a:lnTo>
                  <a:lnTo>
                    <a:pt x="49781" y="36382"/>
                  </a:lnTo>
                  <a:lnTo>
                    <a:pt x="74671" y="54959"/>
                  </a:lnTo>
                  <a:lnTo>
                    <a:pt x="99562" y="73779"/>
                  </a:lnTo>
                  <a:lnTo>
                    <a:pt x="124453" y="92831"/>
                  </a:lnTo>
                  <a:lnTo>
                    <a:pt x="149343" y="112105"/>
                  </a:lnTo>
                  <a:lnTo>
                    <a:pt x="174234" y="131585"/>
                  </a:lnTo>
                  <a:lnTo>
                    <a:pt x="199125" y="151259"/>
                  </a:lnTo>
                  <a:lnTo>
                    <a:pt x="224015" y="171111"/>
                  </a:lnTo>
                  <a:lnTo>
                    <a:pt x="248906" y="191123"/>
                  </a:lnTo>
                  <a:lnTo>
                    <a:pt x="273797" y="211277"/>
                  </a:lnTo>
                  <a:lnTo>
                    <a:pt x="298687" y="231553"/>
                  </a:lnTo>
                  <a:lnTo>
                    <a:pt x="323578" y="251931"/>
                  </a:lnTo>
                  <a:lnTo>
                    <a:pt x="348469" y="272387"/>
                  </a:lnTo>
                  <a:lnTo>
                    <a:pt x="373359" y="292897"/>
                  </a:lnTo>
                  <a:lnTo>
                    <a:pt x="398250" y="313435"/>
                  </a:lnTo>
                  <a:lnTo>
                    <a:pt x="423141" y="333974"/>
                  </a:lnTo>
                  <a:lnTo>
                    <a:pt x="448031" y="354484"/>
                  </a:lnTo>
                  <a:lnTo>
                    <a:pt x="472922" y="374936"/>
                  </a:lnTo>
                  <a:lnTo>
                    <a:pt x="497813" y="395296"/>
                  </a:lnTo>
                  <a:lnTo>
                    <a:pt x="522703" y="415531"/>
                  </a:lnTo>
                  <a:lnTo>
                    <a:pt x="547594" y="435606"/>
                  </a:lnTo>
                  <a:lnTo>
                    <a:pt x="572485" y="455484"/>
                  </a:lnTo>
                  <a:lnTo>
                    <a:pt x="597375" y="475128"/>
                  </a:lnTo>
                  <a:lnTo>
                    <a:pt x="622266" y="494501"/>
                  </a:lnTo>
                  <a:lnTo>
                    <a:pt x="647157" y="513562"/>
                  </a:lnTo>
                  <a:lnTo>
                    <a:pt x="672047" y="532274"/>
                  </a:lnTo>
                  <a:lnTo>
                    <a:pt x="696938" y="550598"/>
                  </a:lnTo>
                  <a:lnTo>
                    <a:pt x="721829" y="568496"/>
                  </a:lnTo>
                  <a:lnTo>
                    <a:pt x="746719" y="585932"/>
                  </a:lnTo>
                  <a:lnTo>
                    <a:pt x="771610" y="602871"/>
                  </a:lnTo>
                  <a:lnTo>
                    <a:pt x="796501" y="619281"/>
                  </a:lnTo>
                  <a:lnTo>
                    <a:pt x="821391" y="635134"/>
                  </a:lnTo>
                  <a:lnTo>
                    <a:pt x="846282" y="650402"/>
                  </a:lnTo>
                  <a:lnTo>
                    <a:pt x="871173" y="665066"/>
                  </a:lnTo>
                  <a:lnTo>
                    <a:pt x="896063" y="679108"/>
                  </a:lnTo>
                  <a:lnTo>
                    <a:pt x="920954" y="692516"/>
                  </a:lnTo>
                  <a:lnTo>
                    <a:pt x="945845" y="705282"/>
                  </a:lnTo>
                  <a:lnTo>
                    <a:pt x="970735" y="717405"/>
                  </a:lnTo>
                  <a:lnTo>
                    <a:pt x="995626" y="728886"/>
                  </a:lnTo>
                  <a:lnTo>
                    <a:pt x="1020517" y="739732"/>
                  </a:lnTo>
                  <a:lnTo>
                    <a:pt x="1045407" y="749954"/>
                  </a:lnTo>
                  <a:lnTo>
                    <a:pt x="1070298" y="759567"/>
                  </a:lnTo>
                  <a:lnTo>
                    <a:pt x="1095189" y="768587"/>
                  </a:lnTo>
                  <a:lnTo>
                    <a:pt x="1120079" y="777037"/>
                  </a:lnTo>
                  <a:lnTo>
                    <a:pt x="1144970" y="784937"/>
                  </a:lnTo>
                  <a:lnTo>
                    <a:pt x="1169861" y="792312"/>
                  </a:lnTo>
                  <a:lnTo>
                    <a:pt x="1194751" y="799186"/>
                  </a:lnTo>
                  <a:lnTo>
                    <a:pt x="1219642" y="805585"/>
                  </a:lnTo>
                  <a:lnTo>
                    <a:pt x="1244533" y="811534"/>
                  </a:lnTo>
                  <a:lnTo>
                    <a:pt x="1269423" y="817058"/>
                  </a:lnTo>
                  <a:lnTo>
                    <a:pt x="1294314" y="822181"/>
                  </a:lnTo>
                  <a:lnTo>
                    <a:pt x="1319205" y="826928"/>
                  </a:lnTo>
                  <a:lnTo>
                    <a:pt x="1344095" y="831322"/>
                  </a:lnTo>
                  <a:lnTo>
                    <a:pt x="1368986" y="835385"/>
                  </a:lnTo>
                  <a:lnTo>
                    <a:pt x="1393876" y="839137"/>
                  </a:lnTo>
                  <a:lnTo>
                    <a:pt x="1418767" y="842600"/>
                  </a:lnTo>
                  <a:lnTo>
                    <a:pt x="1443658" y="845791"/>
                  </a:lnTo>
                  <a:lnTo>
                    <a:pt x="1468548" y="848728"/>
                  </a:lnTo>
                  <a:lnTo>
                    <a:pt x="1493439" y="851427"/>
                  </a:lnTo>
                  <a:lnTo>
                    <a:pt x="1518330" y="853905"/>
                  </a:lnTo>
                  <a:lnTo>
                    <a:pt x="1543220" y="856175"/>
                  </a:lnTo>
                  <a:lnTo>
                    <a:pt x="1568111" y="858252"/>
                  </a:lnTo>
                  <a:lnTo>
                    <a:pt x="1593002" y="860147"/>
                  </a:lnTo>
                  <a:lnTo>
                    <a:pt x="1617892" y="861872"/>
                  </a:lnTo>
                  <a:lnTo>
                    <a:pt x="1642783" y="863438"/>
                  </a:lnTo>
                  <a:lnTo>
                    <a:pt x="1667674" y="864855"/>
                  </a:lnTo>
                  <a:lnTo>
                    <a:pt x="1692564" y="866133"/>
                  </a:lnTo>
                  <a:lnTo>
                    <a:pt x="1717455" y="867279"/>
                  </a:lnTo>
                  <a:lnTo>
                    <a:pt x="1742346" y="868303"/>
                  </a:lnTo>
                  <a:lnTo>
                    <a:pt x="1767236" y="869211"/>
                  </a:lnTo>
                  <a:lnTo>
                    <a:pt x="1792127" y="870011"/>
                  </a:lnTo>
                  <a:lnTo>
                    <a:pt x="1817018" y="870708"/>
                  </a:lnTo>
                  <a:lnTo>
                    <a:pt x="1841908" y="871310"/>
                  </a:lnTo>
                  <a:lnTo>
                    <a:pt x="1866799" y="871821"/>
                  </a:lnTo>
                  <a:lnTo>
                    <a:pt x="1891690" y="872246"/>
                  </a:lnTo>
                  <a:lnTo>
                    <a:pt x="1916580" y="872591"/>
                  </a:lnTo>
                  <a:lnTo>
                    <a:pt x="1941471" y="872860"/>
                  </a:lnTo>
                  <a:lnTo>
                    <a:pt x="1966362" y="873058"/>
                  </a:lnTo>
                  <a:lnTo>
                    <a:pt x="1966362" y="2087992"/>
                  </a:lnTo>
                  <a:lnTo>
                    <a:pt x="1941471" y="2073223"/>
                  </a:lnTo>
                  <a:lnTo>
                    <a:pt x="1916580" y="2058164"/>
                  </a:lnTo>
                  <a:lnTo>
                    <a:pt x="1891690" y="2042816"/>
                  </a:lnTo>
                  <a:lnTo>
                    <a:pt x="1866799" y="2027184"/>
                  </a:lnTo>
                  <a:lnTo>
                    <a:pt x="1841908" y="2011270"/>
                  </a:lnTo>
                  <a:lnTo>
                    <a:pt x="1817018" y="1995079"/>
                  </a:lnTo>
                  <a:lnTo>
                    <a:pt x="1792127" y="1978616"/>
                  </a:lnTo>
                  <a:lnTo>
                    <a:pt x="1767236" y="1961887"/>
                  </a:lnTo>
                  <a:lnTo>
                    <a:pt x="1742346" y="1944899"/>
                  </a:lnTo>
                  <a:lnTo>
                    <a:pt x="1717455" y="1927660"/>
                  </a:lnTo>
                  <a:lnTo>
                    <a:pt x="1692564" y="1910179"/>
                  </a:lnTo>
                  <a:lnTo>
                    <a:pt x="1667674" y="1892465"/>
                  </a:lnTo>
                  <a:lnTo>
                    <a:pt x="1642783" y="1874531"/>
                  </a:lnTo>
                  <a:lnTo>
                    <a:pt x="1617892" y="1856388"/>
                  </a:lnTo>
                  <a:lnTo>
                    <a:pt x="1593002" y="1838049"/>
                  </a:lnTo>
                  <a:lnTo>
                    <a:pt x="1568111" y="1819530"/>
                  </a:lnTo>
                  <a:lnTo>
                    <a:pt x="1543220" y="1800847"/>
                  </a:lnTo>
                  <a:lnTo>
                    <a:pt x="1518330" y="1782017"/>
                  </a:lnTo>
                  <a:lnTo>
                    <a:pt x="1493439" y="1763059"/>
                  </a:lnTo>
                  <a:lnTo>
                    <a:pt x="1468548" y="1743995"/>
                  </a:lnTo>
                  <a:lnTo>
                    <a:pt x="1443658" y="1724847"/>
                  </a:lnTo>
                  <a:lnTo>
                    <a:pt x="1418767" y="1705638"/>
                  </a:lnTo>
                  <a:lnTo>
                    <a:pt x="1393876" y="1686394"/>
                  </a:lnTo>
                  <a:lnTo>
                    <a:pt x="1368986" y="1667144"/>
                  </a:lnTo>
                  <a:lnTo>
                    <a:pt x="1344095" y="1647914"/>
                  </a:lnTo>
                  <a:lnTo>
                    <a:pt x="1319205" y="1628738"/>
                  </a:lnTo>
                  <a:lnTo>
                    <a:pt x="1294314" y="1609646"/>
                  </a:lnTo>
                  <a:lnTo>
                    <a:pt x="1269423" y="1590673"/>
                  </a:lnTo>
                  <a:lnTo>
                    <a:pt x="1244533" y="1571854"/>
                  </a:lnTo>
                  <a:lnTo>
                    <a:pt x="1219642" y="1553226"/>
                  </a:lnTo>
                  <a:lnTo>
                    <a:pt x="1194751" y="1534826"/>
                  </a:lnTo>
                  <a:lnTo>
                    <a:pt x="1169861" y="1516692"/>
                  </a:lnTo>
                  <a:lnTo>
                    <a:pt x="1144970" y="1498863"/>
                  </a:lnTo>
                  <a:lnTo>
                    <a:pt x="1120079" y="1481378"/>
                  </a:lnTo>
                  <a:lnTo>
                    <a:pt x="1095189" y="1464274"/>
                  </a:lnTo>
                  <a:lnTo>
                    <a:pt x="1070298" y="1447588"/>
                  </a:lnTo>
                  <a:lnTo>
                    <a:pt x="1045407" y="1431356"/>
                  </a:lnTo>
                  <a:lnTo>
                    <a:pt x="1020517" y="1415610"/>
                  </a:lnTo>
                  <a:lnTo>
                    <a:pt x="995626" y="1400380"/>
                  </a:lnTo>
                  <a:lnTo>
                    <a:pt x="970735" y="1385693"/>
                  </a:lnTo>
                  <a:lnTo>
                    <a:pt x="945845" y="1371572"/>
                  </a:lnTo>
                  <a:lnTo>
                    <a:pt x="920954" y="1358034"/>
                  </a:lnTo>
                  <a:lnTo>
                    <a:pt x="896063" y="1345095"/>
                  </a:lnTo>
                  <a:lnTo>
                    <a:pt x="871173" y="1332762"/>
                  </a:lnTo>
                  <a:lnTo>
                    <a:pt x="846282" y="1321041"/>
                  </a:lnTo>
                  <a:lnTo>
                    <a:pt x="821391" y="1309930"/>
                  </a:lnTo>
                  <a:lnTo>
                    <a:pt x="796501" y="1299425"/>
                  </a:lnTo>
                  <a:lnTo>
                    <a:pt x="771610" y="1289516"/>
                  </a:lnTo>
                  <a:lnTo>
                    <a:pt x="746719" y="1280191"/>
                  </a:lnTo>
                  <a:lnTo>
                    <a:pt x="721829" y="1271434"/>
                  </a:lnTo>
                  <a:lnTo>
                    <a:pt x="696938" y="1263226"/>
                  </a:lnTo>
                  <a:lnTo>
                    <a:pt x="672047" y="1255547"/>
                  </a:lnTo>
                  <a:lnTo>
                    <a:pt x="647157" y="1248374"/>
                  </a:lnTo>
                  <a:lnTo>
                    <a:pt x="622266" y="1241685"/>
                  </a:lnTo>
                  <a:lnTo>
                    <a:pt x="597375" y="1235455"/>
                  </a:lnTo>
                  <a:lnTo>
                    <a:pt x="572485" y="1229660"/>
                  </a:lnTo>
                  <a:lnTo>
                    <a:pt x="547594" y="1224277"/>
                  </a:lnTo>
                  <a:lnTo>
                    <a:pt x="522703" y="1219283"/>
                  </a:lnTo>
                  <a:lnTo>
                    <a:pt x="497813" y="1214653"/>
                  </a:lnTo>
                  <a:lnTo>
                    <a:pt x="472922" y="1210366"/>
                  </a:lnTo>
                  <a:lnTo>
                    <a:pt x="448031" y="1206402"/>
                  </a:lnTo>
                  <a:lnTo>
                    <a:pt x="423141" y="1202738"/>
                  </a:lnTo>
                  <a:lnTo>
                    <a:pt x="398250" y="1199358"/>
                  </a:lnTo>
                  <a:lnTo>
                    <a:pt x="373359" y="1196242"/>
                  </a:lnTo>
                  <a:lnTo>
                    <a:pt x="348469" y="1193373"/>
                  </a:lnTo>
                  <a:lnTo>
                    <a:pt x="323578" y="1190735"/>
                  </a:lnTo>
                  <a:lnTo>
                    <a:pt x="298687" y="1188315"/>
                  </a:lnTo>
                  <a:lnTo>
                    <a:pt x="273797" y="1186096"/>
                  </a:lnTo>
                  <a:lnTo>
                    <a:pt x="248906" y="1184067"/>
                  </a:lnTo>
                  <a:lnTo>
                    <a:pt x="224015" y="1182216"/>
                  </a:lnTo>
                  <a:lnTo>
                    <a:pt x="199125" y="1180530"/>
                  </a:lnTo>
                  <a:lnTo>
                    <a:pt x="174234" y="1179000"/>
                  </a:lnTo>
                  <a:lnTo>
                    <a:pt x="149343" y="1177616"/>
                  </a:lnTo>
                  <a:lnTo>
                    <a:pt x="124453" y="1176368"/>
                  </a:lnTo>
                  <a:lnTo>
                    <a:pt x="99562" y="1175249"/>
                  </a:lnTo>
                  <a:lnTo>
                    <a:pt x="74671" y="1174250"/>
                  </a:lnTo>
                  <a:lnTo>
                    <a:pt x="49781" y="1173364"/>
                  </a:lnTo>
                  <a:lnTo>
                    <a:pt x="24890" y="1172584"/>
                  </a:lnTo>
                  <a:lnTo>
                    <a:pt x="0" y="1171905"/>
                  </a:lnTo>
                  <a:close/>
                </a:path>
              </a:pathLst>
            </a:custGeom>
            <a:solidFill>
              <a:srgbClr val="FE691E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1255238" y="2944294"/>
              <a:ext cx="1966362" cy="873058"/>
            </a:xfrm>
            <a:custGeom>
              <a:avLst/>
              <a:pathLst>
                <a:path w="1966362" h="873058">
                  <a:moveTo>
                    <a:pt x="0" y="0"/>
                  </a:moveTo>
                  <a:lnTo>
                    <a:pt x="24890" y="18060"/>
                  </a:lnTo>
                  <a:lnTo>
                    <a:pt x="49781" y="36382"/>
                  </a:lnTo>
                  <a:lnTo>
                    <a:pt x="74671" y="54959"/>
                  </a:lnTo>
                  <a:lnTo>
                    <a:pt x="99562" y="73779"/>
                  </a:lnTo>
                  <a:lnTo>
                    <a:pt x="124453" y="92831"/>
                  </a:lnTo>
                  <a:lnTo>
                    <a:pt x="149343" y="112105"/>
                  </a:lnTo>
                  <a:lnTo>
                    <a:pt x="174234" y="131585"/>
                  </a:lnTo>
                  <a:lnTo>
                    <a:pt x="199125" y="151259"/>
                  </a:lnTo>
                  <a:lnTo>
                    <a:pt x="224015" y="171111"/>
                  </a:lnTo>
                  <a:lnTo>
                    <a:pt x="248906" y="191123"/>
                  </a:lnTo>
                  <a:lnTo>
                    <a:pt x="273797" y="211277"/>
                  </a:lnTo>
                  <a:lnTo>
                    <a:pt x="298687" y="231553"/>
                  </a:lnTo>
                  <a:lnTo>
                    <a:pt x="323578" y="251931"/>
                  </a:lnTo>
                  <a:lnTo>
                    <a:pt x="348469" y="272387"/>
                  </a:lnTo>
                  <a:lnTo>
                    <a:pt x="373359" y="292897"/>
                  </a:lnTo>
                  <a:lnTo>
                    <a:pt x="398250" y="313435"/>
                  </a:lnTo>
                  <a:lnTo>
                    <a:pt x="423141" y="333974"/>
                  </a:lnTo>
                  <a:lnTo>
                    <a:pt x="448031" y="354484"/>
                  </a:lnTo>
                  <a:lnTo>
                    <a:pt x="472922" y="374936"/>
                  </a:lnTo>
                  <a:lnTo>
                    <a:pt x="497813" y="395296"/>
                  </a:lnTo>
                  <a:lnTo>
                    <a:pt x="522703" y="415531"/>
                  </a:lnTo>
                  <a:lnTo>
                    <a:pt x="547594" y="435606"/>
                  </a:lnTo>
                  <a:lnTo>
                    <a:pt x="572485" y="455484"/>
                  </a:lnTo>
                  <a:lnTo>
                    <a:pt x="597375" y="475128"/>
                  </a:lnTo>
                  <a:lnTo>
                    <a:pt x="622266" y="494501"/>
                  </a:lnTo>
                  <a:lnTo>
                    <a:pt x="647157" y="513562"/>
                  </a:lnTo>
                  <a:lnTo>
                    <a:pt x="672047" y="532274"/>
                  </a:lnTo>
                  <a:lnTo>
                    <a:pt x="696938" y="550598"/>
                  </a:lnTo>
                  <a:lnTo>
                    <a:pt x="721829" y="568496"/>
                  </a:lnTo>
                  <a:lnTo>
                    <a:pt x="746719" y="585932"/>
                  </a:lnTo>
                  <a:lnTo>
                    <a:pt x="771610" y="602871"/>
                  </a:lnTo>
                  <a:lnTo>
                    <a:pt x="796501" y="619281"/>
                  </a:lnTo>
                  <a:lnTo>
                    <a:pt x="821391" y="635134"/>
                  </a:lnTo>
                  <a:lnTo>
                    <a:pt x="846282" y="650402"/>
                  </a:lnTo>
                  <a:lnTo>
                    <a:pt x="871173" y="665066"/>
                  </a:lnTo>
                  <a:lnTo>
                    <a:pt x="896063" y="679108"/>
                  </a:lnTo>
                  <a:lnTo>
                    <a:pt x="920954" y="692516"/>
                  </a:lnTo>
                  <a:lnTo>
                    <a:pt x="945845" y="705282"/>
                  </a:lnTo>
                  <a:lnTo>
                    <a:pt x="970735" y="717405"/>
                  </a:lnTo>
                  <a:lnTo>
                    <a:pt x="995626" y="728886"/>
                  </a:lnTo>
                  <a:lnTo>
                    <a:pt x="1020517" y="739732"/>
                  </a:lnTo>
                  <a:lnTo>
                    <a:pt x="1045407" y="749954"/>
                  </a:lnTo>
                  <a:lnTo>
                    <a:pt x="1070298" y="759567"/>
                  </a:lnTo>
                  <a:lnTo>
                    <a:pt x="1095189" y="768587"/>
                  </a:lnTo>
                  <a:lnTo>
                    <a:pt x="1120079" y="777037"/>
                  </a:lnTo>
                  <a:lnTo>
                    <a:pt x="1144970" y="784937"/>
                  </a:lnTo>
                  <a:lnTo>
                    <a:pt x="1169861" y="792312"/>
                  </a:lnTo>
                  <a:lnTo>
                    <a:pt x="1194751" y="799186"/>
                  </a:lnTo>
                  <a:lnTo>
                    <a:pt x="1219642" y="805585"/>
                  </a:lnTo>
                  <a:lnTo>
                    <a:pt x="1244533" y="811534"/>
                  </a:lnTo>
                  <a:lnTo>
                    <a:pt x="1269423" y="817058"/>
                  </a:lnTo>
                  <a:lnTo>
                    <a:pt x="1294314" y="822181"/>
                  </a:lnTo>
                  <a:lnTo>
                    <a:pt x="1319205" y="826928"/>
                  </a:lnTo>
                  <a:lnTo>
                    <a:pt x="1344095" y="831322"/>
                  </a:lnTo>
                  <a:lnTo>
                    <a:pt x="1368986" y="835385"/>
                  </a:lnTo>
                  <a:lnTo>
                    <a:pt x="1393876" y="839137"/>
                  </a:lnTo>
                  <a:lnTo>
                    <a:pt x="1418767" y="842600"/>
                  </a:lnTo>
                  <a:lnTo>
                    <a:pt x="1443658" y="845791"/>
                  </a:lnTo>
                  <a:lnTo>
                    <a:pt x="1468548" y="848728"/>
                  </a:lnTo>
                  <a:lnTo>
                    <a:pt x="1493439" y="851427"/>
                  </a:lnTo>
                  <a:lnTo>
                    <a:pt x="1518330" y="853905"/>
                  </a:lnTo>
                  <a:lnTo>
                    <a:pt x="1543220" y="856175"/>
                  </a:lnTo>
                  <a:lnTo>
                    <a:pt x="1568111" y="858252"/>
                  </a:lnTo>
                  <a:lnTo>
                    <a:pt x="1593002" y="860147"/>
                  </a:lnTo>
                  <a:lnTo>
                    <a:pt x="1617892" y="861872"/>
                  </a:lnTo>
                  <a:lnTo>
                    <a:pt x="1642783" y="863438"/>
                  </a:lnTo>
                  <a:lnTo>
                    <a:pt x="1667674" y="864855"/>
                  </a:lnTo>
                  <a:lnTo>
                    <a:pt x="1692564" y="866133"/>
                  </a:lnTo>
                  <a:lnTo>
                    <a:pt x="1717455" y="867279"/>
                  </a:lnTo>
                  <a:lnTo>
                    <a:pt x="1742346" y="868303"/>
                  </a:lnTo>
                  <a:lnTo>
                    <a:pt x="1767236" y="869211"/>
                  </a:lnTo>
                  <a:lnTo>
                    <a:pt x="1792127" y="870011"/>
                  </a:lnTo>
                  <a:lnTo>
                    <a:pt x="1817018" y="870708"/>
                  </a:lnTo>
                  <a:lnTo>
                    <a:pt x="1841908" y="871310"/>
                  </a:lnTo>
                  <a:lnTo>
                    <a:pt x="1866799" y="871821"/>
                  </a:lnTo>
                  <a:lnTo>
                    <a:pt x="1891690" y="872246"/>
                  </a:lnTo>
                  <a:lnTo>
                    <a:pt x="1916580" y="872591"/>
                  </a:lnTo>
                  <a:lnTo>
                    <a:pt x="1941471" y="872860"/>
                  </a:lnTo>
                  <a:lnTo>
                    <a:pt x="1966362" y="87305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1255238" y="4116199"/>
              <a:ext cx="1966362" cy="916087"/>
            </a:xfrm>
            <a:custGeom>
              <a:avLst/>
              <a:pathLst>
                <a:path w="1966362" h="916087">
                  <a:moveTo>
                    <a:pt x="1966362" y="916087"/>
                  </a:moveTo>
                  <a:lnTo>
                    <a:pt x="1941471" y="901318"/>
                  </a:lnTo>
                  <a:lnTo>
                    <a:pt x="1916580" y="886258"/>
                  </a:lnTo>
                  <a:lnTo>
                    <a:pt x="1891690" y="870911"/>
                  </a:lnTo>
                  <a:lnTo>
                    <a:pt x="1866799" y="855278"/>
                  </a:lnTo>
                  <a:lnTo>
                    <a:pt x="1841908" y="839364"/>
                  </a:lnTo>
                  <a:lnTo>
                    <a:pt x="1817018" y="823173"/>
                  </a:lnTo>
                  <a:lnTo>
                    <a:pt x="1792127" y="806710"/>
                  </a:lnTo>
                  <a:lnTo>
                    <a:pt x="1767236" y="789981"/>
                  </a:lnTo>
                  <a:lnTo>
                    <a:pt x="1742346" y="772993"/>
                  </a:lnTo>
                  <a:lnTo>
                    <a:pt x="1717455" y="755755"/>
                  </a:lnTo>
                  <a:lnTo>
                    <a:pt x="1692564" y="738273"/>
                  </a:lnTo>
                  <a:lnTo>
                    <a:pt x="1667674" y="720560"/>
                  </a:lnTo>
                  <a:lnTo>
                    <a:pt x="1642783" y="702626"/>
                  </a:lnTo>
                  <a:lnTo>
                    <a:pt x="1617892" y="684482"/>
                  </a:lnTo>
                  <a:lnTo>
                    <a:pt x="1593002" y="666144"/>
                  </a:lnTo>
                  <a:lnTo>
                    <a:pt x="1568111" y="647624"/>
                  </a:lnTo>
                  <a:lnTo>
                    <a:pt x="1543220" y="628941"/>
                  </a:lnTo>
                  <a:lnTo>
                    <a:pt x="1518330" y="610111"/>
                  </a:lnTo>
                  <a:lnTo>
                    <a:pt x="1493439" y="591154"/>
                  </a:lnTo>
                  <a:lnTo>
                    <a:pt x="1468548" y="572090"/>
                  </a:lnTo>
                  <a:lnTo>
                    <a:pt x="1443658" y="552941"/>
                  </a:lnTo>
                  <a:lnTo>
                    <a:pt x="1418767" y="533733"/>
                  </a:lnTo>
                  <a:lnTo>
                    <a:pt x="1393876" y="514489"/>
                  </a:lnTo>
                  <a:lnTo>
                    <a:pt x="1368986" y="495238"/>
                  </a:lnTo>
                  <a:lnTo>
                    <a:pt x="1344095" y="476009"/>
                  </a:lnTo>
                  <a:lnTo>
                    <a:pt x="1319205" y="456832"/>
                  </a:lnTo>
                  <a:lnTo>
                    <a:pt x="1294314" y="437741"/>
                  </a:lnTo>
                  <a:lnTo>
                    <a:pt x="1269423" y="418768"/>
                  </a:lnTo>
                  <a:lnTo>
                    <a:pt x="1244533" y="399949"/>
                  </a:lnTo>
                  <a:lnTo>
                    <a:pt x="1219642" y="381320"/>
                  </a:lnTo>
                  <a:lnTo>
                    <a:pt x="1194751" y="362920"/>
                  </a:lnTo>
                  <a:lnTo>
                    <a:pt x="1169861" y="344787"/>
                  </a:lnTo>
                  <a:lnTo>
                    <a:pt x="1144970" y="326958"/>
                  </a:lnTo>
                  <a:lnTo>
                    <a:pt x="1120079" y="309473"/>
                  </a:lnTo>
                  <a:lnTo>
                    <a:pt x="1095189" y="292369"/>
                  </a:lnTo>
                  <a:lnTo>
                    <a:pt x="1070298" y="275683"/>
                  </a:lnTo>
                  <a:lnTo>
                    <a:pt x="1045407" y="259451"/>
                  </a:lnTo>
                  <a:lnTo>
                    <a:pt x="1020517" y="243705"/>
                  </a:lnTo>
                  <a:lnTo>
                    <a:pt x="995626" y="228475"/>
                  </a:lnTo>
                  <a:lnTo>
                    <a:pt x="970735" y="213788"/>
                  </a:lnTo>
                  <a:lnTo>
                    <a:pt x="945845" y="199666"/>
                  </a:lnTo>
                  <a:lnTo>
                    <a:pt x="920954" y="186129"/>
                  </a:lnTo>
                  <a:lnTo>
                    <a:pt x="896063" y="173190"/>
                  </a:lnTo>
                  <a:lnTo>
                    <a:pt x="871173" y="160857"/>
                  </a:lnTo>
                  <a:lnTo>
                    <a:pt x="846282" y="149135"/>
                  </a:lnTo>
                  <a:lnTo>
                    <a:pt x="821391" y="138025"/>
                  </a:lnTo>
                  <a:lnTo>
                    <a:pt x="796501" y="127519"/>
                  </a:lnTo>
                  <a:lnTo>
                    <a:pt x="771610" y="117610"/>
                  </a:lnTo>
                  <a:lnTo>
                    <a:pt x="746719" y="108285"/>
                  </a:lnTo>
                  <a:lnTo>
                    <a:pt x="721829" y="99528"/>
                  </a:lnTo>
                  <a:lnTo>
                    <a:pt x="696938" y="91320"/>
                  </a:lnTo>
                  <a:lnTo>
                    <a:pt x="672047" y="83641"/>
                  </a:lnTo>
                  <a:lnTo>
                    <a:pt x="647157" y="76469"/>
                  </a:lnTo>
                  <a:lnTo>
                    <a:pt x="622266" y="69779"/>
                  </a:lnTo>
                  <a:lnTo>
                    <a:pt x="597375" y="63549"/>
                  </a:lnTo>
                  <a:lnTo>
                    <a:pt x="572485" y="57755"/>
                  </a:lnTo>
                  <a:lnTo>
                    <a:pt x="547594" y="52372"/>
                  </a:lnTo>
                  <a:lnTo>
                    <a:pt x="522703" y="47377"/>
                  </a:lnTo>
                  <a:lnTo>
                    <a:pt x="497813" y="42748"/>
                  </a:lnTo>
                  <a:lnTo>
                    <a:pt x="472922" y="38461"/>
                  </a:lnTo>
                  <a:lnTo>
                    <a:pt x="448031" y="34496"/>
                  </a:lnTo>
                  <a:lnTo>
                    <a:pt x="423141" y="30833"/>
                  </a:lnTo>
                  <a:lnTo>
                    <a:pt x="398250" y="27452"/>
                  </a:lnTo>
                  <a:lnTo>
                    <a:pt x="373359" y="24336"/>
                  </a:lnTo>
                  <a:lnTo>
                    <a:pt x="348469" y="21467"/>
                  </a:lnTo>
                  <a:lnTo>
                    <a:pt x="323578" y="18830"/>
                  </a:lnTo>
                  <a:lnTo>
                    <a:pt x="298687" y="16409"/>
                  </a:lnTo>
                  <a:lnTo>
                    <a:pt x="273797" y="14191"/>
                  </a:lnTo>
                  <a:lnTo>
                    <a:pt x="248906" y="12162"/>
                  </a:lnTo>
                  <a:lnTo>
                    <a:pt x="224015" y="10310"/>
                  </a:lnTo>
                  <a:lnTo>
                    <a:pt x="199125" y="8625"/>
                  </a:lnTo>
                  <a:lnTo>
                    <a:pt x="174234" y="7095"/>
                  </a:lnTo>
                  <a:lnTo>
                    <a:pt x="149343" y="5710"/>
                  </a:lnTo>
                  <a:lnTo>
                    <a:pt x="124453" y="4463"/>
                  </a:lnTo>
                  <a:lnTo>
                    <a:pt x="99562" y="3343"/>
                  </a:lnTo>
                  <a:lnTo>
                    <a:pt x="74671" y="2344"/>
                  </a:lnTo>
                  <a:lnTo>
                    <a:pt x="49781" y="1458"/>
                  </a:lnTo>
                  <a:lnTo>
                    <a:pt x="24890" y="67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1255238" y="3473734"/>
              <a:ext cx="1966362" cy="1044907"/>
            </a:xfrm>
            <a:custGeom>
              <a:avLst/>
              <a:pathLst>
                <a:path w="1966362" h="1044907">
                  <a:moveTo>
                    <a:pt x="0" y="0"/>
                  </a:moveTo>
                  <a:lnTo>
                    <a:pt x="24890" y="12862"/>
                  </a:lnTo>
                  <a:lnTo>
                    <a:pt x="49781" y="25777"/>
                  </a:lnTo>
                  <a:lnTo>
                    <a:pt x="74671" y="38744"/>
                  </a:lnTo>
                  <a:lnTo>
                    <a:pt x="99562" y="51762"/>
                  </a:lnTo>
                  <a:lnTo>
                    <a:pt x="124453" y="64828"/>
                  </a:lnTo>
                  <a:lnTo>
                    <a:pt x="149343" y="77942"/>
                  </a:lnTo>
                  <a:lnTo>
                    <a:pt x="174234" y="91101"/>
                  </a:lnTo>
                  <a:lnTo>
                    <a:pt x="199125" y="104305"/>
                  </a:lnTo>
                  <a:lnTo>
                    <a:pt x="224015" y="117552"/>
                  </a:lnTo>
                  <a:lnTo>
                    <a:pt x="248906" y="130839"/>
                  </a:lnTo>
                  <a:lnTo>
                    <a:pt x="273797" y="144166"/>
                  </a:lnTo>
                  <a:lnTo>
                    <a:pt x="298687" y="157531"/>
                  </a:lnTo>
                  <a:lnTo>
                    <a:pt x="323578" y="170931"/>
                  </a:lnTo>
                  <a:lnTo>
                    <a:pt x="348469" y="184366"/>
                  </a:lnTo>
                  <a:lnTo>
                    <a:pt x="373359" y="197834"/>
                  </a:lnTo>
                  <a:lnTo>
                    <a:pt x="398250" y="211332"/>
                  </a:lnTo>
                  <a:lnTo>
                    <a:pt x="423141" y="224859"/>
                  </a:lnTo>
                  <a:lnTo>
                    <a:pt x="448031" y="238414"/>
                  </a:lnTo>
                  <a:lnTo>
                    <a:pt x="472922" y="251995"/>
                  </a:lnTo>
                  <a:lnTo>
                    <a:pt x="497813" y="265599"/>
                  </a:lnTo>
                  <a:lnTo>
                    <a:pt x="522703" y="279225"/>
                  </a:lnTo>
                  <a:lnTo>
                    <a:pt x="547594" y="292871"/>
                  </a:lnTo>
                  <a:lnTo>
                    <a:pt x="572485" y="306536"/>
                  </a:lnTo>
                  <a:lnTo>
                    <a:pt x="597375" y="320217"/>
                  </a:lnTo>
                  <a:lnTo>
                    <a:pt x="622266" y="333913"/>
                  </a:lnTo>
                  <a:lnTo>
                    <a:pt x="647157" y="347621"/>
                  </a:lnTo>
                  <a:lnTo>
                    <a:pt x="672047" y="361340"/>
                  </a:lnTo>
                  <a:lnTo>
                    <a:pt x="696938" y="375069"/>
                  </a:lnTo>
                  <a:lnTo>
                    <a:pt x="721829" y="388804"/>
                  </a:lnTo>
                  <a:lnTo>
                    <a:pt x="746719" y="402545"/>
                  </a:lnTo>
                  <a:lnTo>
                    <a:pt x="771610" y="416289"/>
                  </a:lnTo>
                  <a:lnTo>
                    <a:pt x="796501" y="430034"/>
                  </a:lnTo>
                  <a:lnTo>
                    <a:pt x="821391" y="443780"/>
                  </a:lnTo>
                  <a:lnTo>
                    <a:pt x="846282" y="457523"/>
                  </a:lnTo>
                  <a:lnTo>
                    <a:pt x="871173" y="471261"/>
                  </a:lnTo>
                  <a:lnTo>
                    <a:pt x="896063" y="484994"/>
                  </a:lnTo>
                  <a:lnTo>
                    <a:pt x="920954" y="498719"/>
                  </a:lnTo>
                  <a:lnTo>
                    <a:pt x="945845" y="512434"/>
                  </a:lnTo>
                  <a:lnTo>
                    <a:pt x="970735" y="526137"/>
                  </a:lnTo>
                  <a:lnTo>
                    <a:pt x="995626" y="539827"/>
                  </a:lnTo>
                  <a:lnTo>
                    <a:pt x="1020517" y="553501"/>
                  </a:lnTo>
                  <a:lnTo>
                    <a:pt x="1045407" y="567158"/>
                  </a:lnTo>
                  <a:lnTo>
                    <a:pt x="1070298" y="580796"/>
                  </a:lnTo>
                  <a:lnTo>
                    <a:pt x="1095189" y="594413"/>
                  </a:lnTo>
                  <a:lnTo>
                    <a:pt x="1120079" y="608008"/>
                  </a:lnTo>
                  <a:lnTo>
                    <a:pt x="1144970" y="621578"/>
                  </a:lnTo>
                  <a:lnTo>
                    <a:pt x="1169861" y="635121"/>
                  </a:lnTo>
                  <a:lnTo>
                    <a:pt x="1194751" y="648637"/>
                  </a:lnTo>
                  <a:lnTo>
                    <a:pt x="1219642" y="662122"/>
                  </a:lnTo>
                  <a:lnTo>
                    <a:pt x="1244533" y="675576"/>
                  </a:lnTo>
                  <a:lnTo>
                    <a:pt x="1269423" y="688997"/>
                  </a:lnTo>
                  <a:lnTo>
                    <a:pt x="1294314" y="702383"/>
                  </a:lnTo>
                  <a:lnTo>
                    <a:pt x="1319205" y="715732"/>
                  </a:lnTo>
                  <a:lnTo>
                    <a:pt x="1344095" y="729042"/>
                  </a:lnTo>
                  <a:lnTo>
                    <a:pt x="1368986" y="742312"/>
                  </a:lnTo>
                  <a:lnTo>
                    <a:pt x="1393876" y="755541"/>
                  </a:lnTo>
                  <a:lnTo>
                    <a:pt x="1418767" y="768727"/>
                  </a:lnTo>
                  <a:lnTo>
                    <a:pt x="1443658" y="781867"/>
                  </a:lnTo>
                  <a:lnTo>
                    <a:pt x="1468548" y="794961"/>
                  </a:lnTo>
                  <a:lnTo>
                    <a:pt x="1493439" y="808007"/>
                  </a:lnTo>
                  <a:lnTo>
                    <a:pt x="1518330" y="821004"/>
                  </a:lnTo>
                  <a:lnTo>
                    <a:pt x="1543220" y="833950"/>
                  </a:lnTo>
                  <a:lnTo>
                    <a:pt x="1568111" y="846843"/>
                  </a:lnTo>
                  <a:lnTo>
                    <a:pt x="1593002" y="859682"/>
                  </a:lnTo>
                  <a:lnTo>
                    <a:pt x="1617892" y="872466"/>
                  </a:lnTo>
                  <a:lnTo>
                    <a:pt x="1642783" y="885193"/>
                  </a:lnTo>
                  <a:lnTo>
                    <a:pt x="1667674" y="897862"/>
                  </a:lnTo>
                  <a:lnTo>
                    <a:pt x="1692564" y="910472"/>
                  </a:lnTo>
                  <a:lnTo>
                    <a:pt x="1717455" y="923021"/>
                  </a:lnTo>
                  <a:lnTo>
                    <a:pt x="1742346" y="935508"/>
                  </a:lnTo>
                  <a:lnTo>
                    <a:pt x="1767236" y="947931"/>
                  </a:lnTo>
                  <a:lnTo>
                    <a:pt x="1792127" y="960291"/>
                  </a:lnTo>
                  <a:lnTo>
                    <a:pt x="1817018" y="972585"/>
                  </a:lnTo>
                  <a:lnTo>
                    <a:pt x="1841908" y="984811"/>
                  </a:lnTo>
                  <a:lnTo>
                    <a:pt x="1866799" y="996971"/>
                  </a:lnTo>
                  <a:lnTo>
                    <a:pt x="1891690" y="1009061"/>
                  </a:lnTo>
                  <a:lnTo>
                    <a:pt x="1916580" y="1021081"/>
                  </a:lnTo>
                  <a:lnTo>
                    <a:pt x="1941471" y="1033030"/>
                  </a:lnTo>
                  <a:lnTo>
                    <a:pt x="1966362" y="1044907"/>
                  </a:lnTo>
                </a:path>
              </a:pathLst>
            </a:custGeom>
            <a:ln w="27101" cap="flat">
              <a:solidFill>
                <a:srgbClr val="FE69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5765213" y="2536830"/>
              <a:ext cx="1168390" cy="2636413"/>
            </a:xfrm>
            <a:custGeom>
              <a:avLst/>
              <a:pathLst>
                <a:path w="1168390" h="2636413">
                  <a:moveTo>
                    <a:pt x="0" y="0"/>
                  </a:moveTo>
                  <a:lnTo>
                    <a:pt x="14789" y="13512"/>
                  </a:lnTo>
                  <a:lnTo>
                    <a:pt x="29579" y="27534"/>
                  </a:lnTo>
                  <a:lnTo>
                    <a:pt x="44369" y="42075"/>
                  </a:lnTo>
                  <a:lnTo>
                    <a:pt x="59159" y="57143"/>
                  </a:lnTo>
                  <a:lnTo>
                    <a:pt x="73948" y="72743"/>
                  </a:lnTo>
                  <a:lnTo>
                    <a:pt x="88738" y="88880"/>
                  </a:lnTo>
                  <a:lnTo>
                    <a:pt x="103528" y="105559"/>
                  </a:lnTo>
                  <a:lnTo>
                    <a:pt x="118318" y="122780"/>
                  </a:lnTo>
                  <a:lnTo>
                    <a:pt x="133107" y="140543"/>
                  </a:lnTo>
                  <a:lnTo>
                    <a:pt x="147897" y="158847"/>
                  </a:lnTo>
                  <a:lnTo>
                    <a:pt x="162687" y="177687"/>
                  </a:lnTo>
                  <a:lnTo>
                    <a:pt x="177477" y="197056"/>
                  </a:lnTo>
                  <a:lnTo>
                    <a:pt x="192266" y="216943"/>
                  </a:lnTo>
                  <a:lnTo>
                    <a:pt x="207056" y="237337"/>
                  </a:lnTo>
                  <a:lnTo>
                    <a:pt x="221846" y="258222"/>
                  </a:lnTo>
                  <a:lnTo>
                    <a:pt x="236636" y="279579"/>
                  </a:lnTo>
                  <a:lnTo>
                    <a:pt x="251425" y="301386"/>
                  </a:lnTo>
                  <a:lnTo>
                    <a:pt x="266215" y="323617"/>
                  </a:lnTo>
                  <a:lnTo>
                    <a:pt x="281005" y="346241"/>
                  </a:lnTo>
                  <a:lnTo>
                    <a:pt x="295795" y="369227"/>
                  </a:lnTo>
                  <a:lnTo>
                    <a:pt x="310584" y="392536"/>
                  </a:lnTo>
                  <a:lnTo>
                    <a:pt x="325374" y="416128"/>
                  </a:lnTo>
                  <a:lnTo>
                    <a:pt x="340164" y="439959"/>
                  </a:lnTo>
                  <a:lnTo>
                    <a:pt x="354954" y="463981"/>
                  </a:lnTo>
                  <a:lnTo>
                    <a:pt x="369743" y="488144"/>
                  </a:lnTo>
                  <a:lnTo>
                    <a:pt x="384533" y="512395"/>
                  </a:lnTo>
                  <a:lnTo>
                    <a:pt x="399323" y="536679"/>
                  </a:lnTo>
                  <a:lnTo>
                    <a:pt x="414113" y="560941"/>
                  </a:lnTo>
                  <a:lnTo>
                    <a:pt x="428902" y="585123"/>
                  </a:lnTo>
                  <a:lnTo>
                    <a:pt x="443692" y="609170"/>
                  </a:lnTo>
                  <a:lnTo>
                    <a:pt x="458482" y="633028"/>
                  </a:lnTo>
                  <a:lnTo>
                    <a:pt x="473272" y="656645"/>
                  </a:lnTo>
                  <a:lnTo>
                    <a:pt x="488062" y="679972"/>
                  </a:lnTo>
                  <a:lnTo>
                    <a:pt x="502851" y="702964"/>
                  </a:lnTo>
                  <a:lnTo>
                    <a:pt x="517641" y="725583"/>
                  </a:lnTo>
                  <a:lnTo>
                    <a:pt x="532431" y="747794"/>
                  </a:lnTo>
                  <a:lnTo>
                    <a:pt x="547221" y="769570"/>
                  </a:lnTo>
                  <a:lnTo>
                    <a:pt x="562010" y="790889"/>
                  </a:lnTo>
                  <a:lnTo>
                    <a:pt x="576800" y="811735"/>
                  </a:lnTo>
                  <a:lnTo>
                    <a:pt x="591590" y="832100"/>
                  </a:lnTo>
                  <a:lnTo>
                    <a:pt x="606380" y="851978"/>
                  </a:lnTo>
                  <a:lnTo>
                    <a:pt x="621169" y="871371"/>
                  </a:lnTo>
                  <a:lnTo>
                    <a:pt x="635959" y="890286"/>
                  </a:lnTo>
                  <a:lnTo>
                    <a:pt x="650749" y="908731"/>
                  </a:lnTo>
                  <a:lnTo>
                    <a:pt x="665539" y="926720"/>
                  </a:lnTo>
                  <a:lnTo>
                    <a:pt x="680328" y="944266"/>
                  </a:lnTo>
                  <a:lnTo>
                    <a:pt x="695118" y="961389"/>
                  </a:lnTo>
                  <a:lnTo>
                    <a:pt x="709908" y="978105"/>
                  </a:lnTo>
                  <a:lnTo>
                    <a:pt x="724698" y="994435"/>
                  </a:lnTo>
                  <a:lnTo>
                    <a:pt x="739487" y="1010397"/>
                  </a:lnTo>
                  <a:lnTo>
                    <a:pt x="754277" y="1026012"/>
                  </a:lnTo>
                  <a:lnTo>
                    <a:pt x="769067" y="1041299"/>
                  </a:lnTo>
                  <a:lnTo>
                    <a:pt x="783857" y="1056277"/>
                  </a:lnTo>
                  <a:lnTo>
                    <a:pt x="798646" y="1070965"/>
                  </a:lnTo>
                  <a:lnTo>
                    <a:pt x="813436" y="1085379"/>
                  </a:lnTo>
                  <a:lnTo>
                    <a:pt x="828226" y="1099537"/>
                  </a:lnTo>
                  <a:lnTo>
                    <a:pt x="843016" y="1113454"/>
                  </a:lnTo>
                  <a:lnTo>
                    <a:pt x="857805" y="1127146"/>
                  </a:lnTo>
                  <a:lnTo>
                    <a:pt x="872595" y="1140627"/>
                  </a:lnTo>
                  <a:lnTo>
                    <a:pt x="887385" y="1153910"/>
                  </a:lnTo>
                  <a:lnTo>
                    <a:pt x="902175" y="1167006"/>
                  </a:lnTo>
                  <a:lnTo>
                    <a:pt x="916964" y="1179928"/>
                  </a:lnTo>
                  <a:lnTo>
                    <a:pt x="931754" y="1192687"/>
                  </a:lnTo>
                  <a:lnTo>
                    <a:pt x="946544" y="1205292"/>
                  </a:lnTo>
                  <a:lnTo>
                    <a:pt x="961334" y="1217752"/>
                  </a:lnTo>
                  <a:lnTo>
                    <a:pt x="976124" y="1230075"/>
                  </a:lnTo>
                  <a:lnTo>
                    <a:pt x="990913" y="1242271"/>
                  </a:lnTo>
                  <a:lnTo>
                    <a:pt x="1005703" y="1254346"/>
                  </a:lnTo>
                  <a:lnTo>
                    <a:pt x="1020493" y="1266306"/>
                  </a:lnTo>
                  <a:lnTo>
                    <a:pt x="1035283" y="1278158"/>
                  </a:lnTo>
                  <a:lnTo>
                    <a:pt x="1050072" y="1289908"/>
                  </a:lnTo>
                  <a:lnTo>
                    <a:pt x="1064862" y="1301560"/>
                  </a:lnTo>
                  <a:lnTo>
                    <a:pt x="1079652" y="1313121"/>
                  </a:lnTo>
                  <a:lnTo>
                    <a:pt x="1094442" y="1324594"/>
                  </a:lnTo>
                  <a:lnTo>
                    <a:pt x="1109231" y="1335983"/>
                  </a:lnTo>
                  <a:lnTo>
                    <a:pt x="1124021" y="1347293"/>
                  </a:lnTo>
                  <a:lnTo>
                    <a:pt x="1138811" y="1358527"/>
                  </a:lnTo>
                  <a:lnTo>
                    <a:pt x="1153601" y="1369688"/>
                  </a:lnTo>
                  <a:lnTo>
                    <a:pt x="1168390" y="1380779"/>
                  </a:lnTo>
                  <a:lnTo>
                    <a:pt x="1168390" y="2636413"/>
                  </a:lnTo>
                  <a:lnTo>
                    <a:pt x="1153601" y="2618918"/>
                  </a:lnTo>
                  <a:lnTo>
                    <a:pt x="1138811" y="2600777"/>
                  </a:lnTo>
                  <a:lnTo>
                    <a:pt x="1124021" y="2581980"/>
                  </a:lnTo>
                  <a:lnTo>
                    <a:pt x="1109231" y="2562517"/>
                  </a:lnTo>
                  <a:lnTo>
                    <a:pt x="1094442" y="2542380"/>
                  </a:lnTo>
                  <a:lnTo>
                    <a:pt x="1079652" y="2521562"/>
                  </a:lnTo>
                  <a:lnTo>
                    <a:pt x="1064862" y="2500059"/>
                  </a:lnTo>
                  <a:lnTo>
                    <a:pt x="1050072" y="2477866"/>
                  </a:lnTo>
                  <a:lnTo>
                    <a:pt x="1035283" y="2454984"/>
                  </a:lnTo>
                  <a:lnTo>
                    <a:pt x="1020493" y="2431412"/>
                  </a:lnTo>
                  <a:lnTo>
                    <a:pt x="1005703" y="2407153"/>
                  </a:lnTo>
                  <a:lnTo>
                    <a:pt x="990913" y="2382213"/>
                  </a:lnTo>
                  <a:lnTo>
                    <a:pt x="976124" y="2356599"/>
                  </a:lnTo>
                  <a:lnTo>
                    <a:pt x="961334" y="2330322"/>
                  </a:lnTo>
                  <a:lnTo>
                    <a:pt x="946544" y="2303395"/>
                  </a:lnTo>
                  <a:lnTo>
                    <a:pt x="931754" y="2275835"/>
                  </a:lnTo>
                  <a:lnTo>
                    <a:pt x="916964" y="2247661"/>
                  </a:lnTo>
                  <a:lnTo>
                    <a:pt x="902175" y="2218896"/>
                  </a:lnTo>
                  <a:lnTo>
                    <a:pt x="887385" y="2189565"/>
                  </a:lnTo>
                  <a:lnTo>
                    <a:pt x="872595" y="2159700"/>
                  </a:lnTo>
                  <a:lnTo>
                    <a:pt x="857805" y="2129332"/>
                  </a:lnTo>
                  <a:lnTo>
                    <a:pt x="843016" y="2098499"/>
                  </a:lnTo>
                  <a:lnTo>
                    <a:pt x="828226" y="2067241"/>
                  </a:lnTo>
                  <a:lnTo>
                    <a:pt x="813436" y="2035603"/>
                  </a:lnTo>
                  <a:lnTo>
                    <a:pt x="798646" y="2003632"/>
                  </a:lnTo>
                  <a:lnTo>
                    <a:pt x="783857" y="1971378"/>
                  </a:lnTo>
                  <a:lnTo>
                    <a:pt x="769067" y="1938897"/>
                  </a:lnTo>
                  <a:lnTo>
                    <a:pt x="754277" y="1906247"/>
                  </a:lnTo>
                  <a:lnTo>
                    <a:pt x="739487" y="1873488"/>
                  </a:lnTo>
                  <a:lnTo>
                    <a:pt x="724698" y="1840682"/>
                  </a:lnTo>
                  <a:lnTo>
                    <a:pt x="709908" y="1807896"/>
                  </a:lnTo>
                  <a:lnTo>
                    <a:pt x="695118" y="1775197"/>
                  </a:lnTo>
                  <a:lnTo>
                    <a:pt x="680328" y="1742653"/>
                  </a:lnTo>
                  <a:lnTo>
                    <a:pt x="665539" y="1710332"/>
                  </a:lnTo>
                  <a:lnTo>
                    <a:pt x="650749" y="1678304"/>
                  </a:lnTo>
                  <a:lnTo>
                    <a:pt x="635959" y="1646635"/>
                  </a:lnTo>
                  <a:lnTo>
                    <a:pt x="621169" y="1615392"/>
                  </a:lnTo>
                  <a:lnTo>
                    <a:pt x="606380" y="1584636"/>
                  </a:lnTo>
                  <a:lnTo>
                    <a:pt x="591590" y="1554427"/>
                  </a:lnTo>
                  <a:lnTo>
                    <a:pt x="576800" y="1524819"/>
                  </a:lnTo>
                  <a:lnTo>
                    <a:pt x="562010" y="1495860"/>
                  </a:lnTo>
                  <a:lnTo>
                    <a:pt x="547221" y="1467593"/>
                  </a:lnTo>
                  <a:lnTo>
                    <a:pt x="532431" y="1440052"/>
                  </a:lnTo>
                  <a:lnTo>
                    <a:pt x="517641" y="1413265"/>
                  </a:lnTo>
                  <a:lnTo>
                    <a:pt x="502851" y="1387251"/>
                  </a:lnTo>
                  <a:lnTo>
                    <a:pt x="488062" y="1362024"/>
                  </a:lnTo>
                  <a:lnTo>
                    <a:pt x="473272" y="1337587"/>
                  </a:lnTo>
                  <a:lnTo>
                    <a:pt x="458482" y="1313939"/>
                  </a:lnTo>
                  <a:lnTo>
                    <a:pt x="443692" y="1291070"/>
                  </a:lnTo>
                  <a:lnTo>
                    <a:pt x="428902" y="1268965"/>
                  </a:lnTo>
                  <a:lnTo>
                    <a:pt x="414113" y="1247605"/>
                  </a:lnTo>
                  <a:lnTo>
                    <a:pt x="399323" y="1226967"/>
                  </a:lnTo>
                  <a:lnTo>
                    <a:pt x="384533" y="1207023"/>
                  </a:lnTo>
                  <a:lnTo>
                    <a:pt x="369743" y="1187745"/>
                  </a:lnTo>
                  <a:lnTo>
                    <a:pt x="354954" y="1169101"/>
                  </a:lnTo>
                  <a:lnTo>
                    <a:pt x="340164" y="1151060"/>
                  </a:lnTo>
                  <a:lnTo>
                    <a:pt x="325374" y="1133591"/>
                  </a:lnTo>
                  <a:lnTo>
                    <a:pt x="310584" y="1116661"/>
                  </a:lnTo>
                  <a:lnTo>
                    <a:pt x="295795" y="1100239"/>
                  </a:lnTo>
                  <a:lnTo>
                    <a:pt x="281005" y="1084297"/>
                  </a:lnTo>
                  <a:lnTo>
                    <a:pt x="266215" y="1068804"/>
                  </a:lnTo>
                  <a:lnTo>
                    <a:pt x="251425" y="1053734"/>
                  </a:lnTo>
                  <a:lnTo>
                    <a:pt x="236636" y="1039060"/>
                  </a:lnTo>
                  <a:lnTo>
                    <a:pt x="221846" y="1024757"/>
                  </a:lnTo>
                  <a:lnTo>
                    <a:pt x="207056" y="1010804"/>
                  </a:lnTo>
                  <a:lnTo>
                    <a:pt x="192266" y="997178"/>
                  </a:lnTo>
                  <a:lnTo>
                    <a:pt x="177477" y="983859"/>
                  </a:lnTo>
                  <a:lnTo>
                    <a:pt x="162687" y="970829"/>
                  </a:lnTo>
                  <a:lnTo>
                    <a:pt x="147897" y="958071"/>
                  </a:lnTo>
                  <a:lnTo>
                    <a:pt x="133107" y="945568"/>
                  </a:lnTo>
                  <a:lnTo>
                    <a:pt x="118318" y="933305"/>
                  </a:lnTo>
                  <a:lnTo>
                    <a:pt x="103528" y="921269"/>
                  </a:lnTo>
                  <a:lnTo>
                    <a:pt x="88738" y="909448"/>
                  </a:lnTo>
                  <a:lnTo>
                    <a:pt x="73948" y="897829"/>
                  </a:lnTo>
                  <a:lnTo>
                    <a:pt x="59159" y="886401"/>
                  </a:lnTo>
                  <a:lnTo>
                    <a:pt x="44369" y="875156"/>
                  </a:lnTo>
                  <a:lnTo>
                    <a:pt x="29579" y="864083"/>
                  </a:lnTo>
                  <a:lnTo>
                    <a:pt x="14789" y="853175"/>
                  </a:lnTo>
                  <a:lnTo>
                    <a:pt x="0" y="842423"/>
                  </a:lnTo>
                  <a:close/>
                </a:path>
              </a:pathLst>
            </a:custGeom>
            <a:solidFill>
              <a:srgbClr val="FF1493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13" name="pl413"/>
            <p:cNvSpPr/>
            <p:nvPr/>
          </p:nvSpPr>
          <p:spPr>
            <a:xfrm>
              <a:off x="5765213" y="2536830"/>
              <a:ext cx="1168390" cy="1380779"/>
            </a:xfrm>
            <a:custGeom>
              <a:avLst/>
              <a:pathLst>
                <a:path w="1168390" h="1380779">
                  <a:moveTo>
                    <a:pt x="0" y="0"/>
                  </a:moveTo>
                  <a:lnTo>
                    <a:pt x="14789" y="13512"/>
                  </a:lnTo>
                  <a:lnTo>
                    <a:pt x="29579" y="27534"/>
                  </a:lnTo>
                  <a:lnTo>
                    <a:pt x="44369" y="42075"/>
                  </a:lnTo>
                  <a:lnTo>
                    <a:pt x="59159" y="57143"/>
                  </a:lnTo>
                  <a:lnTo>
                    <a:pt x="73948" y="72743"/>
                  </a:lnTo>
                  <a:lnTo>
                    <a:pt x="88738" y="88880"/>
                  </a:lnTo>
                  <a:lnTo>
                    <a:pt x="103528" y="105559"/>
                  </a:lnTo>
                  <a:lnTo>
                    <a:pt x="118318" y="122780"/>
                  </a:lnTo>
                  <a:lnTo>
                    <a:pt x="133107" y="140543"/>
                  </a:lnTo>
                  <a:lnTo>
                    <a:pt x="147897" y="158847"/>
                  </a:lnTo>
                  <a:lnTo>
                    <a:pt x="162687" y="177687"/>
                  </a:lnTo>
                  <a:lnTo>
                    <a:pt x="177477" y="197056"/>
                  </a:lnTo>
                  <a:lnTo>
                    <a:pt x="192266" y="216943"/>
                  </a:lnTo>
                  <a:lnTo>
                    <a:pt x="207056" y="237337"/>
                  </a:lnTo>
                  <a:lnTo>
                    <a:pt x="221846" y="258222"/>
                  </a:lnTo>
                  <a:lnTo>
                    <a:pt x="236636" y="279579"/>
                  </a:lnTo>
                  <a:lnTo>
                    <a:pt x="251425" y="301386"/>
                  </a:lnTo>
                  <a:lnTo>
                    <a:pt x="266215" y="323617"/>
                  </a:lnTo>
                  <a:lnTo>
                    <a:pt x="281005" y="346241"/>
                  </a:lnTo>
                  <a:lnTo>
                    <a:pt x="295795" y="369227"/>
                  </a:lnTo>
                  <a:lnTo>
                    <a:pt x="310584" y="392536"/>
                  </a:lnTo>
                  <a:lnTo>
                    <a:pt x="325374" y="416128"/>
                  </a:lnTo>
                  <a:lnTo>
                    <a:pt x="340164" y="439959"/>
                  </a:lnTo>
                  <a:lnTo>
                    <a:pt x="354954" y="463981"/>
                  </a:lnTo>
                  <a:lnTo>
                    <a:pt x="369743" y="488144"/>
                  </a:lnTo>
                  <a:lnTo>
                    <a:pt x="384533" y="512395"/>
                  </a:lnTo>
                  <a:lnTo>
                    <a:pt x="399323" y="536679"/>
                  </a:lnTo>
                  <a:lnTo>
                    <a:pt x="414113" y="560941"/>
                  </a:lnTo>
                  <a:lnTo>
                    <a:pt x="428902" y="585123"/>
                  </a:lnTo>
                  <a:lnTo>
                    <a:pt x="443692" y="609170"/>
                  </a:lnTo>
                  <a:lnTo>
                    <a:pt x="458482" y="633028"/>
                  </a:lnTo>
                  <a:lnTo>
                    <a:pt x="473272" y="656645"/>
                  </a:lnTo>
                  <a:lnTo>
                    <a:pt x="488062" y="679972"/>
                  </a:lnTo>
                  <a:lnTo>
                    <a:pt x="502851" y="702964"/>
                  </a:lnTo>
                  <a:lnTo>
                    <a:pt x="517641" y="725583"/>
                  </a:lnTo>
                  <a:lnTo>
                    <a:pt x="532431" y="747794"/>
                  </a:lnTo>
                  <a:lnTo>
                    <a:pt x="547221" y="769570"/>
                  </a:lnTo>
                  <a:lnTo>
                    <a:pt x="562010" y="790889"/>
                  </a:lnTo>
                  <a:lnTo>
                    <a:pt x="576800" y="811735"/>
                  </a:lnTo>
                  <a:lnTo>
                    <a:pt x="591590" y="832100"/>
                  </a:lnTo>
                  <a:lnTo>
                    <a:pt x="606380" y="851978"/>
                  </a:lnTo>
                  <a:lnTo>
                    <a:pt x="621169" y="871371"/>
                  </a:lnTo>
                  <a:lnTo>
                    <a:pt x="635959" y="890286"/>
                  </a:lnTo>
                  <a:lnTo>
                    <a:pt x="650749" y="908731"/>
                  </a:lnTo>
                  <a:lnTo>
                    <a:pt x="665539" y="926720"/>
                  </a:lnTo>
                  <a:lnTo>
                    <a:pt x="680328" y="944266"/>
                  </a:lnTo>
                  <a:lnTo>
                    <a:pt x="695118" y="961389"/>
                  </a:lnTo>
                  <a:lnTo>
                    <a:pt x="709908" y="978105"/>
                  </a:lnTo>
                  <a:lnTo>
                    <a:pt x="724698" y="994435"/>
                  </a:lnTo>
                  <a:lnTo>
                    <a:pt x="739487" y="1010397"/>
                  </a:lnTo>
                  <a:lnTo>
                    <a:pt x="754277" y="1026012"/>
                  </a:lnTo>
                  <a:lnTo>
                    <a:pt x="769067" y="1041299"/>
                  </a:lnTo>
                  <a:lnTo>
                    <a:pt x="783857" y="1056277"/>
                  </a:lnTo>
                  <a:lnTo>
                    <a:pt x="798646" y="1070965"/>
                  </a:lnTo>
                  <a:lnTo>
                    <a:pt x="813436" y="1085379"/>
                  </a:lnTo>
                  <a:lnTo>
                    <a:pt x="828226" y="1099537"/>
                  </a:lnTo>
                  <a:lnTo>
                    <a:pt x="843016" y="1113454"/>
                  </a:lnTo>
                  <a:lnTo>
                    <a:pt x="857805" y="1127146"/>
                  </a:lnTo>
                  <a:lnTo>
                    <a:pt x="872595" y="1140627"/>
                  </a:lnTo>
                  <a:lnTo>
                    <a:pt x="887385" y="1153910"/>
                  </a:lnTo>
                  <a:lnTo>
                    <a:pt x="902175" y="1167006"/>
                  </a:lnTo>
                  <a:lnTo>
                    <a:pt x="916964" y="1179928"/>
                  </a:lnTo>
                  <a:lnTo>
                    <a:pt x="931754" y="1192687"/>
                  </a:lnTo>
                  <a:lnTo>
                    <a:pt x="946544" y="1205292"/>
                  </a:lnTo>
                  <a:lnTo>
                    <a:pt x="961334" y="1217752"/>
                  </a:lnTo>
                  <a:lnTo>
                    <a:pt x="976124" y="1230075"/>
                  </a:lnTo>
                  <a:lnTo>
                    <a:pt x="990913" y="1242271"/>
                  </a:lnTo>
                  <a:lnTo>
                    <a:pt x="1005703" y="1254346"/>
                  </a:lnTo>
                  <a:lnTo>
                    <a:pt x="1020493" y="1266306"/>
                  </a:lnTo>
                  <a:lnTo>
                    <a:pt x="1035283" y="1278158"/>
                  </a:lnTo>
                  <a:lnTo>
                    <a:pt x="1050072" y="1289908"/>
                  </a:lnTo>
                  <a:lnTo>
                    <a:pt x="1064862" y="1301560"/>
                  </a:lnTo>
                  <a:lnTo>
                    <a:pt x="1079652" y="1313121"/>
                  </a:lnTo>
                  <a:lnTo>
                    <a:pt x="1094442" y="1324594"/>
                  </a:lnTo>
                  <a:lnTo>
                    <a:pt x="1109231" y="1335983"/>
                  </a:lnTo>
                  <a:lnTo>
                    <a:pt x="1124021" y="1347293"/>
                  </a:lnTo>
                  <a:lnTo>
                    <a:pt x="1138811" y="1358527"/>
                  </a:lnTo>
                  <a:lnTo>
                    <a:pt x="1153601" y="1369688"/>
                  </a:lnTo>
                  <a:lnTo>
                    <a:pt x="1168390" y="138077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14" name="pl414"/>
            <p:cNvSpPr/>
            <p:nvPr/>
          </p:nvSpPr>
          <p:spPr>
            <a:xfrm>
              <a:off x="5765213" y="3379253"/>
              <a:ext cx="1168390" cy="1793990"/>
            </a:xfrm>
            <a:custGeom>
              <a:avLst/>
              <a:pathLst>
                <a:path w="1168390" h="1793990">
                  <a:moveTo>
                    <a:pt x="1168390" y="1793990"/>
                  </a:moveTo>
                  <a:lnTo>
                    <a:pt x="1153601" y="1776495"/>
                  </a:lnTo>
                  <a:lnTo>
                    <a:pt x="1138811" y="1758354"/>
                  </a:lnTo>
                  <a:lnTo>
                    <a:pt x="1124021" y="1739557"/>
                  </a:lnTo>
                  <a:lnTo>
                    <a:pt x="1109231" y="1720093"/>
                  </a:lnTo>
                  <a:lnTo>
                    <a:pt x="1094442" y="1699956"/>
                  </a:lnTo>
                  <a:lnTo>
                    <a:pt x="1079652" y="1679138"/>
                  </a:lnTo>
                  <a:lnTo>
                    <a:pt x="1064862" y="1657635"/>
                  </a:lnTo>
                  <a:lnTo>
                    <a:pt x="1050072" y="1635443"/>
                  </a:lnTo>
                  <a:lnTo>
                    <a:pt x="1035283" y="1612561"/>
                  </a:lnTo>
                  <a:lnTo>
                    <a:pt x="1020493" y="1588989"/>
                  </a:lnTo>
                  <a:lnTo>
                    <a:pt x="1005703" y="1564730"/>
                  </a:lnTo>
                  <a:lnTo>
                    <a:pt x="990913" y="1539790"/>
                  </a:lnTo>
                  <a:lnTo>
                    <a:pt x="976124" y="1514176"/>
                  </a:lnTo>
                  <a:lnTo>
                    <a:pt x="961334" y="1487899"/>
                  </a:lnTo>
                  <a:lnTo>
                    <a:pt x="946544" y="1460972"/>
                  </a:lnTo>
                  <a:lnTo>
                    <a:pt x="931754" y="1433412"/>
                  </a:lnTo>
                  <a:lnTo>
                    <a:pt x="916964" y="1405238"/>
                  </a:lnTo>
                  <a:lnTo>
                    <a:pt x="902175" y="1376472"/>
                  </a:lnTo>
                  <a:lnTo>
                    <a:pt x="887385" y="1347142"/>
                  </a:lnTo>
                  <a:lnTo>
                    <a:pt x="872595" y="1317276"/>
                  </a:lnTo>
                  <a:lnTo>
                    <a:pt x="857805" y="1286909"/>
                  </a:lnTo>
                  <a:lnTo>
                    <a:pt x="843016" y="1256076"/>
                  </a:lnTo>
                  <a:lnTo>
                    <a:pt x="828226" y="1224818"/>
                  </a:lnTo>
                  <a:lnTo>
                    <a:pt x="813436" y="1193180"/>
                  </a:lnTo>
                  <a:lnTo>
                    <a:pt x="798646" y="1161208"/>
                  </a:lnTo>
                  <a:lnTo>
                    <a:pt x="783857" y="1128955"/>
                  </a:lnTo>
                  <a:lnTo>
                    <a:pt x="769067" y="1096474"/>
                  </a:lnTo>
                  <a:lnTo>
                    <a:pt x="754277" y="1063824"/>
                  </a:lnTo>
                  <a:lnTo>
                    <a:pt x="739487" y="1031064"/>
                  </a:lnTo>
                  <a:lnTo>
                    <a:pt x="724698" y="998259"/>
                  </a:lnTo>
                  <a:lnTo>
                    <a:pt x="709908" y="965473"/>
                  </a:lnTo>
                  <a:lnTo>
                    <a:pt x="695118" y="932774"/>
                  </a:lnTo>
                  <a:lnTo>
                    <a:pt x="680328" y="900230"/>
                  </a:lnTo>
                  <a:lnTo>
                    <a:pt x="665539" y="867909"/>
                  </a:lnTo>
                  <a:lnTo>
                    <a:pt x="650749" y="835881"/>
                  </a:lnTo>
                  <a:lnTo>
                    <a:pt x="635959" y="804212"/>
                  </a:lnTo>
                  <a:lnTo>
                    <a:pt x="621169" y="772969"/>
                  </a:lnTo>
                  <a:lnTo>
                    <a:pt x="606380" y="742213"/>
                  </a:lnTo>
                  <a:lnTo>
                    <a:pt x="591590" y="712004"/>
                  </a:lnTo>
                  <a:lnTo>
                    <a:pt x="576800" y="682396"/>
                  </a:lnTo>
                  <a:lnTo>
                    <a:pt x="562010" y="653437"/>
                  </a:lnTo>
                  <a:lnTo>
                    <a:pt x="547221" y="625170"/>
                  </a:lnTo>
                  <a:lnTo>
                    <a:pt x="532431" y="597629"/>
                  </a:lnTo>
                  <a:lnTo>
                    <a:pt x="517641" y="570841"/>
                  </a:lnTo>
                  <a:lnTo>
                    <a:pt x="502851" y="544828"/>
                  </a:lnTo>
                  <a:lnTo>
                    <a:pt x="488062" y="519601"/>
                  </a:lnTo>
                  <a:lnTo>
                    <a:pt x="473272" y="495164"/>
                  </a:lnTo>
                  <a:lnTo>
                    <a:pt x="458482" y="471516"/>
                  </a:lnTo>
                  <a:lnTo>
                    <a:pt x="443692" y="448646"/>
                  </a:lnTo>
                  <a:lnTo>
                    <a:pt x="428902" y="426542"/>
                  </a:lnTo>
                  <a:lnTo>
                    <a:pt x="414113" y="405182"/>
                  </a:lnTo>
                  <a:lnTo>
                    <a:pt x="399323" y="384544"/>
                  </a:lnTo>
                  <a:lnTo>
                    <a:pt x="384533" y="364600"/>
                  </a:lnTo>
                  <a:lnTo>
                    <a:pt x="369743" y="345321"/>
                  </a:lnTo>
                  <a:lnTo>
                    <a:pt x="354954" y="326678"/>
                  </a:lnTo>
                  <a:lnTo>
                    <a:pt x="340164" y="308637"/>
                  </a:lnTo>
                  <a:lnTo>
                    <a:pt x="325374" y="291167"/>
                  </a:lnTo>
                  <a:lnTo>
                    <a:pt x="310584" y="274237"/>
                  </a:lnTo>
                  <a:lnTo>
                    <a:pt x="295795" y="257816"/>
                  </a:lnTo>
                  <a:lnTo>
                    <a:pt x="281005" y="241873"/>
                  </a:lnTo>
                  <a:lnTo>
                    <a:pt x="266215" y="226381"/>
                  </a:lnTo>
                  <a:lnTo>
                    <a:pt x="251425" y="211310"/>
                  </a:lnTo>
                  <a:lnTo>
                    <a:pt x="236636" y="196636"/>
                  </a:lnTo>
                  <a:lnTo>
                    <a:pt x="221846" y="182334"/>
                  </a:lnTo>
                  <a:lnTo>
                    <a:pt x="207056" y="168381"/>
                  </a:lnTo>
                  <a:lnTo>
                    <a:pt x="192266" y="154755"/>
                  </a:lnTo>
                  <a:lnTo>
                    <a:pt x="177477" y="141436"/>
                  </a:lnTo>
                  <a:lnTo>
                    <a:pt x="162687" y="128406"/>
                  </a:lnTo>
                  <a:lnTo>
                    <a:pt x="147897" y="115647"/>
                  </a:lnTo>
                  <a:lnTo>
                    <a:pt x="133107" y="103144"/>
                  </a:lnTo>
                  <a:lnTo>
                    <a:pt x="118318" y="90882"/>
                  </a:lnTo>
                  <a:lnTo>
                    <a:pt x="103528" y="78846"/>
                  </a:lnTo>
                  <a:lnTo>
                    <a:pt x="88738" y="67024"/>
                  </a:lnTo>
                  <a:lnTo>
                    <a:pt x="73948" y="55405"/>
                  </a:lnTo>
                  <a:lnTo>
                    <a:pt x="59159" y="43978"/>
                  </a:lnTo>
                  <a:lnTo>
                    <a:pt x="44369" y="32733"/>
                  </a:lnTo>
                  <a:lnTo>
                    <a:pt x="29579" y="21660"/>
                  </a:lnTo>
                  <a:lnTo>
                    <a:pt x="14789" y="1075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15" name="pl415"/>
            <p:cNvSpPr/>
            <p:nvPr/>
          </p:nvSpPr>
          <p:spPr>
            <a:xfrm>
              <a:off x="5765213" y="2852684"/>
              <a:ext cx="1168390" cy="1829653"/>
            </a:xfrm>
            <a:custGeom>
              <a:avLst/>
              <a:pathLst>
                <a:path w="1168390" h="1829653">
                  <a:moveTo>
                    <a:pt x="0" y="0"/>
                  </a:moveTo>
                  <a:lnTo>
                    <a:pt x="14789" y="16007"/>
                  </a:lnTo>
                  <a:lnTo>
                    <a:pt x="29579" y="32334"/>
                  </a:lnTo>
                  <a:lnTo>
                    <a:pt x="44369" y="48982"/>
                  </a:lnTo>
                  <a:lnTo>
                    <a:pt x="59159" y="65952"/>
                  </a:lnTo>
                  <a:lnTo>
                    <a:pt x="73948" y="83243"/>
                  </a:lnTo>
                  <a:lnTo>
                    <a:pt x="88738" y="100858"/>
                  </a:lnTo>
                  <a:lnTo>
                    <a:pt x="103528" y="118795"/>
                  </a:lnTo>
                  <a:lnTo>
                    <a:pt x="118318" y="137054"/>
                  </a:lnTo>
                  <a:lnTo>
                    <a:pt x="133107" y="155635"/>
                  </a:lnTo>
                  <a:lnTo>
                    <a:pt x="147897" y="174536"/>
                  </a:lnTo>
                  <a:lnTo>
                    <a:pt x="162687" y="193756"/>
                  </a:lnTo>
                  <a:lnTo>
                    <a:pt x="177477" y="213293"/>
                  </a:lnTo>
                  <a:lnTo>
                    <a:pt x="192266" y="233145"/>
                  </a:lnTo>
                  <a:lnTo>
                    <a:pt x="207056" y="253309"/>
                  </a:lnTo>
                  <a:lnTo>
                    <a:pt x="221846" y="273783"/>
                  </a:lnTo>
                  <a:lnTo>
                    <a:pt x="236636" y="294563"/>
                  </a:lnTo>
                  <a:lnTo>
                    <a:pt x="251425" y="315645"/>
                  </a:lnTo>
                  <a:lnTo>
                    <a:pt x="266215" y="337024"/>
                  </a:lnTo>
                  <a:lnTo>
                    <a:pt x="281005" y="358697"/>
                  </a:lnTo>
                  <a:lnTo>
                    <a:pt x="295795" y="380658"/>
                  </a:lnTo>
                  <a:lnTo>
                    <a:pt x="310584" y="402902"/>
                  </a:lnTo>
                  <a:lnTo>
                    <a:pt x="325374" y="425422"/>
                  </a:lnTo>
                  <a:lnTo>
                    <a:pt x="340164" y="448213"/>
                  </a:lnTo>
                  <a:lnTo>
                    <a:pt x="354954" y="471267"/>
                  </a:lnTo>
                  <a:lnTo>
                    <a:pt x="369743" y="494577"/>
                  </a:lnTo>
                  <a:lnTo>
                    <a:pt x="384533" y="518136"/>
                  </a:lnTo>
                  <a:lnTo>
                    <a:pt x="399323" y="541935"/>
                  </a:lnTo>
                  <a:lnTo>
                    <a:pt x="414113" y="565966"/>
                  </a:lnTo>
                  <a:lnTo>
                    <a:pt x="428902" y="590220"/>
                  </a:lnTo>
                  <a:lnTo>
                    <a:pt x="443692" y="614687"/>
                  </a:lnTo>
                  <a:lnTo>
                    <a:pt x="458482" y="639359"/>
                  </a:lnTo>
                  <a:lnTo>
                    <a:pt x="473272" y="664225"/>
                  </a:lnTo>
                  <a:lnTo>
                    <a:pt x="488062" y="689274"/>
                  </a:lnTo>
                  <a:lnTo>
                    <a:pt x="502851" y="714496"/>
                  </a:lnTo>
                  <a:lnTo>
                    <a:pt x="517641" y="739879"/>
                  </a:lnTo>
                  <a:lnTo>
                    <a:pt x="532431" y="765413"/>
                  </a:lnTo>
                  <a:lnTo>
                    <a:pt x="547221" y="791086"/>
                  </a:lnTo>
                  <a:lnTo>
                    <a:pt x="562010" y="816885"/>
                  </a:lnTo>
                  <a:lnTo>
                    <a:pt x="576800" y="842799"/>
                  </a:lnTo>
                  <a:lnTo>
                    <a:pt x="591590" y="868815"/>
                  </a:lnTo>
                  <a:lnTo>
                    <a:pt x="606380" y="894921"/>
                  </a:lnTo>
                  <a:lnTo>
                    <a:pt x="621169" y="921103"/>
                  </a:lnTo>
                  <a:lnTo>
                    <a:pt x="635959" y="947350"/>
                  </a:lnTo>
                  <a:lnTo>
                    <a:pt x="650749" y="973647"/>
                  </a:lnTo>
                  <a:lnTo>
                    <a:pt x="665539" y="999981"/>
                  </a:lnTo>
                  <a:lnTo>
                    <a:pt x="680328" y="1026340"/>
                  </a:lnTo>
                  <a:lnTo>
                    <a:pt x="695118" y="1052710"/>
                  </a:lnTo>
                  <a:lnTo>
                    <a:pt x="709908" y="1079078"/>
                  </a:lnTo>
                  <a:lnTo>
                    <a:pt x="724698" y="1105430"/>
                  </a:lnTo>
                  <a:lnTo>
                    <a:pt x="739487" y="1131753"/>
                  </a:lnTo>
                  <a:lnTo>
                    <a:pt x="754277" y="1158034"/>
                  </a:lnTo>
                  <a:lnTo>
                    <a:pt x="769067" y="1184260"/>
                  </a:lnTo>
                  <a:lnTo>
                    <a:pt x="783857" y="1210417"/>
                  </a:lnTo>
                  <a:lnTo>
                    <a:pt x="798646" y="1236494"/>
                  </a:lnTo>
                  <a:lnTo>
                    <a:pt x="813436" y="1262476"/>
                  </a:lnTo>
                  <a:lnTo>
                    <a:pt x="828226" y="1288352"/>
                  </a:lnTo>
                  <a:lnTo>
                    <a:pt x="843016" y="1314110"/>
                  </a:lnTo>
                  <a:lnTo>
                    <a:pt x="857805" y="1339736"/>
                  </a:lnTo>
                  <a:lnTo>
                    <a:pt x="872595" y="1365220"/>
                  </a:lnTo>
                  <a:lnTo>
                    <a:pt x="887385" y="1390550"/>
                  </a:lnTo>
                  <a:lnTo>
                    <a:pt x="902175" y="1415714"/>
                  </a:lnTo>
                  <a:lnTo>
                    <a:pt x="916964" y="1440701"/>
                  </a:lnTo>
                  <a:lnTo>
                    <a:pt x="931754" y="1465501"/>
                  </a:lnTo>
                  <a:lnTo>
                    <a:pt x="946544" y="1490104"/>
                  </a:lnTo>
                  <a:lnTo>
                    <a:pt x="961334" y="1514500"/>
                  </a:lnTo>
                  <a:lnTo>
                    <a:pt x="976124" y="1538679"/>
                  </a:lnTo>
                  <a:lnTo>
                    <a:pt x="990913" y="1562631"/>
                  </a:lnTo>
                  <a:lnTo>
                    <a:pt x="1005703" y="1586349"/>
                  </a:lnTo>
                  <a:lnTo>
                    <a:pt x="1020493" y="1609823"/>
                  </a:lnTo>
                  <a:lnTo>
                    <a:pt x="1035283" y="1633046"/>
                  </a:lnTo>
                  <a:lnTo>
                    <a:pt x="1050072" y="1656011"/>
                  </a:lnTo>
                  <a:lnTo>
                    <a:pt x="1064862" y="1678710"/>
                  </a:lnTo>
                  <a:lnTo>
                    <a:pt x="1079652" y="1701136"/>
                  </a:lnTo>
                  <a:lnTo>
                    <a:pt x="1094442" y="1723284"/>
                  </a:lnTo>
                  <a:lnTo>
                    <a:pt x="1109231" y="1745147"/>
                  </a:lnTo>
                  <a:lnTo>
                    <a:pt x="1124021" y="1766720"/>
                  </a:lnTo>
                  <a:lnTo>
                    <a:pt x="1138811" y="1787998"/>
                  </a:lnTo>
                  <a:lnTo>
                    <a:pt x="1153601" y="1808977"/>
                  </a:lnTo>
                  <a:lnTo>
                    <a:pt x="1168390" y="1829653"/>
                  </a:lnTo>
                </a:path>
              </a:pathLst>
            </a:custGeom>
            <a:ln w="27101" cap="flat">
              <a:solidFill>
                <a:srgbClr val="FF14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5208633" y="4096351"/>
              <a:ext cx="1536074" cy="1463012"/>
            </a:xfrm>
            <a:custGeom>
              <a:avLst/>
              <a:pathLst>
                <a:path w="1536074" h="1463012">
                  <a:moveTo>
                    <a:pt x="0" y="0"/>
                  </a:moveTo>
                  <a:lnTo>
                    <a:pt x="19443" y="65286"/>
                  </a:lnTo>
                  <a:lnTo>
                    <a:pt x="38887" y="129101"/>
                  </a:lnTo>
                  <a:lnTo>
                    <a:pt x="58331" y="191243"/>
                  </a:lnTo>
                  <a:lnTo>
                    <a:pt x="77775" y="251532"/>
                  </a:lnTo>
                  <a:lnTo>
                    <a:pt x="97219" y="309810"/>
                  </a:lnTo>
                  <a:lnTo>
                    <a:pt x="116663" y="365946"/>
                  </a:lnTo>
                  <a:lnTo>
                    <a:pt x="136107" y="419832"/>
                  </a:lnTo>
                  <a:lnTo>
                    <a:pt x="155551" y="471384"/>
                  </a:lnTo>
                  <a:lnTo>
                    <a:pt x="174995" y="520541"/>
                  </a:lnTo>
                  <a:lnTo>
                    <a:pt x="194439" y="567266"/>
                  </a:lnTo>
                  <a:lnTo>
                    <a:pt x="213883" y="611542"/>
                  </a:lnTo>
                  <a:lnTo>
                    <a:pt x="233327" y="653372"/>
                  </a:lnTo>
                  <a:lnTo>
                    <a:pt x="252771" y="692775"/>
                  </a:lnTo>
                  <a:lnTo>
                    <a:pt x="272215" y="729788"/>
                  </a:lnTo>
                  <a:lnTo>
                    <a:pt x="291659" y="764462"/>
                  </a:lnTo>
                  <a:lnTo>
                    <a:pt x="311103" y="796858"/>
                  </a:lnTo>
                  <a:lnTo>
                    <a:pt x="330547" y="827049"/>
                  </a:lnTo>
                  <a:lnTo>
                    <a:pt x="349991" y="855117"/>
                  </a:lnTo>
                  <a:lnTo>
                    <a:pt x="369435" y="881152"/>
                  </a:lnTo>
                  <a:lnTo>
                    <a:pt x="388879" y="905248"/>
                  </a:lnTo>
                  <a:lnTo>
                    <a:pt x="408323" y="927504"/>
                  </a:lnTo>
                  <a:lnTo>
                    <a:pt x="427767" y="948020"/>
                  </a:lnTo>
                  <a:lnTo>
                    <a:pt x="447211" y="966901"/>
                  </a:lnTo>
                  <a:lnTo>
                    <a:pt x="466655" y="984250"/>
                  </a:lnTo>
                  <a:lnTo>
                    <a:pt x="486099" y="1000168"/>
                  </a:lnTo>
                  <a:lnTo>
                    <a:pt x="505543" y="1014757"/>
                  </a:lnTo>
                  <a:lnTo>
                    <a:pt x="524987" y="1028113"/>
                  </a:lnTo>
                  <a:lnTo>
                    <a:pt x="544431" y="1040331"/>
                  </a:lnTo>
                  <a:lnTo>
                    <a:pt x="563875" y="1051500"/>
                  </a:lnTo>
                  <a:lnTo>
                    <a:pt x="583319" y="1061706"/>
                  </a:lnTo>
                  <a:lnTo>
                    <a:pt x="602763" y="1071029"/>
                  </a:lnTo>
                  <a:lnTo>
                    <a:pt x="622207" y="1079543"/>
                  </a:lnTo>
                  <a:lnTo>
                    <a:pt x="641651" y="1087318"/>
                  </a:lnTo>
                  <a:lnTo>
                    <a:pt x="661095" y="1094419"/>
                  </a:lnTo>
                  <a:lnTo>
                    <a:pt x="680539" y="1100905"/>
                  </a:lnTo>
                  <a:lnTo>
                    <a:pt x="699983" y="1106829"/>
                  </a:lnTo>
                  <a:lnTo>
                    <a:pt x="719427" y="1112243"/>
                  </a:lnTo>
                  <a:lnTo>
                    <a:pt x="738871" y="1117191"/>
                  </a:lnTo>
                  <a:lnTo>
                    <a:pt x="758315" y="1121715"/>
                  </a:lnTo>
                  <a:lnTo>
                    <a:pt x="777759" y="1125851"/>
                  </a:lnTo>
                  <a:lnTo>
                    <a:pt x="797203" y="1129633"/>
                  </a:lnTo>
                  <a:lnTo>
                    <a:pt x="816647" y="1133093"/>
                  </a:lnTo>
                  <a:lnTo>
                    <a:pt x="836091" y="1136258"/>
                  </a:lnTo>
                  <a:lnTo>
                    <a:pt x="855535" y="1139152"/>
                  </a:lnTo>
                  <a:lnTo>
                    <a:pt x="874979" y="1141799"/>
                  </a:lnTo>
                  <a:lnTo>
                    <a:pt x="894423" y="1144219"/>
                  </a:lnTo>
                  <a:lnTo>
                    <a:pt x="913867" y="1146430"/>
                  </a:lnTo>
                  <a:lnTo>
                    <a:pt x="933311" y="1148450"/>
                  </a:lnTo>
                  <a:lnTo>
                    <a:pt x="952755" y="1150293"/>
                  </a:lnTo>
                  <a:lnTo>
                    <a:pt x="972199" y="1151974"/>
                  </a:lnTo>
                  <a:lnTo>
                    <a:pt x="991643" y="1153504"/>
                  </a:lnTo>
                  <a:lnTo>
                    <a:pt x="1011087" y="1154894"/>
                  </a:lnTo>
                  <a:lnTo>
                    <a:pt x="1030531" y="1156156"/>
                  </a:lnTo>
                  <a:lnTo>
                    <a:pt x="1049975" y="1157299"/>
                  </a:lnTo>
                  <a:lnTo>
                    <a:pt x="1069419" y="1158330"/>
                  </a:lnTo>
                  <a:lnTo>
                    <a:pt x="1088863" y="1159258"/>
                  </a:lnTo>
                  <a:lnTo>
                    <a:pt x="1108307" y="1160090"/>
                  </a:lnTo>
                  <a:lnTo>
                    <a:pt x="1127750" y="1160832"/>
                  </a:lnTo>
                  <a:lnTo>
                    <a:pt x="1147194" y="1161491"/>
                  </a:lnTo>
                  <a:lnTo>
                    <a:pt x="1166638" y="1162071"/>
                  </a:lnTo>
                  <a:lnTo>
                    <a:pt x="1186082" y="1162578"/>
                  </a:lnTo>
                  <a:lnTo>
                    <a:pt x="1205526" y="1163015"/>
                  </a:lnTo>
                  <a:lnTo>
                    <a:pt x="1224970" y="1163388"/>
                  </a:lnTo>
                  <a:lnTo>
                    <a:pt x="1244414" y="1163701"/>
                  </a:lnTo>
                  <a:lnTo>
                    <a:pt x="1263858" y="1163956"/>
                  </a:lnTo>
                  <a:lnTo>
                    <a:pt x="1283302" y="1164157"/>
                  </a:lnTo>
                  <a:lnTo>
                    <a:pt x="1302746" y="1164307"/>
                  </a:lnTo>
                  <a:lnTo>
                    <a:pt x="1322190" y="1164409"/>
                  </a:lnTo>
                  <a:lnTo>
                    <a:pt x="1341634" y="1164465"/>
                  </a:lnTo>
                  <a:lnTo>
                    <a:pt x="1361078" y="1164479"/>
                  </a:lnTo>
                  <a:lnTo>
                    <a:pt x="1380522" y="1164451"/>
                  </a:lnTo>
                  <a:lnTo>
                    <a:pt x="1399966" y="1164385"/>
                  </a:lnTo>
                  <a:lnTo>
                    <a:pt x="1419410" y="1164281"/>
                  </a:lnTo>
                  <a:lnTo>
                    <a:pt x="1438854" y="1164143"/>
                  </a:lnTo>
                  <a:lnTo>
                    <a:pt x="1458298" y="1163971"/>
                  </a:lnTo>
                  <a:lnTo>
                    <a:pt x="1477742" y="1163767"/>
                  </a:lnTo>
                  <a:lnTo>
                    <a:pt x="1497186" y="1163533"/>
                  </a:lnTo>
                  <a:lnTo>
                    <a:pt x="1516630" y="1163270"/>
                  </a:lnTo>
                  <a:lnTo>
                    <a:pt x="1536074" y="1162979"/>
                  </a:lnTo>
                  <a:lnTo>
                    <a:pt x="1536074" y="1463012"/>
                  </a:lnTo>
                  <a:lnTo>
                    <a:pt x="1516630" y="1462930"/>
                  </a:lnTo>
                  <a:lnTo>
                    <a:pt x="1497186" y="1462840"/>
                  </a:lnTo>
                  <a:lnTo>
                    <a:pt x="1477742" y="1462742"/>
                  </a:lnTo>
                  <a:lnTo>
                    <a:pt x="1458298" y="1462634"/>
                  </a:lnTo>
                  <a:lnTo>
                    <a:pt x="1438854" y="1462517"/>
                  </a:lnTo>
                  <a:lnTo>
                    <a:pt x="1419410" y="1462389"/>
                  </a:lnTo>
                  <a:lnTo>
                    <a:pt x="1399966" y="1462248"/>
                  </a:lnTo>
                  <a:lnTo>
                    <a:pt x="1380522" y="1462095"/>
                  </a:lnTo>
                  <a:lnTo>
                    <a:pt x="1361078" y="1461928"/>
                  </a:lnTo>
                  <a:lnTo>
                    <a:pt x="1341634" y="1461745"/>
                  </a:lnTo>
                  <a:lnTo>
                    <a:pt x="1322190" y="1461545"/>
                  </a:lnTo>
                  <a:lnTo>
                    <a:pt x="1302746" y="1461327"/>
                  </a:lnTo>
                  <a:lnTo>
                    <a:pt x="1283302" y="1461089"/>
                  </a:lnTo>
                  <a:lnTo>
                    <a:pt x="1263858" y="1460830"/>
                  </a:lnTo>
                  <a:lnTo>
                    <a:pt x="1244414" y="1460547"/>
                  </a:lnTo>
                  <a:lnTo>
                    <a:pt x="1224970" y="1460239"/>
                  </a:lnTo>
                  <a:lnTo>
                    <a:pt x="1205526" y="1459902"/>
                  </a:lnTo>
                  <a:lnTo>
                    <a:pt x="1186082" y="1459536"/>
                  </a:lnTo>
                  <a:lnTo>
                    <a:pt x="1166638" y="1459137"/>
                  </a:lnTo>
                  <a:lnTo>
                    <a:pt x="1147194" y="1458703"/>
                  </a:lnTo>
                  <a:lnTo>
                    <a:pt x="1127750" y="1458231"/>
                  </a:lnTo>
                  <a:lnTo>
                    <a:pt x="1108307" y="1457718"/>
                  </a:lnTo>
                  <a:lnTo>
                    <a:pt x="1088863" y="1457160"/>
                  </a:lnTo>
                  <a:lnTo>
                    <a:pt x="1069419" y="1456555"/>
                  </a:lnTo>
                  <a:lnTo>
                    <a:pt x="1049975" y="1455897"/>
                  </a:lnTo>
                  <a:lnTo>
                    <a:pt x="1030531" y="1455185"/>
                  </a:lnTo>
                  <a:lnTo>
                    <a:pt x="1011087" y="1454412"/>
                  </a:lnTo>
                  <a:lnTo>
                    <a:pt x="991643" y="1453576"/>
                  </a:lnTo>
                  <a:lnTo>
                    <a:pt x="972199" y="1452671"/>
                  </a:lnTo>
                  <a:lnTo>
                    <a:pt x="952755" y="1451693"/>
                  </a:lnTo>
                  <a:lnTo>
                    <a:pt x="933311" y="1450638"/>
                  </a:lnTo>
                  <a:lnTo>
                    <a:pt x="913867" y="1449499"/>
                  </a:lnTo>
                  <a:lnTo>
                    <a:pt x="894423" y="1448273"/>
                  </a:lnTo>
                  <a:lnTo>
                    <a:pt x="874979" y="1446954"/>
                  </a:lnTo>
                  <a:lnTo>
                    <a:pt x="855535" y="1445538"/>
                  </a:lnTo>
                  <a:lnTo>
                    <a:pt x="836091" y="1444018"/>
                  </a:lnTo>
                  <a:lnTo>
                    <a:pt x="816647" y="1442391"/>
                  </a:lnTo>
                  <a:lnTo>
                    <a:pt x="797203" y="1440653"/>
                  </a:lnTo>
                  <a:lnTo>
                    <a:pt x="777759" y="1438799"/>
                  </a:lnTo>
                  <a:lnTo>
                    <a:pt x="758315" y="1436825"/>
                  </a:lnTo>
                  <a:lnTo>
                    <a:pt x="738871" y="1434730"/>
                  </a:lnTo>
                  <a:lnTo>
                    <a:pt x="719427" y="1432510"/>
                  </a:lnTo>
                  <a:lnTo>
                    <a:pt x="699983" y="1430166"/>
                  </a:lnTo>
                  <a:lnTo>
                    <a:pt x="680539" y="1427697"/>
                  </a:lnTo>
                  <a:lnTo>
                    <a:pt x="661095" y="1425104"/>
                  </a:lnTo>
                  <a:lnTo>
                    <a:pt x="641651" y="1422392"/>
                  </a:lnTo>
                  <a:lnTo>
                    <a:pt x="622207" y="1419563"/>
                  </a:lnTo>
                  <a:lnTo>
                    <a:pt x="602763" y="1416625"/>
                  </a:lnTo>
                  <a:lnTo>
                    <a:pt x="583319" y="1413587"/>
                  </a:lnTo>
                  <a:lnTo>
                    <a:pt x="563875" y="1410457"/>
                  </a:lnTo>
                  <a:lnTo>
                    <a:pt x="544431" y="1407247"/>
                  </a:lnTo>
                  <a:lnTo>
                    <a:pt x="524987" y="1403971"/>
                  </a:lnTo>
                  <a:lnTo>
                    <a:pt x="505543" y="1400644"/>
                  </a:lnTo>
                  <a:lnTo>
                    <a:pt x="486099" y="1397282"/>
                  </a:lnTo>
                  <a:lnTo>
                    <a:pt x="466655" y="1393901"/>
                  </a:lnTo>
                  <a:lnTo>
                    <a:pt x="447211" y="1390519"/>
                  </a:lnTo>
                  <a:lnTo>
                    <a:pt x="427767" y="1387153"/>
                  </a:lnTo>
                  <a:lnTo>
                    <a:pt x="408323" y="1383820"/>
                  </a:lnTo>
                  <a:lnTo>
                    <a:pt x="388879" y="1380535"/>
                  </a:lnTo>
                  <a:lnTo>
                    <a:pt x="369435" y="1377315"/>
                  </a:lnTo>
                  <a:lnTo>
                    <a:pt x="349991" y="1374172"/>
                  </a:lnTo>
                  <a:lnTo>
                    <a:pt x="330547" y="1371119"/>
                  </a:lnTo>
                  <a:lnTo>
                    <a:pt x="311103" y="1368165"/>
                  </a:lnTo>
                  <a:lnTo>
                    <a:pt x="291659" y="1365319"/>
                  </a:lnTo>
                  <a:lnTo>
                    <a:pt x="272215" y="1362586"/>
                  </a:lnTo>
                  <a:lnTo>
                    <a:pt x="252771" y="1359972"/>
                  </a:lnTo>
                  <a:lnTo>
                    <a:pt x="233327" y="1357480"/>
                  </a:lnTo>
                  <a:lnTo>
                    <a:pt x="213883" y="1355110"/>
                  </a:lnTo>
                  <a:lnTo>
                    <a:pt x="194439" y="1352863"/>
                  </a:lnTo>
                  <a:lnTo>
                    <a:pt x="174995" y="1350738"/>
                  </a:lnTo>
                  <a:lnTo>
                    <a:pt x="155551" y="1348732"/>
                  </a:lnTo>
                  <a:lnTo>
                    <a:pt x="136107" y="1346844"/>
                  </a:lnTo>
                  <a:lnTo>
                    <a:pt x="116663" y="1345069"/>
                  </a:lnTo>
                  <a:lnTo>
                    <a:pt x="97219" y="1343403"/>
                  </a:lnTo>
                  <a:lnTo>
                    <a:pt x="77775" y="1341844"/>
                  </a:lnTo>
                  <a:lnTo>
                    <a:pt x="58331" y="1340386"/>
                  </a:lnTo>
                  <a:lnTo>
                    <a:pt x="38887" y="1339024"/>
                  </a:lnTo>
                  <a:lnTo>
                    <a:pt x="19443" y="1337755"/>
                  </a:lnTo>
                  <a:lnTo>
                    <a:pt x="0" y="1336574"/>
                  </a:lnTo>
                  <a:close/>
                </a:path>
              </a:pathLst>
            </a:custGeom>
            <a:solidFill>
              <a:srgbClr val="8B0A50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17" name="pl417"/>
            <p:cNvSpPr/>
            <p:nvPr/>
          </p:nvSpPr>
          <p:spPr>
            <a:xfrm>
              <a:off x="5208633" y="4096351"/>
              <a:ext cx="1536074" cy="1164479"/>
            </a:xfrm>
            <a:custGeom>
              <a:avLst/>
              <a:pathLst>
                <a:path w="1536074" h="1164479">
                  <a:moveTo>
                    <a:pt x="0" y="0"/>
                  </a:moveTo>
                  <a:lnTo>
                    <a:pt x="19443" y="65286"/>
                  </a:lnTo>
                  <a:lnTo>
                    <a:pt x="38887" y="129101"/>
                  </a:lnTo>
                  <a:lnTo>
                    <a:pt x="58331" y="191243"/>
                  </a:lnTo>
                  <a:lnTo>
                    <a:pt x="77775" y="251532"/>
                  </a:lnTo>
                  <a:lnTo>
                    <a:pt x="97219" y="309810"/>
                  </a:lnTo>
                  <a:lnTo>
                    <a:pt x="116663" y="365946"/>
                  </a:lnTo>
                  <a:lnTo>
                    <a:pt x="136107" y="419832"/>
                  </a:lnTo>
                  <a:lnTo>
                    <a:pt x="155551" y="471384"/>
                  </a:lnTo>
                  <a:lnTo>
                    <a:pt x="174995" y="520541"/>
                  </a:lnTo>
                  <a:lnTo>
                    <a:pt x="194439" y="567266"/>
                  </a:lnTo>
                  <a:lnTo>
                    <a:pt x="213883" y="611542"/>
                  </a:lnTo>
                  <a:lnTo>
                    <a:pt x="233327" y="653372"/>
                  </a:lnTo>
                  <a:lnTo>
                    <a:pt x="252771" y="692775"/>
                  </a:lnTo>
                  <a:lnTo>
                    <a:pt x="272215" y="729788"/>
                  </a:lnTo>
                  <a:lnTo>
                    <a:pt x="291659" y="764462"/>
                  </a:lnTo>
                  <a:lnTo>
                    <a:pt x="311103" y="796858"/>
                  </a:lnTo>
                  <a:lnTo>
                    <a:pt x="330547" y="827049"/>
                  </a:lnTo>
                  <a:lnTo>
                    <a:pt x="349991" y="855117"/>
                  </a:lnTo>
                  <a:lnTo>
                    <a:pt x="369435" y="881152"/>
                  </a:lnTo>
                  <a:lnTo>
                    <a:pt x="388879" y="905248"/>
                  </a:lnTo>
                  <a:lnTo>
                    <a:pt x="408323" y="927504"/>
                  </a:lnTo>
                  <a:lnTo>
                    <a:pt x="427767" y="948020"/>
                  </a:lnTo>
                  <a:lnTo>
                    <a:pt x="447211" y="966901"/>
                  </a:lnTo>
                  <a:lnTo>
                    <a:pt x="466655" y="984250"/>
                  </a:lnTo>
                  <a:lnTo>
                    <a:pt x="486099" y="1000168"/>
                  </a:lnTo>
                  <a:lnTo>
                    <a:pt x="505543" y="1014757"/>
                  </a:lnTo>
                  <a:lnTo>
                    <a:pt x="524987" y="1028113"/>
                  </a:lnTo>
                  <a:lnTo>
                    <a:pt x="544431" y="1040331"/>
                  </a:lnTo>
                  <a:lnTo>
                    <a:pt x="563875" y="1051500"/>
                  </a:lnTo>
                  <a:lnTo>
                    <a:pt x="583319" y="1061706"/>
                  </a:lnTo>
                  <a:lnTo>
                    <a:pt x="602763" y="1071029"/>
                  </a:lnTo>
                  <a:lnTo>
                    <a:pt x="622207" y="1079543"/>
                  </a:lnTo>
                  <a:lnTo>
                    <a:pt x="641651" y="1087318"/>
                  </a:lnTo>
                  <a:lnTo>
                    <a:pt x="661095" y="1094419"/>
                  </a:lnTo>
                  <a:lnTo>
                    <a:pt x="680539" y="1100905"/>
                  </a:lnTo>
                  <a:lnTo>
                    <a:pt x="699983" y="1106829"/>
                  </a:lnTo>
                  <a:lnTo>
                    <a:pt x="719427" y="1112243"/>
                  </a:lnTo>
                  <a:lnTo>
                    <a:pt x="738871" y="1117191"/>
                  </a:lnTo>
                  <a:lnTo>
                    <a:pt x="758315" y="1121715"/>
                  </a:lnTo>
                  <a:lnTo>
                    <a:pt x="777759" y="1125851"/>
                  </a:lnTo>
                  <a:lnTo>
                    <a:pt x="797203" y="1129633"/>
                  </a:lnTo>
                  <a:lnTo>
                    <a:pt x="816647" y="1133093"/>
                  </a:lnTo>
                  <a:lnTo>
                    <a:pt x="836091" y="1136258"/>
                  </a:lnTo>
                  <a:lnTo>
                    <a:pt x="855535" y="1139152"/>
                  </a:lnTo>
                  <a:lnTo>
                    <a:pt x="874979" y="1141799"/>
                  </a:lnTo>
                  <a:lnTo>
                    <a:pt x="894423" y="1144219"/>
                  </a:lnTo>
                  <a:lnTo>
                    <a:pt x="913867" y="1146430"/>
                  </a:lnTo>
                  <a:lnTo>
                    <a:pt x="933311" y="1148450"/>
                  </a:lnTo>
                  <a:lnTo>
                    <a:pt x="952755" y="1150293"/>
                  </a:lnTo>
                  <a:lnTo>
                    <a:pt x="972199" y="1151974"/>
                  </a:lnTo>
                  <a:lnTo>
                    <a:pt x="991643" y="1153504"/>
                  </a:lnTo>
                  <a:lnTo>
                    <a:pt x="1011087" y="1154894"/>
                  </a:lnTo>
                  <a:lnTo>
                    <a:pt x="1030531" y="1156156"/>
                  </a:lnTo>
                  <a:lnTo>
                    <a:pt x="1049975" y="1157299"/>
                  </a:lnTo>
                  <a:lnTo>
                    <a:pt x="1069419" y="1158330"/>
                  </a:lnTo>
                  <a:lnTo>
                    <a:pt x="1088863" y="1159258"/>
                  </a:lnTo>
                  <a:lnTo>
                    <a:pt x="1108307" y="1160090"/>
                  </a:lnTo>
                  <a:lnTo>
                    <a:pt x="1127750" y="1160832"/>
                  </a:lnTo>
                  <a:lnTo>
                    <a:pt x="1147194" y="1161491"/>
                  </a:lnTo>
                  <a:lnTo>
                    <a:pt x="1166638" y="1162071"/>
                  </a:lnTo>
                  <a:lnTo>
                    <a:pt x="1186082" y="1162578"/>
                  </a:lnTo>
                  <a:lnTo>
                    <a:pt x="1205526" y="1163015"/>
                  </a:lnTo>
                  <a:lnTo>
                    <a:pt x="1224970" y="1163388"/>
                  </a:lnTo>
                  <a:lnTo>
                    <a:pt x="1244414" y="1163701"/>
                  </a:lnTo>
                  <a:lnTo>
                    <a:pt x="1263858" y="1163956"/>
                  </a:lnTo>
                  <a:lnTo>
                    <a:pt x="1283302" y="1164157"/>
                  </a:lnTo>
                  <a:lnTo>
                    <a:pt x="1302746" y="1164307"/>
                  </a:lnTo>
                  <a:lnTo>
                    <a:pt x="1322190" y="1164409"/>
                  </a:lnTo>
                  <a:lnTo>
                    <a:pt x="1341634" y="1164465"/>
                  </a:lnTo>
                  <a:lnTo>
                    <a:pt x="1361078" y="1164479"/>
                  </a:lnTo>
                  <a:lnTo>
                    <a:pt x="1380522" y="1164451"/>
                  </a:lnTo>
                  <a:lnTo>
                    <a:pt x="1399966" y="1164385"/>
                  </a:lnTo>
                  <a:lnTo>
                    <a:pt x="1419410" y="1164281"/>
                  </a:lnTo>
                  <a:lnTo>
                    <a:pt x="1438854" y="1164143"/>
                  </a:lnTo>
                  <a:lnTo>
                    <a:pt x="1458298" y="1163971"/>
                  </a:lnTo>
                  <a:lnTo>
                    <a:pt x="1477742" y="1163767"/>
                  </a:lnTo>
                  <a:lnTo>
                    <a:pt x="1497186" y="1163533"/>
                  </a:lnTo>
                  <a:lnTo>
                    <a:pt x="1516630" y="1163270"/>
                  </a:lnTo>
                  <a:lnTo>
                    <a:pt x="1536074" y="116297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18" name="pl418"/>
            <p:cNvSpPr/>
            <p:nvPr/>
          </p:nvSpPr>
          <p:spPr>
            <a:xfrm>
              <a:off x="5208633" y="5432926"/>
              <a:ext cx="1536074" cy="126437"/>
            </a:xfrm>
            <a:custGeom>
              <a:avLst/>
              <a:pathLst>
                <a:path w="1536074" h="126437">
                  <a:moveTo>
                    <a:pt x="1536074" y="126437"/>
                  </a:moveTo>
                  <a:lnTo>
                    <a:pt x="1516630" y="126355"/>
                  </a:lnTo>
                  <a:lnTo>
                    <a:pt x="1497186" y="126265"/>
                  </a:lnTo>
                  <a:lnTo>
                    <a:pt x="1477742" y="126167"/>
                  </a:lnTo>
                  <a:lnTo>
                    <a:pt x="1458298" y="126060"/>
                  </a:lnTo>
                  <a:lnTo>
                    <a:pt x="1438854" y="125942"/>
                  </a:lnTo>
                  <a:lnTo>
                    <a:pt x="1419410" y="125814"/>
                  </a:lnTo>
                  <a:lnTo>
                    <a:pt x="1399966" y="125674"/>
                  </a:lnTo>
                  <a:lnTo>
                    <a:pt x="1380522" y="125520"/>
                  </a:lnTo>
                  <a:lnTo>
                    <a:pt x="1361078" y="125353"/>
                  </a:lnTo>
                  <a:lnTo>
                    <a:pt x="1341634" y="125170"/>
                  </a:lnTo>
                  <a:lnTo>
                    <a:pt x="1322190" y="124970"/>
                  </a:lnTo>
                  <a:lnTo>
                    <a:pt x="1302746" y="124753"/>
                  </a:lnTo>
                  <a:lnTo>
                    <a:pt x="1283302" y="124515"/>
                  </a:lnTo>
                  <a:lnTo>
                    <a:pt x="1263858" y="124255"/>
                  </a:lnTo>
                  <a:lnTo>
                    <a:pt x="1244414" y="123972"/>
                  </a:lnTo>
                  <a:lnTo>
                    <a:pt x="1224970" y="123664"/>
                  </a:lnTo>
                  <a:lnTo>
                    <a:pt x="1205526" y="123328"/>
                  </a:lnTo>
                  <a:lnTo>
                    <a:pt x="1186082" y="122961"/>
                  </a:lnTo>
                  <a:lnTo>
                    <a:pt x="1166638" y="122563"/>
                  </a:lnTo>
                  <a:lnTo>
                    <a:pt x="1147194" y="122129"/>
                  </a:lnTo>
                  <a:lnTo>
                    <a:pt x="1127750" y="121657"/>
                  </a:lnTo>
                  <a:lnTo>
                    <a:pt x="1108307" y="121143"/>
                  </a:lnTo>
                  <a:lnTo>
                    <a:pt x="1088863" y="120586"/>
                  </a:lnTo>
                  <a:lnTo>
                    <a:pt x="1069419" y="119980"/>
                  </a:lnTo>
                  <a:lnTo>
                    <a:pt x="1049975" y="119323"/>
                  </a:lnTo>
                  <a:lnTo>
                    <a:pt x="1030531" y="118610"/>
                  </a:lnTo>
                  <a:lnTo>
                    <a:pt x="1011087" y="117837"/>
                  </a:lnTo>
                  <a:lnTo>
                    <a:pt x="991643" y="117001"/>
                  </a:lnTo>
                  <a:lnTo>
                    <a:pt x="972199" y="116096"/>
                  </a:lnTo>
                  <a:lnTo>
                    <a:pt x="952755" y="115119"/>
                  </a:lnTo>
                  <a:lnTo>
                    <a:pt x="933311" y="114063"/>
                  </a:lnTo>
                  <a:lnTo>
                    <a:pt x="913867" y="112925"/>
                  </a:lnTo>
                  <a:lnTo>
                    <a:pt x="894423" y="111698"/>
                  </a:lnTo>
                  <a:lnTo>
                    <a:pt x="874979" y="110380"/>
                  </a:lnTo>
                  <a:lnTo>
                    <a:pt x="855535" y="108963"/>
                  </a:lnTo>
                  <a:lnTo>
                    <a:pt x="836091" y="107443"/>
                  </a:lnTo>
                  <a:lnTo>
                    <a:pt x="816647" y="105817"/>
                  </a:lnTo>
                  <a:lnTo>
                    <a:pt x="797203" y="104078"/>
                  </a:lnTo>
                  <a:lnTo>
                    <a:pt x="777759" y="102224"/>
                  </a:lnTo>
                  <a:lnTo>
                    <a:pt x="758315" y="100251"/>
                  </a:lnTo>
                  <a:lnTo>
                    <a:pt x="738871" y="98155"/>
                  </a:lnTo>
                  <a:lnTo>
                    <a:pt x="719427" y="95936"/>
                  </a:lnTo>
                  <a:lnTo>
                    <a:pt x="699983" y="93591"/>
                  </a:lnTo>
                  <a:lnTo>
                    <a:pt x="680539" y="91122"/>
                  </a:lnTo>
                  <a:lnTo>
                    <a:pt x="661095" y="88530"/>
                  </a:lnTo>
                  <a:lnTo>
                    <a:pt x="641651" y="85817"/>
                  </a:lnTo>
                  <a:lnTo>
                    <a:pt x="622207" y="82988"/>
                  </a:lnTo>
                  <a:lnTo>
                    <a:pt x="602763" y="80051"/>
                  </a:lnTo>
                  <a:lnTo>
                    <a:pt x="583319" y="77012"/>
                  </a:lnTo>
                  <a:lnTo>
                    <a:pt x="563875" y="73882"/>
                  </a:lnTo>
                  <a:lnTo>
                    <a:pt x="544431" y="70672"/>
                  </a:lnTo>
                  <a:lnTo>
                    <a:pt x="524987" y="67397"/>
                  </a:lnTo>
                  <a:lnTo>
                    <a:pt x="505543" y="64070"/>
                  </a:lnTo>
                  <a:lnTo>
                    <a:pt x="486099" y="60707"/>
                  </a:lnTo>
                  <a:lnTo>
                    <a:pt x="466655" y="57327"/>
                  </a:lnTo>
                  <a:lnTo>
                    <a:pt x="447211" y="53944"/>
                  </a:lnTo>
                  <a:lnTo>
                    <a:pt x="427767" y="50578"/>
                  </a:lnTo>
                  <a:lnTo>
                    <a:pt x="408323" y="47245"/>
                  </a:lnTo>
                  <a:lnTo>
                    <a:pt x="388879" y="43961"/>
                  </a:lnTo>
                  <a:lnTo>
                    <a:pt x="369435" y="40740"/>
                  </a:lnTo>
                  <a:lnTo>
                    <a:pt x="349991" y="37597"/>
                  </a:lnTo>
                  <a:lnTo>
                    <a:pt x="330547" y="34544"/>
                  </a:lnTo>
                  <a:lnTo>
                    <a:pt x="311103" y="31590"/>
                  </a:lnTo>
                  <a:lnTo>
                    <a:pt x="291659" y="28744"/>
                  </a:lnTo>
                  <a:lnTo>
                    <a:pt x="272215" y="26011"/>
                  </a:lnTo>
                  <a:lnTo>
                    <a:pt x="252771" y="23398"/>
                  </a:lnTo>
                  <a:lnTo>
                    <a:pt x="233327" y="20905"/>
                  </a:lnTo>
                  <a:lnTo>
                    <a:pt x="213883" y="18535"/>
                  </a:lnTo>
                  <a:lnTo>
                    <a:pt x="194439" y="16288"/>
                  </a:lnTo>
                  <a:lnTo>
                    <a:pt x="174995" y="14163"/>
                  </a:lnTo>
                  <a:lnTo>
                    <a:pt x="155551" y="12157"/>
                  </a:lnTo>
                  <a:lnTo>
                    <a:pt x="136107" y="10269"/>
                  </a:lnTo>
                  <a:lnTo>
                    <a:pt x="116663" y="8494"/>
                  </a:lnTo>
                  <a:lnTo>
                    <a:pt x="97219" y="6829"/>
                  </a:lnTo>
                  <a:lnTo>
                    <a:pt x="77775" y="5269"/>
                  </a:lnTo>
                  <a:lnTo>
                    <a:pt x="58331" y="3811"/>
                  </a:lnTo>
                  <a:lnTo>
                    <a:pt x="38887" y="2450"/>
                  </a:lnTo>
                  <a:lnTo>
                    <a:pt x="19443" y="118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19" name="pl419"/>
            <p:cNvSpPr/>
            <p:nvPr/>
          </p:nvSpPr>
          <p:spPr>
            <a:xfrm>
              <a:off x="5208633" y="5060125"/>
              <a:ext cx="1536074" cy="483294"/>
            </a:xfrm>
            <a:custGeom>
              <a:avLst/>
              <a:pathLst>
                <a:path w="1536074" h="483294">
                  <a:moveTo>
                    <a:pt x="0" y="0"/>
                  </a:moveTo>
                  <a:lnTo>
                    <a:pt x="19443" y="18795"/>
                  </a:lnTo>
                  <a:lnTo>
                    <a:pt x="38887" y="37000"/>
                  </a:lnTo>
                  <a:lnTo>
                    <a:pt x="58331" y="54624"/>
                  </a:lnTo>
                  <a:lnTo>
                    <a:pt x="77775" y="71678"/>
                  </a:lnTo>
                  <a:lnTo>
                    <a:pt x="97219" y="88174"/>
                  </a:lnTo>
                  <a:lnTo>
                    <a:pt x="116663" y="104120"/>
                  </a:lnTo>
                  <a:lnTo>
                    <a:pt x="136107" y="119531"/>
                  </a:lnTo>
                  <a:lnTo>
                    <a:pt x="155551" y="134417"/>
                  </a:lnTo>
                  <a:lnTo>
                    <a:pt x="174995" y="148790"/>
                  </a:lnTo>
                  <a:lnTo>
                    <a:pt x="194439" y="162663"/>
                  </a:lnTo>
                  <a:lnTo>
                    <a:pt x="213883" y="176047"/>
                  </a:lnTo>
                  <a:lnTo>
                    <a:pt x="233327" y="188957"/>
                  </a:lnTo>
                  <a:lnTo>
                    <a:pt x="252771" y="201403"/>
                  </a:lnTo>
                  <a:lnTo>
                    <a:pt x="272215" y="213399"/>
                  </a:lnTo>
                  <a:lnTo>
                    <a:pt x="291659" y="224957"/>
                  </a:lnTo>
                  <a:lnTo>
                    <a:pt x="311103" y="236089"/>
                  </a:lnTo>
                  <a:lnTo>
                    <a:pt x="330547" y="246809"/>
                  </a:lnTo>
                  <a:lnTo>
                    <a:pt x="349991" y="257128"/>
                  </a:lnTo>
                  <a:lnTo>
                    <a:pt x="369435" y="267059"/>
                  </a:lnTo>
                  <a:lnTo>
                    <a:pt x="388879" y="276613"/>
                  </a:lnTo>
                  <a:lnTo>
                    <a:pt x="408323" y="285802"/>
                  </a:lnTo>
                  <a:lnTo>
                    <a:pt x="427767" y="294639"/>
                  </a:lnTo>
                  <a:lnTo>
                    <a:pt x="447211" y="303135"/>
                  </a:lnTo>
                  <a:lnTo>
                    <a:pt x="466655" y="311301"/>
                  </a:lnTo>
                  <a:lnTo>
                    <a:pt x="486099" y="319147"/>
                  </a:lnTo>
                  <a:lnTo>
                    <a:pt x="505543" y="326686"/>
                  </a:lnTo>
                  <a:lnTo>
                    <a:pt x="524987" y="333927"/>
                  </a:lnTo>
                  <a:lnTo>
                    <a:pt x="544431" y="340882"/>
                  </a:lnTo>
                  <a:lnTo>
                    <a:pt x="563875" y="347559"/>
                  </a:lnTo>
                  <a:lnTo>
                    <a:pt x="583319" y="353969"/>
                  </a:lnTo>
                  <a:lnTo>
                    <a:pt x="602763" y="360122"/>
                  </a:lnTo>
                  <a:lnTo>
                    <a:pt x="622207" y="366026"/>
                  </a:lnTo>
                  <a:lnTo>
                    <a:pt x="641651" y="371692"/>
                  </a:lnTo>
                  <a:lnTo>
                    <a:pt x="661095" y="377127"/>
                  </a:lnTo>
                  <a:lnTo>
                    <a:pt x="680539" y="382341"/>
                  </a:lnTo>
                  <a:lnTo>
                    <a:pt x="699983" y="387342"/>
                  </a:lnTo>
                  <a:lnTo>
                    <a:pt x="719427" y="392137"/>
                  </a:lnTo>
                  <a:lnTo>
                    <a:pt x="738871" y="396735"/>
                  </a:lnTo>
                  <a:lnTo>
                    <a:pt x="758315" y="401143"/>
                  </a:lnTo>
                  <a:lnTo>
                    <a:pt x="777759" y="405369"/>
                  </a:lnTo>
                  <a:lnTo>
                    <a:pt x="797203" y="409420"/>
                  </a:lnTo>
                  <a:lnTo>
                    <a:pt x="816647" y="413301"/>
                  </a:lnTo>
                  <a:lnTo>
                    <a:pt x="836091" y="417021"/>
                  </a:lnTo>
                  <a:lnTo>
                    <a:pt x="855535" y="420586"/>
                  </a:lnTo>
                  <a:lnTo>
                    <a:pt x="874979" y="424001"/>
                  </a:lnTo>
                  <a:lnTo>
                    <a:pt x="894423" y="427273"/>
                  </a:lnTo>
                  <a:lnTo>
                    <a:pt x="913867" y="430407"/>
                  </a:lnTo>
                  <a:lnTo>
                    <a:pt x="933311" y="433409"/>
                  </a:lnTo>
                  <a:lnTo>
                    <a:pt x="952755" y="436284"/>
                  </a:lnTo>
                  <a:lnTo>
                    <a:pt x="972199" y="439038"/>
                  </a:lnTo>
                  <a:lnTo>
                    <a:pt x="991643" y="441675"/>
                  </a:lnTo>
                  <a:lnTo>
                    <a:pt x="1011087" y="444200"/>
                  </a:lnTo>
                  <a:lnTo>
                    <a:pt x="1030531" y="446617"/>
                  </a:lnTo>
                  <a:lnTo>
                    <a:pt x="1049975" y="448932"/>
                  </a:lnTo>
                  <a:lnTo>
                    <a:pt x="1069419" y="451148"/>
                  </a:lnTo>
                  <a:lnTo>
                    <a:pt x="1088863" y="453270"/>
                  </a:lnTo>
                  <a:lnTo>
                    <a:pt x="1108307" y="455300"/>
                  </a:lnTo>
                  <a:lnTo>
                    <a:pt x="1127750" y="457244"/>
                  </a:lnTo>
                  <a:lnTo>
                    <a:pt x="1147194" y="459105"/>
                  </a:lnTo>
                  <a:lnTo>
                    <a:pt x="1166638" y="460886"/>
                  </a:lnTo>
                  <a:lnTo>
                    <a:pt x="1186082" y="462590"/>
                  </a:lnTo>
                  <a:lnTo>
                    <a:pt x="1205526" y="464221"/>
                  </a:lnTo>
                  <a:lnTo>
                    <a:pt x="1224970" y="465782"/>
                  </a:lnTo>
                  <a:lnTo>
                    <a:pt x="1244414" y="467275"/>
                  </a:lnTo>
                  <a:lnTo>
                    <a:pt x="1263858" y="468705"/>
                  </a:lnTo>
                  <a:lnTo>
                    <a:pt x="1283302" y="470072"/>
                  </a:lnTo>
                  <a:lnTo>
                    <a:pt x="1302746" y="471381"/>
                  </a:lnTo>
                  <a:lnTo>
                    <a:pt x="1322190" y="472633"/>
                  </a:lnTo>
                  <a:lnTo>
                    <a:pt x="1341634" y="473831"/>
                  </a:lnTo>
                  <a:lnTo>
                    <a:pt x="1361078" y="474977"/>
                  </a:lnTo>
                  <a:lnTo>
                    <a:pt x="1380522" y="476073"/>
                  </a:lnTo>
                  <a:lnTo>
                    <a:pt x="1399966" y="477122"/>
                  </a:lnTo>
                  <a:lnTo>
                    <a:pt x="1419410" y="478125"/>
                  </a:lnTo>
                  <a:lnTo>
                    <a:pt x="1438854" y="479085"/>
                  </a:lnTo>
                  <a:lnTo>
                    <a:pt x="1458298" y="480003"/>
                  </a:lnTo>
                  <a:lnTo>
                    <a:pt x="1477742" y="480882"/>
                  </a:lnTo>
                  <a:lnTo>
                    <a:pt x="1497186" y="481722"/>
                  </a:lnTo>
                  <a:lnTo>
                    <a:pt x="1516630" y="482525"/>
                  </a:lnTo>
                  <a:lnTo>
                    <a:pt x="1536074" y="483294"/>
                  </a:lnTo>
                </a:path>
              </a:pathLst>
            </a:custGeom>
            <a:ln w="27101" cap="flat">
              <a:solidFill>
                <a:srgbClr val="8B0A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tx420"/>
            <p:cNvSpPr/>
            <p:nvPr/>
          </p:nvSpPr>
          <p:spPr>
            <a:xfrm>
              <a:off x="691062" y="5520220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1" name="tx421"/>
            <p:cNvSpPr/>
            <p:nvPr/>
          </p:nvSpPr>
          <p:spPr>
            <a:xfrm>
              <a:off x="691062" y="469054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22" name="tx422"/>
            <p:cNvSpPr/>
            <p:nvPr/>
          </p:nvSpPr>
          <p:spPr>
            <a:xfrm>
              <a:off x="691062" y="3860876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23" name="tx423"/>
            <p:cNvSpPr/>
            <p:nvPr/>
          </p:nvSpPr>
          <p:spPr>
            <a:xfrm>
              <a:off x="691062" y="3031204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24" name="tx424"/>
            <p:cNvSpPr/>
            <p:nvPr/>
          </p:nvSpPr>
          <p:spPr>
            <a:xfrm>
              <a:off x="691062" y="2201532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25" name="tx425"/>
            <p:cNvSpPr/>
            <p:nvPr/>
          </p:nvSpPr>
          <p:spPr>
            <a:xfrm>
              <a:off x="955311" y="5788790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0.03</a:t>
              </a:r>
            </a:p>
          </p:txBody>
        </p:sp>
        <p:sp>
          <p:nvSpPr>
            <p:cNvPr id="426" name="tx426"/>
            <p:cNvSpPr/>
            <p:nvPr/>
          </p:nvSpPr>
          <p:spPr>
            <a:xfrm>
              <a:off x="2521739" y="5788790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0.06</a:t>
              </a:r>
            </a:p>
          </p:txBody>
        </p:sp>
        <p:sp>
          <p:nvSpPr>
            <p:cNvPr id="427" name="tx427"/>
            <p:cNvSpPr/>
            <p:nvPr/>
          </p:nvSpPr>
          <p:spPr>
            <a:xfrm>
              <a:off x="4088167" y="5788790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0.09</a:t>
              </a:r>
            </a:p>
          </p:txBody>
        </p:sp>
        <p:sp>
          <p:nvSpPr>
            <p:cNvPr id="428" name="tx428"/>
            <p:cNvSpPr/>
            <p:nvPr/>
          </p:nvSpPr>
          <p:spPr>
            <a:xfrm>
              <a:off x="5654594" y="5788790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0.12</a:t>
              </a:r>
            </a:p>
          </p:txBody>
        </p:sp>
        <p:sp>
          <p:nvSpPr>
            <p:cNvPr id="429" name="tx429"/>
            <p:cNvSpPr/>
            <p:nvPr/>
          </p:nvSpPr>
          <p:spPr>
            <a:xfrm>
              <a:off x="3808305" y="5927094"/>
              <a:ext cx="572231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GF offset</a:t>
              </a:r>
            </a:p>
          </p:txBody>
        </p:sp>
        <p:sp>
          <p:nvSpPr>
            <p:cNvPr id="430" name="tx430"/>
            <p:cNvSpPr/>
            <p:nvPr/>
          </p:nvSpPr>
          <p:spPr>
            <a:xfrm rot="-5400000">
              <a:off x="328364" y="3850863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431" name="tx431"/>
            <p:cNvSpPr/>
            <p:nvPr/>
          </p:nvSpPr>
          <p:spPr>
            <a:xfrm>
              <a:off x="7426289" y="2918989"/>
              <a:ext cx="63166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Treatment</a:t>
              </a:r>
            </a:p>
          </p:txBody>
        </p:sp>
        <p:sp>
          <p:nvSpPr>
            <p:cNvPr id="432" name="pt432"/>
            <p:cNvSpPr/>
            <p:nvPr/>
          </p:nvSpPr>
          <p:spPr>
            <a:xfrm>
              <a:off x="7477315" y="3154360"/>
              <a:ext cx="117405" cy="117405"/>
            </a:xfrm>
            <a:prstGeom prst="ellipse">
              <a:avLst/>
            </a:prstGeom>
            <a:solidFill>
              <a:srgbClr val="FFA20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rc433"/>
            <p:cNvSpPr/>
            <p:nvPr/>
          </p:nvSpPr>
          <p:spPr>
            <a:xfrm>
              <a:off x="7426289" y="3103335"/>
              <a:ext cx="219455" cy="219456"/>
            </a:xfrm>
            <a:prstGeom prst="rect">
              <a:avLst/>
            </a:prstGeom>
            <a:solidFill>
              <a:srgbClr val="FFA203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34" name="pl434"/>
            <p:cNvSpPr/>
            <p:nvPr/>
          </p:nvSpPr>
          <p:spPr>
            <a:xfrm>
              <a:off x="7448235" y="321306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FA20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7477315" y="3373816"/>
              <a:ext cx="117405" cy="117405"/>
            </a:xfrm>
            <a:prstGeom prst="ellipse">
              <a:avLst/>
            </a:prstGeom>
            <a:solidFill>
              <a:srgbClr val="FE691E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rc436"/>
            <p:cNvSpPr/>
            <p:nvPr/>
          </p:nvSpPr>
          <p:spPr>
            <a:xfrm>
              <a:off x="7426289" y="3322791"/>
              <a:ext cx="219455" cy="219456"/>
            </a:xfrm>
            <a:prstGeom prst="rect">
              <a:avLst/>
            </a:prstGeom>
            <a:solidFill>
              <a:srgbClr val="FE691E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37" name="pl437"/>
            <p:cNvSpPr/>
            <p:nvPr/>
          </p:nvSpPr>
          <p:spPr>
            <a:xfrm>
              <a:off x="7448235" y="343251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E69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7477315" y="3593272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rc439"/>
            <p:cNvSpPr/>
            <p:nvPr/>
          </p:nvSpPr>
          <p:spPr>
            <a:xfrm>
              <a:off x="7426289" y="3542247"/>
              <a:ext cx="219455" cy="219456"/>
            </a:xfrm>
            <a:prstGeom prst="rect">
              <a:avLst/>
            </a:prstGeom>
            <a:solidFill>
              <a:srgbClr val="FF1493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40" name="pl440"/>
            <p:cNvSpPr/>
            <p:nvPr/>
          </p:nvSpPr>
          <p:spPr>
            <a:xfrm>
              <a:off x="7448235" y="365197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FF14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7477315" y="3812728"/>
              <a:ext cx="117405" cy="117405"/>
            </a:xfrm>
            <a:prstGeom prst="ellipse">
              <a:avLst/>
            </a:prstGeom>
            <a:solidFill>
              <a:srgbClr val="8B0A5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rc442"/>
            <p:cNvSpPr/>
            <p:nvPr/>
          </p:nvSpPr>
          <p:spPr>
            <a:xfrm>
              <a:off x="7426289" y="3761703"/>
              <a:ext cx="219455" cy="219456"/>
            </a:xfrm>
            <a:prstGeom prst="rect">
              <a:avLst/>
            </a:prstGeom>
            <a:solidFill>
              <a:srgbClr val="8B0A50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43" name="pl443"/>
            <p:cNvSpPr/>
            <p:nvPr/>
          </p:nvSpPr>
          <p:spPr>
            <a:xfrm>
              <a:off x="7448235" y="387143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8B0A5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tx444"/>
            <p:cNvSpPr/>
            <p:nvPr/>
          </p:nvSpPr>
          <p:spPr>
            <a:xfrm>
              <a:off x="7715335" y="3173058"/>
              <a:ext cx="83228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Current W Coast</a:t>
              </a:r>
            </a:p>
          </p:txBody>
        </p:sp>
        <p:sp>
          <p:nvSpPr>
            <p:cNvPr id="445" name="tx445"/>
            <p:cNvSpPr/>
            <p:nvPr/>
          </p:nvSpPr>
          <p:spPr>
            <a:xfrm>
              <a:off x="7715335" y="3392514"/>
              <a:ext cx="80138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Current E Coast</a:t>
              </a:r>
            </a:p>
          </p:txBody>
        </p:sp>
        <p:sp>
          <p:nvSpPr>
            <p:cNvPr id="446" name="tx446"/>
            <p:cNvSpPr/>
            <p:nvPr/>
          </p:nvSpPr>
          <p:spPr>
            <a:xfrm>
              <a:off x="7715335" y="3611970"/>
              <a:ext cx="78263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Future W Coast</a:t>
              </a:r>
            </a:p>
          </p:txBody>
        </p:sp>
        <p:sp>
          <p:nvSpPr>
            <p:cNvPr id="447" name="tx447"/>
            <p:cNvSpPr/>
            <p:nvPr/>
          </p:nvSpPr>
          <p:spPr>
            <a:xfrm>
              <a:off x="7715335" y="3831426"/>
              <a:ext cx="75172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Future E Coast</a:t>
              </a:r>
            </a:p>
          </p:txBody>
        </p:sp>
        <p:sp>
          <p:nvSpPr>
            <p:cNvPr id="448" name="tx448"/>
            <p:cNvSpPr/>
            <p:nvPr/>
          </p:nvSpPr>
          <p:spPr>
            <a:xfrm>
              <a:off x="7426289" y="4274237"/>
              <a:ext cx="3650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449" name="pt449"/>
            <p:cNvSpPr/>
            <p:nvPr/>
          </p:nvSpPr>
          <p:spPr>
            <a:xfrm>
              <a:off x="7477315" y="4509609"/>
              <a:ext cx="117405" cy="117405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7456959" y="4696478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tx451"/>
            <p:cNvSpPr/>
            <p:nvPr/>
          </p:nvSpPr>
          <p:spPr>
            <a:xfrm>
              <a:off x="7715335" y="4528306"/>
              <a:ext cx="57561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 Coast</a:t>
              </a:r>
            </a:p>
          </p:txBody>
        </p:sp>
        <p:sp>
          <p:nvSpPr>
            <p:cNvPr id="452" name="tx452"/>
            <p:cNvSpPr/>
            <p:nvPr/>
          </p:nvSpPr>
          <p:spPr>
            <a:xfrm>
              <a:off x="7715335" y="4747762"/>
              <a:ext cx="5467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 Coast</a:t>
              </a:r>
            </a:p>
          </p:txBody>
        </p:sp>
        <p:sp>
          <p:nvSpPr>
            <p:cNvPr id="453" name="tx453"/>
            <p:cNvSpPr/>
            <p:nvPr/>
          </p:nvSpPr>
          <p:spPr>
            <a:xfrm>
              <a:off x="971319" y="1669789"/>
              <a:ext cx="4121017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Common Garden Fitness vs Genomic Offset (GF, Full): </a:t>
              </a:r>
            </a:p>
          </p:txBody>
        </p:sp>
        <p:sp>
          <p:nvSpPr>
            <p:cNvPr id="454" name="tx454"/>
            <p:cNvSpPr/>
            <p:nvPr/>
          </p:nvSpPr>
          <p:spPr>
            <a:xfrm>
              <a:off x="971319" y="1850840"/>
              <a:ext cx="2672242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Binary Survival, Logistic Regression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1319" y="5145389"/>
              <a:ext cx="6502875" cy="0"/>
            </a:xfrm>
            <a:custGeom>
              <a:avLst/>
              <a:pathLst>
                <a:path w="6502875" h="0">
                  <a:moveTo>
                    <a:pt x="0" y="0"/>
                  </a:moveTo>
                  <a:lnTo>
                    <a:pt x="6502875" y="0"/>
                  </a:lnTo>
                  <a:lnTo>
                    <a:pt x="650287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1319" y="4315717"/>
              <a:ext cx="6502875" cy="0"/>
            </a:xfrm>
            <a:custGeom>
              <a:avLst/>
              <a:pathLst>
                <a:path w="6502875" h="0">
                  <a:moveTo>
                    <a:pt x="0" y="0"/>
                  </a:moveTo>
                  <a:lnTo>
                    <a:pt x="6502875" y="0"/>
                  </a:lnTo>
                  <a:lnTo>
                    <a:pt x="650287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71319" y="3486045"/>
              <a:ext cx="6502875" cy="0"/>
            </a:xfrm>
            <a:custGeom>
              <a:avLst/>
              <a:pathLst>
                <a:path w="6502875" h="0">
                  <a:moveTo>
                    <a:pt x="0" y="0"/>
                  </a:moveTo>
                  <a:lnTo>
                    <a:pt x="6502875" y="0"/>
                  </a:lnTo>
                  <a:lnTo>
                    <a:pt x="650287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71319" y="2656373"/>
              <a:ext cx="6502875" cy="0"/>
            </a:xfrm>
            <a:custGeom>
              <a:avLst/>
              <a:pathLst>
                <a:path w="6502875" h="0">
                  <a:moveTo>
                    <a:pt x="0" y="0"/>
                  </a:moveTo>
                  <a:lnTo>
                    <a:pt x="6502875" y="0"/>
                  </a:lnTo>
                  <a:lnTo>
                    <a:pt x="650287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83337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514133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44929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775725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71319" y="5560225"/>
              <a:ext cx="6502875" cy="0"/>
            </a:xfrm>
            <a:custGeom>
              <a:avLst/>
              <a:pathLst>
                <a:path w="6502875" h="0">
                  <a:moveTo>
                    <a:pt x="0" y="0"/>
                  </a:moveTo>
                  <a:lnTo>
                    <a:pt x="6502875" y="0"/>
                  </a:lnTo>
                  <a:lnTo>
                    <a:pt x="650287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1319" y="4730553"/>
              <a:ext cx="6502875" cy="0"/>
            </a:xfrm>
            <a:custGeom>
              <a:avLst/>
              <a:pathLst>
                <a:path w="6502875" h="0">
                  <a:moveTo>
                    <a:pt x="0" y="0"/>
                  </a:moveTo>
                  <a:lnTo>
                    <a:pt x="6502875" y="0"/>
                  </a:lnTo>
                  <a:lnTo>
                    <a:pt x="650287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71319" y="3900881"/>
              <a:ext cx="6502875" cy="0"/>
            </a:xfrm>
            <a:custGeom>
              <a:avLst/>
              <a:pathLst>
                <a:path w="6502875" h="0">
                  <a:moveTo>
                    <a:pt x="0" y="0"/>
                  </a:moveTo>
                  <a:lnTo>
                    <a:pt x="6502875" y="0"/>
                  </a:lnTo>
                  <a:lnTo>
                    <a:pt x="650287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71319" y="3071209"/>
              <a:ext cx="6502875" cy="0"/>
            </a:xfrm>
            <a:custGeom>
              <a:avLst/>
              <a:pathLst>
                <a:path w="6502875" h="0">
                  <a:moveTo>
                    <a:pt x="0" y="0"/>
                  </a:moveTo>
                  <a:lnTo>
                    <a:pt x="6502875" y="0"/>
                  </a:lnTo>
                  <a:lnTo>
                    <a:pt x="650287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71319" y="2241537"/>
              <a:ext cx="6502875" cy="0"/>
            </a:xfrm>
            <a:custGeom>
              <a:avLst/>
              <a:pathLst>
                <a:path w="6502875" h="0">
                  <a:moveTo>
                    <a:pt x="0" y="0"/>
                  </a:moveTo>
                  <a:lnTo>
                    <a:pt x="6502875" y="0"/>
                  </a:lnTo>
                  <a:lnTo>
                    <a:pt x="650287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067939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698735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329531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960327" y="2075602"/>
              <a:ext cx="0" cy="3650557"/>
            </a:xfrm>
            <a:custGeom>
              <a:avLst/>
              <a:pathLst>
                <a:path w="0" h="3650557">
                  <a:moveTo>
                    <a:pt x="0" y="365055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450193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450193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440313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440313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493654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493654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3828987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2904597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3828987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2904597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450193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381189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493654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440313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381189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450193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493654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440313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493654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450193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440313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3493654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450193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357550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493654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440313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357550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493654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357550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493654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440313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493654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450193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440313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3828987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3828987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2284649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3828987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2284649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450193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2904597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2904597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493654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493654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381189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2284649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2904597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440313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2904597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3828987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2284649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357550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3828987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2904597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440313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3450193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2284649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450193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3828987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2904597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381189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440313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440313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357550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357550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381189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381189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2284649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2284649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357550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381189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3828987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357550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2284649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357550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381189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3450193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3828987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2904597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357550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2904597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2904597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2284649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357550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381189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2284649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2904597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381189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357550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3828987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2284649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382898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381189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2284649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381189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2155897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239270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167569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167569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167569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2155897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2664098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118784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239270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118784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118784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2155897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118784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2155897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178301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239270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2151612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239270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167569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2151612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2155897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167569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239270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118784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2151612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2155897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178301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178301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178301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3255367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2155897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239270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2155897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118784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2151612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178301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118784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2151612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3255367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239270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178301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2664098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167569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2151612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239270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167569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2151612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239270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3255367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178301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2151612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239270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167569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118784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2151612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2151612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239270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118784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3255367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167569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2664098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2151612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3255367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2664098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167569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239270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3255367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2155897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3255367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2664098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178301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2664098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118784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2664098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167569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2155897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2664098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3255367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2155897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3255367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2151612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3255367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167569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118784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2664098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178301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3255367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1783018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178301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2155897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2664098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3255367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1783018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2664098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2664098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118784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6410313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39083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6461081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6461081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5922247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709955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6410313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88314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6461081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6599104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6410313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43075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430753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7099550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43075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43075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39083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430753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6461081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6599104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6599104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6599104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6461081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6410313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43075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7099550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6410313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6461081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6461081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6410313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709955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6461081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5922247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430753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6410313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430753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6410313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709955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39083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6410313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883147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883147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6599104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6461081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883147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39083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6461081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43075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39083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5883147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5922247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6461081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5883147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5883147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5922247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5883147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39083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430753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6599104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6410313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7099550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39083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709955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39083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709955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6410313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6461081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5922247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6599104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7099550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6599104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5922247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5883147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43075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5883147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6599104" y="218283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7099550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5922247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639083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6599104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639083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588314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6599104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6390839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6410313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5922247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5922247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5922247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5922247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5922247" y="2182834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6430753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709955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7099550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6390839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588314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584771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6149440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584771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584771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65256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584771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6183123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65256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6149440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65256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84771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6183123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65256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92583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6149440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6149440" y="2182834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30369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6183123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84771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6183123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84771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30369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6923248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6183123" y="2182834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6149440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65256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84771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65256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92583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84771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6183123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30369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6183123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65256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6183123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92583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530369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592583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584771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592583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65256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6923248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6923248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6149440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6183123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530369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592583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6923248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6305057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6305057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530369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6183123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592583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530369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584771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530369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6183123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6923248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6923248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6149440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6183123" y="5501523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6305057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6305057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592583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6923248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6923248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6923248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65256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6305057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6305057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6923248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530369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6923248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6149440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6305057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5847714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6305057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65256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65256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5303696" y="2150247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6305057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6305057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6305057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592583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6525641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592583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6923248" y="5501523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530369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592583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6149440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6149440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6305057" y="5501523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5925837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5303696" y="5468936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6149440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6149440" y="5501523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l404"/>
            <p:cNvSpPr/>
            <p:nvPr/>
          </p:nvSpPr>
          <p:spPr>
            <a:xfrm>
              <a:off x="2210315" y="3134437"/>
              <a:ext cx="4309468" cy="1132343"/>
            </a:xfrm>
            <a:custGeom>
              <a:avLst/>
              <a:pathLst>
                <a:path w="4309468" h="1132343">
                  <a:moveTo>
                    <a:pt x="0" y="0"/>
                  </a:moveTo>
                  <a:lnTo>
                    <a:pt x="54550" y="12011"/>
                  </a:lnTo>
                  <a:lnTo>
                    <a:pt x="109100" y="24123"/>
                  </a:lnTo>
                  <a:lnTo>
                    <a:pt x="163650" y="36335"/>
                  </a:lnTo>
                  <a:lnTo>
                    <a:pt x="218200" y="48646"/>
                  </a:lnTo>
                  <a:lnTo>
                    <a:pt x="272751" y="61055"/>
                  </a:lnTo>
                  <a:lnTo>
                    <a:pt x="327301" y="73561"/>
                  </a:lnTo>
                  <a:lnTo>
                    <a:pt x="381851" y="86163"/>
                  </a:lnTo>
                  <a:lnTo>
                    <a:pt x="436401" y="98860"/>
                  </a:lnTo>
                  <a:lnTo>
                    <a:pt x="490952" y="111651"/>
                  </a:lnTo>
                  <a:lnTo>
                    <a:pt x="545502" y="124535"/>
                  </a:lnTo>
                  <a:lnTo>
                    <a:pt x="600052" y="137510"/>
                  </a:lnTo>
                  <a:lnTo>
                    <a:pt x="654602" y="150576"/>
                  </a:lnTo>
                  <a:lnTo>
                    <a:pt x="709153" y="163731"/>
                  </a:lnTo>
                  <a:lnTo>
                    <a:pt x="763703" y="176974"/>
                  </a:lnTo>
                  <a:lnTo>
                    <a:pt x="818253" y="190303"/>
                  </a:lnTo>
                  <a:lnTo>
                    <a:pt x="872803" y="203718"/>
                  </a:lnTo>
                  <a:lnTo>
                    <a:pt x="927354" y="217216"/>
                  </a:lnTo>
                  <a:lnTo>
                    <a:pt x="981904" y="230796"/>
                  </a:lnTo>
                  <a:lnTo>
                    <a:pt x="1036454" y="244457"/>
                  </a:lnTo>
                  <a:lnTo>
                    <a:pt x="1091004" y="258197"/>
                  </a:lnTo>
                  <a:lnTo>
                    <a:pt x="1145554" y="272014"/>
                  </a:lnTo>
                  <a:lnTo>
                    <a:pt x="1200105" y="285907"/>
                  </a:lnTo>
                  <a:lnTo>
                    <a:pt x="1254655" y="299873"/>
                  </a:lnTo>
                  <a:lnTo>
                    <a:pt x="1309205" y="313912"/>
                  </a:lnTo>
                  <a:lnTo>
                    <a:pt x="1363755" y="328021"/>
                  </a:lnTo>
                  <a:lnTo>
                    <a:pt x="1418306" y="342199"/>
                  </a:lnTo>
                  <a:lnTo>
                    <a:pt x="1472856" y="356443"/>
                  </a:lnTo>
                  <a:lnTo>
                    <a:pt x="1527406" y="370752"/>
                  </a:lnTo>
                  <a:lnTo>
                    <a:pt x="1581956" y="385124"/>
                  </a:lnTo>
                  <a:lnTo>
                    <a:pt x="1636507" y="399556"/>
                  </a:lnTo>
                  <a:lnTo>
                    <a:pt x="1691057" y="414047"/>
                  </a:lnTo>
                  <a:lnTo>
                    <a:pt x="1745607" y="428594"/>
                  </a:lnTo>
                  <a:lnTo>
                    <a:pt x="1800157" y="443196"/>
                  </a:lnTo>
                  <a:lnTo>
                    <a:pt x="1854708" y="457850"/>
                  </a:lnTo>
                  <a:lnTo>
                    <a:pt x="1909258" y="472554"/>
                  </a:lnTo>
                  <a:lnTo>
                    <a:pt x="1963808" y="487306"/>
                  </a:lnTo>
                  <a:lnTo>
                    <a:pt x="2018358" y="502103"/>
                  </a:lnTo>
                  <a:lnTo>
                    <a:pt x="2072909" y="516944"/>
                  </a:lnTo>
                  <a:lnTo>
                    <a:pt x="2127459" y="531826"/>
                  </a:lnTo>
                  <a:lnTo>
                    <a:pt x="2182009" y="546746"/>
                  </a:lnTo>
                  <a:lnTo>
                    <a:pt x="2236559" y="561702"/>
                  </a:lnTo>
                  <a:lnTo>
                    <a:pt x="2291109" y="576692"/>
                  </a:lnTo>
                  <a:lnTo>
                    <a:pt x="2345660" y="591714"/>
                  </a:lnTo>
                  <a:lnTo>
                    <a:pt x="2400210" y="606765"/>
                  </a:lnTo>
                  <a:lnTo>
                    <a:pt x="2454760" y="621842"/>
                  </a:lnTo>
                  <a:lnTo>
                    <a:pt x="2509310" y="636944"/>
                  </a:lnTo>
                  <a:lnTo>
                    <a:pt x="2563861" y="652067"/>
                  </a:lnTo>
                  <a:lnTo>
                    <a:pt x="2618411" y="667209"/>
                  </a:lnTo>
                  <a:lnTo>
                    <a:pt x="2672961" y="682368"/>
                  </a:lnTo>
                  <a:lnTo>
                    <a:pt x="2727511" y="697540"/>
                  </a:lnTo>
                  <a:lnTo>
                    <a:pt x="2782062" y="712725"/>
                  </a:lnTo>
                  <a:lnTo>
                    <a:pt x="2836612" y="727918"/>
                  </a:lnTo>
                  <a:lnTo>
                    <a:pt x="2891162" y="743118"/>
                  </a:lnTo>
                  <a:lnTo>
                    <a:pt x="2945712" y="758322"/>
                  </a:lnTo>
                  <a:lnTo>
                    <a:pt x="3000263" y="773527"/>
                  </a:lnTo>
                  <a:lnTo>
                    <a:pt x="3054813" y="788731"/>
                  </a:lnTo>
                  <a:lnTo>
                    <a:pt x="3109363" y="803931"/>
                  </a:lnTo>
                  <a:lnTo>
                    <a:pt x="3163913" y="819125"/>
                  </a:lnTo>
                  <a:lnTo>
                    <a:pt x="3218463" y="834310"/>
                  </a:lnTo>
                  <a:lnTo>
                    <a:pt x="3273014" y="849484"/>
                  </a:lnTo>
                  <a:lnTo>
                    <a:pt x="3327564" y="864644"/>
                  </a:lnTo>
                  <a:lnTo>
                    <a:pt x="3382114" y="879787"/>
                  </a:lnTo>
                  <a:lnTo>
                    <a:pt x="3436664" y="894911"/>
                  </a:lnTo>
                  <a:lnTo>
                    <a:pt x="3491215" y="910014"/>
                  </a:lnTo>
                  <a:lnTo>
                    <a:pt x="3545765" y="925093"/>
                  </a:lnTo>
                  <a:lnTo>
                    <a:pt x="3600315" y="940146"/>
                  </a:lnTo>
                  <a:lnTo>
                    <a:pt x="3654865" y="955170"/>
                  </a:lnTo>
                  <a:lnTo>
                    <a:pt x="3709416" y="970162"/>
                  </a:lnTo>
                  <a:lnTo>
                    <a:pt x="3763966" y="985121"/>
                  </a:lnTo>
                  <a:lnTo>
                    <a:pt x="3818516" y="1000044"/>
                  </a:lnTo>
                  <a:lnTo>
                    <a:pt x="3873066" y="1014928"/>
                  </a:lnTo>
                  <a:lnTo>
                    <a:pt x="3927617" y="1029772"/>
                  </a:lnTo>
                  <a:lnTo>
                    <a:pt x="3982167" y="1044572"/>
                  </a:lnTo>
                  <a:lnTo>
                    <a:pt x="4036717" y="1059327"/>
                  </a:lnTo>
                  <a:lnTo>
                    <a:pt x="4091267" y="1074034"/>
                  </a:lnTo>
                  <a:lnTo>
                    <a:pt x="4145818" y="1088692"/>
                  </a:lnTo>
                  <a:lnTo>
                    <a:pt x="4200368" y="1103297"/>
                  </a:lnTo>
                  <a:lnTo>
                    <a:pt x="4254918" y="1117848"/>
                  </a:lnTo>
                  <a:lnTo>
                    <a:pt x="4309468" y="1132343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l405"/>
            <p:cNvSpPr/>
            <p:nvPr/>
          </p:nvSpPr>
          <p:spPr>
            <a:xfrm>
              <a:off x="2471767" y="3177469"/>
              <a:ext cx="4706842" cy="1376399"/>
            </a:xfrm>
            <a:custGeom>
              <a:avLst/>
              <a:pathLst>
                <a:path w="4706842" h="1376399">
                  <a:moveTo>
                    <a:pt x="0" y="0"/>
                  </a:moveTo>
                  <a:lnTo>
                    <a:pt x="59580" y="15098"/>
                  </a:lnTo>
                  <a:lnTo>
                    <a:pt x="119160" y="30340"/>
                  </a:lnTo>
                  <a:lnTo>
                    <a:pt x="178740" y="45726"/>
                  </a:lnTo>
                  <a:lnTo>
                    <a:pt x="238321" y="61253"/>
                  </a:lnTo>
                  <a:lnTo>
                    <a:pt x="297901" y="76919"/>
                  </a:lnTo>
                  <a:lnTo>
                    <a:pt x="357481" y="92723"/>
                  </a:lnTo>
                  <a:lnTo>
                    <a:pt x="417061" y="108661"/>
                  </a:lnTo>
                  <a:lnTo>
                    <a:pt x="476642" y="124731"/>
                  </a:lnTo>
                  <a:lnTo>
                    <a:pt x="536222" y="140932"/>
                  </a:lnTo>
                  <a:lnTo>
                    <a:pt x="595802" y="157260"/>
                  </a:lnTo>
                  <a:lnTo>
                    <a:pt x="655383" y="173714"/>
                  </a:lnTo>
                  <a:lnTo>
                    <a:pt x="714963" y="190290"/>
                  </a:lnTo>
                  <a:lnTo>
                    <a:pt x="774543" y="206985"/>
                  </a:lnTo>
                  <a:lnTo>
                    <a:pt x="834123" y="223797"/>
                  </a:lnTo>
                  <a:lnTo>
                    <a:pt x="893704" y="240722"/>
                  </a:lnTo>
                  <a:lnTo>
                    <a:pt x="953284" y="257758"/>
                  </a:lnTo>
                  <a:lnTo>
                    <a:pt x="1012864" y="274901"/>
                  </a:lnTo>
                  <a:lnTo>
                    <a:pt x="1072445" y="292148"/>
                  </a:lnTo>
                  <a:lnTo>
                    <a:pt x="1132025" y="309496"/>
                  </a:lnTo>
                  <a:lnTo>
                    <a:pt x="1191605" y="326941"/>
                  </a:lnTo>
                  <a:lnTo>
                    <a:pt x="1251185" y="344479"/>
                  </a:lnTo>
                  <a:lnTo>
                    <a:pt x="1310766" y="362106"/>
                  </a:lnTo>
                  <a:lnTo>
                    <a:pt x="1370346" y="379820"/>
                  </a:lnTo>
                  <a:lnTo>
                    <a:pt x="1429926" y="397616"/>
                  </a:lnTo>
                  <a:lnTo>
                    <a:pt x="1489506" y="415490"/>
                  </a:lnTo>
                  <a:lnTo>
                    <a:pt x="1549087" y="433439"/>
                  </a:lnTo>
                  <a:lnTo>
                    <a:pt x="1608667" y="451458"/>
                  </a:lnTo>
                  <a:lnTo>
                    <a:pt x="1668247" y="469543"/>
                  </a:lnTo>
                  <a:lnTo>
                    <a:pt x="1727828" y="487690"/>
                  </a:lnTo>
                  <a:lnTo>
                    <a:pt x="1787408" y="505895"/>
                  </a:lnTo>
                  <a:lnTo>
                    <a:pt x="1846988" y="524153"/>
                  </a:lnTo>
                  <a:lnTo>
                    <a:pt x="1906568" y="542460"/>
                  </a:lnTo>
                  <a:lnTo>
                    <a:pt x="1966149" y="560812"/>
                  </a:lnTo>
                  <a:lnTo>
                    <a:pt x="2025729" y="579204"/>
                  </a:lnTo>
                  <a:lnTo>
                    <a:pt x="2085309" y="597632"/>
                  </a:lnTo>
                  <a:lnTo>
                    <a:pt x="2144890" y="616091"/>
                  </a:lnTo>
                  <a:lnTo>
                    <a:pt x="2204470" y="634577"/>
                  </a:lnTo>
                  <a:lnTo>
                    <a:pt x="2264050" y="653085"/>
                  </a:lnTo>
                  <a:lnTo>
                    <a:pt x="2323630" y="671611"/>
                  </a:lnTo>
                  <a:lnTo>
                    <a:pt x="2383211" y="690150"/>
                  </a:lnTo>
                  <a:lnTo>
                    <a:pt x="2442791" y="708696"/>
                  </a:lnTo>
                  <a:lnTo>
                    <a:pt x="2502371" y="727247"/>
                  </a:lnTo>
                  <a:lnTo>
                    <a:pt x="2561952" y="745797"/>
                  </a:lnTo>
                  <a:lnTo>
                    <a:pt x="2621532" y="764341"/>
                  </a:lnTo>
                  <a:lnTo>
                    <a:pt x="2681112" y="782874"/>
                  </a:lnTo>
                  <a:lnTo>
                    <a:pt x="2740692" y="801393"/>
                  </a:lnTo>
                  <a:lnTo>
                    <a:pt x="2800273" y="819893"/>
                  </a:lnTo>
                  <a:lnTo>
                    <a:pt x="2859853" y="838368"/>
                  </a:lnTo>
                  <a:lnTo>
                    <a:pt x="2919433" y="856815"/>
                  </a:lnTo>
                  <a:lnTo>
                    <a:pt x="2979013" y="875229"/>
                  </a:lnTo>
                  <a:lnTo>
                    <a:pt x="3038594" y="893605"/>
                  </a:lnTo>
                  <a:lnTo>
                    <a:pt x="3098174" y="911939"/>
                  </a:lnTo>
                  <a:lnTo>
                    <a:pt x="3157754" y="930226"/>
                  </a:lnTo>
                  <a:lnTo>
                    <a:pt x="3217335" y="948463"/>
                  </a:lnTo>
                  <a:lnTo>
                    <a:pt x="3276915" y="966644"/>
                  </a:lnTo>
                  <a:lnTo>
                    <a:pt x="3336495" y="984766"/>
                  </a:lnTo>
                  <a:lnTo>
                    <a:pt x="3396075" y="1002824"/>
                  </a:lnTo>
                  <a:lnTo>
                    <a:pt x="3455656" y="1020815"/>
                  </a:lnTo>
                  <a:lnTo>
                    <a:pt x="3515236" y="1038733"/>
                  </a:lnTo>
                  <a:lnTo>
                    <a:pt x="3574816" y="1056575"/>
                  </a:lnTo>
                  <a:lnTo>
                    <a:pt x="3634397" y="1074338"/>
                  </a:lnTo>
                  <a:lnTo>
                    <a:pt x="3693977" y="1092017"/>
                  </a:lnTo>
                  <a:lnTo>
                    <a:pt x="3753557" y="1109608"/>
                  </a:lnTo>
                  <a:lnTo>
                    <a:pt x="3813137" y="1127107"/>
                  </a:lnTo>
                  <a:lnTo>
                    <a:pt x="3872718" y="1144512"/>
                  </a:lnTo>
                  <a:lnTo>
                    <a:pt x="3932298" y="1161819"/>
                  </a:lnTo>
                  <a:lnTo>
                    <a:pt x="3991878" y="1179023"/>
                  </a:lnTo>
                  <a:lnTo>
                    <a:pt x="4051459" y="1196122"/>
                  </a:lnTo>
                  <a:lnTo>
                    <a:pt x="4111039" y="1213113"/>
                  </a:lnTo>
                  <a:lnTo>
                    <a:pt x="4170619" y="1229992"/>
                  </a:lnTo>
                  <a:lnTo>
                    <a:pt x="4230199" y="1246756"/>
                  </a:lnTo>
                  <a:lnTo>
                    <a:pt x="4289780" y="1263402"/>
                  </a:lnTo>
                  <a:lnTo>
                    <a:pt x="4349360" y="1279928"/>
                  </a:lnTo>
                  <a:lnTo>
                    <a:pt x="4408940" y="1296330"/>
                  </a:lnTo>
                  <a:lnTo>
                    <a:pt x="4468520" y="1312606"/>
                  </a:lnTo>
                  <a:lnTo>
                    <a:pt x="4528101" y="1328753"/>
                  </a:lnTo>
                  <a:lnTo>
                    <a:pt x="4587681" y="1344769"/>
                  </a:lnTo>
                  <a:lnTo>
                    <a:pt x="4647261" y="1360652"/>
                  </a:lnTo>
                  <a:lnTo>
                    <a:pt x="4706842" y="1376399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2214600" y="3321100"/>
              <a:ext cx="4254415" cy="842329"/>
            </a:xfrm>
            <a:custGeom>
              <a:avLst/>
              <a:pathLst>
                <a:path w="4254415" h="842329">
                  <a:moveTo>
                    <a:pt x="0" y="0"/>
                  </a:moveTo>
                  <a:lnTo>
                    <a:pt x="53853" y="9691"/>
                  </a:lnTo>
                  <a:lnTo>
                    <a:pt x="107706" y="19426"/>
                  </a:lnTo>
                  <a:lnTo>
                    <a:pt x="161560" y="29205"/>
                  </a:lnTo>
                  <a:lnTo>
                    <a:pt x="215413" y="39027"/>
                  </a:lnTo>
                  <a:lnTo>
                    <a:pt x="269266" y="48892"/>
                  </a:lnTo>
                  <a:lnTo>
                    <a:pt x="323120" y="58799"/>
                  </a:lnTo>
                  <a:lnTo>
                    <a:pt x="376973" y="68747"/>
                  </a:lnTo>
                  <a:lnTo>
                    <a:pt x="430826" y="78736"/>
                  </a:lnTo>
                  <a:lnTo>
                    <a:pt x="484680" y="88765"/>
                  </a:lnTo>
                  <a:lnTo>
                    <a:pt x="538533" y="98833"/>
                  </a:lnTo>
                  <a:lnTo>
                    <a:pt x="592386" y="108940"/>
                  </a:lnTo>
                  <a:lnTo>
                    <a:pt x="646240" y="119086"/>
                  </a:lnTo>
                  <a:lnTo>
                    <a:pt x="700093" y="129269"/>
                  </a:lnTo>
                  <a:lnTo>
                    <a:pt x="753947" y="139488"/>
                  </a:lnTo>
                  <a:lnTo>
                    <a:pt x="807800" y="149744"/>
                  </a:lnTo>
                  <a:lnTo>
                    <a:pt x="861653" y="160035"/>
                  </a:lnTo>
                  <a:lnTo>
                    <a:pt x="915507" y="170361"/>
                  </a:lnTo>
                  <a:lnTo>
                    <a:pt x="969360" y="180720"/>
                  </a:lnTo>
                  <a:lnTo>
                    <a:pt x="1023213" y="191113"/>
                  </a:lnTo>
                  <a:lnTo>
                    <a:pt x="1077067" y="201538"/>
                  </a:lnTo>
                  <a:lnTo>
                    <a:pt x="1130920" y="211995"/>
                  </a:lnTo>
                  <a:lnTo>
                    <a:pt x="1184773" y="222482"/>
                  </a:lnTo>
                  <a:lnTo>
                    <a:pt x="1238627" y="233000"/>
                  </a:lnTo>
                  <a:lnTo>
                    <a:pt x="1292480" y="243546"/>
                  </a:lnTo>
                  <a:lnTo>
                    <a:pt x="1346333" y="254121"/>
                  </a:lnTo>
                  <a:lnTo>
                    <a:pt x="1400187" y="264724"/>
                  </a:lnTo>
                  <a:lnTo>
                    <a:pt x="1454040" y="275353"/>
                  </a:lnTo>
                  <a:lnTo>
                    <a:pt x="1507894" y="286009"/>
                  </a:lnTo>
                  <a:lnTo>
                    <a:pt x="1561747" y="296689"/>
                  </a:lnTo>
                  <a:lnTo>
                    <a:pt x="1615600" y="307394"/>
                  </a:lnTo>
                  <a:lnTo>
                    <a:pt x="1669454" y="318122"/>
                  </a:lnTo>
                  <a:lnTo>
                    <a:pt x="1723307" y="328872"/>
                  </a:lnTo>
                  <a:lnTo>
                    <a:pt x="1777160" y="339644"/>
                  </a:lnTo>
                  <a:lnTo>
                    <a:pt x="1831014" y="350437"/>
                  </a:lnTo>
                  <a:lnTo>
                    <a:pt x="1884867" y="361249"/>
                  </a:lnTo>
                  <a:lnTo>
                    <a:pt x="1938720" y="372081"/>
                  </a:lnTo>
                  <a:lnTo>
                    <a:pt x="1992574" y="382930"/>
                  </a:lnTo>
                  <a:lnTo>
                    <a:pt x="2046427" y="393797"/>
                  </a:lnTo>
                  <a:lnTo>
                    <a:pt x="2100280" y="404680"/>
                  </a:lnTo>
                  <a:lnTo>
                    <a:pt x="2154134" y="415578"/>
                  </a:lnTo>
                  <a:lnTo>
                    <a:pt x="2207987" y="426490"/>
                  </a:lnTo>
                  <a:lnTo>
                    <a:pt x="2261841" y="437416"/>
                  </a:lnTo>
                  <a:lnTo>
                    <a:pt x="2315694" y="448354"/>
                  </a:lnTo>
                  <a:lnTo>
                    <a:pt x="2369547" y="459304"/>
                  </a:lnTo>
                  <a:lnTo>
                    <a:pt x="2423401" y="470264"/>
                  </a:lnTo>
                  <a:lnTo>
                    <a:pt x="2477254" y="481234"/>
                  </a:lnTo>
                  <a:lnTo>
                    <a:pt x="2531107" y="492213"/>
                  </a:lnTo>
                  <a:lnTo>
                    <a:pt x="2584961" y="503199"/>
                  </a:lnTo>
                  <a:lnTo>
                    <a:pt x="2638814" y="514192"/>
                  </a:lnTo>
                  <a:lnTo>
                    <a:pt x="2692667" y="525190"/>
                  </a:lnTo>
                  <a:lnTo>
                    <a:pt x="2746521" y="536194"/>
                  </a:lnTo>
                  <a:lnTo>
                    <a:pt x="2800374" y="547201"/>
                  </a:lnTo>
                  <a:lnTo>
                    <a:pt x="2854228" y="558212"/>
                  </a:lnTo>
                  <a:lnTo>
                    <a:pt x="2908081" y="569224"/>
                  </a:lnTo>
                  <a:lnTo>
                    <a:pt x="2961934" y="580237"/>
                  </a:lnTo>
                  <a:lnTo>
                    <a:pt x="3015788" y="591250"/>
                  </a:lnTo>
                  <a:lnTo>
                    <a:pt x="3069641" y="602262"/>
                  </a:lnTo>
                  <a:lnTo>
                    <a:pt x="3123494" y="613272"/>
                  </a:lnTo>
                  <a:lnTo>
                    <a:pt x="3177348" y="624279"/>
                  </a:lnTo>
                  <a:lnTo>
                    <a:pt x="3231201" y="635282"/>
                  </a:lnTo>
                  <a:lnTo>
                    <a:pt x="3285054" y="646280"/>
                  </a:lnTo>
                  <a:lnTo>
                    <a:pt x="3338908" y="657273"/>
                  </a:lnTo>
                  <a:lnTo>
                    <a:pt x="3392761" y="668258"/>
                  </a:lnTo>
                  <a:lnTo>
                    <a:pt x="3446614" y="679236"/>
                  </a:lnTo>
                  <a:lnTo>
                    <a:pt x="3500468" y="690205"/>
                  </a:lnTo>
                  <a:lnTo>
                    <a:pt x="3554321" y="701165"/>
                  </a:lnTo>
                  <a:lnTo>
                    <a:pt x="3608175" y="712114"/>
                  </a:lnTo>
                  <a:lnTo>
                    <a:pt x="3662028" y="723051"/>
                  </a:lnTo>
                  <a:lnTo>
                    <a:pt x="3715881" y="733975"/>
                  </a:lnTo>
                  <a:lnTo>
                    <a:pt x="3769735" y="744887"/>
                  </a:lnTo>
                  <a:lnTo>
                    <a:pt x="3823588" y="755783"/>
                  </a:lnTo>
                  <a:lnTo>
                    <a:pt x="3877441" y="766665"/>
                  </a:lnTo>
                  <a:lnTo>
                    <a:pt x="3931295" y="777530"/>
                  </a:lnTo>
                  <a:lnTo>
                    <a:pt x="3985148" y="788378"/>
                  </a:lnTo>
                  <a:lnTo>
                    <a:pt x="4039001" y="799208"/>
                  </a:lnTo>
                  <a:lnTo>
                    <a:pt x="4092855" y="810019"/>
                  </a:lnTo>
                  <a:lnTo>
                    <a:pt x="4146708" y="820810"/>
                  </a:lnTo>
                  <a:lnTo>
                    <a:pt x="4200561" y="831580"/>
                  </a:lnTo>
                  <a:lnTo>
                    <a:pt x="4254415" y="842329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1754755" y="3414157"/>
              <a:ext cx="4715142" cy="716580"/>
            </a:xfrm>
            <a:custGeom>
              <a:avLst/>
              <a:pathLst>
                <a:path w="4715142" h="716580">
                  <a:moveTo>
                    <a:pt x="0" y="0"/>
                  </a:moveTo>
                  <a:lnTo>
                    <a:pt x="59685" y="8491"/>
                  </a:lnTo>
                  <a:lnTo>
                    <a:pt x="119370" y="17010"/>
                  </a:lnTo>
                  <a:lnTo>
                    <a:pt x="179056" y="25556"/>
                  </a:lnTo>
                  <a:lnTo>
                    <a:pt x="238741" y="34129"/>
                  </a:lnTo>
                  <a:lnTo>
                    <a:pt x="298426" y="42728"/>
                  </a:lnTo>
                  <a:lnTo>
                    <a:pt x="358112" y="51352"/>
                  </a:lnTo>
                  <a:lnTo>
                    <a:pt x="417797" y="60002"/>
                  </a:lnTo>
                  <a:lnTo>
                    <a:pt x="477482" y="68677"/>
                  </a:lnTo>
                  <a:lnTo>
                    <a:pt x="537168" y="77376"/>
                  </a:lnTo>
                  <a:lnTo>
                    <a:pt x="596853" y="86100"/>
                  </a:lnTo>
                  <a:lnTo>
                    <a:pt x="656538" y="94847"/>
                  </a:lnTo>
                  <a:lnTo>
                    <a:pt x="716224" y="103617"/>
                  </a:lnTo>
                  <a:lnTo>
                    <a:pt x="775909" y="112409"/>
                  </a:lnTo>
                  <a:lnTo>
                    <a:pt x="835594" y="121224"/>
                  </a:lnTo>
                  <a:lnTo>
                    <a:pt x="895280" y="130061"/>
                  </a:lnTo>
                  <a:lnTo>
                    <a:pt x="954965" y="138919"/>
                  </a:lnTo>
                  <a:lnTo>
                    <a:pt x="1014650" y="147797"/>
                  </a:lnTo>
                  <a:lnTo>
                    <a:pt x="1074336" y="156696"/>
                  </a:lnTo>
                  <a:lnTo>
                    <a:pt x="1134021" y="165615"/>
                  </a:lnTo>
                  <a:lnTo>
                    <a:pt x="1193706" y="174553"/>
                  </a:lnTo>
                  <a:lnTo>
                    <a:pt x="1253392" y="183510"/>
                  </a:lnTo>
                  <a:lnTo>
                    <a:pt x="1313077" y="192485"/>
                  </a:lnTo>
                  <a:lnTo>
                    <a:pt x="1372762" y="201478"/>
                  </a:lnTo>
                  <a:lnTo>
                    <a:pt x="1432448" y="210489"/>
                  </a:lnTo>
                  <a:lnTo>
                    <a:pt x="1492133" y="219516"/>
                  </a:lnTo>
                  <a:lnTo>
                    <a:pt x="1551819" y="228559"/>
                  </a:lnTo>
                  <a:lnTo>
                    <a:pt x="1611504" y="237618"/>
                  </a:lnTo>
                  <a:lnTo>
                    <a:pt x="1671189" y="246693"/>
                  </a:lnTo>
                  <a:lnTo>
                    <a:pt x="1730875" y="255782"/>
                  </a:lnTo>
                  <a:lnTo>
                    <a:pt x="1790560" y="264885"/>
                  </a:lnTo>
                  <a:lnTo>
                    <a:pt x="1850245" y="274002"/>
                  </a:lnTo>
                  <a:lnTo>
                    <a:pt x="1909931" y="283132"/>
                  </a:lnTo>
                  <a:lnTo>
                    <a:pt x="1969616" y="292274"/>
                  </a:lnTo>
                  <a:lnTo>
                    <a:pt x="2029301" y="301429"/>
                  </a:lnTo>
                  <a:lnTo>
                    <a:pt x="2088987" y="310594"/>
                  </a:lnTo>
                  <a:lnTo>
                    <a:pt x="2148672" y="319771"/>
                  </a:lnTo>
                  <a:lnTo>
                    <a:pt x="2208357" y="328958"/>
                  </a:lnTo>
                  <a:lnTo>
                    <a:pt x="2268043" y="338155"/>
                  </a:lnTo>
                  <a:lnTo>
                    <a:pt x="2327728" y="347361"/>
                  </a:lnTo>
                  <a:lnTo>
                    <a:pt x="2387413" y="356576"/>
                  </a:lnTo>
                  <a:lnTo>
                    <a:pt x="2447099" y="365799"/>
                  </a:lnTo>
                  <a:lnTo>
                    <a:pt x="2506784" y="375029"/>
                  </a:lnTo>
                  <a:lnTo>
                    <a:pt x="2566469" y="384266"/>
                  </a:lnTo>
                  <a:lnTo>
                    <a:pt x="2626155" y="393510"/>
                  </a:lnTo>
                  <a:lnTo>
                    <a:pt x="2685840" y="402759"/>
                  </a:lnTo>
                  <a:lnTo>
                    <a:pt x="2745525" y="412014"/>
                  </a:lnTo>
                  <a:lnTo>
                    <a:pt x="2805211" y="421273"/>
                  </a:lnTo>
                  <a:lnTo>
                    <a:pt x="2864896" y="430536"/>
                  </a:lnTo>
                  <a:lnTo>
                    <a:pt x="2924581" y="439803"/>
                  </a:lnTo>
                  <a:lnTo>
                    <a:pt x="2984267" y="449073"/>
                  </a:lnTo>
                  <a:lnTo>
                    <a:pt x="3043952" y="458345"/>
                  </a:lnTo>
                  <a:lnTo>
                    <a:pt x="3103638" y="467619"/>
                  </a:lnTo>
                  <a:lnTo>
                    <a:pt x="3163323" y="476895"/>
                  </a:lnTo>
                  <a:lnTo>
                    <a:pt x="3223008" y="486170"/>
                  </a:lnTo>
                  <a:lnTo>
                    <a:pt x="3282694" y="495446"/>
                  </a:lnTo>
                  <a:lnTo>
                    <a:pt x="3342379" y="504721"/>
                  </a:lnTo>
                  <a:lnTo>
                    <a:pt x="3402064" y="513995"/>
                  </a:lnTo>
                  <a:lnTo>
                    <a:pt x="3461750" y="523268"/>
                  </a:lnTo>
                  <a:lnTo>
                    <a:pt x="3521435" y="532538"/>
                  </a:lnTo>
                  <a:lnTo>
                    <a:pt x="3581120" y="541805"/>
                  </a:lnTo>
                  <a:lnTo>
                    <a:pt x="3640806" y="551069"/>
                  </a:lnTo>
                  <a:lnTo>
                    <a:pt x="3700491" y="560329"/>
                  </a:lnTo>
                  <a:lnTo>
                    <a:pt x="3760176" y="569584"/>
                  </a:lnTo>
                  <a:lnTo>
                    <a:pt x="3819862" y="578834"/>
                  </a:lnTo>
                  <a:lnTo>
                    <a:pt x="3879547" y="588079"/>
                  </a:lnTo>
                  <a:lnTo>
                    <a:pt x="3939232" y="597317"/>
                  </a:lnTo>
                  <a:lnTo>
                    <a:pt x="3998918" y="606548"/>
                  </a:lnTo>
                  <a:lnTo>
                    <a:pt x="4058603" y="615772"/>
                  </a:lnTo>
                  <a:lnTo>
                    <a:pt x="4118288" y="624987"/>
                  </a:lnTo>
                  <a:lnTo>
                    <a:pt x="4177974" y="634194"/>
                  </a:lnTo>
                  <a:lnTo>
                    <a:pt x="4237659" y="643392"/>
                  </a:lnTo>
                  <a:lnTo>
                    <a:pt x="4297344" y="652581"/>
                  </a:lnTo>
                  <a:lnTo>
                    <a:pt x="4357030" y="661759"/>
                  </a:lnTo>
                  <a:lnTo>
                    <a:pt x="4416715" y="670926"/>
                  </a:lnTo>
                  <a:lnTo>
                    <a:pt x="4476401" y="680082"/>
                  </a:lnTo>
                  <a:lnTo>
                    <a:pt x="4536086" y="689225"/>
                  </a:lnTo>
                  <a:lnTo>
                    <a:pt x="4595771" y="698357"/>
                  </a:lnTo>
                  <a:lnTo>
                    <a:pt x="4655457" y="707475"/>
                  </a:lnTo>
                  <a:lnTo>
                    <a:pt x="4715142" y="71658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1266905" y="2983431"/>
              <a:ext cx="4695301" cy="745853"/>
            </a:xfrm>
            <a:custGeom>
              <a:avLst/>
              <a:pathLst>
                <a:path w="4695301" h="745853">
                  <a:moveTo>
                    <a:pt x="0" y="0"/>
                  </a:moveTo>
                  <a:lnTo>
                    <a:pt x="59434" y="7592"/>
                  </a:lnTo>
                  <a:lnTo>
                    <a:pt x="118868" y="15240"/>
                  </a:lnTo>
                  <a:lnTo>
                    <a:pt x="178302" y="22942"/>
                  </a:lnTo>
                  <a:lnTo>
                    <a:pt x="237736" y="30700"/>
                  </a:lnTo>
                  <a:lnTo>
                    <a:pt x="297170" y="38511"/>
                  </a:lnTo>
                  <a:lnTo>
                    <a:pt x="356605" y="46378"/>
                  </a:lnTo>
                  <a:lnTo>
                    <a:pt x="416039" y="54299"/>
                  </a:lnTo>
                  <a:lnTo>
                    <a:pt x="475473" y="62274"/>
                  </a:lnTo>
                  <a:lnTo>
                    <a:pt x="534907" y="70303"/>
                  </a:lnTo>
                  <a:lnTo>
                    <a:pt x="594341" y="78386"/>
                  </a:lnTo>
                  <a:lnTo>
                    <a:pt x="653776" y="86523"/>
                  </a:lnTo>
                  <a:lnTo>
                    <a:pt x="713210" y="94714"/>
                  </a:lnTo>
                  <a:lnTo>
                    <a:pt x="772644" y="102958"/>
                  </a:lnTo>
                  <a:lnTo>
                    <a:pt x="832078" y="111256"/>
                  </a:lnTo>
                  <a:lnTo>
                    <a:pt x="891512" y="119607"/>
                  </a:lnTo>
                  <a:lnTo>
                    <a:pt x="950947" y="128010"/>
                  </a:lnTo>
                  <a:lnTo>
                    <a:pt x="1010381" y="136467"/>
                  </a:lnTo>
                  <a:lnTo>
                    <a:pt x="1069815" y="144975"/>
                  </a:lnTo>
                  <a:lnTo>
                    <a:pt x="1129249" y="153536"/>
                  </a:lnTo>
                  <a:lnTo>
                    <a:pt x="1188683" y="162149"/>
                  </a:lnTo>
                  <a:lnTo>
                    <a:pt x="1248118" y="170814"/>
                  </a:lnTo>
                  <a:lnTo>
                    <a:pt x="1307552" y="179530"/>
                  </a:lnTo>
                  <a:lnTo>
                    <a:pt x="1366986" y="188296"/>
                  </a:lnTo>
                  <a:lnTo>
                    <a:pt x="1426420" y="197114"/>
                  </a:lnTo>
                  <a:lnTo>
                    <a:pt x="1485854" y="205982"/>
                  </a:lnTo>
                  <a:lnTo>
                    <a:pt x="1545289" y="214900"/>
                  </a:lnTo>
                  <a:lnTo>
                    <a:pt x="1604723" y="223868"/>
                  </a:lnTo>
                  <a:lnTo>
                    <a:pt x="1664157" y="232885"/>
                  </a:lnTo>
                  <a:lnTo>
                    <a:pt x="1723591" y="241952"/>
                  </a:lnTo>
                  <a:lnTo>
                    <a:pt x="1783025" y="251066"/>
                  </a:lnTo>
                  <a:lnTo>
                    <a:pt x="1842460" y="260229"/>
                  </a:lnTo>
                  <a:lnTo>
                    <a:pt x="1901894" y="269440"/>
                  </a:lnTo>
                  <a:lnTo>
                    <a:pt x="1961328" y="278698"/>
                  </a:lnTo>
                  <a:lnTo>
                    <a:pt x="2020762" y="288003"/>
                  </a:lnTo>
                  <a:lnTo>
                    <a:pt x="2080196" y="297355"/>
                  </a:lnTo>
                  <a:lnTo>
                    <a:pt x="2139631" y="306753"/>
                  </a:lnTo>
                  <a:lnTo>
                    <a:pt x="2199065" y="316196"/>
                  </a:lnTo>
                  <a:lnTo>
                    <a:pt x="2258499" y="325684"/>
                  </a:lnTo>
                  <a:lnTo>
                    <a:pt x="2317933" y="335216"/>
                  </a:lnTo>
                  <a:lnTo>
                    <a:pt x="2377367" y="344793"/>
                  </a:lnTo>
                  <a:lnTo>
                    <a:pt x="2436802" y="354413"/>
                  </a:lnTo>
                  <a:lnTo>
                    <a:pt x="2496236" y="364077"/>
                  </a:lnTo>
                  <a:lnTo>
                    <a:pt x="2555670" y="373782"/>
                  </a:lnTo>
                  <a:lnTo>
                    <a:pt x="2615104" y="383530"/>
                  </a:lnTo>
                  <a:lnTo>
                    <a:pt x="2674538" y="393318"/>
                  </a:lnTo>
                  <a:lnTo>
                    <a:pt x="2733973" y="403148"/>
                  </a:lnTo>
                  <a:lnTo>
                    <a:pt x="2793407" y="413017"/>
                  </a:lnTo>
                  <a:lnTo>
                    <a:pt x="2852841" y="422926"/>
                  </a:lnTo>
                  <a:lnTo>
                    <a:pt x="2912275" y="432874"/>
                  </a:lnTo>
                  <a:lnTo>
                    <a:pt x="2971709" y="442860"/>
                  </a:lnTo>
                  <a:lnTo>
                    <a:pt x="3031144" y="452884"/>
                  </a:lnTo>
                  <a:lnTo>
                    <a:pt x="3090578" y="462944"/>
                  </a:lnTo>
                  <a:lnTo>
                    <a:pt x="3150012" y="473041"/>
                  </a:lnTo>
                  <a:lnTo>
                    <a:pt x="3209446" y="483174"/>
                  </a:lnTo>
                  <a:lnTo>
                    <a:pt x="3268880" y="493341"/>
                  </a:lnTo>
                  <a:lnTo>
                    <a:pt x="3328315" y="503542"/>
                  </a:lnTo>
                  <a:lnTo>
                    <a:pt x="3387749" y="513777"/>
                  </a:lnTo>
                  <a:lnTo>
                    <a:pt x="3447183" y="524045"/>
                  </a:lnTo>
                  <a:lnTo>
                    <a:pt x="3506617" y="534345"/>
                  </a:lnTo>
                  <a:lnTo>
                    <a:pt x="3566051" y="544676"/>
                  </a:lnTo>
                  <a:lnTo>
                    <a:pt x="3625486" y="555037"/>
                  </a:lnTo>
                  <a:lnTo>
                    <a:pt x="3684920" y="565429"/>
                  </a:lnTo>
                  <a:lnTo>
                    <a:pt x="3744354" y="575849"/>
                  </a:lnTo>
                  <a:lnTo>
                    <a:pt x="3803788" y="586297"/>
                  </a:lnTo>
                  <a:lnTo>
                    <a:pt x="3863222" y="596773"/>
                  </a:lnTo>
                  <a:lnTo>
                    <a:pt x="3922657" y="607276"/>
                  </a:lnTo>
                  <a:lnTo>
                    <a:pt x="3982091" y="617804"/>
                  </a:lnTo>
                  <a:lnTo>
                    <a:pt x="4041525" y="628357"/>
                  </a:lnTo>
                  <a:lnTo>
                    <a:pt x="4100959" y="638935"/>
                  </a:lnTo>
                  <a:lnTo>
                    <a:pt x="4160393" y="649536"/>
                  </a:lnTo>
                  <a:lnTo>
                    <a:pt x="4219828" y="660159"/>
                  </a:lnTo>
                  <a:lnTo>
                    <a:pt x="4279262" y="670804"/>
                  </a:lnTo>
                  <a:lnTo>
                    <a:pt x="4338696" y="681470"/>
                  </a:lnTo>
                  <a:lnTo>
                    <a:pt x="4398130" y="692156"/>
                  </a:lnTo>
                  <a:lnTo>
                    <a:pt x="4457564" y="702861"/>
                  </a:lnTo>
                  <a:lnTo>
                    <a:pt x="4516999" y="713584"/>
                  </a:lnTo>
                  <a:lnTo>
                    <a:pt x="4576433" y="724324"/>
                  </a:lnTo>
                  <a:lnTo>
                    <a:pt x="4635867" y="735081"/>
                  </a:lnTo>
                  <a:lnTo>
                    <a:pt x="4695301" y="745853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1862077" y="3598953"/>
              <a:ext cx="4647735" cy="868710"/>
            </a:xfrm>
            <a:custGeom>
              <a:avLst/>
              <a:pathLst>
                <a:path w="4647735" h="868710">
                  <a:moveTo>
                    <a:pt x="0" y="0"/>
                  </a:moveTo>
                  <a:lnTo>
                    <a:pt x="58832" y="10977"/>
                  </a:lnTo>
                  <a:lnTo>
                    <a:pt x="117664" y="21981"/>
                  </a:lnTo>
                  <a:lnTo>
                    <a:pt x="176496" y="33011"/>
                  </a:lnTo>
                  <a:lnTo>
                    <a:pt x="235328" y="44065"/>
                  </a:lnTo>
                  <a:lnTo>
                    <a:pt x="294160" y="55142"/>
                  </a:lnTo>
                  <a:lnTo>
                    <a:pt x="352992" y="66242"/>
                  </a:lnTo>
                  <a:lnTo>
                    <a:pt x="411824" y="77364"/>
                  </a:lnTo>
                  <a:lnTo>
                    <a:pt x="470656" y="88506"/>
                  </a:lnTo>
                  <a:lnTo>
                    <a:pt x="529488" y="99668"/>
                  </a:lnTo>
                  <a:lnTo>
                    <a:pt x="588320" y="110848"/>
                  </a:lnTo>
                  <a:lnTo>
                    <a:pt x="647152" y="122046"/>
                  </a:lnTo>
                  <a:lnTo>
                    <a:pt x="705985" y="133261"/>
                  </a:lnTo>
                  <a:lnTo>
                    <a:pt x="764817" y="144491"/>
                  </a:lnTo>
                  <a:lnTo>
                    <a:pt x="823649" y="155736"/>
                  </a:lnTo>
                  <a:lnTo>
                    <a:pt x="882481" y="166994"/>
                  </a:lnTo>
                  <a:lnTo>
                    <a:pt x="941313" y="178265"/>
                  </a:lnTo>
                  <a:lnTo>
                    <a:pt x="1000145" y="189547"/>
                  </a:lnTo>
                  <a:lnTo>
                    <a:pt x="1058977" y="200840"/>
                  </a:lnTo>
                  <a:lnTo>
                    <a:pt x="1117809" y="212142"/>
                  </a:lnTo>
                  <a:lnTo>
                    <a:pt x="1176641" y="223453"/>
                  </a:lnTo>
                  <a:lnTo>
                    <a:pt x="1235473" y="234770"/>
                  </a:lnTo>
                  <a:lnTo>
                    <a:pt x="1294305" y="246094"/>
                  </a:lnTo>
                  <a:lnTo>
                    <a:pt x="1353138" y="257424"/>
                  </a:lnTo>
                  <a:lnTo>
                    <a:pt x="1411970" y="268757"/>
                  </a:lnTo>
                  <a:lnTo>
                    <a:pt x="1470802" y="280094"/>
                  </a:lnTo>
                  <a:lnTo>
                    <a:pt x="1529634" y="291432"/>
                  </a:lnTo>
                  <a:lnTo>
                    <a:pt x="1588466" y="302772"/>
                  </a:lnTo>
                  <a:lnTo>
                    <a:pt x="1647298" y="314111"/>
                  </a:lnTo>
                  <a:lnTo>
                    <a:pt x="1706130" y="325450"/>
                  </a:lnTo>
                  <a:lnTo>
                    <a:pt x="1764962" y="336786"/>
                  </a:lnTo>
                  <a:lnTo>
                    <a:pt x="1823794" y="348119"/>
                  </a:lnTo>
                  <a:lnTo>
                    <a:pt x="1882626" y="359447"/>
                  </a:lnTo>
                  <a:lnTo>
                    <a:pt x="1941458" y="370771"/>
                  </a:lnTo>
                  <a:lnTo>
                    <a:pt x="2000291" y="382088"/>
                  </a:lnTo>
                  <a:lnTo>
                    <a:pt x="2059123" y="393397"/>
                  </a:lnTo>
                  <a:lnTo>
                    <a:pt x="2117955" y="404698"/>
                  </a:lnTo>
                  <a:lnTo>
                    <a:pt x="2176787" y="415989"/>
                  </a:lnTo>
                  <a:lnTo>
                    <a:pt x="2235619" y="427270"/>
                  </a:lnTo>
                  <a:lnTo>
                    <a:pt x="2294451" y="438539"/>
                  </a:lnTo>
                  <a:lnTo>
                    <a:pt x="2353283" y="449795"/>
                  </a:lnTo>
                  <a:lnTo>
                    <a:pt x="2412115" y="461038"/>
                  </a:lnTo>
                  <a:lnTo>
                    <a:pt x="2470947" y="472266"/>
                  </a:lnTo>
                  <a:lnTo>
                    <a:pt x="2529779" y="483478"/>
                  </a:lnTo>
                  <a:lnTo>
                    <a:pt x="2588611" y="494673"/>
                  </a:lnTo>
                  <a:lnTo>
                    <a:pt x="2647444" y="505851"/>
                  </a:lnTo>
                  <a:lnTo>
                    <a:pt x="2706276" y="517010"/>
                  </a:lnTo>
                  <a:lnTo>
                    <a:pt x="2765108" y="528149"/>
                  </a:lnTo>
                  <a:lnTo>
                    <a:pt x="2823940" y="539267"/>
                  </a:lnTo>
                  <a:lnTo>
                    <a:pt x="2882772" y="550364"/>
                  </a:lnTo>
                  <a:lnTo>
                    <a:pt x="2941604" y="561438"/>
                  </a:lnTo>
                  <a:lnTo>
                    <a:pt x="3000436" y="572488"/>
                  </a:lnTo>
                  <a:lnTo>
                    <a:pt x="3059268" y="583514"/>
                  </a:lnTo>
                  <a:lnTo>
                    <a:pt x="3118100" y="594514"/>
                  </a:lnTo>
                  <a:lnTo>
                    <a:pt x="3176932" y="605488"/>
                  </a:lnTo>
                  <a:lnTo>
                    <a:pt x="3235764" y="616435"/>
                  </a:lnTo>
                  <a:lnTo>
                    <a:pt x="3294597" y="627353"/>
                  </a:lnTo>
                  <a:lnTo>
                    <a:pt x="3353429" y="638241"/>
                  </a:lnTo>
                  <a:lnTo>
                    <a:pt x="3412261" y="649100"/>
                  </a:lnTo>
                  <a:lnTo>
                    <a:pt x="3471093" y="659928"/>
                  </a:lnTo>
                  <a:lnTo>
                    <a:pt x="3529925" y="670724"/>
                  </a:lnTo>
                  <a:lnTo>
                    <a:pt x="3588757" y="681487"/>
                  </a:lnTo>
                  <a:lnTo>
                    <a:pt x="3647589" y="692216"/>
                  </a:lnTo>
                  <a:lnTo>
                    <a:pt x="3706421" y="702911"/>
                  </a:lnTo>
                  <a:lnTo>
                    <a:pt x="3765253" y="713571"/>
                  </a:lnTo>
                  <a:lnTo>
                    <a:pt x="3824085" y="724195"/>
                  </a:lnTo>
                  <a:lnTo>
                    <a:pt x="3882917" y="734781"/>
                  </a:lnTo>
                  <a:lnTo>
                    <a:pt x="3941750" y="745330"/>
                  </a:lnTo>
                  <a:lnTo>
                    <a:pt x="4000582" y="755841"/>
                  </a:lnTo>
                  <a:lnTo>
                    <a:pt x="4059414" y="766313"/>
                  </a:lnTo>
                  <a:lnTo>
                    <a:pt x="4118246" y="776744"/>
                  </a:lnTo>
                  <a:lnTo>
                    <a:pt x="4177078" y="787135"/>
                  </a:lnTo>
                  <a:lnTo>
                    <a:pt x="4235910" y="797484"/>
                  </a:lnTo>
                  <a:lnTo>
                    <a:pt x="4294742" y="807791"/>
                  </a:lnTo>
                  <a:lnTo>
                    <a:pt x="4353574" y="818055"/>
                  </a:lnTo>
                  <a:lnTo>
                    <a:pt x="4412406" y="828276"/>
                  </a:lnTo>
                  <a:lnTo>
                    <a:pt x="4471238" y="838453"/>
                  </a:lnTo>
                  <a:lnTo>
                    <a:pt x="4530070" y="848584"/>
                  </a:lnTo>
                  <a:lnTo>
                    <a:pt x="4588902" y="858670"/>
                  </a:lnTo>
                  <a:lnTo>
                    <a:pt x="4647735" y="86871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2963300" y="3733602"/>
              <a:ext cx="4018650" cy="1505978"/>
            </a:xfrm>
            <a:custGeom>
              <a:avLst/>
              <a:pathLst>
                <a:path w="4018650" h="1505978">
                  <a:moveTo>
                    <a:pt x="0" y="0"/>
                  </a:moveTo>
                  <a:lnTo>
                    <a:pt x="50868" y="25378"/>
                  </a:lnTo>
                  <a:lnTo>
                    <a:pt x="101737" y="50823"/>
                  </a:lnTo>
                  <a:lnTo>
                    <a:pt x="152606" y="76324"/>
                  </a:lnTo>
                  <a:lnTo>
                    <a:pt x="203475" y="101867"/>
                  </a:lnTo>
                  <a:lnTo>
                    <a:pt x="254344" y="127442"/>
                  </a:lnTo>
                  <a:lnTo>
                    <a:pt x="305213" y="153036"/>
                  </a:lnTo>
                  <a:lnTo>
                    <a:pt x="356082" y="178637"/>
                  </a:lnTo>
                  <a:lnTo>
                    <a:pt x="406951" y="204232"/>
                  </a:lnTo>
                  <a:lnTo>
                    <a:pt x="457820" y="229809"/>
                  </a:lnTo>
                  <a:lnTo>
                    <a:pt x="508689" y="255357"/>
                  </a:lnTo>
                  <a:lnTo>
                    <a:pt x="559558" y="280863"/>
                  </a:lnTo>
                  <a:lnTo>
                    <a:pt x="610427" y="306315"/>
                  </a:lnTo>
                  <a:lnTo>
                    <a:pt x="661296" y="331702"/>
                  </a:lnTo>
                  <a:lnTo>
                    <a:pt x="712165" y="357011"/>
                  </a:lnTo>
                  <a:lnTo>
                    <a:pt x="763034" y="382231"/>
                  </a:lnTo>
                  <a:lnTo>
                    <a:pt x="813903" y="407350"/>
                  </a:lnTo>
                  <a:lnTo>
                    <a:pt x="864772" y="432357"/>
                  </a:lnTo>
                  <a:lnTo>
                    <a:pt x="915641" y="457242"/>
                  </a:lnTo>
                  <a:lnTo>
                    <a:pt x="966510" y="481992"/>
                  </a:lnTo>
                  <a:lnTo>
                    <a:pt x="1017379" y="506598"/>
                  </a:lnTo>
                  <a:lnTo>
                    <a:pt x="1068248" y="531050"/>
                  </a:lnTo>
                  <a:lnTo>
                    <a:pt x="1119117" y="555336"/>
                  </a:lnTo>
                  <a:lnTo>
                    <a:pt x="1169986" y="579448"/>
                  </a:lnTo>
                  <a:lnTo>
                    <a:pt x="1220855" y="603376"/>
                  </a:lnTo>
                  <a:lnTo>
                    <a:pt x="1271724" y="627111"/>
                  </a:lnTo>
                  <a:lnTo>
                    <a:pt x="1322593" y="650644"/>
                  </a:lnTo>
                  <a:lnTo>
                    <a:pt x="1373462" y="673966"/>
                  </a:lnTo>
                  <a:lnTo>
                    <a:pt x="1424331" y="697069"/>
                  </a:lnTo>
                  <a:lnTo>
                    <a:pt x="1475200" y="719946"/>
                  </a:lnTo>
                  <a:lnTo>
                    <a:pt x="1526069" y="742589"/>
                  </a:lnTo>
                  <a:lnTo>
                    <a:pt x="1576938" y="764991"/>
                  </a:lnTo>
                  <a:lnTo>
                    <a:pt x="1627807" y="787145"/>
                  </a:lnTo>
                  <a:lnTo>
                    <a:pt x="1678676" y="809046"/>
                  </a:lnTo>
                  <a:lnTo>
                    <a:pt x="1729545" y="830686"/>
                  </a:lnTo>
                  <a:lnTo>
                    <a:pt x="1780414" y="852062"/>
                  </a:lnTo>
                  <a:lnTo>
                    <a:pt x="1831283" y="873167"/>
                  </a:lnTo>
                  <a:lnTo>
                    <a:pt x="1882152" y="893996"/>
                  </a:lnTo>
                  <a:lnTo>
                    <a:pt x="1933021" y="914547"/>
                  </a:lnTo>
                  <a:lnTo>
                    <a:pt x="1983890" y="934813"/>
                  </a:lnTo>
                  <a:lnTo>
                    <a:pt x="2034759" y="954793"/>
                  </a:lnTo>
                  <a:lnTo>
                    <a:pt x="2085628" y="974482"/>
                  </a:lnTo>
                  <a:lnTo>
                    <a:pt x="2136497" y="993877"/>
                  </a:lnTo>
                  <a:lnTo>
                    <a:pt x="2187366" y="1012977"/>
                  </a:lnTo>
                  <a:lnTo>
                    <a:pt x="2238235" y="1031779"/>
                  </a:lnTo>
                  <a:lnTo>
                    <a:pt x="2289104" y="1050281"/>
                  </a:lnTo>
                  <a:lnTo>
                    <a:pt x="2339973" y="1068482"/>
                  </a:lnTo>
                  <a:lnTo>
                    <a:pt x="2390842" y="1086380"/>
                  </a:lnTo>
                  <a:lnTo>
                    <a:pt x="2441711" y="1103975"/>
                  </a:lnTo>
                  <a:lnTo>
                    <a:pt x="2492580" y="1121266"/>
                  </a:lnTo>
                  <a:lnTo>
                    <a:pt x="2543449" y="1138253"/>
                  </a:lnTo>
                  <a:lnTo>
                    <a:pt x="2594318" y="1154936"/>
                  </a:lnTo>
                  <a:lnTo>
                    <a:pt x="2645187" y="1171316"/>
                  </a:lnTo>
                  <a:lnTo>
                    <a:pt x="2696056" y="1187392"/>
                  </a:lnTo>
                  <a:lnTo>
                    <a:pt x="2746925" y="1203167"/>
                  </a:lnTo>
                  <a:lnTo>
                    <a:pt x="2797794" y="1218640"/>
                  </a:lnTo>
                  <a:lnTo>
                    <a:pt x="2848663" y="1233814"/>
                  </a:lnTo>
                  <a:lnTo>
                    <a:pt x="2899532" y="1248690"/>
                  </a:lnTo>
                  <a:lnTo>
                    <a:pt x="2950401" y="1263270"/>
                  </a:lnTo>
                  <a:lnTo>
                    <a:pt x="3001270" y="1277556"/>
                  </a:lnTo>
                  <a:lnTo>
                    <a:pt x="3052139" y="1291550"/>
                  </a:lnTo>
                  <a:lnTo>
                    <a:pt x="3103008" y="1305254"/>
                  </a:lnTo>
                  <a:lnTo>
                    <a:pt x="3153877" y="1318671"/>
                  </a:lnTo>
                  <a:lnTo>
                    <a:pt x="3204746" y="1331804"/>
                  </a:lnTo>
                  <a:lnTo>
                    <a:pt x="3255615" y="1344656"/>
                  </a:lnTo>
                  <a:lnTo>
                    <a:pt x="3306484" y="1357230"/>
                  </a:lnTo>
                  <a:lnTo>
                    <a:pt x="3357353" y="1369528"/>
                  </a:lnTo>
                  <a:lnTo>
                    <a:pt x="3408222" y="1381554"/>
                  </a:lnTo>
                  <a:lnTo>
                    <a:pt x="3459091" y="1393312"/>
                  </a:lnTo>
                  <a:lnTo>
                    <a:pt x="3509960" y="1404805"/>
                  </a:lnTo>
                  <a:lnTo>
                    <a:pt x="3560829" y="1416037"/>
                  </a:lnTo>
                  <a:lnTo>
                    <a:pt x="3611698" y="1427010"/>
                  </a:lnTo>
                  <a:lnTo>
                    <a:pt x="3662567" y="1437730"/>
                  </a:lnTo>
                  <a:lnTo>
                    <a:pt x="3713436" y="1448199"/>
                  </a:lnTo>
                  <a:lnTo>
                    <a:pt x="3764305" y="1458422"/>
                  </a:lnTo>
                  <a:lnTo>
                    <a:pt x="3815174" y="1468402"/>
                  </a:lnTo>
                  <a:lnTo>
                    <a:pt x="3866043" y="1478144"/>
                  </a:lnTo>
                  <a:lnTo>
                    <a:pt x="3916912" y="1487651"/>
                  </a:lnTo>
                  <a:lnTo>
                    <a:pt x="3967781" y="1496928"/>
                  </a:lnTo>
                  <a:lnTo>
                    <a:pt x="4018650" y="1505978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2343351" y="2519552"/>
              <a:ext cx="4020407" cy="1586720"/>
            </a:xfrm>
            <a:custGeom>
              <a:avLst/>
              <a:pathLst>
                <a:path w="4020407" h="1586720">
                  <a:moveTo>
                    <a:pt x="0" y="0"/>
                  </a:moveTo>
                  <a:lnTo>
                    <a:pt x="50891" y="8634"/>
                  </a:lnTo>
                  <a:lnTo>
                    <a:pt x="101782" y="17511"/>
                  </a:lnTo>
                  <a:lnTo>
                    <a:pt x="152673" y="26636"/>
                  </a:lnTo>
                  <a:lnTo>
                    <a:pt x="203564" y="36012"/>
                  </a:lnTo>
                  <a:lnTo>
                    <a:pt x="254456" y="45647"/>
                  </a:lnTo>
                  <a:lnTo>
                    <a:pt x="305347" y="55544"/>
                  </a:lnTo>
                  <a:lnTo>
                    <a:pt x="356238" y="65709"/>
                  </a:lnTo>
                  <a:lnTo>
                    <a:pt x="407129" y="76147"/>
                  </a:lnTo>
                  <a:lnTo>
                    <a:pt x="458021" y="86863"/>
                  </a:lnTo>
                  <a:lnTo>
                    <a:pt x="508912" y="97862"/>
                  </a:lnTo>
                  <a:lnTo>
                    <a:pt x="559803" y="109150"/>
                  </a:lnTo>
                  <a:lnTo>
                    <a:pt x="610694" y="120730"/>
                  </a:lnTo>
                  <a:lnTo>
                    <a:pt x="661586" y="132608"/>
                  </a:lnTo>
                  <a:lnTo>
                    <a:pt x="712477" y="144789"/>
                  </a:lnTo>
                  <a:lnTo>
                    <a:pt x="763368" y="157277"/>
                  </a:lnTo>
                  <a:lnTo>
                    <a:pt x="814259" y="170077"/>
                  </a:lnTo>
                  <a:lnTo>
                    <a:pt x="865151" y="183193"/>
                  </a:lnTo>
                  <a:lnTo>
                    <a:pt x="916042" y="196630"/>
                  </a:lnTo>
                  <a:lnTo>
                    <a:pt x="966933" y="210391"/>
                  </a:lnTo>
                  <a:lnTo>
                    <a:pt x="1017824" y="224480"/>
                  </a:lnTo>
                  <a:lnTo>
                    <a:pt x="1068715" y="238902"/>
                  </a:lnTo>
                  <a:lnTo>
                    <a:pt x="1119607" y="253660"/>
                  </a:lnTo>
                  <a:lnTo>
                    <a:pt x="1170498" y="268756"/>
                  </a:lnTo>
                  <a:lnTo>
                    <a:pt x="1221389" y="284195"/>
                  </a:lnTo>
                  <a:lnTo>
                    <a:pt x="1272280" y="299979"/>
                  </a:lnTo>
                  <a:lnTo>
                    <a:pt x="1323172" y="316110"/>
                  </a:lnTo>
                  <a:lnTo>
                    <a:pt x="1374063" y="332592"/>
                  </a:lnTo>
                  <a:lnTo>
                    <a:pt x="1424954" y="349425"/>
                  </a:lnTo>
                  <a:lnTo>
                    <a:pt x="1475845" y="366612"/>
                  </a:lnTo>
                  <a:lnTo>
                    <a:pt x="1526737" y="384154"/>
                  </a:lnTo>
                  <a:lnTo>
                    <a:pt x="1577628" y="402052"/>
                  </a:lnTo>
                  <a:lnTo>
                    <a:pt x="1628519" y="420306"/>
                  </a:lnTo>
                  <a:lnTo>
                    <a:pt x="1679410" y="438917"/>
                  </a:lnTo>
                  <a:lnTo>
                    <a:pt x="1730302" y="457885"/>
                  </a:lnTo>
                  <a:lnTo>
                    <a:pt x="1781193" y="477209"/>
                  </a:lnTo>
                  <a:lnTo>
                    <a:pt x="1832084" y="496888"/>
                  </a:lnTo>
                  <a:lnTo>
                    <a:pt x="1882975" y="516922"/>
                  </a:lnTo>
                  <a:lnTo>
                    <a:pt x="1933866" y="537307"/>
                  </a:lnTo>
                  <a:lnTo>
                    <a:pt x="1984758" y="558041"/>
                  </a:lnTo>
                  <a:lnTo>
                    <a:pt x="2035649" y="579122"/>
                  </a:lnTo>
                  <a:lnTo>
                    <a:pt x="2086540" y="600547"/>
                  </a:lnTo>
                  <a:lnTo>
                    <a:pt x="2137431" y="622312"/>
                  </a:lnTo>
                  <a:lnTo>
                    <a:pt x="2188323" y="644411"/>
                  </a:lnTo>
                  <a:lnTo>
                    <a:pt x="2239214" y="666842"/>
                  </a:lnTo>
                  <a:lnTo>
                    <a:pt x="2290105" y="689597"/>
                  </a:lnTo>
                  <a:lnTo>
                    <a:pt x="2340996" y="712672"/>
                  </a:lnTo>
                  <a:lnTo>
                    <a:pt x="2391888" y="736060"/>
                  </a:lnTo>
                  <a:lnTo>
                    <a:pt x="2442779" y="759753"/>
                  </a:lnTo>
                  <a:lnTo>
                    <a:pt x="2493670" y="783746"/>
                  </a:lnTo>
                  <a:lnTo>
                    <a:pt x="2544561" y="808029"/>
                  </a:lnTo>
                  <a:lnTo>
                    <a:pt x="2595453" y="832593"/>
                  </a:lnTo>
                  <a:lnTo>
                    <a:pt x="2646344" y="857431"/>
                  </a:lnTo>
                  <a:lnTo>
                    <a:pt x="2697235" y="882533"/>
                  </a:lnTo>
                  <a:lnTo>
                    <a:pt x="2748126" y="907888"/>
                  </a:lnTo>
                  <a:lnTo>
                    <a:pt x="2799018" y="933486"/>
                  </a:lnTo>
                  <a:lnTo>
                    <a:pt x="2849909" y="959316"/>
                  </a:lnTo>
                  <a:lnTo>
                    <a:pt x="2900800" y="985366"/>
                  </a:lnTo>
                  <a:lnTo>
                    <a:pt x="2951691" y="1011626"/>
                  </a:lnTo>
                  <a:lnTo>
                    <a:pt x="3002582" y="1038081"/>
                  </a:lnTo>
                  <a:lnTo>
                    <a:pt x="3053474" y="1064720"/>
                  </a:lnTo>
                  <a:lnTo>
                    <a:pt x="3104365" y="1091529"/>
                  </a:lnTo>
                  <a:lnTo>
                    <a:pt x="3155256" y="1118496"/>
                  </a:lnTo>
                  <a:lnTo>
                    <a:pt x="3206147" y="1145605"/>
                  </a:lnTo>
                  <a:lnTo>
                    <a:pt x="3257039" y="1172844"/>
                  </a:lnTo>
                  <a:lnTo>
                    <a:pt x="3307930" y="1200197"/>
                  </a:lnTo>
                  <a:lnTo>
                    <a:pt x="3358821" y="1227650"/>
                  </a:lnTo>
                  <a:lnTo>
                    <a:pt x="3409712" y="1255189"/>
                  </a:lnTo>
                  <a:lnTo>
                    <a:pt x="3460604" y="1282797"/>
                  </a:lnTo>
                  <a:lnTo>
                    <a:pt x="3511495" y="1310460"/>
                  </a:lnTo>
                  <a:lnTo>
                    <a:pt x="3562386" y="1338163"/>
                  </a:lnTo>
                  <a:lnTo>
                    <a:pt x="3613277" y="1365890"/>
                  </a:lnTo>
                  <a:lnTo>
                    <a:pt x="3664169" y="1393626"/>
                  </a:lnTo>
                  <a:lnTo>
                    <a:pt x="3715060" y="1421354"/>
                  </a:lnTo>
                  <a:lnTo>
                    <a:pt x="3765951" y="1449061"/>
                  </a:lnTo>
                  <a:lnTo>
                    <a:pt x="3816842" y="1476729"/>
                  </a:lnTo>
                  <a:lnTo>
                    <a:pt x="3867733" y="1504344"/>
                  </a:lnTo>
                  <a:lnTo>
                    <a:pt x="3918625" y="1531891"/>
                  </a:lnTo>
                  <a:lnTo>
                    <a:pt x="3969516" y="1559355"/>
                  </a:lnTo>
                  <a:lnTo>
                    <a:pt x="4020407" y="1586720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tx412"/>
            <p:cNvSpPr/>
            <p:nvPr/>
          </p:nvSpPr>
          <p:spPr>
            <a:xfrm>
              <a:off x="691062" y="5520220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13" name="tx413"/>
            <p:cNvSpPr/>
            <p:nvPr/>
          </p:nvSpPr>
          <p:spPr>
            <a:xfrm>
              <a:off x="691062" y="4690548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14" name="tx414"/>
            <p:cNvSpPr/>
            <p:nvPr/>
          </p:nvSpPr>
          <p:spPr>
            <a:xfrm>
              <a:off x="691062" y="3860876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15" name="tx415"/>
            <p:cNvSpPr/>
            <p:nvPr/>
          </p:nvSpPr>
          <p:spPr>
            <a:xfrm>
              <a:off x="691062" y="3031204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16" name="tx416"/>
            <p:cNvSpPr/>
            <p:nvPr/>
          </p:nvSpPr>
          <p:spPr>
            <a:xfrm>
              <a:off x="691062" y="2201532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7" name="tx417"/>
            <p:cNvSpPr/>
            <p:nvPr/>
          </p:nvSpPr>
          <p:spPr>
            <a:xfrm>
              <a:off x="959125" y="5788790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0.03</a:t>
              </a:r>
            </a:p>
          </p:txBody>
        </p:sp>
        <p:sp>
          <p:nvSpPr>
            <p:cNvPr id="418" name="tx418"/>
            <p:cNvSpPr/>
            <p:nvPr/>
          </p:nvSpPr>
          <p:spPr>
            <a:xfrm>
              <a:off x="2589921" y="5788790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0.06</a:t>
              </a:r>
            </a:p>
          </p:txBody>
        </p:sp>
        <p:sp>
          <p:nvSpPr>
            <p:cNvPr id="419" name="tx419"/>
            <p:cNvSpPr/>
            <p:nvPr/>
          </p:nvSpPr>
          <p:spPr>
            <a:xfrm>
              <a:off x="4220717" y="5788790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0.09</a:t>
              </a:r>
            </a:p>
          </p:txBody>
        </p:sp>
        <p:sp>
          <p:nvSpPr>
            <p:cNvPr id="420" name="tx420"/>
            <p:cNvSpPr/>
            <p:nvPr/>
          </p:nvSpPr>
          <p:spPr>
            <a:xfrm>
              <a:off x="5851513" y="5788790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0.12</a:t>
              </a:r>
            </a:p>
          </p:txBody>
        </p:sp>
        <p:sp>
          <p:nvSpPr>
            <p:cNvPr id="421" name="tx421"/>
            <p:cNvSpPr/>
            <p:nvPr/>
          </p:nvSpPr>
          <p:spPr>
            <a:xfrm>
              <a:off x="3936641" y="5927094"/>
              <a:ext cx="572231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GF offset</a:t>
              </a:r>
            </a:p>
          </p:txBody>
        </p:sp>
        <p:sp>
          <p:nvSpPr>
            <p:cNvPr id="422" name="tx422"/>
            <p:cNvSpPr/>
            <p:nvPr/>
          </p:nvSpPr>
          <p:spPr>
            <a:xfrm rot="-5400000">
              <a:off x="328364" y="3850863"/>
              <a:ext cx="496884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423" name="tx423"/>
            <p:cNvSpPr/>
            <p:nvPr/>
          </p:nvSpPr>
          <p:spPr>
            <a:xfrm>
              <a:off x="7682962" y="2480077"/>
              <a:ext cx="66037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424" name="pt424"/>
            <p:cNvSpPr/>
            <p:nvPr/>
          </p:nvSpPr>
          <p:spPr>
            <a:xfrm>
              <a:off x="7733987" y="2715448"/>
              <a:ext cx="117405" cy="117405"/>
            </a:xfrm>
            <a:prstGeom prst="ellipse">
              <a:avLst/>
            </a:prstGeom>
            <a:solidFill>
              <a:srgbClr val="002E5A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l425"/>
            <p:cNvSpPr/>
            <p:nvPr/>
          </p:nvSpPr>
          <p:spPr>
            <a:xfrm>
              <a:off x="7704907" y="277415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2E5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7733987" y="2934904"/>
              <a:ext cx="117405" cy="117405"/>
            </a:xfrm>
            <a:prstGeom prst="ellipse">
              <a:avLst/>
            </a:prstGeom>
            <a:solidFill>
              <a:srgbClr val="0130B9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l427"/>
            <p:cNvSpPr/>
            <p:nvPr/>
          </p:nvSpPr>
          <p:spPr>
            <a:xfrm>
              <a:off x="7704907" y="2993607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130B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7733987" y="3154360"/>
              <a:ext cx="117405" cy="117405"/>
            </a:xfrm>
            <a:prstGeom prst="ellipse">
              <a:avLst/>
            </a:prstGeom>
            <a:solidFill>
              <a:srgbClr val="0078C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l429"/>
            <p:cNvSpPr/>
            <p:nvPr/>
          </p:nvSpPr>
          <p:spPr>
            <a:xfrm>
              <a:off x="7704907" y="321306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0078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7733987" y="3373816"/>
              <a:ext cx="117405" cy="117405"/>
            </a:xfrm>
            <a:prstGeom prst="ellipse">
              <a:avLst/>
            </a:prstGeom>
            <a:solidFill>
              <a:srgbClr val="82DAFF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l431"/>
            <p:cNvSpPr/>
            <p:nvPr/>
          </p:nvSpPr>
          <p:spPr>
            <a:xfrm>
              <a:off x="7704907" y="3432519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82DA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7733987" y="3593272"/>
              <a:ext cx="117405" cy="117405"/>
            </a:xfrm>
            <a:prstGeom prst="ellipse">
              <a:avLst/>
            </a:prstGeom>
            <a:solidFill>
              <a:srgbClr val="D9ED92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l433"/>
            <p:cNvSpPr/>
            <p:nvPr/>
          </p:nvSpPr>
          <p:spPr>
            <a:xfrm>
              <a:off x="7704907" y="3651975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D9ED9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7733987" y="3812728"/>
              <a:ext cx="117405" cy="117405"/>
            </a:xfrm>
            <a:prstGeom prst="ellipse">
              <a:avLst/>
            </a:prstGeom>
            <a:solidFill>
              <a:srgbClr val="4AD66D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l435"/>
            <p:cNvSpPr/>
            <p:nvPr/>
          </p:nvSpPr>
          <p:spPr>
            <a:xfrm>
              <a:off x="7704907" y="3871431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4AD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7733987" y="4032184"/>
              <a:ext cx="117405" cy="117405"/>
            </a:xfrm>
            <a:prstGeom prst="ellipse">
              <a:avLst/>
            </a:prstGeom>
            <a:solidFill>
              <a:srgbClr val="25A244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l437"/>
            <p:cNvSpPr/>
            <p:nvPr/>
          </p:nvSpPr>
          <p:spPr>
            <a:xfrm>
              <a:off x="7704907" y="4090887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25A24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7733987" y="4251640"/>
              <a:ext cx="117405" cy="117405"/>
            </a:xfrm>
            <a:prstGeom prst="ellipse">
              <a:avLst/>
            </a:prstGeom>
            <a:solidFill>
              <a:srgbClr val="155D27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l439"/>
            <p:cNvSpPr/>
            <p:nvPr/>
          </p:nvSpPr>
          <p:spPr>
            <a:xfrm>
              <a:off x="7704907" y="4310343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55D2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tx440"/>
            <p:cNvSpPr/>
            <p:nvPr/>
          </p:nvSpPr>
          <p:spPr>
            <a:xfrm>
              <a:off x="7972007" y="2734146"/>
              <a:ext cx="18013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441" name="tx441"/>
            <p:cNvSpPr/>
            <p:nvPr/>
          </p:nvSpPr>
          <p:spPr>
            <a:xfrm>
              <a:off x="7972007" y="2953602"/>
              <a:ext cx="2006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442" name="tx442"/>
            <p:cNvSpPr/>
            <p:nvPr/>
          </p:nvSpPr>
          <p:spPr>
            <a:xfrm>
              <a:off x="7972007" y="3173058"/>
              <a:ext cx="2545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443" name="tx443"/>
            <p:cNvSpPr/>
            <p:nvPr/>
          </p:nvSpPr>
          <p:spPr>
            <a:xfrm>
              <a:off x="7972007" y="3392514"/>
              <a:ext cx="229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444" name="tx444"/>
            <p:cNvSpPr/>
            <p:nvPr/>
          </p:nvSpPr>
          <p:spPr>
            <a:xfrm>
              <a:off x="7972007" y="3611970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445" name="tx445"/>
            <p:cNvSpPr/>
            <p:nvPr/>
          </p:nvSpPr>
          <p:spPr>
            <a:xfrm>
              <a:off x="7972007" y="3831426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446" name="tx446"/>
            <p:cNvSpPr/>
            <p:nvPr/>
          </p:nvSpPr>
          <p:spPr>
            <a:xfrm>
              <a:off x="7972007" y="4050882"/>
              <a:ext cx="24825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447" name="tx447"/>
            <p:cNvSpPr/>
            <p:nvPr/>
          </p:nvSpPr>
          <p:spPr>
            <a:xfrm>
              <a:off x="7972007" y="4270338"/>
              <a:ext cx="21735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448" name="tx448"/>
            <p:cNvSpPr/>
            <p:nvPr/>
          </p:nvSpPr>
          <p:spPr>
            <a:xfrm>
              <a:off x="7682962" y="4713149"/>
              <a:ext cx="36502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Coast</a:t>
              </a:r>
            </a:p>
          </p:txBody>
        </p:sp>
        <p:sp>
          <p:nvSpPr>
            <p:cNvPr id="449" name="pt449"/>
            <p:cNvSpPr/>
            <p:nvPr/>
          </p:nvSpPr>
          <p:spPr>
            <a:xfrm>
              <a:off x="7733987" y="4948521"/>
              <a:ext cx="117405" cy="117405"/>
            </a:xfrm>
            <a:prstGeom prst="ellipse">
              <a:avLst/>
            </a:prstGeom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7713631" y="5135390"/>
              <a:ext cx="158117" cy="136934"/>
            </a:xfrm>
            <a:custGeom>
              <a:avLst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noFill/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tx451"/>
            <p:cNvSpPr/>
            <p:nvPr/>
          </p:nvSpPr>
          <p:spPr>
            <a:xfrm>
              <a:off x="7972007" y="4967218"/>
              <a:ext cx="57561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 Coast</a:t>
              </a:r>
            </a:p>
          </p:txBody>
        </p:sp>
        <p:sp>
          <p:nvSpPr>
            <p:cNvPr id="452" name="tx452"/>
            <p:cNvSpPr/>
            <p:nvPr/>
          </p:nvSpPr>
          <p:spPr>
            <a:xfrm>
              <a:off x="7972007" y="5186674"/>
              <a:ext cx="5467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 Coast</a:t>
              </a:r>
            </a:p>
          </p:txBody>
        </p:sp>
        <p:sp>
          <p:nvSpPr>
            <p:cNvPr id="453" name="tx453"/>
            <p:cNvSpPr/>
            <p:nvPr/>
          </p:nvSpPr>
          <p:spPr>
            <a:xfrm>
              <a:off x="971319" y="1669789"/>
              <a:ext cx="3934663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Current-Future Fitness vs Genomic Offset (GF, Full): </a:t>
              </a:r>
            </a:p>
          </p:txBody>
        </p:sp>
        <p:sp>
          <p:nvSpPr>
            <p:cNvPr id="454" name="tx454"/>
            <p:cNvSpPr/>
            <p:nvPr/>
          </p:nvSpPr>
          <p:spPr>
            <a:xfrm>
              <a:off x="971319" y="1850840"/>
              <a:ext cx="2672242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Binary Survival, Logistic Regression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camillerumberger</cp:lastModifiedBy>
  <cp:revision>3</cp:revision>
  <dcterms:created xsi:type="dcterms:W3CDTF">2017-02-13T16:18:36Z</dcterms:created>
  <dcterms:modified xsi:type="dcterms:W3CDTF">2026-04-17T12:37:36Z</dcterms:modified>
  <cp:category/>
</cp:coreProperties>
</file>